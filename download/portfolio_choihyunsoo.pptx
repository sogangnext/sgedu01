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Relationship Id="rId23" Type="http://schemas.openxmlformats.org/officeDocument/2006/relationships/image" Target="../media/image17.png"/><Relationship Id="rId24" Type="http://schemas.openxmlformats.org/officeDocument/2006/relationships/image" Target="../media/image18.png"/><Relationship Id="rId25" Type="http://schemas.openxmlformats.org/officeDocument/2006/relationships/image" Target="../media/image19.png"/><Relationship Id="rId26" Type="http://schemas.openxmlformats.org/officeDocument/2006/relationships/image" Target="../media/image20.pn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3.png"/><Relationship Id="rId30" Type="http://schemas.openxmlformats.org/officeDocument/2006/relationships/image" Target="../media/image24.png"/><Relationship Id="rId31" Type="http://schemas.openxmlformats.org/officeDocument/2006/relationships/image" Target="../media/image25.png"/><Relationship Id="rId32" Type="http://schemas.openxmlformats.org/officeDocument/2006/relationships/image" Target="../media/image26.png"/><Relationship Id="rId33" Type="http://schemas.openxmlformats.org/officeDocument/2006/relationships/image" Target="../media/image27.png"/><Relationship Id="rId34" Type="http://schemas.openxmlformats.org/officeDocument/2006/relationships/image" Target="../media/image28.png"/><Relationship Id="rId35" Type="http://schemas.openxmlformats.org/officeDocument/2006/relationships/image" Target="../media/image29.png"/><Relationship Id="rId36" Type="http://schemas.openxmlformats.org/officeDocument/2006/relationships/image" Target="../media/image30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04446" y="518746"/>
            <a:ext cx="17479645" cy="9250045"/>
          </a:xfrm>
          <a:custGeom>
            <a:avLst/>
            <a:gdLst/>
            <a:ahLst/>
            <a:cxnLst/>
            <a:rect l="l" t="t" r="r" b="b"/>
            <a:pathLst>
              <a:path w="17479645" h="9250045">
                <a:moveTo>
                  <a:pt x="17479071" y="9249507"/>
                </a:moveTo>
                <a:lnTo>
                  <a:pt x="0" y="9249507"/>
                </a:lnTo>
                <a:lnTo>
                  <a:pt x="0" y="0"/>
                </a:lnTo>
                <a:lnTo>
                  <a:pt x="17479071" y="0"/>
                </a:lnTo>
                <a:lnTo>
                  <a:pt x="17479071" y="9249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09318" y="524746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7860970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4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509318" y="9745670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10446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5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02343" y="516643"/>
            <a:ext cx="33020" cy="33020"/>
          </a:xfrm>
          <a:custGeom>
            <a:avLst/>
            <a:gdLst/>
            <a:ahLst/>
            <a:cxnLst/>
            <a:rect l="l" t="t" r="r" b="b"/>
            <a:pathLst>
              <a:path w="33020" h="33020">
                <a:moveTo>
                  <a:pt x="32788" y="32788"/>
                </a:moveTo>
                <a:lnTo>
                  <a:pt x="0" y="32788"/>
                </a:lnTo>
                <a:lnTo>
                  <a:pt x="0" y="0"/>
                </a:lnTo>
                <a:lnTo>
                  <a:pt x="32788" y="0"/>
                </a:lnTo>
                <a:lnTo>
                  <a:pt x="32788" y="327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85762" y="500062"/>
            <a:ext cx="135255" cy="127635"/>
          </a:xfrm>
          <a:custGeom>
            <a:avLst/>
            <a:gdLst/>
            <a:ahLst/>
            <a:cxnLst/>
            <a:rect l="l" t="t" r="r" b="b"/>
            <a:pathLst>
              <a:path w="135254" h="127634">
                <a:moveTo>
                  <a:pt x="62237" y="65950"/>
                </a:moveTo>
                <a:lnTo>
                  <a:pt x="3711" y="65950"/>
                </a:lnTo>
                <a:lnTo>
                  <a:pt x="0" y="62238"/>
                </a:lnTo>
                <a:lnTo>
                  <a:pt x="0" y="3711"/>
                </a:lnTo>
                <a:lnTo>
                  <a:pt x="3711" y="0"/>
                </a:lnTo>
                <a:lnTo>
                  <a:pt x="62238" y="0"/>
                </a:lnTo>
                <a:lnTo>
                  <a:pt x="65950" y="3711"/>
                </a:lnTo>
                <a:lnTo>
                  <a:pt x="65950" y="16581"/>
                </a:lnTo>
                <a:lnTo>
                  <a:pt x="16581" y="16581"/>
                </a:lnTo>
                <a:lnTo>
                  <a:pt x="16581" y="49368"/>
                </a:lnTo>
                <a:lnTo>
                  <a:pt x="65949" y="49368"/>
                </a:lnTo>
                <a:lnTo>
                  <a:pt x="65949" y="62238"/>
                </a:lnTo>
                <a:lnTo>
                  <a:pt x="62237" y="65950"/>
                </a:lnTo>
                <a:close/>
              </a:path>
              <a:path w="135254" h="127634">
                <a:moveTo>
                  <a:pt x="65949" y="49368"/>
                </a:moveTo>
                <a:lnTo>
                  <a:pt x="49369" y="49368"/>
                </a:lnTo>
                <a:lnTo>
                  <a:pt x="49369" y="16581"/>
                </a:lnTo>
                <a:lnTo>
                  <a:pt x="65950" y="16581"/>
                </a:lnTo>
                <a:lnTo>
                  <a:pt x="65950" y="24684"/>
                </a:lnTo>
                <a:lnTo>
                  <a:pt x="134786" y="24684"/>
                </a:lnTo>
                <a:lnTo>
                  <a:pt x="134786" y="41265"/>
                </a:lnTo>
                <a:lnTo>
                  <a:pt x="65949" y="41265"/>
                </a:lnTo>
                <a:lnTo>
                  <a:pt x="65949" y="49368"/>
                </a:lnTo>
                <a:close/>
              </a:path>
              <a:path w="135254" h="127634">
                <a:moveTo>
                  <a:pt x="41265" y="127317"/>
                </a:moveTo>
                <a:lnTo>
                  <a:pt x="24684" y="127317"/>
                </a:lnTo>
                <a:lnTo>
                  <a:pt x="24684" y="65950"/>
                </a:lnTo>
                <a:lnTo>
                  <a:pt x="41265" y="65950"/>
                </a:lnTo>
                <a:lnTo>
                  <a:pt x="41265" y="1273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852866" y="516643"/>
            <a:ext cx="33020" cy="33020"/>
          </a:xfrm>
          <a:custGeom>
            <a:avLst/>
            <a:gdLst/>
            <a:ahLst/>
            <a:cxnLst/>
            <a:rect l="l" t="t" r="r" b="b"/>
            <a:pathLst>
              <a:path w="33019" h="33020">
                <a:moveTo>
                  <a:pt x="32788" y="32788"/>
                </a:moveTo>
                <a:lnTo>
                  <a:pt x="0" y="32788"/>
                </a:lnTo>
                <a:lnTo>
                  <a:pt x="0" y="0"/>
                </a:lnTo>
                <a:lnTo>
                  <a:pt x="32788" y="0"/>
                </a:lnTo>
                <a:lnTo>
                  <a:pt x="32788" y="327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767448" y="500062"/>
            <a:ext cx="135255" cy="127635"/>
          </a:xfrm>
          <a:custGeom>
            <a:avLst/>
            <a:gdLst/>
            <a:ahLst/>
            <a:cxnLst/>
            <a:rect l="l" t="t" r="r" b="b"/>
            <a:pathLst>
              <a:path w="135255" h="127634">
                <a:moveTo>
                  <a:pt x="131075" y="65949"/>
                </a:moveTo>
                <a:lnTo>
                  <a:pt x="72548" y="65949"/>
                </a:lnTo>
                <a:lnTo>
                  <a:pt x="68836" y="62237"/>
                </a:lnTo>
                <a:lnTo>
                  <a:pt x="68836" y="41265"/>
                </a:lnTo>
                <a:lnTo>
                  <a:pt x="0" y="41265"/>
                </a:lnTo>
                <a:lnTo>
                  <a:pt x="0" y="24684"/>
                </a:lnTo>
                <a:lnTo>
                  <a:pt x="68836" y="24684"/>
                </a:lnTo>
                <a:lnTo>
                  <a:pt x="68836" y="3711"/>
                </a:lnTo>
                <a:lnTo>
                  <a:pt x="72548" y="0"/>
                </a:lnTo>
                <a:lnTo>
                  <a:pt x="131075" y="0"/>
                </a:lnTo>
                <a:lnTo>
                  <a:pt x="134787" y="3711"/>
                </a:lnTo>
                <a:lnTo>
                  <a:pt x="134787" y="16581"/>
                </a:lnTo>
                <a:lnTo>
                  <a:pt x="85419" y="16581"/>
                </a:lnTo>
                <a:lnTo>
                  <a:pt x="85419" y="49369"/>
                </a:lnTo>
                <a:lnTo>
                  <a:pt x="134786" y="49369"/>
                </a:lnTo>
                <a:lnTo>
                  <a:pt x="134786" y="62237"/>
                </a:lnTo>
                <a:lnTo>
                  <a:pt x="131075" y="65949"/>
                </a:lnTo>
                <a:close/>
              </a:path>
              <a:path w="135255" h="127634">
                <a:moveTo>
                  <a:pt x="134786" y="49369"/>
                </a:moveTo>
                <a:lnTo>
                  <a:pt x="118207" y="49369"/>
                </a:lnTo>
                <a:lnTo>
                  <a:pt x="118207" y="16581"/>
                </a:lnTo>
                <a:lnTo>
                  <a:pt x="134787" y="16581"/>
                </a:lnTo>
                <a:lnTo>
                  <a:pt x="134786" y="49369"/>
                </a:lnTo>
                <a:close/>
              </a:path>
              <a:path w="135255" h="127634">
                <a:moveTo>
                  <a:pt x="110102" y="127315"/>
                </a:moveTo>
                <a:lnTo>
                  <a:pt x="93520" y="127315"/>
                </a:lnTo>
                <a:lnTo>
                  <a:pt x="93520" y="65949"/>
                </a:lnTo>
                <a:lnTo>
                  <a:pt x="110102" y="65949"/>
                </a:lnTo>
                <a:lnTo>
                  <a:pt x="110102" y="1273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5762" y="9644587"/>
            <a:ext cx="134787" cy="14234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767450" y="9644587"/>
            <a:ext cx="134787" cy="142348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179935" y="8856122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179935" y="1430877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179935" y="2596049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9144000" y="3046801"/>
            <a:ext cx="0" cy="5358765"/>
          </a:xfrm>
          <a:custGeom>
            <a:avLst/>
            <a:gdLst/>
            <a:ahLst/>
            <a:cxnLst/>
            <a:rect l="l" t="t" r="r" b="b"/>
            <a:pathLst>
              <a:path w="0" h="5358765">
                <a:moveTo>
                  <a:pt x="0" y="5358567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2" name="bg 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60613" y="9185752"/>
            <a:ext cx="136609" cy="175339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6029007" y="9190990"/>
            <a:ext cx="511809" cy="170180"/>
          </a:xfrm>
          <a:custGeom>
            <a:avLst/>
            <a:gdLst/>
            <a:ahLst/>
            <a:cxnLst/>
            <a:rect l="l" t="t" r="r" b="b"/>
            <a:pathLst>
              <a:path w="511809" h="170179">
                <a:moveTo>
                  <a:pt x="139204" y="27940"/>
                </a:moveTo>
                <a:lnTo>
                  <a:pt x="33604" y="27940"/>
                </a:lnTo>
                <a:lnTo>
                  <a:pt x="33604" y="2540"/>
                </a:lnTo>
                <a:lnTo>
                  <a:pt x="21183" y="2540"/>
                </a:lnTo>
                <a:lnTo>
                  <a:pt x="21183" y="27940"/>
                </a:lnTo>
                <a:lnTo>
                  <a:pt x="21183" y="38100"/>
                </a:lnTo>
                <a:lnTo>
                  <a:pt x="21183" y="67310"/>
                </a:lnTo>
                <a:lnTo>
                  <a:pt x="21183" y="77470"/>
                </a:lnTo>
                <a:lnTo>
                  <a:pt x="139204" y="77470"/>
                </a:lnTo>
                <a:lnTo>
                  <a:pt x="139204" y="67310"/>
                </a:lnTo>
                <a:lnTo>
                  <a:pt x="33604" y="67310"/>
                </a:lnTo>
                <a:lnTo>
                  <a:pt x="33604" y="38100"/>
                </a:lnTo>
                <a:lnTo>
                  <a:pt x="126707" y="38100"/>
                </a:lnTo>
                <a:lnTo>
                  <a:pt x="126707" y="66687"/>
                </a:lnTo>
                <a:lnTo>
                  <a:pt x="139204" y="66687"/>
                </a:lnTo>
                <a:lnTo>
                  <a:pt x="139204" y="38100"/>
                </a:lnTo>
                <a:lnTo>
                  <a:pt x="139204" y="27940"/>
                </a:lnTo>
                <a:close/>
              </a:path>
              <a:path w="511809" h="170179">
                <a:moveTo>
                  <a:pt x="139204" y="2133"/>
                </a:moveTo>
                <a:lnTo>
                  <a:pt x="126707" y="2133"/>
                </a:lnTo>
                <a:lnTo>
                  <a:pt x="126707" y="27673"/>
                </a:lnTo>
                <a:lnTo>
                  <a:pt x="139204" y="27673"/>
                </a:lnTo>
                <a:lnTo>
                  <a:pt x="139204" y="2133"/>
                </a:lnTo>
                <a:close/>
              </a:path>
              <a:path w="511809" h="170179">
                <a:moveTo>
                  <a:pt x="160324" y="99593"/>
                </a:moveTo>
                <a:lnTo>
                  <a:pt x="0" y="99593"/>
                </a:lnTo>
                <a:lnTo>
                  <a:pt x="0" y="109982"/>
                </a:lnTo>
                <a:lnTo>
                  <a:pt x="73660" y="109982"/>
                </a:lnTo>
                <a:lnTo>
                  <a:pt x="73660" y="169900"/>
                </a:lnTo>
                <a:lnTo>
                  <a:pt x="85940" y="169900"/>
                </a:lnTo>
                <a:lnTo>
                  <a:pt x="85940" y="109982"/>
                </a:lnTo>
                <a:lnTo>
                  <a:pt x="160324" y="109982"/>
                </a:lnTo>
                <a:lnTo>
                  <a:pt x="160324" y="99593"/>
                </a:lnTo>
                <a:close/>
              </a:path>
              <a:path w="511809" h="170179">
                <a:moveTo>
                  <a:pt x="314464" y="317"/>
                </a:moveTo>
                <a:lnTo>
                  <a:pt x="301980" y="317"/>
                </a:lnTo>
                <a:lnTo>
                  <a:pt x="301980" y="24130"/>
                </a:lnTo>
                <a:lnTo>
                  <a:pt x="209931" y="24130"/>
                </a:lnTo>
                <a:lnTo>
                  <a:pt x="209931" y="0"/>
                </a:lnTo>
                <a:lnTo>
                  <a:pt x="197434" y="0"/>
                </a:lnTo>
                <a:lnTo>
                  <a:pt x="197434" y="24130"/>
                </a:lnTo>
                <a:lnTo>
                  <a:pt x="197434" y="34290"/>
                </a:lnTo>
                <a:lnTo>
                  <a:pt x="197434" y="59690"/>
                </a:lnTo>
                <a:lnTo>
                  <a:pt x="197434" y="69850"/>
                </a:lnTo>
                <a:lnTo>
                  <a:pt x="314464" y="69850"/>
                </a:lnTo>
                <a:lnTo>
                  <a:pt x="314464" y="59690"/>
                </a:lnTo>
                <a:lnTo>
                  <a:pt x="209931" y="59690"/>
                </a:lnTo>
                <a:lnTo>
                  <a:pt x="209931" y="34290"/>
                </a:lnTo>
                <a:lnTo>
                  <a:pt x="301980" y="34290"/>
                </a:lnTo>
                <a:lnTo>
                  <a:pt x="301980" y="59245"/>
                </a:lnTo>
                <a:lnTo>
                  <a:pt x="314464" y="59245"/>
                </a:lnTo>
                <a:lnTo>
                  <a:pt x="314464" y="34290"/>
                </a:lnTo>
                <a:lnTo>
                  <a:pt x="314464" y="34124"/>
                </a:lnTo>
                <a:lnTo>
                  <a:pt x="314464" y="24307"/>
                </a:lnTo>
                <a:lnTo>
                  <a:pt x="314464" y="24130"/>
                </a:lnTo>
                <a:lnTo>
                  <a:pt x="314464" y="317"/>
                </a:lnTo>
                <a:close/>
              </a:path>
              <a:path w="511809" h="170179">
                <a:moveTo>
                  <a:pt x="318122" y="154940"/>
                </a:moveTo>
                <a:lnTo>
                  <a:pt x="209219" y="154940"/>
                </a:lnTo>
                <a:lnTo>
                  <a:pt x="209219" y="118110"/>
                </a:lnTo>
                <a:lnTo>
                  <a:pt x="196875" y="118110"/>
                </a:lnTo>
                <a:lnTo>
                  <a:pt x="196875" y="154940"/>
                </a:lnTo>
                <a:lnTo>
                  <a:pt x="196875" y="165100"/>
                </a:lnTo>
                <a:lnTo>
                  <a:pt x="318122" y="165100"/>
                </a:lnTo>
                <a:lnTo>
                  <a:pt x="318122" y="154940"/>
                </a:lnTo>
                <a:close/>
              </a:path>
              <a:path w="511809" h="170179">
                <a:moveTo>
                  <a:pt x="336003" y="88226"/>
                </a:moveTo>
                <a:lnTo>
                  <a:pt x="175679" y="88226"/>
                </a:lnTo>
                <a:lnTo>
                  <a:pt x="175679" y="98755"/>
                </a:lnTo>
                <a:lnTo>
                  <a:pt x="250482" y="98755"/>
                </a:lnTo>
                <a:lnTo>
                  <a:pt x="250482" y="135026"/>
                </a:lnTo>
                <a:lnTo>
                  <a:pt x="262902" y="135026"/>
                </a:lnTo>
                <a:lnTo>
                  <a:pt x="262902" y="98755"/>
                </a:lnTo>
                <a:lnTo>
                  <a:pt x="336003" y="98755"/>
                </a:lnTo>
                <a:lnTo>
                  <a:pt x="336003" y="88226"/>
                </a:lnTo>
                <a:close/>
              </a:path>
              <a:path w="511809" h="170179">
                <a:moveTo>
                  <a:pt x="492620" y="35458"/>
                </a:moveTo>
                <a:lnTo>
                  <a:pt x="488315" y="20929"/>
                </a:lnTo>
                <a:lnTo>
                  <a:pt x="479920" y="13550"/>
                </a:lnTo>
                <a:lnTo>
                  <a:pt x="479920" y="35458"/>
                </a:lnTo>
                <a:lnTo>
                  <a:pt x="476453" y="45504"/>
                </a:lnTo>
                <a:lnTo>
                  <a:pt x="466623" y="53111"/>
                </a:lnTo>
                <a:lnTo>
                  <a:pt x="451294" y="57924"/>
                </a:lnTo>
                <a:lnTo>
                  <a:pt x="431292" y="59601"/>
                </a:lnTo>
                <a:lnTo>
                  <a:pt x="411327" y="57924"/>
                </a:lnTo>
                <a:lnTo>
                  <a:pt x="395998" y="53111"/>
                </a:lnTo>
                <a:lnTo>
                  <a:pt x="386194" y="45504"/>
                </a:lnTo>
                <a:lnTo>
                  <a:pt x="382803" y="35458"/>
                </a:lnTo>
                <a:lnTo>
                  <a:pt x="386194" y="25527"/>
                </a:lnTo>
                <a:lnTo>
                  <a:pt x="395998" y="17957"/>
                </a:lnTo>
                <a:lnTo>
                  <a:pt x="411327" y="13119"/>
                </a:lnTo>
                <a:lnTo>
                  <a:pt x="431292" y="11391"/>
                </a:lnTo>
                <a:lnTo>
                  <a:pt x="451294" y="13119"/>
                </a:lnTo>
                <a:lnTo>
                  <a:pt x="466623" y="17957"/>
                </a:lnTo>
                <a:lnTo>
                  <a:pt x="476453" y="25527"/>
                </a:lnTo>
                <a:lnTo>
                  <a:pt x="479920" y="35458"/>
                </a:lnTo>
                <a:lnTo>
                  <a:pt x="479920" y="13550"/>
                </a:lnTo>
                <a:lnTo>
                  <a:pt x="477481" y="11391"/>
                </a:lnTo>
                <a:lnTo>
                  <a:pt x="476034" y="10121"/>
                </a:lnTo>
                <a:lnTo>
                  <a:pt x="456704" y="3378"/>
                </a:lnTo>
                <a:lnTo>
                  <a:pt x="431292" y="1079"/>
                </a:lnTo>
                <a:lnTo>
                  <a:pt x="405803" y="3378"/>
                </a:lnTo>
                <a:lnTo>
                  <a:pt x="386461" y="10121"/>
                </a:lnTo>
                <a:lnTo>
                  <a:pt x="374192" y="20929"/>
                </a:lnTo>
                <a:lnTo>
                  <a:pt x="369900" y="35458"/>
                </a:lnTo>
                <a:lnTo>
                  <a:pt x="374192" y="50050"/>
                </a:lnTo>
                <a:lnTo>
                  <a:pt x="386461" y="60921"/>
                </a:lnTo>
                <a:lnTo>
                  <a:pt x="405803" y="67703"/>
                </a:lnTo>
                <a:lnTo>
                  <a:pt x="431292" y="70053"/>
                </a:lnTo>
                <a:lnTo>
                  <a:pt x="456704" y="67703"/>
                </a:lnTo>
                <a:lnTo>
                  <a:pt x="476034" y="60921"/>
                </a:lnTo>
                <a:lnTo>
                  <a:pt x="477520" y="59601"/>
                </a:lnTo>
                <a:lnTo>
                  <a:pt x="488315" y="50050"/>
                </a:lnTo>
                <a:lnTo>
                  <a:pt x="492620" y="35458"/>
                </a:lnTo>
                <a:close/>
              </a:path>
              <a:path w="511809" h="170179">
                <a:moveTo>
                  <a:pt x="493522" y="155092"/>
                </a:moveTo>
                <a:lnTo>
                  <a:pt x="385330" y="155092"/>
                </a:lnTo>
                <a:lnTo>
                  <a:pt x="385330" y="114960"/>
                </a:lnTo>
                <a:lnTo>
                  <a:pt x="372706" y="114960"/>
                </a:lnTo>
                <a:lnTo>
                  <a:pt x="372706" y="165684"/>
                </a:lnTo>
                <a:lnTo>
                  <a:pt x="493522" y="165684"/>
                </a:lnTo>
                <a:lnTo>
                  <a:pt x="493522" y="155092"/>
                </a:lnTo>
                <a:close/>
              </a:path>
              <a:path w="511809" h="170179">
                <a:moveTo>
                  <a:pt x="511213" y="87947"/>
                </a:moveTo>
                <a:lnTo>
                  <a:pt x="351650" y="87947"/>
                </a:lnTo>
                <a:lnTo>
                  <a:pt x="351650" y="98336"/>
                </a:lnTo>
                <a:lnTo>
                  <a:pt x="511213" y="98336"/>
                </a:lnTo>
                <a:lnTo>
                  <a:pt x="511213" y="879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bg 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06232" y="9185752"/>
            <a:ext cx="141450" cy="17533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80940" y="9185822"/>
            <a:ext cx="148467" cy="170849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56561" y="9192418"/>
            <a:ext cx="159552" cy="16846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82205" y="9185752"/>
            <a:ext cx="148327" cy="175129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61474" y="9185962"/>
            <a:ext cx="139485" cy="172392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7532662" y="9199880"/>
            <a:ext cx="511175" cy="138430"/>
          </a:xfrm>
          <a:custGeom>
            <a:avLst/>
            <a:gdLst/>
            <a:ahLst/>
            <a:cxnLst/>
            <a:rect l="l" t="t" r="r" b="b"/>
            <a:pathLst>
              <a:path w="511175" h="138429">
                <a:moveTo>
                  <a:pt x="144399" y="4330"/>
                </a:moveTo>
                <a:lnTo>
                  <a:pt x="103212" y="4330"/>
                </a:lnTo>
                <a:lnTo>
                  <a:pt x="103212" y="14922"/>
                </a:lnTo>
                <a:lnTo>
                  <a:pt x="103212" y="78841"/>
                </a:lnTo>
                <a:lnTo>
                  <a:pt x="55994" y="78841"/>
                </a:lnTo>
                <a:lnTo>
                  <a:pt x="55994" y="14922"/>
                </a:lnTo>
                <a:lnTo>
                  <a:pt x="103212" y="14922"/>
                </a:lnTo>
                <a:lnTo>
                  <a:pt x="103212" y="4330"/>
                </a:lnTo>
                <a:lnTo>
                  <a:pt x="14744" y="4330"/>
                </a:lnTo>
                <a:lnTo>
                  <a:pt x="14744" y="14922"/>
                </a:lnTo>
                <a:lnTo>
                  <a:pt x="43573" y="14922"/>
                </a:lnTo>
                <a:lnTo>
                  <a:pt x="43573" y="78841"/>
                </a:lnTo>
                <a:lnTo>
                  <a:pt x="14884" y="78841"/>
                </a:lnTo>
                <a:lnTo>
                  <a:pt x="14884" y="89154"/>
                </a:lnTo>
                <a:lnTo>
                  <a:pt x="144119" y="89154"/>
                </a:lnTo>
                <a:lnTo>
                  <a:pt x="144119" y="78841"/>
                </a:lnTo>
                <a:lnTo>
                  <a:pt x="115493" y="78841"/>
                </a:lnTo>
                <a:lnTo>
                  <a:pt x="115493" y="14922"/>
                </a:lnTo>
                <a:lnTo>
                  <a:pt x="144399" y="14922"/>
                </a:lnTo>
                <a:lnTo>
                  <a:pt x="144399" y="4330"/>
                </a:lnTo>
                <a:close/>
              </a:path>
              <a:path w="511175" h="138429">
                <a:moveTo>
                  <a:pt x="160324" y="126771"/>
                </a:moveTo>
                <a:lnTo>
                  <a:pt x="0" y="126771"/>
                </a:lnTo>
                <a:lnTo>
                  <a:pt x="0" y="137718"/>
                </a:lnTo>
                <a:lnTo>
                  <a:pt x="160324" y="137718"/>
                </a:lnTo>
                <a:lnTo>
                  <a:pt x="160324" y="126771"/>
                </a:lnTo>
                <a:close/>
              </a:path>
              <a:path w="511175" h="138429">
                <a:moveTo>
                  <a:pt x="336016" y="128270"/>
                </a:moveTo>
                <a:lnTo>
                  <a:pt x="261505" y="128270"/>
                </a:lnTo>
                <a:lnTo>
                  <a:pt x="261505" y="92710"/>
                </a:lnTo>
                <a:lnTo>
                  <a:pt x="319328" y="92710"/>
                </a:lnTo>
                <a:lnTo>
                  <a:pt x="319328" y="82550"/>
                </a:lnTo>
                <a:lnTo>
                  <a:pt x="208673" y="82550"/>
                </a:lnTo>
                <a:lnTo>
                  <a:pt x="208673" y="50800"/>
                </a:lnTo>
                <a:lnTo>
                  <a:pt x="315252" y="50800"/>
                </a:lnTo>
                <a:lnTo>
                  <a:pt x="315252" y="40640"/>
                </a:lnTo>
                <a:lnTo>
                  <a:pt x="315252" y="10160"/>
                </a:lnTo>
                <a:lnTo>
                  <a:pt x="315252" y="0"/>
                </a:lnTo>
                <a:lnTo>
                  <a:pt x="195757" y="0"/>
                </a:lnTo>
                <a:lnTo>
                  <a:pt x="195757" y="10160"/>
                </a:lnTo>
                <a:lnTo>
                  <a:pt x="302907" y="10160"/>
                </a:lnTo>
                <a:lnTo>
                  <a:pt x="302907" y="40640"/>
                </a:lnTo>
                <a:lnTo>
                  <a:pt x="196329" y="40640"/>
                </a:lnTo>
                <a:lnTo>
                  <a:pt x="196329" y="50800"/>
                </a:lnTo>
                <a:lnTo>
                  <a:pt x="196329" y="82550"/>
                </a:lnTo>
                <a:lnTo>
                  <a:pt x="196329" y="92710"/>
                </a:lnTo>
                <a:lnTo>
                  <a:pt x="249161" y="92710"/>
                </a:lnTo>
                <a:lnTo>
                  <a:pt x="249161" y="128270"/>
                </a:lnTo>
                <a:lnTo>
                  <a:pt x="175691" y="128270"/>
                </a:lnTo>
                <a:lnTo>
                  <a:pt x="175691" y="138430"/>
                </a:lnTo>
                <a:lnTo>
                  <a:pt x="336016" y="138430"/>
                </a:lnTo>
                <a:lnTo>
                  <a:pt x="336016" y="128270"/>
                </a:lnTo>
                <a:close/>
              </a:path>
              <a:path w="511175" h="138429">
                <a:moveTo>
                  <a:pt x="488835" y="5448"/>
                </a:moveTo>
                <a:lnTo>
                  <a:pt x="369138" y="5448"/>
                </a:lnTo>
                <a:lnTo>
                  <a:pt x="369138" y="15976"/>
                </a:lnTo>
                <a:lnTo>
                  <a:pt x="476631" y="15976"/>
                </a:lnTo>
                <a:lnTo>
                  <a:pt x="476631" y="21869"/>
                </a:lnTo>
                <a:lnTo>
                  <a:pt x="476478" y="38608"/>
                </a:lnTo>
                <a:lnTo>
                  <a:pt x="475653" y="58000"/>
                </a:lnTo>
                <a:lnTo>
                  <a:pt x="473506" y="80149"/>
                </a:lnTo>
                <a:lnTo>
                  <a:pt x="469328" y="105714"/>
                </a:lnTo>
                <a:lnTo>
                  <a:pt x="482168" y="107124"/>
                </a:lnTo>
                <a:lnTo>
                  <a:pt x="486029" y="80492"/>
                </a:lnTo>
                <a:lnTo>
                  <a:pt x="488010" y="58000"/>
                </a:lnTo>
                <a:lnTo>
                  <a:pt x="488734" y="38760"/>
                </a:lnTo>
                <a:lnTo>
                  <a:pt x="488835" y="5448"/>
                </a:lnTo>
                <a:close/>
              </a:path>
              <a:path w="511175" h="138429">
                <a:moveTo>
                  <a:pt x="510946" y="123685"/>
                </a:moveTo>
                <a:lnTo>
                  <a:pt x="351383" y="123685"/>
                </a:lnTo>
                <a:lnTo>
                  <a:pt x="351383" y="134340"/>
                </a:lnTo>
                <a:lnTo>
                  <a:pt x="510946" y="134340"/>
                </a:lnTo>
                <a:lnTo>
                  <a:pt x="510946" y="123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8191655" y="9261529"/>
            <a:ext cx="12700" cy="99695"/>
          </a:xfrm>
          <a:custGeom>
            <a:avLst/>
            <a:gdLst/>
            <a:ahLst/>
            <a:cxnLst/>
            <a:rect l="l" t="t" r="r" b="b"/>
            <a:pathLst>
              <a:path w="12700" h="99695">
                <a:moveTo>
                  <a:pt x="12348" y="0"/>
                </a:moveTo>
                <a:lnTo>
                  <a:pt x="0" y="0"/>
                </a:lnTo>
                <a:lnTo>
                  <a:pt x="0" y="99562"/>
                </a:lnTo>
                <a:lnTo>
                  <a:pt x="12348" y="99562"/>
                </a:lnTo>
                <a:lnTo>
                  <a:pt x="12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8067104" y="9185757"/>
            <a:ext cx="137160" cy="130175"/>
          </a:xfrm>
          <a:custGeom>
            <a:avLst/>
            <a:gdLst/>
            <a:ahLst/>
            <a:cxnLst/>
            <a:rect l="l" t="t" r="r" b="b"/>
            <a:pathLst>
              <a:path w="137159" h="130175">
                <a:moveTo>
                  <a:pt x="136893" y="0"/>
                </a:moveTo>
                <a:lnTo>
                  <a:pt x="124548" y="0"/>
                </a:lnTo>
                <a:lnTo>
                  <a:pt x="124548" y="64922"/>
                </a:lnTo>
                <a:lnTo>
                  <a:pt x="78511" y="64922"/>
                </a:lnTo>
                <a:lnTo>
                  <a:pt x="78511" y="28092"/>
                </a:lnTo>
                <a:lnTo>
                  <a:pt x="78511" y="17932"/>
                </a:lnTo>
                <a:lnTo>
                  <a:pt x="66306" y="17932"/>
                </a:lnTo>
                <a:lnTo>
                  <a:pt x="66306" y="28092"/>
                </a:lnTo>
                <a:lnTo>
                  <a:pt x="66306" y="64922"/>
                </a:lnTo>
                <a:lnTo>
                  <a:pt x="66306" y="76352"/>
                </a:lnTo>
                <a:lnTo>
                  <a:pt x="66306" y="119532"/>
                </a:lnTo>
                <a:lnTo>
                  <a:pt x="12357" y="119532"/>
                </a:lnTo>
                <a:lnTo>
                  <a:pt x="12357" y="28092"/>
                </a:lnTo>
                <a:lnTo>
                  <a:pt x="66306" y="28092"/>
                </a:lnTo>
                <a:lnTo>
                  <a:pt x="66306" y="17932"/>
                </a:lnTo>
                <a:lnTo>
                  <a:pt x="0" y="17932"/>
                </a:lnTo>
                <a:lnTo>
                  <a:pt x="0" y="28092"/>
                </a:lnTo>
                <a:lnTo>
                  <a:pt x="0" y="119532"/>
                </a:lnTo>
                <a:lnTo>
                  <a:pt x="0" y="129692"/>
                </a:lnTo>
                <a:lnTo>
                  <a:pt x="78511" y="129692"/>
                </a:lnTo>
                <a:lnTo>
                  <a:pt x="78511" y="119532"/>
                </a:lnTo>
                <a:lnTo>
                  <a:pt x="78511" y="76352"/>
                </a:lnTo>
                <a:lnTo>
                  <a:pt x="136893" y="76352"/>
                </a:lnTo>
                <a:lnTo>
                  <a:pt x="136893" y="65189"/>
                </a:lnTo>
                <a:lnTo>
                  <a:pt x="136893" y="64922"/>
                </a:lnTo>
                <a:lnTo>
                  <a:pt x="136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bg object 4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236490" y="9185752"/>
            <a:ext cx="141450" cy="17533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59042" y="9185962"/>
            <a:ext cx="149028" cy="174918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37820" y="9185962"/>
            <a:ext cx="141871" cy="172392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8875103" y="9204210"/>
            <a:ext cx="130175" cy="85090"/>
          </a:xfrm>
          <a:custGeom>
            <a:avLst/>
            <a:gdLst/>
            <a:ahLst/>
            <a:cxnLst/>
            <a:rect l="l" t="t" r="r" b="b"/>
            <a:pathLst>
              <a:path w="130175" h="85090">
                <a:moveTo>
                  <a:pt x="129654" y="0"/>
                </a:moveTo>
                <a:lnTo>
                  <a:pt x="88468" y="0"/>
                </a:lnTo>
                <a:lnTo>
                  <a:pt x="88468" y="10591"/>
                </a:lnTo>
                <a:lnTo>
                  <a:pt x="88468" y="74510"/>
                </a:lnTo>
                <a:lnTo>
                  <a:pt x="41249" y="74510"/>
                </a:lnTo>
                <a:lnTo>
                  <a:pt x="41249" y="10591"/>
                </a:lnTo>
                <a:lnTo>
                  <a:pt x="88468" y="10591"/>
                </a:lnTo>
                <a:lnTo>
                  <a:pt x="88468" y="0"/>
                </a:lnTo>
                <a:lnTo>
                  <a:pt x="0" y="0"/>
                </a:lnTo>
                <a:lnTo>
                  <a:pt x="0" y="10591"/>
                </a:lnTo>
                <a:lnTo>
                  <a:pt x="28829" y="10591"/>
                </a:lnTo>
                <a:lnTo>
                  <a:pt x="28829" y="74510"/>
                </a:lnTo>
                <a:lnTo>
                  <a:pt x="139" y="74510"/>
                </a:lnTo>
                <a:lnTo>
                  <a:pt x="139" y="84823"/>
                </a:lnTo>
                <a:lnTo>
                  <a:pt x="129374" y="84823"/>
                </a:lnTo>
                <a:lnTo>
                  <a:pt x="129374" y="74510"/>
                </a:lnTo>
                <a:lnTo>
                  <a:pt x="100749" y="74510"/>
                </a:lnTo>
                <a:lnTo>
                  <a:pt x="100749" y="10591"/>
                </a:lnTo>
                <a:lnTo>
                  <a:pt x="129654" y="10591"/>
                </a:lnTo>
                <a:lnTo>
                  <a:pt x="1296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bg 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860372" y="9185752"/>
            <a:ext cx="499427" cy="175129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9387433" y="9201150"/>
            <a:ext cx="160655" cy="136525"/>
          </a:xfrm>
          <a:custGeom>
            <a:avLst/>
            <a:gdLst/>
            <a:ahLst/>
            <a:cxnLst/>
            <a:rect l="l" t="t" r="r" b="b"/>
            <a:pathLst>
              <a:path w="160654" h="136525">
                <a:moveTo>
                  <a:pt x="141452" y="80010"/>
                </a:moveTo>
                <a:lnTo>
                  <a:pt x="33959" y="80010"/>
                </a:lnTo>
                <a:lnTo>
                  <a:pt x="33959" y="49530"/>
                </a:lnTo>
                <a:lnTo>
                  <a:pt x="135699" y="49530"/>
                </a:lnTo>
                <a:lnTo>
                  <a:pt x="135699" y="39370"/>
                </a:lnTo>
                <a:lnTo>
                  <a:pt x="33959" y="39370"/>
                </a:lnTo>
                <a:lnTo>
                  <a:pt x="33959" y="11430"/>
                </a:lnTo>
                <a:lnTo>
                  <a:pt x="139344" y="11430"/>
                </a:lnTo>
                <a:lnTo>
                  <a:pt x="139344" y="0"/>
                </a:lnTo>
                <a:lnTo>
                  <a:pt x="21336" y="0"/>
                </a:lnTo>
                <a:lnTo>
                  <a:pt x="21336" y="11430"/>
                </a:lnTo>
                <a:lnTo>
                  <a:pt x="21336" y="39370"/>
                </a:lnTo>
                <a:lnTo>
                  <a:pt x="21336" y="49530"/>
                </a:lnTo>
                <a:lnTo>
                  <a:pt x="21336" y="80010"/>
                </a:lnTo>
                <a:lnTo>
                  <a:pt x="21336" y="91440"/>
                </a:lnTo>
                <a:lnTo>
                  <a:pt x="141452" y="91440"/>
                </a:lnTo>
                <a:lnTo>
                  <a:pt x="141452" y="80010"/>
                </a:lnTo>
                <a:close/>
              </a:path>
              <a:path w="160654" h="136525">
                <a:moveTo>
                  <a:pt x="160324" y="125361"/>
                </a:moveTo>
                <a:lnTo>
                  <a:pt x="0" y="125361"/>
                </a:lnTo>
                <a:lnTo>
                  <a:pt x="0" y="136093"/>
                </a:lnTo>
                <a:lnTo>
                  <a:pt x="160324" y="136093"/>
                </a:lnTo>
                <a:lnTo>
                  <a:pt x="160324" y="125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bg object 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621435" y="9185752"/>
            <a:ext cx="145309" cy="174497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839640" y="9185752"/>
            <a:ext cx="141169" cy="175129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020452" y="9185752"/>
            <a:ext cx="157097" cy="175129"/>
          </a:xfrm>
          <a:prstGeom prst="rect">
            <a:avLst/>
          </a:prstGeom>
        </p:spPr>
      </p:pic>
      <p:sp>
        <p:nvSpPr>
          <p:cNvPr id="51" name="bg object 51"/>
          <p:cNvSpPr/>
          <p:nvPr/>
        </p:nvSpPr>
        <p:spPr>
          <a:xfrm>
            <a:off x="10252062" y="9204210"/>
            <a:ext cx="130175" cy="85090"/>
          </a:xfrm>
          <a:custGeom>
            <a:avLst/>
            <a:gdLst/>
            <a:ahLst/>
            <a:cxnLst/>
            <a:rect l="l" t="t" r="r" b="b"/>
            <a:pathLst>
              <a:path w="130175" h="85090">
                <a:moveTo>
                  <a:pt x="129654" y="0"/>
                </a:moveTo>
                <a:lnTo>
                  <a:pt x="88468" y="0"/>
                </a:lnTo>
                <a:lnTo>
                  <a:pt x="88468" y="10591"/>
                </a:lnTo>
                <a:lnTo>
                  <a:pt x="88468" y="74510"/>
                </a:lnTo>
                <a:lnTo>
                  <a:pt x="41249" y="74510"/>
                </a:lnTo>
                <a:lnTo>
                  <a:pt x="41249" y="10591"/>
                </a:lnTo>
                <a:lnTo>
                  <a:pt x="88468" y="10591"/>
                </a:lnTo>
                <a:lnTo>
                  <a:pt x="88468" y="0"/>
                </a:lnTo>
                <a:lnTo>
                  <a:pt x="0" y="0"/>
                </a:lnTo>
                <a:lnTo>
                  <a:pt x="0" y="10591"/>
                </a:lnTo>
                <a:lnTo>
                  <a:pt x="28829" y="10591"/>
                </a:lnTo>
                <a:lnTo>
                  <a:pt x="28829" y="74510"/>
                </a:lnTo>
                <a:lnTo>
                  <a:pt x="139" y="74510"/>
                </a:lnTo>
                <a:lnTo>
                  <a:pt x="139" y="84823"/>
                </a:lnTo>
                <a:lnTo>
                  <a:pt x="129374" y="84823"/>
                </a:lnTo>
                <a:lnTo>
                  <a:pt x="129374" y="74510"/>
                </a:lnTo>
                <a:lnTo>
                  <a:pt x="100749" y="74510"/>
                </a:lnTo>
                <a:lnTo>
                  <a:pt x="100749" y="10591"/>
                </a:lnTo>
                <a:lnTo>
                  <a:pt x="129654" y="10591"/>
                </a:lnTo>
                <a:lnTo>
                  <a:pt x="1296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bg object 5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237330" y="9185752"/>
            <a:ext cx="499427" cy="175129"/>
          </a:xfrm>
          <a:prstGeom prst="rect">
            <a:avLst/>
          </a:prstGeom>
        </p:spPr>
      </p:pic>
      <p:sp>
        <p:nvSpPr>
          <p:cNvPr id="53" name="bg object 53"/>
          <p:cNvSpPr/>
          <p:nvPr/>
        </p:nvSpPr>
        <p:spPr>
          <a:xfrm>
            <a:off x="10764393" y="9201150"/>
            <a:ext cx="160655" cy="136525"/>
          </a:xfrm>
          <a:custGeom>
            <a:avLst/>
            <a:gdLst/>
            <a:ahLst/>
            <a:cxnLst/>
            <a:rect l="l" t="t" r="r" b="b"/>
            <a:pathLst>
              <a:path w="160654" h="136525">
                <a:moveTo>
                  <a:pt x="141452" y="80010"/>
                </a:moveTo>
                <a:lnTo>
                  <a:pt x="33959" y="80010"/>
                </a:lnTo>
                <a:lnTo>
                  <a:pt x="33959" y="49530"/>
                </a:lnTo>
                <a:lnTo>
                  <a:pt x="135699" y="49530"/>
                </a:lnTo>
                <a:lnTo>
                  <a:pt x="135699" y="39370"/>
                </a:lnTo>
                <a:lnTo>
                  <a:pt x="33959" y="39370"/>
                </a:lnTo>
                <a:lnTo>
                  <a:pt x="33959" y="11430"/>
                </a:lnTo>
                <a:lnTo>
                  <a:pt x="139344" y="11430"/>
                </a:lnTo>
                <a:lnTo>
                  <a:pt x="139344" y="0"/>
                </a:lnTo>
                <a:lnTo>
                  <a:pt x="21336" y="0"/>
                </a:lnTo>
                <a:lnTo>
                  <a:pt x="21336" y="11430"/>
                </a:lnTo>
                <a:lnTo>
                  <a:pt x="21336" y="39370"/>
                </a:lnTo>
                <a:lnTo>
                  <a:pt x="21336" y="49530"/>
                </a:lnTo>
                <a:lnTo>
                  <a:pt x="21336" y="80010"/>
                </a:lnTo>
                <a:lnTo>
                  <a:pt x="21336" y="91440"/>
                </a:lnTo>
                <a:lnTo>
                  <a:pt x="141452" y="91440"/>
                </a:lnTo>
                <a:lnTo>
                  <a:pt x="141452" y="80010"/>
                </a:lnTo>
                <a:close/>
              </a:path>
              <a:path w="160654" h="136525">
                <a:moveTo>
                  <a:pt x="160324" y="125361"/>
                </a:moveTo>
                <a:lnTo>
                  <a:pt x="0" y="125361"/>
                </a:lnTo>
                <a:lnTo>
                  <a:pt x="0" y="136093"/>
                </a:lnTo>
                <a:lnTo>
                  <a:pt x="160324" y="136093"/>
                </a:lnTo>
                <a:lnTo>
                  <a:pt x="160324" y="125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bg object 5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001199" y="9185962"/>
            <a:ext cx="201862" cy="188670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232811" y="9185962"/>
            <a:ext cx="141871" cy="172392"/>
          </a:xfrm>
          <a:prstGeom prst="rect">
            <a:avLst/>
          </a:prstGeom>
        </p:spPr>
      </p:pic>
      <p:sp>
        <p:nvSpPr>
          <p:cNvPr id="56" name="bg object 56"/>
          <p:cNvSpPr/>
          <p:nvPr/>
        </p:nvSpPr>
        <p:spPr>
          <a:xfrm>
            <a:off x="11407449" y="9195013"/>
            <a:ext cx="37465" cy="179705"/>
          </a:xfrm>
          <a:custGeom>
            <a:avLst/>
            <a:gdLst/>
            <a:ahLst/>
            <a:cxnLst/>
            <a:rect l="l" t="t" r="r" b="b"/>
            <a:pathLst>
              <a:path w="37465" h="179704">
                <a:moveTo>
                  <a:pt x="12278" y="0"/>
                </a:moveTo>
                <a:lnTo>
                  <a:pt x="0" y="0"/>
                </a:lnTo>
                <a:lnTo>
                  <a:pt x="9393" y="18522"/>
                </a:lnTo>
                <a:lnTo>
                  <a:pt x="16786" y="40774"/>
                </a:lnTo>
                <a:lnTo>
                  <a:pt x="21627" y="65091"/>
                </a:lnTo>
                <a:lnTo>
                  <a:pt x="23363" y="89809"/>
                </a:lnTo>
                <a:lnTo>
                  <a:pt x="21627" y="114528"/>
                </a:lnTo>
                <a:lnTo>
                  <a:pt x="16786" y="138845"/>
                </a:lnTo>
                <a:lnTo>
                  <a:pt x="9393" y="161097"/>
                </a:lnTo>
                <a:lnTo>
                  <a:pt x="0" y="179619"/>
                </a:lnTo>
                <a:lnTo>
                  <a:pt x="12278" y="179619"/>
                </a:lnTo>
                <a:lnTo>
                  <a:pt x="23000" y="159410"/>
                </a:lnTo>
                <a:lnTo>
                  <a:pt x="30854" y="137714"/>
                </a:lnTo>
                <a:lnTo>
                  <a:pt x="35682" y="114518"/>
                </a:lnTo>
                <a:lnTo>
                  <a:pt x="37326" y="89809"/>
                </a:lnTo>
                <a:lnTo>
                  <a:pt x="35682" y="65180"/>
                </a:lnTo>
                <a:lnTo>
                  <a:pt x="30854" y="42010"/>
                </a:lnTo>
                <a:lnTo>
                  <a:pt x="23000" y="20288"/>
                </a:lnTo>
                <a:lnTo>
                  <a:pt x="12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11520983" y="9190990"/>
            <a:ext cx="336550" cy="170180"/>
          </a:xfrm>
          <a:custGeom>
            <a:avLst/>
            <a:gdLst/>
            <a:ahLst/>
            <a:cxnLst/>
            <a:rect l="l" t="t" r="r" b="b"/>
            <a:pathLst>
              <a:path w="336550" h="170179">
                <a:moveTo>
                  <a:pt x="139204" y="27940"/>
                </a:moveTo>
                <a:lnTo>
                  <a:pt x="33604" y="27940"/>
                </a:lnTo>
                <a:lnTo>
                  <a:pt x="33604" y="2540"/>
                </a:lnTo>
                <a:lnTo>
                  <a:pt x="21196" y="2540"/>
                </a:lnTo>
                <a:lnTo>
                  <a:pt x="21196" y="27940"/>
                </a:lnTo>
                <a:lnTo>
                  <a:pt x="21196" y="38100"/>
                </a:lnTo>
                <a:lnTo>
                  <a:pt x="21196" y="67310"/>
                </a:lnTo>
                <a:lnTo>
                  <a:pt x="21196" y="77470"/>
                </a:lnTo>
                <a:lnTo>
                  <a:pt x="139204" y="77470"/>
                </a:lnTo>
                <a:lnTo>
                  <a:pt x="139204" y="67310"/>
                </a:lnTo>
                <a:lnTo>
                  <a:pt x="33604" y="67310"/>
                </a:lnTo>
                <a:lnTo>
                  <a:pt x="33604" y="38100"/>
                </a:lnTo>
                <a:lnTo>
                  <a:pt x="126720" y="38100"/>
                </a:lnTo>
                <a:lnTo>
                  <a:pt x="126720" y="66687"/>
                </a:lnTo>
                <a:lnTo>
                  <a:pt x="139204" y="66687"/>
                </a:lnTo>
                <a:lnTo>
                  <a:pt x="139204" y="38100"/>
                </a:lnTo>
                <a:lnTo>
                  <a:pt x="139204" y="27940"/>
                </a:lnTo>
                <a:close/>
              </a:path>
              <a:path w="336550" h="170179">
                <a:moveTo>
                  <a:pt x="139204" y="2133"/>
                </a:moveTo>
                <a:lnTo>
                  <a:pt x="126720" y="2133"/>
                </a:lnTo>
                <a:lnTo>
                  <a:pt x="126720" y="27673"/>
                </a:lnTo>
                <a:lnTo>
                  <a:pt x="139204" y="27673"/>
                </a:lnTo>
                <a:lnTo>
                  <a:pt x="139204" y="2133"/>
                </a:lnTo>
                <a:close/>
              </a:path>
              <a:path w="336550" h="170179">
                <a:moveTo>
                  <a:pt x="160324" y="99593"/>
                </a:moveTo>
                <a:lnTo>
                  <a:pt x="0" y="99593"/>
                </a:lnTo>
                <a:lnTo>
                  <a:pt x="0" y="109982"/>
                </a:lnTo>
                <a:lnTo>
                  <a:pt x="73672" y="109982"/>
                </a:lnTo>
                <a:lnTo>
                  <a:pt x="73672" y="169900"/>
                </a:lnTo>
                <a:lnTo>
                  <a:pt x="85953" y="169900"/>
                </a:lnTo>
                <a:lnTo>
                  <a:pt x="85953" y="109982"/>
                </a:lnTo>
                <a:lnTo>
                  <a:pt x="160324" y="109982"/>
                </a:lnTo>
                <a:lnTo>
                  <a:pt x="160324" y="99593"/>
                </a:lnTo>
                <a:close/>
              </a:path>
              <a:path w="336550" h="170179">
                <a:moveTo>
                  <a:pt x="314477" y="317"/>
                </a:moveTo>
                <a:lnTo>
                  <a:pt x="301980" y="317"/>
                </a:lnTo>
                <a:lnTo>
                  <a:pt x="301980" y="24130"/>
                </a:lnTo>
                <a:lnTo>
                  <a:pt x="209931" y="24130"/>
                </a:lnTo>
                <a:lnTo>
                  <a:pt x="209931" y="0"/>
                </a:lnTo>
                <a:lnTo>
                  <a:pt x="197446" y="0"/>
                </a:lnTo>
                <a:lnTo>
                  <a:pt x="197446" y="24130"/>
                </a:lnTo>
                <a:lnTo>
                  <a:pt x="197446" y="34290"/>
                </a:lnTo>
                <a:lnTo>
                  <a:pt x="197446" y="59690"/>
                </a:lnTo>
                <a:lnTo>
                  <a:pt x="197446" y="69850"/>
                </a:lnTo>
                <a:lnTo>
                  <a:pt x="314477" y="69850"/>
                </a:lnTo>
                <a:lnTo>
                  <a:pt x="314477" y="59690"/>
                </a:lnTo>
                <a:lnTo>
                  <a:pt x="209931" y="59690"/>
                </a:lnTo>
                <a:lnTo>
                  <a:pt x="209931" y="34290"/>
                </a:lnTo>
                <a:lnTo>
                  <a:pt x="301980" y="34290"/>
                </a:lnTo>
                <a:lnTo>
                  <a:pt x="301980" y="59245"/>
                </a:lnTo>
                <a:lnTo>
                  <a:pt x="314477" y="59245"/>
                </a:lnTo>
                <a:lnTo>
                  <a:pt x="314477" y="34290"/>
                </a:lnTo>
                <a:lnTo>
                  <a:pt x="314477" y="34124"/>
                </a:lnTo>
                <a:lnTo>
                  <a:pt x="314477" y="24307"/>
                </a:lnTo>
                <a:lnTo>
                  <a:pt x="314477" y="24130"/>
                </a:lnTo>
                <a:lnTo>
                  <a:pt x="314477" y="317"/>
                </a:lnTo>
                <a:close/>
              </a:path>
              <a:path w="336550" h="170179">
                <a:moveTo>
                  <a:pt x="318122" y="154940"/>
                </a:moveTo>
                <a:lnTo>
                  <a:pt x="209232" y="154940"/>
                </a:lnTo>
                <a:lnTo>
                  <a:pt x="209232" y="118110"/>
                </a:lnTo>
                <a:lnTo>
                  <a:pt x="196875" y="118110"/>
                </a:lnTo>
                <a:lnTo>
                  <a:pt x="196875" y="154940"/>
                </a:lnTo>
                <a:lnTo>
                  <a:pt x="196875" y="165100"/>
                </a:lnTo>
                <a:lnTo>
                  <a:pt x="318122" y="165100"/>
                </a:lnTo>
                <a:lnTo>
                  <a:pt x="318122" y="154940"/>
                </a:lnTo>
                <a:close/>
              </a:path>
              <a:path w="336550" h="170179">
                <a:moveTo>
                  <a:pt x="336016" y="88226"/>
                </a:moveTo>
                <a:lnTo>
                  <a:pt x="175691" y="88226"/>
                </a:lnTo>
                <a:lnTo>
                  <a:pt x="175691" y="98755"/>
                </a:lnTo>
                <a:lnTo>
                  <a:pt x="250482" y="98755"/>
                </a:lnTo>
                <a:lnTo>
                  <a:pt x="250482" y="135026"/>
                </a:lnTo>
                <a:lnTo>
                  <a:pt x="262902" y="135026"/>
                </a:lnTo>
                <a:lnTo>
                  <a:pt x="262902" y="98755"/>
                </a:lnTo>
                <a:lnTo>
                  <a:pt x="336016" y="98755"/>
                </a:lnTo>
                <a:lnTo>
                  <a:pt x="336016" y="8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" name="bg object 5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877142" y="9185752"/>
            <a:ext cx="139485" cy="172603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060340" y="9185752"/>
            <a:ext cx="131346" cy="175129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2231961" y="9185752"/>
            <a:ext cx="195616" cy="175339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879274" y="916028"/>
            <a:ext cx="104614" cy="129171"/>
          </a:xfrm>
          <a:prstGeom prst="rect">
            <a:avLst/>
          </a:prstGeom>
        </p:spPr>
      </p:pic>
      <p:sp>
        <p:nvSpPr>
          <p:cNvPr id="62" name="bg object 62"/>
          <p:cNvSpPr/>
          <p:nvPr/>
        </p:nvSpPr>
        <p:spPr>
          <a:xfrm>
            <a:off x="8016353" y="985519"/>
            <a:ext cx="12700" cy="58419"/>
          </a:xfrm>
          <a:custGeom>
            <a:avLst/>
            <a:gdLst/>
            <a:ahLst/>
            <a:cxnLst/>
            <a:rect l="l" t="t" r="r" b="b"/>
            <a:pathLst>
              <a:path w="12700" h="58419">
                <a:moveTo>
                  <a:pt x="0" y="58420"/>
                </a:moveTo>
                <a:lnTo>
                  <a:pt x="12339" y="58420"/>
                </a:lnTo>
                <a:lnTo>
                  <a:pt x="12339" y="0"/>
                </a:lnTo>
                <a:lnTo>
                  <a:pt x="0" y="0"/>
                </a:lnTo>
                <a:lnTo>
                  <a:pt x="0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8016342" y="918209"/>
            <a:ext cx="95250" cy="125730"/>
          </a:xfrm>
          <a:custGeom>
            <a:avLst/>
            <a:gdLst/>
            <a:ahLst/>
            <a:cxnLst/>
            <a:rect l="l" t="t" r="r" b="b"/>
            <a:pathLst>
              <a:path w="95250" h="125730">
                <a:moveTo>
                  <a:pt x="95110" y="0"/>
                </a:moveTo>
                <a:lnTo>
                  <a:pt x="82702" y="0"/>
                </a:lnTo>
                <a:lnTo>
                  <a:pt x="82702" y="57150"/>
                </a:lnTo>
                <a:lnTo>
                  <a:pt x="12344" y="57150"/>
                </a:lnTo>
                <a:lnTo>
                  <a:pt x="12344" y="0"/>
                </a:lnTo>
                <a:lnTo>
                  <a:pt x="0" y="0"/>
                </a:lnTo>
                <a:lnTo>
                  <a:pt x="0" y="57150"/>
                </a:lnTo>
                <a:lnTo>
                  <a:pt x="0" y="67310"/>
                </a:lnTo>
                <a:lnTo>
                  <a:pt x="82702" y="67310"/>
                </a:lnTo>
                <a:lnTo>
                  <a:pt x="82702" y="125730"/>
                </a:lnTo>
                <a:lnTo>
                  <a:pt x="95110" y="125730"/>
                </a:lnTo>
                <a:lnTo>
                  <a:pt x="95110" y="67310"/>
                </a:lnTo>
                <a:lnTo>
                  <a:pt x="95110" y="57150"/>
                </a:lnTo>
                <a:lnTo>
                  <a:pt x="951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4" name="bg object 6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144654" y="916028"/>
            <a:ext cx="109280" cy="129171"/>
          </a:xfrm>
          <a:prstGeom prst="rect">
            <a:avLst/>
          </a:prstGeom>
        </p:spPr>
      </p:pic>
      <p:sp>
        <p:nvSpPr>
          <p:cNvPr id="65" name="bg object 65"/>
          <p:cNvSpPr/>
          <p:nvPr/>
        </p:nvSpPr>
        <p:spPr>
          <a:xfrm>
            <a:off x="8287135" y="917747"/>
            <a:ext cx="12700" cy="125730"/>
          </a:xfrm>
          <a:custGeom>
            <a:avLst/>
            <a:gdLst/>
            <a:ahLst/>
            <a:cxnLst/>
            <a:rect l="l" t="t" r="r" b="b"/>
            <a:pathLst>
              <a:path w="12700" h="125730">
                <a:moveTo>
                  <a:pt x="12340" y="0"/>
                </a:moveTo>
                <a:lnTo>
                  <a:pt x="0" y="0"/>
                </a:lnTo>
                <a:lnTo>
                  <a:pt x="0" y="125733"/>
                </a:lnTo>
                <a:lnTo>
                  <a:pt x="12340" y="125733"/>
                </a:lnTo>
                <a:lnTo>
                  <a:pt x="123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8389773" y="985519"/>
            <a:ext cx="12700" cy="58419"/>
          </a:xfrm>
          <a:custGeom>
            <a:avLst/>
            <a:gdLst/>
            <a:ahLst/>
            <a:cxnLst/>
            <a:rect l="l" t="t" r="r" b="b"/>
            <a:pathLst>
              <a:path w="12700" h="58419">
                <a:moveTo>
                  <a:pt x="0" y="58420"/>
                </a:moveTo>
                <a:lnTo>
                  <a:pt x="12339" y="58420"/>
                </a:lnTo>
                <a:lnTo>
                  <a:pt x="12339" y="0"/>
                </a:lnTo>
                <a:lnTo>
                  <a:pt x="0" y="0"/>
                </a:lnTo>
                <a:lnTo>
                  <a:pt x="0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8389772" y="918209"/>
            <a:ext cx="95250" cy="125730"/>
          </a:xfrm>
          <a:custGeom>
            <a:avLst/>
            <a:gdLst/>
            <a:ahLst/>
            <a:cxnLst/>
            <a:rect l="l" t="t" r="r" b="b"/>
            <a:pathLst>
              <a:path w="95250" h="125730">
                <a:moveTo>
                  <a:pt x="95097" y="0"/>
                </a:moveTo>
                <a:lnTo>
                  <a:pt x="82689" y="0"/>
                </a:lnTo>
                <a:lnTo>
                  <a:pt x="82689" y="57150"/>
                </a:lnTo>
                <a:lnTo>
                  <a:pt x="12331" y="57150"/>
                </a:lnTo>
                <a:lnTo>
                  <a:pt x="12331" y="0"/>
                </a:lnTo>
                <a:lnTo>
                  <a:pt x="0" y="0"/>
                </a:lnTo>
                <a:lnTo>
                  <a:pt x="0" y="57150"/>
                </a:lnTo>
                <a:lnTo>
                  <a:pt x="0" y="67310"/>
                </a:lnTo>
                <a:lnTo>
                  <a:pt x="82689" y="67310"/>
                </a:lnTo>
                <a:lnTo>
                  <a:pt x="82689" y="125730"/>
                </a:lnTo>
                <a:lnTo>
                  <a:pt x="95097" y="125730"/>
                </a:lnTo>
                <a:lnTo>
                  <a:pt x="95097" y="67310"/>
                </a:lnTo>
                <a:lnTo>
                  <a:pt x="95097" y="57150"/>
                </a:lnTo>
                <a:lnTo>
                  <a:pt x="950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8" name="bg object 6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511995" y="917747"/>
            <a:ext cx="103141" cy="125733"/>
          </a:xfrm>
          <a:prstGeom prst="rect">
            <a:avLst/>
          </a:prstGeom>
        </p:spPr>
      </p:pic>
      <p:pic>
        <p:nvPicPr>
          <p:cNvPr id="69" name="bg object 6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642260" y="917747"/>
            <a:ext cx="95896" cy="127882"/>
          </a:xfrm>
          <a:prstGeom prst="rect">
            <a:avLst/>
          </a:prstGeom>
        </p:spPr>
      </p:pic>
      <p:pic>
        <p:nvPicPr>
          <p:cNvPr id="70" name="bg object 7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776883" y="917747"/>
            <a:ext cx="98291" cy="125733"/>
          </a:xfrm>
          <a:prstGeom prst="rect">
            <a:avLst/>
          </a:prstGeom>
        </p:spPr>
      </p:pic>
      <p:pic>
        <p:nvPicPr>
          <p:cNvPr id="71" name="bg object 7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959941" y="915966"/>
            <a:ext cx="87669" cy="129662"/>
          </a:xfrm>
          <a:prstGeom prst="rect">
            <a:avLst/>
          </a:prstGeom>
        </p:spPr>
      </p:pic>
      <p:pic>
        <p:nvPicPr>
          <p:cNvPr id="72" name="bg object 7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075164" y="916028"/>
            <a:ext cx="109280" cy="129171"/>
          </a:xfrm>
          <a:prstGeom prst="rect">
            <a:avLst/>
          </a:prstGeom>
        </p:spPr>
      </p:pic>
      <p:pic>
        <p:nvPicPr>
          <p:cNvPr id="73" name="bg object 7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212121" y="916028"/>
            <a:ext cx="109279" cy="129171"/>
          </a:xfrm>
          <a:prstGeom prst="rect">
            <a:avLst/>
          </a:prstGeom>
        </p:spPr>
      </p:pic>
      <p:pic>
        <p:nvPicPr>
          <p:cNvPr id="74" name="bg object 7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406121" y="917747"/>
            <a:ext cx="82021" cy="125733"/>
          </a:xfrm>
          <a:prstGeom prst="rect">
            <a:avLst/>
          </a:prstGeom>
        </p:spPr>
      </p:pic>
      <p:pic>
        <p:nvPicPr>
          <p:cNvPr id="75" name="bg object 7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515082" y="916028"/>
            <a:ext cx="109280" cy="129171"/>
          </a:xfrm>
          <a:prstGeom prst="rect">
            <a:avLst/>
          </a:prstGeom>
        </p:spPr>
      </p:pic>
      <p:pic>
        <p:nvPicPr>
          <p:cNvPr id="76" name="bg object 7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657564" y="917747"/>
            <a:ext cx="87240" cy="125733"/>
          </a:xfrm>
          <a:prstGeom prst="rect">
            <a:avLst/>
          </a:prstGeom>
        </p:spPr>
      </p:pic>
      <p:sp>
        <p:nvSpPr>
          <p:cNvPr id="77" name="bg object 77"/>
          <p:cNvSpPr/>
          <p:nvPr/>
        </p:nvSpPr>
        <p:spPr>
          <a:xfrm>
            <a:off x="9765538" y="918209"/>
            <a:ext cx="196850" cy="125730"/>
          </a:xfrm>
          <a:custGeom>
            <a:avLst/>
            <a:gdLst/>
            <a:ahLst/>
            <a:cxnLst/>
            <a:rect l="l" t="t" r="r" b="b"/>
            <a:pathLst>
              <a:path w="196850" h="125730">
                <a:moveTo>
                  <a:pt x="91960" y="0"/>
                </a:moveTo>
                <a:lnTo>
                  <a:pt x="0" y="0"/>
                </a:lnTo>
                <a:lnTo>
                  <a:pt x="0" y="10160"/>
                </a:lnTo>
                <a:lnTo>
                  <a:pt x="39839" y="10160"/>
                </a:lnTo>
                <a:lnTo>
                  <a:pt x="39839" y="125730"/>
                </a:lnTo>
                <a:lnTo>
                  <a:pt x="52247" y="125730"/>
                </a:lnTo>
                <a:lnTo>
                  <a:pt x="52247" y="10160"/>
                </a:lnTo>
                <a:lnTo>
                  <a:pt x="91960" y="10160"/>
                </a:lnTo>
                <a:lnTo>
                  <a:pt x="91960" y="0"/>
                </a:lnTo>
                <a:close/>
              </a:path>
              <a:path w="196850" h="125730">
                <a:moveTo>
                  <a:pt x="196570" y="0"/>
                </a:moveTo>
                <a:lnTo>
                  <a:pt x="123202" y="0"/>
                </a:lnTo>
                <a:lnTo>
                  <a:pt x="123202" y="10160"/>
                </a:lnTo>
                <a:lnTo>
                  <a:pt x="123202" y="57150"/>
                </a:lnTo>
                <a:lnTo>
                  <a:pt x="123202" y="67310"/>
                </a:lnTo>
                <a:lnTo>
                  <a:pt x="123202" y="125730"/>
                </a:lnTo>
                <a:lnTo>
                  <a:pt x="135547" y="125730"/>
                </a:lnTo>
                <a:lnTo>
                  <a:pt x="135547" y="67310"/>
                </a:lnTo>
                <a:lnTo>
                  <a:pt x="190855" y="67310"/>
                </a:lnTo>
                <a:lnTo>
                  <a:pt x="190855" y="57150"/>
                </a:lnTo>
                <a:lnTo>
                  <a:pt x="135547" y="57150"/>
                </a:lnTo>
                <a:lnTo>
                  <a:pt x="135547" y="10160"/>
                </a:lnTo>
                <a:lnTo>
                  <a:pt x="196570" y="10160"/>
                </a:lnTo>
                <a:lnTo>
                  <a:pt x="1965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8" name="bg object 7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990586" y="916028"/>
            <a:ext cx="109280" cy="129171"/>
          </a:xfrm>
          <a:prstGeom prst="rect">
            <a:avLst/>
          </a:prstGeom>
        </p:spPr>
      </p:pic>
      <p:sp>
        <p:nvSpPr>
          <p:cNvPr id="79" name="bg object 79"/>
          <p:cNvSpPr/>
          <p:nvPr/>
        </p:nvSpPr>
        <p:spPr>
          <a:xfrm>
            <a:off x="10133063" y="917752"/>
            <a:ext cx="116205" cy="126364"/>
          </a:xfrm>
          <a:custGeom>
            <a:avLst/>
            <a:gdLst/>
            <a:ahLst/>
            <a:cxnLst/>
            <a:rect l="l" t="t" r="r" b="b"/>
            <a:pathLst>
              <a:path w="116204" h="126365">
                <a:moveTo>
                  <a:pt x="71958" y="114757"/>
                </a:moveTo>
                <a:lnTo>
                  <a:pt x="12344" y="114757"/>
                </a:lnTo>
                <a:lnTo>
                  <a:pt x="12344" y="457"/>
                </a:lnTo>
                <a:lnTo>
                  <a:pt x="0" y="457"/>
                </a:lnTo>
                <a:lnTo>
                  <a:pt x="0" y="114757"/>
                </a:lnTo>
                <a:lnTo>
                  <a:pt x="0" y="126187"/>
                </a:lnTo>
                <a:lnTo>
                  <a:pt x="71958" y="126187"/>
                </a:lnTo>
                <a:lnTo>
                  <a:pt x="71958" y="114757"/>
                </a:lnTo>
                <a:close/>
              </a:path>
              <a:path w="116204" h="126365">
                <a:moveTo>
                  <a:pt x="115595" y="0"/>
                </a:moveTo>
                <a:lnTo>
                  <a:pt x="103251" y="0"/>
                </a:lnTo>
                <a:lnTo>
                  <a:pt x="103251" y="125730"/>
                </a:lnTo>
                <a:lnTo>
                  <a:pt x="115595" y="125730"/>
                </a:lnTo>
                <a:lnTo>
                  <a:pt x="115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0" name="bg object 8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281861" y="916028"/>
            <a:ext cx="109280" cy="1291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Relationship Id="rId25" Type="http://schemas.openxmlformats.org/officeDocument/2006/relationships/image" Target="../media/image52.png"/><Relationship Id="rId26" Type="http://schemas.openxmlformats.org/officeDocument/2006/relationships/image" Target="../media/image53.png"/><Relationship Id="rId27" Type="http://schemas.openxmlformats.org/officeDocument/2006/relationships/image" Target="../media/image5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60.png"/><Relationship Id="rId17" Type="http://schemas.openxmlformats.org/officeDocument/2006/relationships/image" Target="../media/image61.png"/><Relationship Id="rId18" Type="http://schemas.openxmlformats.org/officeDocument/2006/relationships/image" Target="../media/image62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Relationship Id="rId34" Type="http://schemas.openxmlformats.org/officeDocument/2006/relationships/image" Target="../media/image76.png"/><Relationship Id="rId35" Type="http://schemas.openxmlformats.org/officeDocument/2006/relationships/image" Target="../media/image77.png"/><Relationship Id="rId36" Type="http://schemas.openxmlformats.org/officeDocument/2006/relationships/image" Target="../media/image78.png"/><Relationship Id="rId37" Type="http://schemas.openxmlformats.org/officeDocument/2006/relationships/image" Target="../media/image79.png"/><Relationship Id="rId38" Type="http://schemas.openxmlformats.org/officeDocument/2006/relationships/image" Target="../media/image80.png"/><Relationship Id="rId39" Type="http://schemas.openxmlformats.org/officeDocument/2006/relationships/image" Target="../media/image81.png"/><Relationship Id="rId40" Type="http://schemas.openxmlformats.org/officeDocument/2006/relationships/image" Target="../media/image82.png"/><Relationship Id="rId41" Type="http://schemas.openxmlformats.org/officeDocument/2006/relationships/image" Target="../media/image83.png"/><Relationship Id="rId42" Type="http://schemas.openxmlformats.org/officeDocument/2006/relationships/image" Target="../media/image84.png"/><Relationship Id="rId43" Type="http://schemas.openxmlformats.org/officeDocument/2006/relationships/image" Target="../media/image85.png"/><Relationship Id="rId44" Type="http://schemas.openxmlformats.org/officeDocument/2006/relationships/image" Target="../media/image86.png"/><Relationship Id="rId45" Type="http://schemas.openxmlformats.org/officeDocument/2006/relationships/image" Target="../media/image87.png"/><Relationship Id="rId46" Type="http://schemas.openxmlformats.org/officeDocument/2006/relationships/image" Target="../media/image88.png"/><Relationship Id="rId47" Type="http://schemas.openxmlformats.org/officeDocument/2006/relationships/image" Target="../media/image89.png"/><Relationship Id="rId48" Type="http://schemas.openxmlformats.org/officeDocument/2006/relationships/image" Target="../media/image9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60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14.png"/><Relationship Id="rId16" Type="http://schemas.openxmlformats.org/officeDocument/2006/relationships/image" Target="../media/image95.png"/><Relationship Id="rId17" Type="http://schemas.openxmlformats.org/officeDocument/2006/relationships/image" Target="../media/image96.png"/><Relationship Id="rId18" Type="http://schemas.openxmlformats.org/officeDocument/2006/relationships/image" Target="../media/image97.png"/><Relationship Id="rId19" Type="http://schemas.openxmlformats.org/officeDocument/2006/relationships/image" Target="../media/image19.png"/><Relationship Id="rId20" Type="http://schemas.openxmlformats.org/officeDocument/2006/relationships/image" Target="../media/image98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99.png"/><Relationship Id="rId32" Type="http://schemas.openxmlformats.org/officeDocument/2006/relationships/image" Target="../media/image100.png"/><Relationship Id="rId33" Type="http://schemas.openxmlformats.org/officeDocument/2006/relationships/image" Target="../media/image101.png"/><Relationship Id="rId34" Type="http://schemas.openxmlformats.org/officeDocument/2006/relationships/image" Target="../media/image102.png"/><Relationship Id="rId35" Type="http://schemas.openxmlformats.org/officeDocument/2006/relationships/image" Target="../media/image103.png"/><Relationship Id="rId36" Type="http://schemas.openxmlformats.org/officeDocument/2006/relationships/image" Target="../media/image104.png"/><Relationship Id="rId37" Type="http://schemas.openxmlformats.org/officeDocument/2006/relationships/image" Target="../media/image105.png"/><Relationship Id="rId38" Type="http://schemas.openxmlformats.org/officeDocument/2006/relationships/image" Target="../media/image106.png"/><Relationship Id="rId39" Type="http://schemas.openxmlformats.org/officeDocument/2006/relationships/image" Target="../media/image107.png"/><Relationship Id="rId40" Type="http://schemas.openxmlformats.org/officeDocument/2006/relationships/image" Target="../media/image108.png"/><Relationship Id="rId41" Type="http://schemas.openxmlformats.org/officeDocument/2006/relationships/image" Target="../media/image109.png"/><Relationship Id="rId42" Type="http://schemas.openxmlformats.org/officeDocument/2006/relationships/image" Target="../media/image110.png"/><Relationship Id="rId43" Type="http://schemas.openxmlformats.org/officeDocument/2006/relationships/image" Target="../media/image111.png"/><Relationship Id="rId44" Type="http://schemas.openxmlformats.org/officeDocument/2006/relationships/image" Target="../media/image112.png"/><Relationship Id="rId45" Type="http://schemas.openxmlformats.org/officeDocument/2006/relationships/image" Target="../media/image113.png"/><Relationship Id="rId46" Type="http://schemas.openxmlformats.org/officeDocument/2006/relationships/image" Target="../media/image114.png"/><Relationship Id="rId47" Type="http://schemas.openxmlformats.org/officeDocument/2006/relationships/image" Target="../media/image115.png"/><Relationship Id="rId48" Type="http://schemas.openxmlformats.org/officeDocument/2006/relationships/image" Target="../media/image116.png"/><Relationship Id="rId49" Type="http://schemas.openxmlformats.org/officeDocument/2006/relationships/image" Target="../media/image117.png"/><Relationship Id="rId50" Type="http://schemas.openxmlformats.org/officeDocument/2006/relationships/image" Target="../media/image118.png"/><Relationship Id="rId51" Type="http://schemas.openxmlformats.org/officeDocument/2006/relationships/image" Target="../media/image119.png"/><Relationship Id="rId52" Type="http://schemas.openxmlformats.org/officeDocument/2006/relationships/image" Target="../media/image120.png"/><Relationship Id="rId53" Type="http://schemas.openxmlformats.org/officeDocument/2006/relationships/image" Target="../media/image121.png"/><Relationship Id="rId54" Type="http://schemas.openxmlformats.org/officeDocument/2006/relationships/image" Target="../media/image122.png"/><Relationship Id="rId55" Type="http://schemas.openxmlformats.org/officeDocument/2006/relationships/image" Target="../media/image123.png"/><Relationship Id="rId56" Type="http://schemas.openxmlformats.org/officeDocument/2006/relationships/image" Target="../media/image124.png"/><Relationship Id="rId57" Type="http://schemas.openxmlformats.org/officeDocument/2006/relationships/image" Target="../media/image125.png"/><Relationship Id="rId58" Type="http://schemas.openxmlformats.org/officeDocument/2006/relationships/image" Target="../media/image126.png"/><Relationship Id="rId59" Type="http://schemas.openxmlformats.org/officeDocument/2006/relationships/image" Target="../media/image127.png"/><Relationship Id="rId60" Type="http://schemas.openxmlformats.org/officeDocument/2006/relationships/image" Target="../media/image128.png"/><Relationship Id="rId61" Type="http://schemas.openxmlformats.org/officeDocument/2006/relationships/image" Target="../media/image129.png"/><Relationship Id="rId62" Type="http://schemas.openxmlformats.org/officeDocument/2006/relationships/image" Target="../media/image130.png"/><Relationship Id="rId63" Type="http://schemas.openxmlformats.org/officeDocument/2006/relationships/image" Target="../media/image131.png"/><Relationship Id="rId64" Type="http://schemas.openxmlformats.org/officeDocument/2006/relationships/image" Target="../media/image132.png"/><Relationship Id="rId65" Type="http://schemas.openxmlformats.org/officeDocument/2006/relationships/image" Target="../media/image133.png"/><Relationship Id="rId66" Type="http://schemas.openxmlformats.org/officeDocument/2006/relationships/image" Target="../media/image134.png"/><Relationship Id="rId67" Type="http://schemas.openxmlformats.org/officeDocument/2006/relationships/image" Target="../media/image135.png"/><Relationship Id="rId68" Type="http://schemas.openxmlformats.org/officeDocument/2006/relationships/image" Target="../media/image136.png"/><Relationship Id="rId69" Type="http://schemas.openxmlformats.org/officeDocument/2006/relationships/image" Target="../media/image137.png"/><Relationship Id="rId70" Type="http://schemas.openxmlformats.org/officeDocument/2006/relationships/image" Target="../media/image138.png"/><Relationship Id="rId71" Type="http://schemas.openxmlformats.org/officeDocument/2006/relationships/image" Target="../media/image139.png"/><Relationship Id="rId72" Type="http://schemas.openxmlformats.org/officeDocument/2006/relationships/image" Target="../media/image140.png"/><Relationship Id="rId73" Type="http://schemas.openxmlformats.org/officeDocument/2006/relationships/image" Target="../media/image141.png"/><Relationship Id="rId74" Type="http://schemas.openxmlformats.org/officeDocument/2006/relationships/image" Target="../media/image142.png"/><Relationship Id="rId75" Type="http://schemas.openxmlformats.org/officeDocument/2006/relationships/image" Target="../media/image143.png"/><Relationship Id="rId76" Type="http://schemas.openxmlformats.org/officeDocument/2006/relationships/image" Target="../media/image144.png"/><Relationship Id="rId77" Type="http://schemas.openxmlformats.org/officeDocument/2006/relationships/image" Target="../media/image145.png"/><Relationship Id="rId78" Type="http://schemas.openxmlformats.org/officeDocument/2006/relationships/image" Target="../media/image146.png"/><Relationship Id="rId79" Type="http://schemas.openxmlformats.org/officeDocument/2006/relationships/image" Target="../media/image147.png"/><Relationship Id="rId80" Type="http://schemas.openxmlformats.org/officeDocument/2006/relationships/image" Target="../media/image148.png"/><Relationship Id="rId81" Type="http://schemas.openxmlformats.org/officeDocument/2006/relationships/image" Target="../media/image149.png"/><Relationship Id="rId82" Type="http://schemas.openxmlformats.org/officeDocument/2006/relationships/image" Target="../media/image150.png"/><Relationship Id="rId83" Type="http://schemas.openxmlformats.org/officeDocument/2006/relationships/image" Target="../media/image151.png"/><Relationship Id="rId84" Type="http://schemas.openxmlformats.org/officeDocument/2006/relationships/image" Target="../media/image152.png"/><Relationship Id="rId85" Type="http://schemas.openxmlformats.org/officeDocument/2006/relationships/image" Target="../media/image153.png"/><Relationship Id="rId86" Type="http://schemas.openxmlformats.org/officeDocument/2006/relationships/image" Target="../media/image154.png"/><Relationship Id="rId87" Type="http://schemas.openxmlformats.org/officeDocument/2006/relationships/image" Target="../media/image155.png"/><Relationship Id="rId88" Type="http://schemas.openxmlformats.org/officeDocument/2006/relationships/image" Target="../media/image156.png"/><Relationship Id="rId89" Type="http://schemas.openxmlformats.org/officeDocument/2006/relationships/image" Target="../media/image157.png"/><Relationship Id="rId90" Type="http://schemas.openxmlformats.org/officeDocument/2006/relationships/image" Target="../media/image158.png"/><Relationship Id="rId91" Type="http://schemas.openxmlformats.org/officeDocument/2006/relationships/image" Target="../media/image159.png"/><Relationship Id="rId92" Type="http://schemas.openxmlformats.org/officeDocument/2006/relationships/image" Target="../media/image160.png"/><Relationship Id="rId93" Type="http://schemas.openxmlformats.org/officeDocument/2006/relationships/image" Target="../media/image161.png"/><Relationship Id="rId94" Type="http://schemas.openxmlformats.org/officeDocument/2006/relationships/image" Target="../media/image16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6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164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165.png"/><Relationship Id="rId31" Type="http://schemas.openxmlformats.org/officeDocument/2006/relationships/image" Target="../media/image166.png"/><Relationship Id="rId32" Type="http://schemas.openxmlformats.org/officeDocument/2006/relationships/image" Target="../media/image167.png"/><Relationship Id="rId33" Type="http://schemas.openxmlformats.org/officeDocument/2006/relationships/image" Target="../media/image168.png"/><Relationship Id="rId34" Type="http://schemas.openxmlformats.org/officeDocument/2006/relationships/image" Target="../media/image169.png"/><Relationship Id="rId35" Type="http://schemas.openxmlformats.org/officeDocument/2006/relationships/image" Target="../media/image170.png"/><Relationship Id="rId36" Type="http://schemas.openxmlformats.org/officeDocument/2006/relationships/image" Target="../media/image171.png"/><Relationship Id="rId37" Type="http://schemas.openxmlformats.org/officeDocument/2006/relationships/image" Target="../media/image172.png"/><Relationship Id="rId38" Type="http://schemas.openxmlformats.org/officeDocument/2006/relationships/image" Target="../media/image173.png"/><Relationship Id="rId39" Type="http://schemas.openxmlformats.org/officeDocument/2006/relationships/image" Target="../media/image174.png"/><Relationship Id="rId40" Type="http://schemas.openxmlformats.org/officeDocument/2006/relationships/image" Target="../media/image175.png"/><Relationship Id="rId41" Type="http://schemas.openxmlformats.org/officeDocument/2006/relationships/image" Target="../media/image176.png"/><Relationship Id="rId42" Type="http://schemas.openxmlformats.org/officeDocument/2006/relationships/image" Target="../media/image177.png"/><Relationship Id="rId43" Type="http://schemas.openxmlformats.org/officeDocument/2006/relationships/image" Target="../media/image178.png"/><Relationship Id="rId44" Type="http://schemas.openxmlformats.org/officeDocument/2006/relationships/image" Target="../media/image179.png"/><Relationship Id="rId45" Type="http://schemas.openxmlformats.org/officeDocument/2006/relationships/image" Target="../media/image180.png"/><Relationship Id="rId46" Type="http://schemas.openxmlformats.org/officeDocument/2006/relationships/image" Target="../media/image181.png"/><Relationship Id="rId47" Type="http://schemas.openxmlformats.org/officeDocument/2006/relationships/image" Target="../media/image182.png"/><Relationship Id="rId48" Type="http://schemas.openxmlformats.org/officeDocument/2006/relationships/image" Target="../media/image183.png"/><Relationship Id="rId49" Type="http://schemas.openxmlformats.org/officeDocument/2006/relationships/image" Target="../media/image65.png"/><Relationship Id="rId50" Type="http://schemas.openxmlformats.org/officeDocument/2006/relationships/image" Target="../media/image184.png"/><Relationship Id="rId51" Type="http://schemas.openxmlformats.org/officeDocument/2006/relationships/image" Target="../media/image185.png"/><Relationship Id="rId52" Type="http://schemas.openxmlformats.org/officeDocument/2006/relationships/image" Target="../media/image186.png"/><Relationship Id="rId53" Type="http://schemas.openxmlformats.org/officeDocument/2006/relationships/image" Target="../media/image89.png"/><Relationship Id="rId54" Type="http://schemas.openxmlformats.org/officeDocument/2006/relationships/image" Target="../media/image187.png"/><Relationship Id="rId55" Type="http://schemas.openxmlformats.org/officeDocument/2006/relationships/image" Target="../media/image68.png"/><Relationship Id="rId56" Type="http://schemas.openxmlformats.org/officeDocument/2006/relationships/image" Target="../media/image188.png"/><Relationship Id="rId57" Type="http://schemas.openxmlformats.org/officeDocument/2006/relationships/image" Target="../media/image189.png"/><Relationship Id="rId58" Type="http://schemas.openxmlformats.org/officeDocument/2006/relationships/image" Target="../media/image190.png"/><Relationship Id="rId59" Type="http://schemas.openxmlformats.org/officeDocument/2006/relationships/image" Target="../media/image191.png"/><Relationship Id="rId60" Type="http://schemas.openxmlformats.org/officeDocument/2006/relationships/image" Target="../media/image192.png"/><Relationship Id="rId61" Type="http://schemas.openxmlformats.org/officeDocument/2006/relationships/image" Target="../media/image193.png"/><Relationship Id="rId62" Type="http://schemas.openxmlformats.org/officeDocument/2006/relationships/image" Target="../media/image194.png"/><Relationship Id="rId63" Type="http://schemas.openxmlformats.org/officeDocument/2006/relationships/image" Target="../media/image195.png"/><Relationship Id="rId64" Type="http://schemas.openxmlformats.org/officeDocument/2006/relationships/image" Target="../media/image196.png"/><Relationship Id="rId65" Type="http://schemas.openxmlformats.org/officeDocument/2006/relationships/image" Target="../media/image197.png"/><Relationship Id="rId66" Type="http://schemas.openxmlformats.org/officeDocument/2006/relationships/image" Target="../media/image198.png"/><Relationship Id="rId67" Type="http://schemas.openxmlformats.org/officeDocument/2006/relationships/image" Target="../media/image199.png"/><Relationship Id="rId68" Type="http://schemas.openxmlformats.org/officeDocument/2006/relationships/image" Target="../media/image200.png"/><Relationship Id="rId69" Type="http://schemas.openxmlformats.org/officeDocument/2006/relationships/image" Target="../media/image201.png"/><Relationship Id="rId70" Type="http://schemas.openxmlformats.org/officeDocument/2006/relationships/image" Target="../media/image202.png"/><Relationship Id="rId71" Type="http://schemas.openxmlformats.org/officeDocument/2006/relationships/image" Target="../media/image203.png"/><Relationship Id="rId72" Type="http://schemas.openxmlformats.org/officeDocument/2006/relationships/image" Target="../media/image204.png"/><Relationship Id="rId73" Type="http://schemas.openxmlformats.org/officeDocument/2006/relationships/image" Target="../media/image205.png"/><Relationship Id="rId74" Type="http://schemas.openxmlformats.org/officeDocument/2006/relationships/image" Target="../media/image206.png"/><Relationship Id="rId75" Type="http://schemas.openxmlformats.org/officeDocument/2006/relationships/image" Target="../media/image207.png"/><Relationship Id="rId76" Type="http://schemas.openxmlformats.org/officeDocument/2006/relationships/image" Target="../media/image208.png"/><Relationship Id="rId77" Type="http://schemas.openxmlformats.org/officeDocument/2006/relationships/image" Target="../media/image209.png"/><Relationship Id="rId78" Type="http://schemas.openxmlformats.org/officeDocument/2006/relationships/image" Target="../media/image210.png"/><Relationship Id="rId79" Type="http://schemas.openxmlformats.org/officeDocument/2006/relationships/image" Target="../media/image211.png"/><Relationship Id="rId80" Type="http://schemas.openxmlformats.org/officeDocument/2006/relationships/image" Target="../media/image212.png"/><Relationship Id="rId81" Type="http://schemas.openxmlformats.org/officeDocument/2006/relationships/image" Target="../media/image213.png"/><Relationship Id="rId82" Type="http://schemas.openxmlformats.org/officeDocument/2006/relationships/image" Target="../media/image214.png"/><Relationship Id="rId83" Type="http://schemas.openxmlformats.org/officeDocument/2006/relationships/image" Target="../media/image215.png"/><Relationship Id="rId84" Type="http://schemas.openxmlformats.org/officeDocument/2006/relationships/image" Target="../media/image216.png"/><Relationship Id="rId85" Type="http://schemas.openxmlformats.org/officeDocument/2006/relationships/image" Target="../media/image217.png"/><Relationship Id="rId86" Type="http://schemas.openxmlformats.org/officeDocument/2006/relationships/image" Target="../media/image218.png"/><Relationship Id="rId87" Type="http://schemas.openxmlformats.org/officeDocument/2006/relationships/image" Target="../media/image219.png"/><Relationship Id="rId88" Type="http://schemas.openxmlformats.org/officeDocument/2006/relationships/image" Target="../media/image220.png"/><Relationship Id="rId89" Type="http://schemas.openxmlformats.org/officeDocument/2006/relationships/image" Target="../media/image221.png"/><Relationship Id="rId90" Type="http://schemas.openxmlformats.org/officeDocument/2006/relationships/image" Target="../media/image222.png"/><Relationship Id="rId91" Type="http://schemas.openxmlformats.org/officeDocument/2006/relationships/image" Target="../media/image223.png"/><Relationship Id="rId92" Type="http://schemas.openxmlformats.org/officeDocument/2006/relationships/image" Target="../media/image224.jpg"/><Relationship Id="rId93" Type="http://schemas.openxmlformats.org/officeDocument/2006/relationships/image" Target="../media/image225.png"/><Relationship Id="rId94" Type="http://schemas.openxmlformats.org/officeDocument/2006/relationships/image" Target="../media/image226.png"/><Relationship Id="rId95" Type="http://schemas.openxmlformats.org/officeDocument/2006/relationships/image" Target="../media/image227.png"/><Relationship Id="rId96" Type="http://schemas.openxmlformats.org/officeDocument/2006/relationships/image" Target="../media/image228.png"/><Relationship Id="rId97" Type="http://schemas.openxmlformats.org/officeDocument/2006/relationships/image" Target="../media/image229.png"/><Relationship Id="rId98" Type="http://schemas.openxmlformats.org/officeDocument/2006/relationships/image" Target="../media/image230.png"/><Relationship Id="rId99" Type="http://schemas.openxmlformats.org/officeDocument/2006/relationships/image" Target="../media/image231.png"/><Relationship Id="rId100" Type="http://schemas.openxmlformats.org/officeDocument/2006/relationships/image" Target="../media/image232.png"/><Relationship Id="rId101" Type="http://schemas.openxmlformats.org/officeDocument/2006/relationships/image" Target="../media/image233.png"/><Relationship Id="rId102" Type="http://schemas.openxmlformats.org/officeDocument/2006/relationships/image" Target="../media/image234.png"/><Relationship Id="rId103" Type="http://schemas.openxmlformats.org/officeDocument/2006/relationships/image" Target="../media/image235.png"/><Relationship Id="rId104" Type="http://schemas.openxmlformats.org/officeDocument/2006/relationships/image" Target="../media/image236.png"/><Relationship Id="rId105" Type="http://schemas.openxmlformats.org/officeDocument/2006/relationships/image" Target="../media/image237.png"/><Relationship Id="rId106" Type="http://schemas.openxmlformats.org/officeDocument/2006/relationships/image" Target="../media/image238.png"/><Relationship Id="rId107" Type="http://schemas.openxmlformats.org/officeDocument/2006/relationships/image" Target="../media/image239.png"/><Relationship Id="rId108" Type="http://schemas.openxmlformats.org/officeDocument/2006/relationships/image" Target="../media/image240.png"/><Relationship Id="rId109" Type="http://schemas.openxmlformats.org/officeDocument/2006/relationships/image" Target="../media/image241.png"/><Relationship Id="rId110" Type="http://schemas.openxmlformats.org/officeDocument/2006/relationships/image" Target="../media/image242.png"/><Relationship Id="rId111" Type="http://schemas.openxmlformats.org/officeDocument/2006/relationships/image" Target="../media/image243.png"/><Relationship Id="rId112" Type="http://schemas.openxmlformats.org/officeDocument/2006/relationships/image" Target="../media/image244.png"/><Relationship Id="rId113" Type="http://schemas.openxmlformats.org/officeDocument/2006/relationships/image" Target="../media/image245.png"/><Relationship Id="rId114" Type="http://schemas.openxmlformats.org/officeDocument/2006/relationships/image" Target="../media/image246.png"/><Relationship Id="rId115" Type="http://schemas.openxmlformats.org/officeDocument/2006/relationships/image" Target="../media/image247.png"/><Relationship Id="rId116" Type="http://schemas.openxmlformats.org/officeDocument/2006/relationships/image" Target="../media/image248.png"/><Relationship Id="rId117" Type="http://schemas.openxmlformats.org/officeDocument/2006/relationships/image" Target="../media/image249.png"/><Relationship Id="rId118" Type="http://schemas.openxmlformats.org/officeDocument/2006/relationships/image" Target="../media/image250.png"/><Relationship Id="rId119" Type="http://schemas.openxmlformats.org/officeDocument/2006/relationships/image" Target="../media/image251.png"/><Relationship Id="rId120" Type="http://schemas.openxmlformats.org/officeDocument/2006/relationships/image" Target="../media/image252.png"/><Relationship Id="rId121" Type="http://schemas.openxmlformats.org/officeDocument/2006/relationships/image" Target="../media/image253.png"/><Relationship Id="rId122" Type="http://schemas.openxmlformats.org/officeDocument/2006/relationships/image" Target="../media/image254.png"/><Relationship Id="rId123" Type="http://schemas.openxmlformats.org/officeDocument/2006/relationships/image" Target="../media/image255.png"/><Relationship Id="rId124" Type="http://schemas.openxmlformats.org/officeDocument/2006/relationships/image" Target="../media/image256.png"/><Relationship Id="rId125" Type="http://schemas.openxmlformats.org/officeDocument/2006/relationships/image" Target="../media/image257.png"/><Relationship Id="rId126" Type="http://schemas.openxmlformats.org/officeDocument/2006/relationships/image" Target="../media/image258.png"/><Relationship Id="rId127" Type="http://schemas.openxmlformats.org/officeDocument/2006/relationships/image" Target="../media/image259.png"/><Relationship Id="rId128" Type="http://schemas.openxmlformats.org/officeDocument/2006/relationships/image" Target="../media/image260.png"/><Relationship Id="rId129" Type="http://schemas.openxmlformats.org/officeDocument/2006/relationships/image" Target="../media/image261.png"/><Relationship Id="rId130" Type="http://schemas.openxmlformats.org/officeDocument/2006/relationships/image" Target="../media/image262.png"/><Relationship Id="rId131" Type="http://schemas.openxmlformats.org/officeDocument/2006/relationships/image" Target="../media/image263.png"/><Relationship Id="rId132" Type="http://schemas.openxmlformats.org/officeDocument/2006/relationships/image" Target="../media/image264.png"/><Relationship Id="rId133" Type="http://schemas.openxmlformats.org/officeDocument/2006/relationships/image" Target="../media/image265.png"/><Relationship Id="rId134" Type="http://schemas.openxmlformats.org/officeDocument/2006/relationships/image" Target="../media/image266.png"/><Relationship Id="rId135" Type="http://schemas.openxmlformats.org/officeDocument/2006/relationships/image" Target="../media/image267.png"/><Relationship Id="rId136" Type="http://schemas.openxmlformats.org/officeDocument/2006/relationships/image" Target="../media/image268.png"/><Relationship Id="rId137" Type="http://schemas.openxmlformats.org/officeDocument/2006/relationships/image" Target="../media/image269.png"/><Relationship Id="rId138" Type="http://schemas.openxmlformats.org/officeDocument/2006/relationships/image" Target="../media/image270.png"/><Relationship Id="rId139" Type="http://schemas.openxmlformats.org/officeDocument/2006/relationships/image" Target="../media/image271.png"/><Relationship Id="rId140" Type="http://schemas.openxmlformats.org/officeDocument/2006/relationships/image" Target="../media/image272.png"/><Relationship Id="rId141" Type="http://schemas.openxmlformats.org/officeDocument/2006/relationships/image" Target="../media/image273.png"/><Relationship Id="rId142" Type="http://schemas.openxmlformats.org/officeDocument/2006/relationships/image" Target="../media/image274.png"/><Relationship Id="rId143" Type="http://schemas.openxmlformats.org/officeDocument/2006/relationships/image" Target="../media/image275.png"/><Relationship Id="rId144" Type="http://schemas.openxmlformats.org/officeDocument/2006/relationships/image" Target="../media/image276.png"/><Relationship Id="rId145" Type="http://schemas.openxmlformats.org/officeDocument/2006/relationships/image" Target="../media/image277.png"/><Relationship Id="rId146" Type="http://schemas.openxmlformats.org/officeDocument/2006/relationships/image" Target="../media/image278.png"/><Relationship Id="rId147" Type="http://schemas.openxmlformats.org/officeDocument/2006/relationships/image" Target="../media/image279.png"/><Relationship Id="rId148" Type="http://schemas.openxmlformats.org/officeDocument/2006/relationships/image" Target="../media/image280.png"/><Relationship Id="rId149" Type="http://schemas.openxmlformats.org/officeDocument/2006/relationships/image" Target="../media/image281.png"/><Relationship Id="rId150" Type="http://schemas.openxmlformats.org/officeDocument/2006/relationships/image" Target="../media/image282.png"/><Relationship Id="rId151" Type="http://schemas.openxmlformats.org/officeDocument/2006/relationships/image" Target="../media/image283.png"/><Relationship Id="rId152" Type="http://schemas.openxmlformats.org/officeDocument/2006/relationships/image" Target="../media/image284.png"/><Relationship Id="rId153" Type="http://schemas.openxmlformats.org/officeDocument/2006/relationships/image" Target="../media/image285.png"/><Relationship Id="rId154" Type="http://schemas.openxmlformats.org/officeDocument/2006/relationships/image" Target="../media/image286.png"/><Relationship Id="rId155" Type="http://schemas.openxmlformats.org/officeDocument/2006/relationships/image" Target="../media/image287.png"/><Relationship Id="rId156" Type="http://schemas.openxmlformats.org/officeDocument/2006/relationships/image" Target="../media/image288.png"/><Relationship Id="rId157" Type="http://schemas.openxmlformats.org/officeDocument/2006/relationships/image" Target="../media/image289.png"/><Relationship Id="rId158" Type="http://schemas.openxmlformats.org/officeDocument/2006/relationships/image" Target="../media/image290.png"/><Relationship Id="rId159" Type="http://schemas.openxmlformats.org/officeDocument/2006/relationships/image" Target="../media/image291.png"/><Relationship Id="rId160" Type="http://schemas.openxmlformats.org/officeDocument/2006/relationships/image" Target="../media/image292.png"/><Relationship Id="rId161" Type="http://schemas.openxmlformats.org/officeDocument/2006/relationships/image" Target="../media/image293.png"/><Relationship Id="rId162" Type="http://schemas.openxmlformats.org/officeDocument/2006/relationships/image" Target="../media/image294.png"/><Relationship Id="rId163" Type="http://schemas.openxmlformats.org/officeDocument/2006/relationships/image" Target="../media/image295.png"/><Relationship Id="rId164" Type="http://schemas.openxmlformats.org/officeDocument/2006/relationships/image" Target="../media/image296.png"/><Relationship Id="rId165" Type="http://schemas.openxmlformats.org/officeDocument/2006/relationships/image" Target="../media/image297.png"/><Relationship Id="rId166" Type="http://schemas.openxmlformats.org/officeDocument/2006/relationships/image" Target="../media/image298.png"/><Relationship Id="rId167" Type="http://schemas.openxmlformats.org/officeDocument/2006/relationships/image" Target="../media/image299.png"/><Relationship Id="rId168" Type="http://schemas.openxmlformats.org/officeDocument/2006/relationships/image" Target="../media/image300.png"/><Relationship Id="rId169" Type="http://schemas.openxmlformats.org/officeDocument/2006/relationships/image" Target="../media/image301.png"/><Relationship Id="rId170" Type="http://schemas.openxmlformats.org/officeDocument/2006/relationships/image" Target="../media/image302.png"/><Relationship Id="rId171" Type="http://schemas.openxmlformats.org/officeDocument/2006/relationships/image" Target="../media/image303.png"/><Relationship Id="rId172" Type="http://schemas.openxmlformats.org/officeDocument/2006/relationships/image" Target="../media/image304.png"/><Relationship Id="rId173" Type="http://schemas.openxmlformats.org/officeDocument/2006/relationships/image" Target="../media/image305.png"/><Relationship Id="rId174" Type="http://schemas.openxmlformats.org/officeDocument/2006/relationships/image" Target="../media/image306.png"/><Relationship Id="rId175" Type="http://schemas.openxmlformats.org/officeDocument/2006/relationships/image" Target="../media/image307.png"/><Relationship Id="rId176" Type="http://schemas.openxmlformats.org/officeDocument/2006/relationships/image" Target="../media/image308.png"/><Relationship Id="rId177" Type="http://schemas.openxmlformats.org/officeDocument/2006/relationships/image" Target="../media/image309.png"/><Relationship Id="rId178" Type="http://schemas.openxmlformats.org/officeDocument/2006/relationships/image" Target="../media/image310.png"/><Relationship Id="rId179" Type="http://schemas.openxmlformats.org/officeDocument/2006/relationships/image" Target="../media/image311.png"/><Relationship Id="rId180" Type="http://schemas.openxmlformats.org/officeDocument/2006/relationships/image" Target="../media/image312.png"/><Relationship Id="rId181" Type="http://schemas.openxmlformats.org/officeDocument/2006/relationships/image" Target="../media/image313.png"/><Relationship Id="rId182" Type="http://schemas.openxmlformats.org/officeDocument/2006/relationships/image" Target="../media/image314.png"/><Relationship Id="rId183" Type="http://schemas.openxmlformats.org/officeDocument/2006/relationships/image" Target="../media/image315.png"/><Relationship Id="rId184" Type="http://schemas.openxmlformats.org/officeDocument/2006/relationships/image" Target="../media/image316.png"/><Relationship Id="rId185" Type="http://schemas.openxmlformats.org/officeDocument/2006/relationships/image" Target="../media/image317.png"/><Relationship Id="rId186" Type="http://schemas.openxmlformats.org/officeDocument/2006/relationships/image" Target="../media/image318.png"/><Relationship Id="rId187" Type="http://schemas.openxmlformats.org/officeDocument/2006/relationships/image" Target="../media/image319.png"/><Relationship Id="rId188" Type="http://schemas.openxmlformats.org/officeDocument/2006/relationships/image" Target="../media/image320.png"/><Relationship Id="rId189" Type="http://schemas.openxmlformats.org/officeDocument/2006/relationships/image" Target="../media/image321.png"/><Relationship Id="rId190" Type="http://schemas.openxmlformats.org/officeDocument/2006/relationships/image" Target="../media/image32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323.png"/><Relationship Id="rId15" Type="http://schemas.openxmlformats.org/officeDocument/2006/relationships/image" Target="../media/image324.png"/><Relationship Id="rId16" Type="http://schemas.openxmlformats.org/officeDocument/2006/relationships/image" Target="../media/image325.png"/><Relationship Id="rId17" Type="http://schemas.openxmlformats.org/officeDocument/2006/relationships/image" Target="../media/image65.png"/><Relationship Id="rId18" Type="http://schemas.openxmlformats.org/officeDocument/2006/relationships/image" Target="../media/image326.png"/><Relationship Id="rId19" Type="http://schemas.openxmlformats.org/officeDocument/2006/relationships/image" Target="../media/image327.png"/><Relationship Id="rId20" Type="http://schemas.openxmlformats.org/officeDocument/2006/relationships/image" Target="../media/image328.png"/><Relationship Id="rId21" Type="http://schemas.openxmlformats.org/officeDocument/2006/relationships/image" Target="../media/image329.png"/><Relationship Id="rId22" Type="http://schemas.openxmlformats.org/officeDocument/2006/relationships/image" Target="../media/image330.png"/><Relationship Id="rId23" Type="http://schemas.openxmlformats.org/officeDocument/2006/relationships/image" Target="../media/image331.png"/><Relationship Id="rId24" Type="http://schemas.openxmlformats.org/officeDocument/2006/relationships/image" Target="../media/image332.png"/><Relationship Id="rId25" Type="http://schemas.openxmlformats.org/officeDocument/2006/relationships/image" Target="../media/image333.png"/><Relationship Id="rId26" Type="http://schemas.openxmlformats.org/officeDocument/2006/relationships/image" Target="../media/image334.png"/><Relationship Id="rId27" Type="http://schemas.openxmlformats.org/officeDocument/2006/relationships/image" Target="../media/image335.png"/><Relationship Id="rId28" Type="http://schemas.openxmlformats.org/officeDocument/2006/relationships/image" Target="../media/image336.png"/><Relationship Id="rId29" Type="http://schemas.openxmlformats.org/officeDocument/2006/relationships/image" Target="../media/image196.png"/><Relationship Id="rId30" Type="http://schemas.openxmlformats.org/officeDocument/2006/relationships/image" Target="../media/image337.png"/><Relationship Id="rId31" Type="http://schemas.openxmlformats.org/officeDocument/2006/relationships/image" Target="../media/image338.png"/><Relationship Id="rId32" Type="http://schemas.openxmlformats.org/officeDocument/2006/relationships/image" Target="../media/image200.png"/><Relationship Id="rId33" Type="http://schemas.openxmlformats.org/officeDocument/2006/relationships/image" Target="../media/image339.png"/><Relationship Id="rId34" Type="http://schemas.openxmlformats.org/officeDocument/2006/relationships/image" Target="../media/image340.png"/><Relationship Id="rId35" Type="http://schemas.openxmlformats.org/officeDocument/2006/relationships/image" Target="../media/image341.png"/><Relationship Id="rId36" Type="http://schemas.openxmlformats.org/officeDocument/2006/relationships/image" Target="../media/image342.png"/><Relationship Id="rId37" Type="http://schemas.openxmlformats.org/officeDocument/2006/relationships/image" Target="../media/image343.png"/><Relationship Id="rId38" Type="http://schemas.openxmlformats.org/officeDocument/2006/relationships/image" Target="../media/image197.png"/><Relationship Id="rId39" Type="http://schemas.openxmlformats.org/officeDocument/2006/relationships/image" Target="../media/image344.png"/><Relationship Id="rId40" Type="http://schemas.openxmlformats.org/officeDocument/2006/relationships/image" Target="../media/image345.png"/><Relationship Id="rId41" Type="http://schemas.openxmlformats.org/officeDocument/2006/relationships/image" Target="../media/image346.png"/><Relationship Id="rId42" Type="http://schemas.openxmlformats.org/officeDocument/2006/relationships/image" Target="../media/image347.png"/><Relationship Id="rId43" Type="http://schemas.openxmlformats.org/officeDocument/2006/relationships/image" Target="../media/image348.png"/><Relationship Id="rId44" Type="http://schemas.openxmlformats.org/officeDocument/2006/relationships/image" Target="../media/image349.png"/><Relationship Id="rId45" Type="http://schemas.openxmlformats.org/officeDocument/2006/relationships/image" Target="../media/image350.png"/><Relationship Id="rId46" Type="http://schemas.openxmlformats.org/officeDocument/2006/relationships/image" Target="../media/image68.png"/><Relationship Id="rId47" Type="http://schemas.openxmlformats.org/officeDocument/2006/relationships/image" Target="../media/image351.png"/><Relationship Id="rId48" Type="http://schemas.openxmlformats.org/officeDocument/2006/relationships/image" Target="../media/image352.png"/><Relationship Id="rId49" Type="http://schemas.openxmlformats.org/officeDocument/2006/relationships/image" Target="../media/image89.png"/><Relationship Id="rId50" Type="http://schemas.openxmlformats.org/officeDocument/2006/relationships/image" Target="../media/image353.png"/><Relationship Id="rId51" Type="http://schemas.openxmlformats.org/officeDocument/2006/relationships/image" Target="../media/image354.png"/><Relationship Id="rId52" Type="http://schemas.openxmlformats.org/officeDocument/2006/relationships/image" Target="../media/image355.png"/><Relationship Id="rId53" Type="http://schemas.openxmlformats.org/officeDocument/2006/relationships/image" Target="../media/image356.png"/><Relationship Id="rId54" Type="http://schemas.openxmlformats.org/officeDocument/2006/relationships/image" Target="../media/image357.png"/><Relationship Id="rId55" Type="http://schemas.openxmlformats.org/officeDocument/2006/relationships/image" Target="../media/image358.png"/><Relationship Id="rId56" Type="http://schemas.openxmlformats.org/officeDocument/2006/relationships/image" Target="../media/image359.png"/><Relationship Id="rId57" Type="http://schemas.openxmlformats.org/officeDocument/2006/relationships/image" Target="../media/image360.png"/><Relationship Id="rId58" Type="http://schemas.openxmlformats.org/officeDocument/2006/relationships/image" Target="../media/image361.png"/><Relationship Id="rId59" Type="http://schemas.openxmlformats.org/officeDocument/2006/relationships/image" Target="../media/image362.png"/><Relationship Id="rId60" Type="http://schemas.openxmlformats.org/officeDocument/2006/relationships/image" Target="../media/image363.png"/><Relationship Id="rId61" Type="http://schemas.openxmlformats.org/officeDocument/2006/relationships/image" Target="../media/image364.png"/><Relationship Id="rId62" Type="http://schemas.openxmlformats.org/officeDocument/2006/relationships/image" Target="../media/image225.png"/><Relationship Id="rId63" Type="http://schemas.openxmlformats.org/officeDocument/2006/relationships/image" Target="../media/image226.png"/><Relationship Id="rId64" Type="http://schemas.openxmlformats.org/officeDocument/2006/relationships/image" Target="../media/image227.png"/><Relationship Id="rId65" Type="http://schemas.openxmlformats.org/officeDocument/2006/relationships/image" Target="../media/image228.png"/><Relationship Id="rId66" Type="http://schemas.openxmlformats.org/officeDocument/2006/relationships/image" Target="../media/image365.png"/><Relationship Id="rId67" Type="http://schemas.openxmlformats.org/officeDocument/2006/relationships/image" Target="../media/image366.png"/><Relationship Id="rId68" Type="http://schemas.openxmlformats.org/officeDocument/2006/relationships/image" Target="../media/image367.png"/><Relationship Id="rId69" Type="http://schemas.openxmlformats.org/officeDocument/2006/relationships/image" Target="../media/image231.png"/><Relationship Id="rId70" Type="http://schemas.openxmlformats.org/officeDocument/2006/relationships/image" Target="../media/image232.png"/><Relationship Id="rId71" Type="http://schemas.openxmlformats.org/officeDocument/2006/relationships/image" Target="../media/image233.png"/><Relationship Id="rId72" Type="http://schemas.openxmlformats.org/officeDocument/2006/relationships/image" Target="../media/image234.png"/><Relationship Id="rId73" Type="http://schemas.openxmlformats.org/officeDocument/2006/relationships/image" Target="../media/image368.png"/><Relationship Id="rId74" Type="http://schemas.openxmlformats.org/officeDocument/2006/relationships/image" Target="../media/image369.png"/><Relationship Id="rId75" Type="http://schemas.openxmlformats.org/officeDocument/2006/relationships/image" Target="../media/image370.png"/><Relationship Id="rId76" Type="http://schemas.openxmlformats.org/officeDocument/2006/relationships/image" Target="../media/image371.png"/><Relationship Id="rId77" Type="http://schemas.openxmlformats.org/officeDocument/2006/relationships/image" Target="../media/image372.png"/><Relationship Id="rId78" Type="http://schemas.openxmlformats.org/officeDocument/2006/relationships/image" Target="../media/image373.png"/><Relationship Id="rId79" Type="http://schemas.openxmlformats.org/officeDocument/2006/relationships/image" Target="../media/image374.png"/><Relationship Id="rId80" Type="http://schemas.openxmlformats.org/officeDocument/2006/relationships/image" Target="../media/image375.png"/><Relationship Id="rId81" Type="http://schemas.openxmlformats.org/officeDocument/2006/relationships/image" Target="../media/image376.png"/><Relationship Id="rId82" Type="http://schemas.openxmlformats.org/officeDocument/2006/relationships/image" Target="../media/image245.png"/><Relationship Id="rId83" Type="http://schemas.openxmlformats.org/officeDocument/2006/relationships/image" Target="../media/image377.png"/><Relationship Id="rId84" Type="http://schemas.openxmlformats.org/officeDocument/2006/relationships/image" Target="../media/image378.png"/><Relationship Id="rId85" Type="http://schemas.openxmlformats.org/officeDocument/2006/relationships/image" Target="../media/image379.png"/><Relationship Id="rId86" Type="http://schemas.openxmlformats.org/officeDocument/2006/relationships/image" Target="../media/image253.png"/><Relationship Id="rId87" Type="http://schemas.openxmlformats.org/officeDocument/2006/relationships/image" Target="../media/image380.png"/><Relationship Id="rId88" Type="http://schemas.openxmlformats.org/officeDocument/2006/relationships/image" Target="../media/image381.png"/><Relationship Id="rId89" Type="http://schemas.openxmlformats.org/officeDocument/2006/relationships/image" Target="../media/image247.png"/><Relationship Id="rId90" Type="http://schemas.openxmlformats.org/officeDocument/2006/relationships/image" Target="../media/image248.png"/><Relationship Id="rId91" Type="http://schemas.openxmlformats.org/officeDocument/2006/relationships/image" Target="../media/image249.png"/><Relationship Id="rId92" Type="http://schemas.openxmlformats.org/officeDocument/2006/relationships/image" Target="../media/image250.png"/><Relationship Id="rId93" Type="http://schemas.openxmlformats.org/officeDocument/2006/relationships/image" Target="../media/image251.png"/><Relationship Id="rId94" Type="http://schemas.openxmlformats.org/officeDocument/2006/relationships/image" Target="../media/image252.png"/><Relationship Id="rId95" Type="http://schemas.openxmlformats.org/officeDocument/2006/relationships/image" Target="../media/image382.png"/><Relationship Id="rId96" Type="http://schemas.openxmlformats.org/officeDocument/2006/relationships/image" Target="../media/image256.png"/><Relationship Id="rId97" Type="http://schemas.openxmlformats.org/officeDocument/2006/relationships/image" Target="../media/image257.png"/><Relationship Id="rId98" Type="http://schemas.openxmlformats.org/officeDocument/2006/relationships/image" Target="../media/image258.png"/><Relationship Id="rId99" Type="http://schemas.openxmlformats.org/officeDocument/2006/relationships/image" Target="../media/image259.png"/><Relationship Id="rId100" Type="http://schemas.openxmlformats.org/officeDocument/2006/relationships/image" Target="../media/image260.png"/><Relationship Id="rId101" Type="http://schemas.openxmlformats.org/officeDocument/2006/relationships/image" Target="../media/image261.png"/><Relationship Id="rId102" Type="http://schemas.openxmlformats.org/officeDocument/2006/relationships/image" Target="../media/image383.jpg"/><Relationship Id="rId103" Type="http://schemas.openxmlformats.org/officeDocument/2006/relationships/image" Target="../media/image384.png"/><Relationship Id="rId104" Type="http://schemas.openxmlformats.org/officeDocument/2006/relationships/image" Target="../media/image385.png"/><Relationship Id="rId105" Type="http://schemas.openxmlformats.org/officeDocument/2006/relationships/image" Target="../media/image386.png"/><Relationship Id="rId106" Type="http://schemas.openxmlformats.org/officeDocument/2006/relationships/image" Target="../media/image387.png"/><Relationship Id="rId107" Type="http://schemas.openxmlformats.org/officeDocument/2006/relationships/image" Target="../media/image388.png"/><Relationship Id="rId108" Type="http://schemas.openxmlformats.org/officeDocument/2006/relationships/image" Target="../media/image389.png"/><Relationship Id="rId109" Type="http://schemas.openxmlformats.org/officeDocument/2006/relationships/image" Target="../media/image27.png"/><Relationship Id="rId110" Type="http://schemas.openxmlformats.org/officeDocument/2006/relationships/image" Target="../media/image390.png"/><Relationship Id="rId111" Type="http://schemas.openxmlformats.org/officeDocument/2006/relationships/image" Target="../media/image391.png"/><Relationship Id="rId112" Type="http://schemas.openxmlformats.org/officeDocument/2006/relationships/image" Target="../media/image392.png"/><Relationship Id="rId113" Type="http://schemas.openxmlformats.org/officeDocument/2006/relationships/image" Target="../media/image393.png"/><Relationship Id="rId114" Type="http://schemas.openxmlformats.org/officeDocument/2006/relationships/image" Target="../media/image394.png"/><Relationship Id="rId115" Type="http://schemas.openxmlformats.org/officeDocument/2006/relationships/image" Target="../media/image395.png"/><Relationship Id="rId116" Type="http://schemas.openxmlformats.org/officeDocument/2006/relationships/image" Target="../media/image396.png"/><Relationship Id="rId117" Type="http://schemas.openxmlformats.org/officeDocument/2006/relationships/image" Target="../media/image397.png"/><Relationship Id="rId118" Type="http://schemas.openxmlformats.org/officeDocument/2006/relationships/image" Target="../media/image398.png"/><Relationship Id="rId119" Type="http://schemas.openxmlformats.org/officeDocument/2006/relationships/image" Target="../media/image399.png"/><Relationship Id="rId120" Type="http://schemas.openxmlformats.org/officeDocument/2006/relationships/image" Target="../media/image400.png"/><Relationship Id="rId121" Type="http://schemas.openxmlformats.org/officeDocument/2006/relationships/image" Target="../media/image401.png"/><Relationship Id="rId122" Type="http://schemas.openxmlformats.org/officeDocument/2006/relationships/image" Target="../media/image402.png"/><Relationship Id="rId123" Type="http://schemas.openxmlformats.org/officeDocument/2006/relationships/image" Target="../media/image403.png"/><Relationship Id="rId124" Type="http://schemas.openxmlformats.org/officeDocument/2006/relationships/image" Target="../media/image404.png"/><Relationship Id="rId125" Type="http://schemas.openxmlformats.org/officeDocument/2006/relationships/image" Target="../media/image405.png"/><Relationship Id="rId126" Type="http://schemas.openxmlformats.org/officeDocument/2006/relationships/image" Target="../media/image406.png"/><Relationship Id="rId127" Type="http://schemas.openxmlformats.org/officeDocument/2006/relationships/image" Target="../media/image407.png"/><Relationship Id="rId128" Type="http://schemas.openxmlformats.org/officeDocument/2006/relationships/image" Target="../media/image408.png"/><Relationship Id="rId129" Type="http://schemas.openxmlformats.org/officeDocument/2006/relationships/image" Target="../media/image409.png"/><Relationship Id="rId130" Type="http://schemas.openxmlformats.org/officeDocument/2006/relationships/image" Target="../media/image410.png"/><Relationship Id="rId131" Type="http://schemas.openxmlformats.org/officeDocument/2006/relationships/image" Target="../media/image411.png"/><Relationship Id="rId132" Type="http://schemas.openxmlformats.org/officeDocument/2006/relationships/image" Target="../media/image412.png"/><Relationship Id="rId133" Type="http://schemas.openxmlformats.org/officeDocument/2006/relationships/image" Target="../media/image413.png"/><Relationship Id="rId134" Type="http://schemas.openxmlformats.org/officeDocument/2006/relationships/image" Target="../media/image414.png"/><Relationship Id="rId135" Type="http://schemas.openxmlformats.org/officeDocument/2006/relationships/image" Target="../media/image415.png"/><Relationship Id="rId136" Type="http://schemas.openxmlformats.org/officeDocument/2006/relationships/image" Target="../media/image416.png"/><Relationship Id="rId137" Type="http://schemas.openxmlformats.org/officeDocument/2006/relationships/image" Target="../media/image417.png"/><Relationship Id="rId138" Type="http://schemas.openxmlformats.org/officeDocument/2006/relationships/image" Target="../media/image418.png"/><Relationship Id="rId139" Type="http://schemas.openxmlformats.org/officeDocument/2006/relationships/image" Target="../media/image419.png"/><Relationship Id="rId140" Type="http://schemas.openxmlformats.org/officeDocument/2006/relationships/image" Target="../media/image420.png"/><Relationship Id="rId141" Type="http://schemas.openxmlformats.org/officeDocument/2006/relationships/image" Target="../media/image421.png"/><Relationship Id="rId142" Type="http://schemas.openxmlformats.org/officeDocument/2006/relationships/image" Target="../media/image422.png"/><Relationship Id="rId143" Type="http://schemas.openxmlformats.org/officeDocument/2006/relationships/image" Target="../media/image423.png"/><Relationship Id="rId144" Type="http://schemas.openxmlformats.org/officeDocument/2006/relationships/image" Target="../media/image424.png"/><Relationship Id="rId145" Type="http://schemas.openxmlformats.org/officeDocument/2006/relationships/image" Target="../media/image425.png"/><Relationship Id="rId146" Type="http://schemas.openxmlformats.org/officeDocument/2006/relationships/image" Target="../media/image426.png"/><Relationship Id="rId147" Type="http://schemas.openxmlformats.org/officeDocument/2006/relationships/image" Target="../media/image427.png"/><Relationship Id="rId148" Type="http://schemas.openxmlformats.org/officeDocument/2006/relationships/image" Target="../media/image428.png"/><Relationship Id="rId149" Type="http://schemas.openxmlformats.org/officeDocument/2006/relationships/image" Target="../media/image429.png"/><Relationship Id="rId150" Type="http://schemas.openxmlformats.org/officeDocument/2006/relationships/image" Target="../media/image430.png"/><Relationship Id="rId151" Type="http://schemas.openxmlformats.org/officeDocument/2006/relationships/image" Target="../media/image431.png"/><Relationship Id="rId152" Type="http://schemas.openxmlformats.org/officeDocument/2006/relationships/image" Target="../media/image432.png"/><Relationship Id="rId153" Type="http://schemas.openxmlformats.org/officeDocument/2006/relationships/image" Target="../media/image433.png"/><Relationship Id="rId154" Type="http://schemas.openxmlformats.org/officeDocument/2006/relationships/image" Target="../media/image434.png"/><Relationship Id="rId155" Type="http://schemas.openxmlformats.org/officeDocument/2006/relationships/image" Target="../media/image435.png"/><Relationship Id="rId156" Type="http://schemas.openxmlformats.org/officeDocument/2006/relationships/image" Target="../media/image436.png"/><Relationship Id="rId157" Type="http://schemas.openxmlformats.org/officeDocument/2006/relationships/image" Target="../media/image437.png"/><Relationship Id="rId158" Type="http://schemas.openxmlformats.org/officeDocument/2006/relationships/image" Target="../media/image438.png"/><Relationship Id="rId159" Type="http://schemas.openxmlformats.org/officeDocument/2006/relationships/image" Target="../media/image439.png"/><Relationship Id="rId160" Type="http://schemas.openxmlformats.org/officeDocument/2006/relationships/image" Target="../media/image440.png"/><Relationship Id="rId161" Type="http://schemas.openxmlformats.org/officeDocument/2006/relationships/image" Target="../media/image441.png"/><Relationship Id="rId162" Type="http://schemas.openxmlformats.org/officeDocument/2006/relationships/image" Target="../media/image442.png"/><Relationship Id="rId163" Type="http://schemas.openxmlformats.org/officeDocument/2006/relationships/image" Target="../media/image443.png"/><Relationship Id="rId164" Type="http://schemas.openxmlformats.org/officeDocument/2006/relationships/image" Target="../media/image444.png"/><Relationship Id="rId165" Type="http://schemas.openxmlformats.org/officeDocument/2006/relationships/image" Target="../media/image445.png"/><Relationship Id="rId166" Type="http://schemas.openxmlformats.org/officeDocument/2006/relationships/image" Target="../media/image446.png"/><Relationship Id="rId167" Type="http://schemas.openxmlformats.org/officeDocument/2006/relationships/image" Target="../media/image447.png"/><Relationship Id="rId168" Type="http://schemas.openxmlformats.org/officeDocument/2006/relationships/image" Target="../media/image448.png"/><Relationship Id="rId169" Type="http://schemas.openxmlformats.org/officeDocument/2006/relationships/image" Target="../media/image449.png"/><Relationship Id="rId170" Type="http://schemas.openxmlformats.org/officeDocument/2006/relationships/image" Target="../media/image450.png"/><Relationship Id="rId171" Type="http://schemas.openxmlformats.org/officeDocument/2006/relationships/image" Target="../media/image451.png"/><Relationship Id="rId172" Type="http://schemas.openxmlformats.org/officeDocument/2006/relationships/image" Target="../media/image452.png"/><Relationship Id="rId173" Type="http://schemas.openxmlformats.org/officeDocument/2006/relationships/image" Target="../media/image45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454.png"/><Relationship Id="rId15" Type="http://schemas.openxmlformats.org/officeDocument/2006/relationships/image" Target="../media/image455.png"/><Relationship Id="rId16" Type="http://schemas.openxmlformats.org/officeDocument/2006/relationships/image" Target="../media/image456.png"/><Relationship Id="rId17" Type="http://schemas.openxmlformats.org/officeDocument/2006/relationships/image" Target="../media/image457.png"/><Relationship Id="rId18" Type="http://schemas.openxmlformats.org/officeDocument/2006/relationships/image" Target="../media/image458.png"/><Relationship Id="rId19" Type="http://schemas.openxmlformats.org/officeDocument/2006/relationships/image" Target="../media/image459.png"/><Relationship Id="rId20" Type="http://schemas.openxmlformats.org/officeDocument/2006/relationships/image" Target="../media/image460.png"/><Relationship Id="rId21" Type="http://schemas.openxmlformats.org/officeDocument/2006/relationships/image" Target="../media/image196.png"/><Relationship Id="rId22" Type="http://schemas.openxmlformats.org/officeDocument/2006/relationships/image" Target="../media/image181.png"/><Relationship Id="rId23" Type="http://schemas.openxmlformats.org/officeDocument/2006/relationships/image" Target="../media/image461.png"/><Relationship Id="rId24" Type="http://schemas.openxmlformats.org/officeDocument/2006/relationships/image" Target="../media/image217.png"/><Relationship Id="rId25" Type="http://schemas.openxmlformats.org/officeDocument/2006/relationships/image" Target="../media/image462.png"/><Relationship Id="rId26" Type="http://schemas.openxmlformats.org/officeDocument/2006/relationships/image" Target="../media/image463.png"/><Relationship Id="rId27" Type="http://schemas.openxmlformats.org/officeDocument/2006/relationships/image" Target="../media/image464.png"/><Relationship Id="rId28" Type="http://schemas.openxmlformats.org/officeDocument/2006/relationships/image" Target="../media/image465.png"/><Relationship Id="rId29" Type="http://schemas.openxmlformats.org/officeDocument/2006/relationships/image" Target="../media/image466.png"/><Relationship Id="rId30" Type="http://schemas.openxmlformats.org/officeDocument/2006/relationships/image" Target="../media/image467.png"/><Relationship Id="rId31" Type="http://schemas.openxmlformats.org/officeDocument/2006/relationships/image" Target="../media/image221.png"/><Relationship Id="rId32" Type="http://schemas.openxmlformats.org/officeDocument/2006/relationships/image" Target="../media/image468.png"/><Relationship Id="rId33" Type="http://schemas.openxmlformats.org/officeDocument/2006/relationships/image" Target="../media/image68.png"/><Relationship Id="rId34" Type="http://schemas.openxmlformats.org/officeDocument/2006/relationships/image" Target="../media/image469.png"/><Relationship Id="rId35" Type="http://schemas.openxmlformats.org/officeDocument/2006/relationships/image" Target="../media/image470.png"/><Relationship Id="rId36" Type="http://schemas.openxmlformats.org/officeDocument/2006/relationships/image" Target="../media/image471.png"/><Relationship Id="rId37" Type="http://schemas.openxmlformats.org/officeDocument/2006/relationships/image" Target="../media/image472.png"/><Relationship Id="rId38" Type="http://schemas.openxmlformats.org/officeDocument/2006/relationships/image" Target="../media/image473.png"/><Relationship Id="rId39" Type="http://schemas.openxmlformats.org/officeDocument/2006/relationships/image" Target="../media/image474.png"/><Relationship Id="rId40" Type="http://schemas.openxmlformats.org/officeDocument/2006/relationships/image" Target="../media/image475.png"/><Relationship Id="rId41" Type="http://schemas.openxmlformats.org/officeDocument/2006/relationships/image" Target="../media/image476.png"/><Relationship Id="rId42" Type="http://schemas.openxmlformats.org/officeDocument/2006/relationships/image" Target="../media/image477.png"/><Relationship Id="rId43" Type="http://schemas.openxmlformats.org/officeDocument/2006/relationships/image" Target="../media/image478.png"/><Relationship Id="rId44" Type="http://schemas.openxmlformats.org/officeDocument/2006/relationships/image" Target="../media/image479.png"/><Relationship Id="rId45" Type="http://schemas.openxmlformats.org/officeDocument/2006/relationships/image" Target="../media/image480.png"/><Relationship Id="rId46" Type="http://schemas.openxmlformats.org/officeDocument/2006/relationships/image" Target="../media/image481.png"/><Relationship Id="rId47" Type="http://schemas.openxmlformats.org/officeDocument/2006/relationships/image" Target="../media/image482.png"/><Relationship Id="rId48" Type="http://schemas.openxmlformats.org/officeDocument/2006/relationships/image" Target="../media/image211.png"/><Relationship Id="rId49" Type="http://schemas.openxmlformats.org/officeDocument/2006/relationships/image" Target="../media/image483.png"/><Relationship Id="rId50" Type="http://schemas.openxmlformats.org/officeDocument/2006/relationships/image" Target="../media/image484.png"/><Relationship Id="rId51" Type="http://schemas.openxmlformats.org/officeDocument/2006/relationships/image" Target="../media/image485.png"/><Relationship Id="rId52" Type="http://schemas.openxmlformats.org/officeDocument/2006/relationships/image" Target="../media/image486.png"/><Relationship Id="rId53" Type="http://schemas.openxmlformats.org/officeDocument/2006/relationships/image" Target="../media/image487.png"/><Relationship Id="rId54" Type="http://schemas.openxmlformats.org/officeDocument/2006/relationships/image" Target="../media/image488.png"/><Relationship Id="rId55" Type="http://schemas.openxmlformats.org/officeDocument/2006/relationships/image" Target="../media/image489.png"/><Relationship Id="rId56" Type="http://schemas.openxmlformats.org/officeDocument/2006/relationships/image" Target="../media/image490.png"/><Relationship Id="rId57" Type="http://schemas.openxmlformats.org/officeDocument/2006/relationships/image" Target="../media/image491.png"/><Relationship Id="rId58" Type="http://schemas.openxmlformats.org/officeDocument/2006/relationships/image" Target="../media/image492.png"/><Relationship Id="rId59" Type="http://schemas.openxmlformats.org/officeDocument/2006/relationships/image" Target="../media/image493.png"/><Relationship Id="rId60" Type="http://schemas.openxmlformats.org/officeDocument/2006/relationships/image" Target="../media/image494.png"/><Relationship Id="rId61" Type="http://schemas.openxmlformats.org/officeDocument/2006/relationships/image" Target="../media/image495.png"/><Relationship Id="rId62" Type="http://schemas.openxmlformats.org/officeDocument/2006/relationships/image" Target="../media/image496.png"/><Relationship Id="rId63" Type="http://schemas.openxmlformats.org/officeDocument/2006/relationships/image" Target="../media/image225.png"/><Relationship Id="rId64" Type="http://schemas.openxmlformats.org/officeDocument/2006/relationships/image" Target="../media/image226.png"/><Relationship Id="rId65" Type="http://schemas.openxmlformats.org/officeDocument/2006/relationships/image" Target="../media/image227.png"/><Relationship Id="rId66" Type="http://schemas.openxmlformats.org/officeDocument/2006/relationships/image" Target="../media/image228.png"/><Relationship Id="rId67" Type="http://schemas.openxmlformats.org/officeDocument/2006/relationships/image" Target="../media/image497.png"/><Relationship Id="rId68" Type="http://schemas.openxmlformats.org/officeDocument/2006/relationships/image" Target="../media/image498.png"/><Relationship Id="rId69" Type="http://schemas.openxmlformats.org/officeDocument/2006/relationships/image" Target="../media/image231.png"/><Relationship Id="rId70" Type="http://schemas.openxmlformats.org/officeDocument/2006/relationships/image" Target="../media/image232.png"/><Relationship Id="rId71" Type="http://schemas.openxmlformats.org/officeDocument/2006/relationships/image" Target="../media/image233.png"/><Relationship Id="rId72" Type="http://schemas.openxmlformats.org/officeDocument/2006/relationships/image" Target="../media/image234.png"/><Relationship Id="rId73" Type="http://schemas.openxmlformats.org/officeDocument/2006/relationships/image" Target="../media/image499.png"/><Relationship Id="rId74" Type="http://schemas.openxmlformats.org/officeDocument/2006/relationships/image" Target="../media/image500.png"/><Relationship Id="rId75" Type="http://schemas.openxmlformats.org/officeDocument/2006/relationships/image" Target="../media/image501.png"/><Relationship Id="rId76" Type="http://schemas.openxmlformats.org/officeDocument/2006/relationships/image" Target="../media/image502.png"/><Relationship Id="rId77" Type="http://schemas.openxmlformats.org/officeDocument/2006/relationships/image" Target="../media/image503.png"/><Relationship Id="rId78" Type="http://schemas.openxmlformats.org/officeDocument/2006/relationships/image" Target="../media/image504.png"/><Relationship Id="rId79" Type="http://schemas.openxmlformats.org/officeDocument/2006/relationships/image" Target="../media/image505.png"/><Relationship Id="rId80" Type="http://schemas.openxmlformats.org/officeDocument/2006/relationships/image" Target="../media/image506.png"/><Relationship Id="rId81" Type="http://schemas.openxmlformats.org/officeDocument/2006/relationships/image" Target="../media/image507.png"/><Relationship Id="rId82" Type="http://schemas.openxmlformats.org/officeDocument/2006/relationships/image" Target="../media/image508.png"/><Relationship Id="rId83" Type="http://schemas.openxmlformats.org/officeDocument/2006/relationships/image" Target="../media/image509.png"/><Relationship Id="rId84" Type="http://schemas.openxmlformats.org/officeDocument/2006/relationships/image" Target="../media/image510.png"/><Relationship Id="rId85" Type="http://schemas.openxmlformats.org/officeDocument/2006/relationships/image" Target="../media/image380.png"/><Relationship Id="rId86" Type="http://schemas.openxmlformats.org/officeDocument/2006/relationships/image" Target="../media/image511.png"/><Relationship Id="rId87" Type="http://schemas.openxmlformats.org/officeDocument/2006/relationships/image" Target="../media/image512.png"/><Relationship Id="rId88" Type="http://schemas.openxmlformats.org/officeDocument/2006/relationships/image" Target="../media/image513.png"/><Relationship Id="rId89" Type="http://schemas.openxmlformats.org/officeDocument/2006/relationships/image" Target="../media/image514.png"/><Relationship Id="rId90" Type="http://schemas.openxmlformats.org/officeDocument/2006/relationships/image" Target="../media/image247.png"/><Relationship Id="rId91" Type="http://schemas.openxmlformats.org/officeDocument/2006/relationships/image" Target="../media/image248.png"/><Relationship Id="rId92" Type="http://schemas.openxmlformats.org/officeDocument/2006/relationships/image" Target="../media/image515.png"/><Relationship Id="rId93" Type="http://schemas.openxmlformats.org/officeDocument/2006/relationships/image" Target="../media/image516.png"/><Relationship Id="rId94" Type="http://schemas.openxmlformats.org/officeDocument/2006/relationships/image" Target="../media/image251.png"/><Relationship Id="rId95" Type="http://schemas.openxmlformats.org/officeDocument/2006/relationships/image" Target="../media/image517.png"/><Relationship Id="rId96" Type="http://schemas.openxmlformats.org/officeDocument/2006/relationships/image" Target="../media/image253.png"/><Relationship Id="rId97" Type="http://schemas.openxmlformats.org/officeDocument/2006/relationships/image" Target="../media/image254.png"/><Relationship Id="rId98" Type="http://schemas.openxmlformats.org/officeDocument/2006/relationships/image" Target="../media/image382.png"/><Relationship Id="rId99" Type="http://schemas.openxmlformats.org/officeDocument/2006/relationships/image" Target="../media/image256.png"/><Relationship Id="rId100" Type="http://schemas.openxmlformats.org/officeDocument/2006/relationships/image" Target="../media/image518.png"/><Relationship Id="rId101" Type="http://schemas.openxmlformats.org/officeDocument/2006/relationships/image" Target="../media/image258.png"/><Relationship Id="rId102" Type="http://schemas.openxmlformats.org/officeDocument/2006/relationships/image" Target="../media/image259.png"/><Relationship Id="rId103" Type="http://schemas.openxmlformats.org/officeDocument/2006/relationships/image" Target="../media/image260.png"/><Relationship Id="rId104" Type="http://schemas.openxmlformats.org/officeDocument/2006/relationships/image" Target="../media/image261.png"/><Relationship Id="rId105" Type="http://schemas.openxmlformats.org/officeDocument/2006/relationships/image" Target="../media/image519.png"/><Relationship Id="rId106" Type="http://schemas.openxmlformats.org/officeDocument/2006/relationships/image" Target="../media/image520.png"/><Relationship Id="rId107" Type="http://schemas.openxmlformats.org/officeDocument/2006/relationships/image" Target="../media/image521.png"/><Relationship Id="rId108" Type="http://schemas.openxmlformats.org/officeDocument/2006/relationships/image" Target="../media/image522.png"/><Relationship Id="rId109" Type="http://schemas.openxmlformats.org/officeDocument/2006/relationships/image" Target="../media/image523.png"/><Relationship Id="rId110" Type="http://schemas.openxmlformats.org/officeDocument/2006/relationships/image" Target="../media/image524.png"/><Relationship Id="rId111" Type="http://schemas.openxmlformats.org/officeDocument/2006/relationships/image" Target="../media/image525.png"/><Relationship Id="rId112" Type="http://schemas.openxmlformats.org/officeDocument/2006/relationships/image" Target="../media/image526.png"/><Relationship Id="rId113" Type="http://schemas.openxmlformats.org/officeDocument/2006/relationships/image" Target="../media/image527.png"/><Relationship Id="rId114" Type="http://schemas.openxmlformats.org/officeDocument/2006/relationships/image" Target="../media/image528.png"/><Relationship Id="rId115" Type="http://schemas.openxmlformats.org/officeDocument/2006/relationships/image" Target="../media/image529.png"/><Relationship Id="rId116" Type="http://schemas.openxmlformats.org/officeDocument/2006/relationships/image" Target="../media/image530.png"/><Relationship Id="rId117" Type="http://schemas.openxmlformats.org/officeDocument/2006/relationships/image" Target="../media/image531.png"/><Relationship Id="rId118" Type="http://schemas.openxmlformats.org/officeDocument/2006/relationships/image" Target="../media/image532.png"/><Relationship Id="rId119" Type="http://schemas.openxmlformats.org/officeDocument/2006/relationships/image" Target="../media/image533.png"/><Relationship Id="rId120" Type="http://schemas.openxmlformats.org/officeDocument/2006/relationships/image" Target="../media/image534.png"/><Relationship Id="rId121" Type="http://schemas.openxmlformats.org/officeDocument/2006/relationships/image" Target="../media/image535.png"/><Relationship Id="rId122" Type="http://schemas.openxmlformats.org/officeDocument/2006/relationships/image" Target="../media/image536.png"/><Relationship Id="rId123" Type="http://schemas.openxmlformats.org/officeDocument/2006/relationships/image" Target="../media/image537.png"/><Relationship Id="rId124" Type="http://schemas.openxmlformats.org/officeDocument/2006/relationships/image" Target="../media/image538.png"/><Relationship Id="rId125" Type="http://schemas.openxmlformats.org/officeDocument/2006/relationships/image" Target="../media/image539.png"/><Relationship Id="rId126" Type="http://schemas.openxmlformats.org/officeDocument/2006/relationships/image" Target="../media/image540.png"/><Relationship Id="rId127" Type="http://schemas.openxmlformats.org/officeDocument/2006/relationships/image" Target="../media/image541.png"/><Relationship Id="rId128" Type="http://schemas.openxmlformats.org/officeDocument/2006/relationships/image" Target="../media/image542.png"/><Relationship Id="rId129" Type="http://schemas.openxmlformats.org/officeDocument/2006/relationships/image" Target="../media/image543.png"/><Relationship Id="rId130" Type="http://schemas.openxmlformats.org/officeDocument/2006/relationships/image" Target="../media/image544.png"/><Relationship Id="rId131" Type="http://schemas.openxmlformats.org/officeDocument/2006/relationships/image" Target="../media/image545.png"/><Relationship Id="rId132" Type="http://schemas.openxmlformats.org/officeDocument/2006/relationships/image" Target="../media/image546.png"/><Relationship Id="rId133" Type="http://schemas.openxmlformats.org/officeDocument/2006/relationships/image" Target="../media/image547.png"/><Relationship Id="rId134" Type="http://schemas.openxmlformats.org/officeDocument/2006/relationships/image" Target="../media/image548.png"/><Relationship Id="rId135" Type="http://schemas.openxmlformats.org/officeDocument/2006/relationships/image" Target="../media/image549.png"/><Relationship Id="rId136" Type="http://schemas.openxmlformats.org/officeDocument/2006/relationships/image" Target="../media/image550.png"/><Relationship Id="rId137" Type="http://schemas.openxmlformats.org/officeDocument/2006/relationships/image" Target="../media/image551.png"/><Relationship Id="rId138" Type="http://schemas.openxmlformats.org/officeDocument/2006/relationships/image" Target="../media/image552.png"/><Relationship Id="rId139" Type="http://schemas.openxmlformats.org/officeDocument/2006/relationships/image" Target="../media/image553.png"/><Relationship Id="rId140" Type="http://schemas.openxmlformats.org/officeDocument/2006/relationships/image" Target="../media/image554.png"/><Relationship Id="rId141" Type="http://schemas.openxmlformats.org/officeDocument/2006/relationships/image" Target="../media/image555.png"/><Relationship Id="rId142" Type="http://schemas.openxmlformats.org/officeDocument/2006/relationships/image" Target="../media/image556.png"/><Relationship Id="rId143" Type="http://schemas.openxmlformats.org/officeDocument/2006/relationships/image" Target="../media/image557.png"/><Relationship Id="rId144" Type="http://schemas.openxmlformats.org/officeDocument/2006/relationships/image" Target="../media/image558.png"/><Relationship Id="rId145" Type="http://schemas.openxmlformats.org/officeDocument/2006/relationships/image" Target="../media/image559.png"/><Relationship Id="rId146" Type="http://schemas.openxmlformats.org/officeDocument/2006/relationships/image" Target="../media/image560.png"/><Relationship Id="rId147" Type="http://schemas.openxmlformats.org/officeDocument/2006/relationships/image" Target="../media/image561.png"/><Relationship Id="rId148" Type="http://schemas.openxmlformats.org/officeDocument/2006/relationships/image" Target="../media/image562.png"/><Relationship Id="rId149" Type="http://schemas.openxmlformats.org/officeDocument/2006/relationships/image" Target="../media/image563.png"/><Relationship Id="rId150" Type="http://schemas.openxmlformats.org/officeDocument/2006/relationships/image" Target="../media/image564.png"/><Relationship Id="rId151" Type="http://schemas.openxmlformats.org/officeDocument/2006/relationships/image" Target="../media/image565.png"/><Relationship Id="rId152" Type="http://schemas.openxmlformats.org/officeDocument/2006/relationships/image" Target="../media/image566.png"/><Relationship Id="rId153" Type="http://schemas.openxmlformats.org/officeDocument/2006/relationships/image" Target="../media/image567.png"/><Relationship Id="rId154" Type="http://schemas.openxmlformats.org/officeDocument/2006/relationships/image" Target="../media/image568.png"/><Relationship Id="rId155" Type="http://schemas.openxmlformats.org/officeDocument/2006/relationships/image" Target="../media/image569.png"/><Relationship Id="rId156" Type="http://schemas.openxmlformats.org/officeDocument/2006/relationships/image" Target="../media/image570.png"/><Relationship Id="rId157" Type="http://schemas.openxmlformats.org/officeDocument/2006/relationships/image" Target="../media/image571.png"/><Relationship Id="rId158" Type="http://schemas.openxmlformats.org/officeDocument/2006/relationships/image" Target="../media/image572.png"/><Relationship Id="rId159" Type="http://schemas.openxmlformats.org/officeDocument/2006/relationships/image" Target="../media/image573.png"/><Relationship Id="rId160" Type="http://schemas.openxmlformats.org/officeDocument/2006/relationships/image" Target="../media/image574.png"/><Relationship Id="rId161" Type="http://schemas.openxmlformats.org/officeDocument/2006/relationships/image" Target="../media/image575.png"/><Relationship Id="rId162" Type="http://schemas.openxmlformats.org/officeDocument/2006/relationships/image" Target="../media/image576.png"/><Relationship Id="rId163" Type="http://schemas.openxmlformats.org/officeDocument/2006/relationships/image" Target="../media/image577.png"/><Relationship Id="rId164" Type="http://schemas.openxmlformats.org/officeDocument/2006/relationships/image" Target="../media/image578.png"/><Relationship Id="rId165" Type="http://schemas.openxmlformats.org/officeDocument/2006/relationships/image" Target="../media/image579.png"/><Relationship Id="rId166" Type="http://schemas.openxmlformats.org/officeDocument/2006/relationships/image" Target="../media/image580.png"/><Relationship Id="rId167" Type="http://schemas.openxmlformats.org/officeDocument/2006/relationships/image" Target="../media/image581.png"/><Relationship Id="rId168" Type="http://schemas.openxmlformats.org/officeDocument/2006/relationships/image" Target="../media/image582.png"/><Relationship Id="rId169" Type="http://schemas.openxmlformats.org/officeDocument/2006/relationships/image" Target="../media/image583.png"/><Relationship Id="rId170" Type="http://schemas.openxmlformats.org/officeDocument/2006/relationships/image" Target="../media/image584.png"/><Relationship Id="rId171" Type="http://schemas.openxmlformats.org/officeDocument/2006/relationships/image" Target="../media/image585.png"/><Relationship Id="rId172" Type="http://schemas.openxmlformats.org/officeDocument/2006/relationships/image" Target="../media/image586.png"/><Relationship Id="rId173" Type="http://schemas.openxmlformats.org/officeDocument/2006/relationships/image" Target="../media/image587.png"/><Relationship Id="rId174" Type="http://schemas.openxmlformats.org/officeDocument/2006/relationships/image" Target="../media/image588.png"/><Relationship Id="rId175" Type="http://schemas.openxmlformats.org/officeDocument/2006/relationships/image" Target="../media/image589.png"/><Relationship Id="rId176" Type="http://schemas.openxmlformats.org/officeDocument/2006/relationships/image" Target="../media/image590.png"/><Relationship Id="rId177" Type="http://schemas.openxmlformats.org/officeDocument/2006/relationships/image" Target="../media/image591.png"/><Relationship Id="rId178" Type="http://schemas.openxmlformats.org/officeDocument/2006/relationships/image" Target="../media/image592.png"/><Relationship Id="rId179" Type="http://schemas.openxmlformats.org/officeDocument/2006/relationships/image" Target="../media/image593.png"/><Relationship Id="rId180" Type="http://schemas.openxmlformats.org/officeDocument/2006/relationships/image" Target="../media/image594.png"/><Relationship Id="rId181" Type="http://schemas.openxmlformats.org/officeDocument/2006/relationships/image" Target="../media/image595.png"/><Relationship Id="rId182" Type="http://schemas.openxmlformats.org/officeDocument/2006/relationships/image" Target="../media/image596.png"/><Relationship Id="rId183" Type="http://schemas.openxmlformats.org/officeDocument/2006/relationships/image" Target="../media/image597.png"/><Relationship Id="rId184" Type="http://schemas.openxmlformats.org/officeDocument/2006/relationships/image" Target="../media/image598.png"/><Relationship Id="rId185" Type="http://schemas.openxmlformats.org/officeDocument/2006/relationships/image" Target="../media/image599.png"/><Relationship Id="rId186" Type="http://schemas.openxmlformats.org/officeDocument/2006/relationships/image" Target="../media/image600.png"/><Relationship Id="rId187" Type="http://schemas.openxmlformats.org/officeDocument/2006/relationships/image" Target="../media/image601.png"/><Relationship Id="rId188" Type="http://schemas.openxmlformats.org/officeDocument/2006/relationships/image" Target="../media/image602.png"/><Relationship Id="rId189" Type="http://schemas.openxmlformats.org/officeDocument/2006/relationships/image" Target="../media/image603.png"/><Relationship Id="rId190" Type="http://schemas.openxmlformats.org/officeDocument/2006/relationships/image" Target="../media/image604.png"/><Relationship Id="rId191" Type="http://schemas.openxmlformats.org/officeDocument/2006/relationships/image" Target="../media/image605.png"/><Relationship Id="rId192" Type="http://schemas.openxmlformats.org/officeDocument/2006/relationships/image" Target="../media/image606.png"/><Relationship Id="rId193" Type="http://schemas.openxmlformats.org/officeDocument/2006/relationships/image" Target="../media/image607.png"/><Relationship Id="rId194" Type="http://schemas.openxmlformats.org/officeDocument/2006/relationships/image" Target="../media/image401.png"/><Relationship Id="rId195" Type="http://schemas.openxmlformats.org/officeDocument/2006/relationships/image" Target="../media/image608.png"/><Relationship Id="rId196" Type="http://schemas.openxmlformats.org/officeDocument/2006/relationships/image" Target="../media/image609.png"/><Relationship Id="rId197" Type="http://schemas.openxmlformats.org/officeDocument/2006/relationships/image" Target="../media/image610.png"/><Relationship Id="rId198" Type="http://schemas.openxmlformats.org/officeDocument/2006/relationships/image" Target="../media/image611.png"/><Relationship Id="rId199" Type="http://schemas.openxmlformats.org/officeDocument/2006/relationships/image" Target="../media/image612.png"/><Relationship Id="rId200" Type="http://schemas.openxmlformats.org/officeDocument/2006/relationships/image" Target="../media/image613.png"/><Relationship Id="rId201" Type="http://schemas.openxmlformats.org/officeDocument/2006/relationships/image" Target="../media/image614.png"/><Relationship Id="rId202" Type="http://schemas.openxmlformats.org/officeDocument/2006/relationships/image" Target="../media/image615.png"/><Relationship Id="rId203" Type="http://schemas.openxmlformats.org/officeDocument/2006/relationships/image" Target="../media/image616.png"/><Relationship Id="rId204" Type="http://schemas.openxmlformats.org/officeDocument/2006/relationships/image" Target="../media/image61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2.png"/><Relationship Id="rId7" Type="http://schemas.openxmlformats.org/officeDocument/2006/relationships/image" Target="../media/image171.png"/><Relationship Id="rId8" Type="http://schemas.openxmlformats.org/officeDocument/2006/relationships/image" Target="../media/image173.png"/><Relationship Id="rId9" Type="http://schemas.openxmlformats.org/officeDocument/2006/relationships/image" Target="../media/image175.png"/><Relationship Id="rId10" Type="http://schemas.openxmlformats.org/officeDocument/2006/relationships/image" Target="../media/image174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454.png"/><Relationship Id="rId15" Type="http://schemas.openxmlformats.org/officeDocument/2006/relationships/image" Target="../media/image455.png"/><Relationship Id="rId16" Type="http://schemas.openxmlformats.org/officeDocument/2006/relationships/image" Target="../media/image456.png"/><Relationship Id="rId17" Type="http://schemas.openxmlformats.org/officeDocument/2006/relationships/image" Target="../media/image457.png"/><Relationship Id="rId18" Type="http://schemas.openxmlformats.org/officeDocument/2006/relationships/image" Target="../media/image458.png"/><Relationship Id="rId19" Type="http://schemas.openxmlformats.org/officeDocument/2006/relationships/image" Target="../media/image459.png"/><Relationship Id="rId20" Type="http://schemas.openxmlformats.org/officeDocument/2006/relationships/image" Target="../media/image460.png"/><Relationship Id="rId21" Type="http://schemas.openxmlformats.org/officeDocument/2006/relationships/image" Target="../media/image196.png"/><Relationship Id="rId22" Type="http://schemas.openxmlformats.org/officeDocument/2006/relationships/image" Target="../media/image181.png"/><Relationship Id="rId23" Type="http://schemas.openxmlformats.org/officeDocument/2006/relationships/image" Target="../media/image461.png"/><Relationship Id="rId24" Type="http://schemas.openxmlformats.org/officeDocument/2006/relationships/image" Target="../media/image217.png"/><Relationship Id="rId25" Type="http://schemas.openxmlformats.org/officeDocument/2006/relationships/image" Target="../media/image462.png"/><Relationship Id="rId26" Type="http://schemas.openxmlformats.org/officeDocument/2006/relationships/image" Target="../media/image463.png"/><Relationship Id="rId27" Type="http://schemas.openxmlformats.org/officeDocument/2006/relationships/image" Target="../media/image464.png"/><Relationship Id="rId28" Type="http://schemas.openxmlformats.org/officeDocument/2006/relationships/image" Target="../media/image465.png"/><Relationship Id="rId29" Type="http://schemas.openxmlformats.org/officeDocument/2006/relationships/image" Target="../media/image466.png"/><Relationship Id="rId30" Type="http://schemas.openxmlformats.org/officeDocument/2006/relationships/image" Target="../media/image467.png"/><Relationship Id="rId31" Type="http://schemas.openxmlformats.org/officeDocument/2006/relationships/image" Target="../media/image221.png"/><Relationship Id="rId32" Type="http://schemas.openxmlformats.org/officeDocument/2006/relationships/image" Target="../media/image618.png"/><Relationship Id="rId33" Type="http://schemas.openxmlformats.org/officeDocument/2006/relationships/image" Target="../media/image68.png"/><Relationship Id="rId34" Type="http://schemas.openxmlformats.org/officeDocument/2006/relationships/image" Target="../media/image619.png"/><Relationship Id="rId35" Type="http://schemas.openxmlformats.org/officeDocument/2006/relationships/image" Target="../media/image470.png"/><Relationship Id="rId36" Type="http://schemas.openxmlformats.org/officeDocument/2006/relationships/image" Target="../media/image471.png"/><Relationship Id="rId37" Type="http://schemas.openxmlformats.org/officeDocument/2006/relationships/image" Target="../media/image472.png"/><Relationship Id="rId38" Type="http://schemas.openxmlformats.org/officeDocument/2006/relationships/image" Target="../media/image473.png"/><Relationship Id="rId39" Type="http://schemas.openxmlformats.org/officeDocument/2006/relationships/image" Target="../media/image474.png"/><Relationship Id="rId40" Type="http://schemas.openxmlformats.org/officeDocument/2006/relationships/image" Target="../media/image475.png"/><Relationship Id="rId41" Type="http://schemas.openxmlformats.org/officeDocument/2006/relationships/image" Target="../media/image476.png"/><Relationship Id="rId42" Type="http://schemas.openxmlformats.org/officeDocument/2006/relationships/image" Target="../media/image477.png"/><Relationship Id="rId43" Type="http://schemas.openxmlformats.org/officeDocument/2006/relationships/image" Target="../media/image478.png"/><Relationship Id="rId44" Type="http://schemas.openxmlformats.org/officeDocument/2006/relationships/image" Target="../media/image479.png"/><Relationship Id="rId45" Type="http://schemas.openxmlformats.org/officeDocument/2006/relationships/image" Target="../media/image480.png"/><Relationship Id="rId46" Type="http://schemas.openxmlformats.org/officeDocument/2006/relationships/image" Target="../media/image481.png"/><Relationship Id="rId47" Type="http://schemas.openxmlformats.org/officeDocument/2006/relationships/image" Target="../media/image482.png"/><Relationship Id="rId48" Type="http://schemas.openxmlformats.org/officeDocument/2006/relationships/image" Target="../media/image211.png"/><Relationship Id="rId49" Type="http://schemas.openxmlformats.org/officeDocument/2006/relationships/image" Target="../media/image483.png"/><Relationship Id="rId50" Type="http://schemas.openxmlformats.org/officeDocument/2006/relationships/image" Target="../media/image484.png"/><Relationship Id="rId51" Type="http://schemas.openxmlformats.org/officeDocument/2006/relationships/image" Target="../media/image485.png"/><Relationship Id="rId52" Type="http://schemas.openxmlformats.org/officeDocument/2006/relationships/image" Target="../media/image620.png"/><Relationship Id="rId53" Type="http://schemas.openxmlformats.org/officeDocument/2006/relationships/image" Target="../media/image621.png"/><Relationship Id="rId54" Type="http://schemas.openxmlformats.org/officeDocument/2006/relationships/image" Target="../media/image488.png"/><Relationship Id="rId55" Type="http://schemas.openxmlformats.org/officeDocument/2006/relationships/image" Target="../media/image489.png"/><Relationship Id="rId56" Type="http://schemas.openxmlformats.org/officeDocument/2006/relationships/image" Target="../media/image490.png"/><Relationship Id="rId57" Type="http://schemas.openxmlformats.org/officeDocument/2006/relationships/image" Target="../media/image491.png"/><Relationship Id="rId58" Type="http://schemas.openxmlformats.org/officeDocument/2006/relationships/image" Target="../media/image492.png"/><Relationship Id="rId59" Type="http://schemas.openxmlformats.org/officeDocument/2006/relationships/image" Target="../media/image493.png"/><Relationship Id="rId60" Type="http://schemas.openxmlformats.org/officeDocument/2006/relationships/image" Target="../media/image494.png"/><Relationship Id="rId61" Type="http://schemas.openxmlformats.org/officeDocument/2006/relationships/image" Target="../media/image495.png"/><Relationship Id="rId62" Type="http://schemas.openxmlformats.org/officeDocument/2006/relationships/image" Target="../media/image496.png"/><Relationship Id="rId63" Type="http://schemas.openxmlformats.org/officeDocument/2006/relationships/image" Target="../media/image224.jpg"/><Relationship Id="rId64" Type="http://schemas.openxmlformats.org/officeDocument/2006/relationships/image" Target="../media/image622.png"/><Relationship Id="rId65" Type="http://schemas.openxmlformats.org/officeDocument/2006/relationships/image" Target="../media/image623.png"/><Relationship Id="rId66" Type="http://schemas.openxmlformats.org/officeDocument/2006/relationships/image" Target="../media/image624.png"/><Relationship Id="rId67" Type="http://schemas.openxmlformats.org/officeDocument/2006/relationships/image" Target="../media/image625.png"/><Relationship Id="rId68" Type="http://schemas.openxmlformats.org/officeDocument/2006/relationships/image" Target="../media/image626.png"/><Relationship Id="rId69" Type="http://schemas.openxmlformats.org/officeDocument/2006/relationships/image" Target="../media/image332.png"/><Relationship Id="rId70" Type="http://schemas.openxmlformats.org/officeDocument/2006/relationships/image" Target="../media/image627.png"/><Relationship Id="rId71" Type="http://schemas.openxmlformats.org/officeDocument/2006/relationships/image" Target="../media/image628.png"/><Relationship Id="rId72" Type="http://schemas.openxmlformats.org/officeDocument/2006/relationships/image" Target="../media/image629.png"/><Relationship Id="rId73" Type="http://schemas.openxmlformats.org/officeDocument/2006/relationships/image" Target="../media/image630.png"/><Relationship Id="rId74" Type="http://schemas.openxmlformats.org/officeDocument/2006/relationships/image" Target="../media/image631.png"/><Relationship Id="rId75" Type="http://schemas.openxmlformats.org/officeDocument/2006/relationships/image" Target="../media/image632.png"/><Relationship Id="rId76" Type="http://schemas.openxmlformats.org/officeDocument/2006/relationships/image" Target="../media/image633.png"/><Relationship Id="rId77" Type="http://schemas.openxmlformats.org/officeDocument/2006/relationships/image" Target="../media/image190.png"/><Relationship Id="rId78" Type="http://schemas.openxmlformats.org/officeDocument/2006/relationships/image" Target="../media/image634.png"/><Relationship Id="rId79" Type="http://schemas.openxmlformats.org/officeDocument/2006/relationships/image" Target="../media/image210.png"/><Relationship Id="rId80" Type="http://schemas.openxmlformats.org/officeDocument/2006/relationships/image" Target="../media/image635.png"/><Relationship Id="rId81" Type="http://schemas.openxmlformats.org/officeDocument/2006/relationships/image" Target="../media/image636.png"/><Relationship Id="rId82" Type="http://schemas.openxmlformats.org/officeDocument/2006/relationships/image" Target="../media/image637.png"/><Relationship Id="rId83" Type="http://schemas.openxmlformats.org/officeDocument/2006/relationships/image" Target="../media/image638.png"/><Relationship Id="rId84" Type="http://schemas.openxmlformats.org/officeDocument/2006/relationships/image" Target="../media/image639.png"/><Relationship Id="rId85" Type="http://schemas.openxmlformats.org/officeDocument/2006/relationships/image" Target="../media/image324.png"/><Relationship Id="rId86" Type="http://schemas.openxmlformats.org/officeDocument/2006/relationships/image" Target="../media/image347.png"/><Relationship Id="rId87" Type="http://schemas.openxmlformats.org/officeDocument/2006/relationships/image" Target="../media/image640.png"/><Relationship Id="rId88" Type="http://schemas.openxmlformats.org/officeDocument/2006/relationships/image" Target="../media/image641.png"/><Relationship Id="rId89" Type="http://schemas.openxmlformats.org/officeDocument/2006/relationships/image" Target="../media/image642.png"/><Relationship Id="rId90" Type="http://schemas.openxmlformats.org/officeDocument/2006/relationships/image" Target="../media/image643.png"/><Relationship Id="rId91" Type="http://schemas.openxmlformats.org/officeDocument/2006/relationships/image" Target="../media/image644.png"/><Relationship Id="rId92" Type="http://schemas.openxmlformats.org/officeDocument/2006/relationships/image" Target="../media/image258.png"/><Relationship Id="rId93" Type="http://schemas.openxmlformats.org/officeDocument/2006/relationships/image" Target="../media/image259.png"/><Relationship Id="rId94" Type="http://schemas.openxmlformats.org/officeDocument/2006/relationships/image" Target="../media/image260.png"/><Relationship Id="rId95" Type="http://schemas.openxmlformats.org/officeDocument/2006/relationships/image" Target="../media/image261.png"/><Relationship Id="rId96" Type="http://schemas.openxmlformats.org/officeDocument/2006/relationships/image" Target="../media/image645.png"/><Relationship Id="rId97" Type="http://schemas.openxmlformats.org/officeDocument/2006/relationships/image" Target="../media/image646.png"/><Relationship Id="rId98" Type="http://schemas.openxmlformats.org/officeDocument/2006/relationships/image" Target="../media/image647.png"/><Relationship Id="rId99" Type="http://schemas.openxmlformats.org/officeDocument/2006/relationships/image" Target="../media/image648.png"/><Relationship Id="rId100" Type="http://schemas.openxmlformats.org/officeDocument/2006/relationships/image" Target="../media/image649.png"/><Relationship Id="rId101" Type="http://schemas.openxmlformats.org/officeDocument/2006/relationships/image" Target="../media/image650.png"/><Relationship Id="rId102" Type="http://schemas.openxmlformats.org/officeDocument/2006/relationships/image" Target="../media/image651.png"/><Relationship Id="rId103" Type="http://schemas.openxmlformats.org/officeDocument/2006/relationships/image" Target="../media/image652.png"/><Relationship Id="rId104" Type="http://schemas.openxmlformats.org/officeDocument/2006/relationships/image" Target="../media/image653.png"/><Relationship Id="rId105" Type="http://schemas.openxmlformats.org/officeDocument/2006/relationships/image" Target="../media/image654.png"/><Relationship Id="rId106" Type="http://schemas.openxmlformats.org/officeDocument/2006/relationships/image" Target="../media/image655.png"/><Relationship Id="rId107" Type="http://schemas.openxmlformats.org/officeDocument/2006/relationships/image" Target="../media/image656.png"/><Relationship Id="rId108" Type="http://schemas.openxmlformats.org/officeDocument/2006/relationships/image" Target="../media/image657.png"/><Relationship Id="rId109" Type="http://schemas.openxmlformats.org/officeDocument/2006/relationships/image" Target="../media/image658.png"/><Relationship Id="rId110" Type="http://schemas.openxmlformats.org/officeDocument/2006/relationships/image" Target="../media/image659.png"/><Relationship Id="rId111" Type="http://schemas.openxmlformats.org/officeDocument/2006/relationships/image" Target="../media/image660.png"/><Relationship Id="rId112" Type="http://schemas.openxmlformats.org/officeDocument/2006/relationships/image" Target="../media/image661.png"/><Relationship Id="rId113" Type="http://schemas.openxmlformats.org/officeDocument/2006/relationships/image" Target="../media/image662.png"/><Relationship Id="rId114" Type="http://schemas.openxmlformats.org/officeDocument/2006/relationships/image" Target="../media/image663.png"/><Relationship Id="rId115" Type="http://schemas.openxmlformats.org/officeDocument/2006/relationships/image" Target="../media/image664.png"/><Relationship Id="rId116" Type="http://schemas.openxmlformats.org/officeDocument/2006/relationships/image" Target="../media/image665.png"/><Relationship Id="rId117" Type="http://schemas.openxmlformats.org/officeDocument/2006/relationships/image" Target="../media/image666.png"/><Relationship Id="rId118" Type="http://schemas.openxmlformats.org/officeDocument/2006/relationships/image" Target="../media/image667.png"/><Relationship Id="rId119" Type="http://schemas.openxmlformats.org/officeDocument/2006/relationships/image" Target="../media/image668.png"/><Relationship Id="rId120" Type="http://schemas.openxmlformats.org/officeDocument/2006/relationships/image" Target="../media/image669.png"/><Relationship Id="rId121" Type="http://schemas.openxmlformats.org/officeDocument/2006/relationships/image" Target="../media/image670.png"/><Relationship Id="rId122" Type="http://schemas.openxmlformats.org/officeDocument/2006/relationships/image" Target="../media/image671.png"/><Relationship Id="rId123" Type="http://schemas.openxmlformats.org/officeDocument/2006/relationships/image" Target="../media/image672.png"/><Relationship Id="rId124" Type="http://schemas.openxmlformats.org/officeDocument/2006/relationships/image" Target="../media/image673.png"/><Relationship Id="rId125" Type="http://schemas.openxmlformats.org/officeDocument/2006/relationships/image" Target="../media/image674.png"/><Relationship Id="rId126" Type="http://schemas.openxmlformats.org/officeDocument/2006/relationships/image" Target="../media/image675.png"/><Relationship Id="rId127" Type="http://schemas.openxmlformats.org/officeDocument/2006/relationships/image" Target="../media/image676.png"/><Relationship Id="rId128" Type="http://schemas.openxmlformats.org/officeDocument/2006/relationships/image" Target="../media/image677.png"/><Relationship Id="rId129" Type="http://schemas.openxmlformats.org/officeDocument/2006/relationships/image" Target="../media/image678.png"/><Relationship Id="rId130" Type="http://schemas.openxmlformats.org/officeDocument/2006/relationships/image" Target="../media/image679.png"/><Relationship Id="rId131" Type="http://schemas.openxmlformats.org/officeDocument/2006/relationships/image" Target="../media/image680.png"/><Relationship Id="rId132" Type="http://schemas.openxmlformats.org/officeDocument/2006/relationships/image" Target="../media/image681.png"/><Relationship Id="rId133" Type="http://schemas.openxmlformats.org/officeDocument/2006/relationships/image" Target="../media/image682.png"/><Relationship Id="rId134" Type="http://schemas.openxmlformats.org/officeDocument/2006/relationships/image" Target="../media/image683.png"/><Relationship Id="rId135" Type="http://schemas.openxmlformats.org/officeDocument/2006/relationships/image" Target="../media/image68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2.png"/><Relationship Id="rId7" Type="http://schemas.openxmlformats.org/officeDocument/2006/relationships/image" Target="../media/image171.png"/><Relationship Id="rId8" Type="http://schemas.openxmlformats.org/officeDocument/2006/relationships/image" Target="../media/image173.png"/><Relationship Id="rId9" Type="http://schemas.openxmlformats.org/officeDocument/2006/relationships/image" Target="../media/image175.png"/><Relationship Id="rId10" Type="http://schemas.openxmlformats.org/officeDocument/2006/relationships/image" Target="../media/image174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454.png"/><Relationship Id="rId15" Type="http://schemas.openxmlformats.org/officeDocument/2006/relationships/image" Target="../media/image455.png"/><Relationship Id="rId16" Type="http://schemas.openxmlformats.org/officeDocument/2006/relationships/image" Target="../media/image456.png"/><Relationship Id="rId17" Type="http://schemas.openxmlformats.org/officeDocument/2006/relationships/image" Target="../media/image457.png"/><Relationship Id="rId18" Type="http://schemas.openxmlformats.org/officeDocument/2006/relationships/image" Target="../media/image458.png"/><Relationship Id="rId19" Type="http://schemas.openxmlformats.org/officeDocument/2006/relationships/image" Target="../media/image685.png"/><Relationship Id="rId20" Type="http://schemas.openxmlformats.org/officeDocument/2006/relationships/image" Target="../media/image460.png"/><Relationship Id="rId21" Type="http://schemas.openxmlformats.org/officeDocument/2006/relationships/image" Target="../media/image196.png"/><Relationship Id="rId22" Type="http://schemas.openxmlformats.org/officeDocument/2006/relationships/image" Target="../media/image181.png"/><Relationship Id="rId23" Type="http://schemas.openxmlformats.org/officeDocument/2006/relationships/image" Target="../media/image686.png"/><Relationship Id="rId24" Type="http://schemas.openxmlformats.org/officeDocument/2006/relationships/image" Target="../media/image217.png"/><Relationship Id="rId25" Type="http://schemas.openxmlformats.org/officeDocument/2006/relationships/image" Target="../media/image462.png"/><Relationship Id="rId26" Type="http://schemas.openxmlformats.org/officeDocument/2006/relationships/image" Target="../media/image463.png"/><Relationship Id="rId27" Type="http://schemas.openxmlformats.org/officeDocument/2006/relationships/image" Target="../media/image687.png"/><Relationship Id="rId28" Type="http://schemas.openxmlformats.org/officeDocument/2006/relationships/image" Target="../media/image688.png"/><Relationship Id="rId29" Type="http://schemas.openxmlformats.org/officeDocument/2006/relationships/image" Target="../media/image466.png"/><Relationship Id="rId30" Type="http://schemas.openxmlformats.org/officeDocument/2006/relationships/image" Target="../media/image467.png"/><Relationship Id="rId31" Type="http://schemas.openxmlformats.org/officeDocument/2006/relationships/image" Target="../media/image221.png"/><Relationship Id="rId32" Type="http://schemas.openxmlformats.org/officeDocument/2006/relationships/image" Target="../media/image689.png"/><Relationship Id="rId33" Type="http://schemas.openxmlformats.org/officeDocument/2006/relationships/image" Target="../media/image68.png"/><Relationship Id="rId34" Type="http://schemas.openxmlformats.org/officeDocument/2006/relationships/image" Target="../media/image690.png"/><Relationship Id="rId35" Type="http://schemas.openxmlformats.org/officeDocument/2006/relationships/image" Target="../media/image691.png"/><Relationship Id="rId36" Type="http://schemas.openxmlformats.org/officeDocument/2006/relationships/image" Target="../media/image471.png"/><Relationship Id="rId37" Type="http://schemas.openxmlformats.org/officeDocument/2006/relationships/image" Target="../media/image692.png"/><Relationship Id="rId38" Type="http://schemas.openxmlformats.org/officeDocument/2006/relationships/image" Target="../media/image473.png"/><Relationship Id="rId39" Type="http://schemas.openxmlformats.org/officeDocument/2006/relationships/image" Target="../media/image693.png"/><Relationship Id="rId40" Type="http://schemas.openxmlformats.org/officeDocument/2006/relationships/image" Target="../media/image475.png"/><Relationship Id="rId41" Type="http://schemas.openxmlformats.org/officeDocument/2006/relationships/image" Target="../media/image476.png"/><Relationship Id="rId42" Type="http://schemas.openxmlformats.org/officeDocument/2006/relationships/image" Target="../media/image477.png"/><Relationship Id="rId43" Type="http://schemas.openxmlformats.org/officeDocument/2006/relationships/image" Target="../media/image478.png"/><Relationship Id="rId44" Type="http://schemas.openxmlformats.org/officeDocument/2006/relationships/image" Target="../media/image479.png"/><Relationship Id="rId45" Type="http://schemas.openxmlformats.org/officeDocument/2006/relationships/image" Target="../media/image480.png"/><Relationship Id="rId46" Type="http://schemas.openxmlformats.org/officeDocument/2006/relationships/image" Target="../media/image481.png"/><Relationship Id="rId47" Type="http://schemas.openxmlformats.org/officeDocument/2006/relationships/image" Target="../media/image482.png"/><Relationship Id="rId48" Type="http://schemas.openxmlformats.org/officeDocument/2006/relationships/image" Target="../media/image211.png"/><Relationship Id="rId49" Type="http://schemas.openxmlformats.org/officeDocument/2006/relationships/image" Target="../media/image483.png"/><Relationship Id="rId50" Type="http://schemas.openxmlformats.org/officeDocument/2006/relationships/image" Target="../media/image484.png"/><Relationship Id="rId51" Type="http://schemas.openxmlformats.org/officeDocument/2006/relationships/image" Target="../media/image485.png"/><Relationship Id="rId52" Type="http://schemas.openxmlformats.org/officeDocument/2006/relationships/image" Target="../media/image694.png"/><Relationship Id="rId53" Type="http://schemas.openxmlformats.org/officeDocument/2006/relationships/image" Target="../media/image695.png"/><Relationship Id="rId54" Type="http://schemas.openxmlformats.org/officeDocument/2006/relationships/image" Target="../media/image488.png"/><Relationship Id="rId55" Type="http://schemas.openxmlformats.org/officeDocument/2006/relationships/image" Target="../media/image489.png"/><Relationship Id="rId56" Type="http://schemas.openxmlformats.org/officeDocument/2006/relationships/image" Target="../media/image490.png"/><Relationship Id="rId57" Type="http://schemas.openxmlformats.org/officeDocument/2006/relationships/image" Target="../media/image491.png"/><Relationship Id="rId58" Type="http://schemas.openxmlformats.org/officeDocument/2006/relationships/image" Target="../media/image696.png"/><Relationship Id="rId59" Type="http://schemas.openxmlformats.org/officeDocument/2006/relationships/image" Target="../media/image697.png"/><Relationship Id="rId60" Type="http://schemas.openxmlformats.org/officeDocument/2006/relationships/image" Target="../media/image494.png"/><Relationship Id="rId61" Type="http://schemas.openxmlformats.org/officeDocument/2006/relationships/image" Target="../media/image495.png"/><Relationship Id="rId62" Type="http://schemas.openxmlformats.org/officeDocument/2006/relationships/image" Target="../media/image496.png"/><Relationship Id="rId63" Type="http://schemas.openxmlformats.org/officeDocument/2006/relationships/image" Target="../media/image224.jpg"/><Relationship Id="rId64" Type="http://schemas.openxmlformats.org/officeDocument/2006/relationships/image" Target="../media/image622.png"/><Relationship Id="rId65" Type="http://schemas.openxmlformats.org/officeDocument/2006/relationships/image" Target="../media/image623.png"/><Relationship Id="rId66" Type="http://schemas.openxmlformats.org/officeDocument/2006/relationships/image" Target="../media/image624.png"/><Relationship Id="rId67" Type="http://schemas.openxmlformats.org/officeDocument/2006/relationships/image" Target="../media/image625.png"/><Relationship Id="rId68" Type="http://schemas.openxmlformats.org/officeDocument/2006/relationships/image" Target="../media/image626.png"/><Relationship Id="rId69" Type="http://schemas.openxmlformats.org/officeDocument/2006/relationships/image" Target="../media/image332.png"/><Relationship Id="rId70" Type="http://schemas.openxmlformats.org/officeDocument/2006/relationships/image" Target="../media/image627.png"/><Relationship Id="rId71" Type="http://schemas.openxmlformats.org/officeDocument/2006/relationships/image" Target="../media/image628.png"/><Relationship Id="rId72" Type="http://schemas.openxmlformats.org/officeDocument/2006/relationships/image" Target="../media/image629.png"/><Relationship Id="rId73" Type="http://schemas.openxmlformats.org/officeDocument/2006/relationships/image" Target="../media/image698.png"/><Relationship Id="rId74" Type="http://schemas.openxmlformats.org/officeDocument/2006/relationships/image" Target="../media/image631.png"/><Relationship Id="rId75" Type="http://schemas.openxmlformats.org/officeDocument/2006/relationships/image" Target="../media/image632.png"/><Relationship Id="rId76" Type="http://schemas.openxmlformats.org/officeDocument/2006/relationships/image" Target="../media/image633.png"/><Relationship Id="rId77" Type="http://schemas.openxmlformats.org/officeDocument/2006/relationships/image" Target="../media/image190.png"/><Relationship Id="rId78" Type="http://schemas.openxmlformats.org/officeDocument/2006/relationships/image" Target="../media/image634.png"/><Relationship Id="rId79" Type="http://schemas.openxmlformats.org/officeDocument/2006/relationships/image" Target="../media/image210.png"/><Relationship Id="rId80" Type="http://schemas.openxmlformats.org/officeDocument/2006/relationships/image" Target="../media/image635.png"/><Relationship Id="rId81" Type="http://schemas.openxmlformats.org/officeDocument/2006/relationships/image" Target="../media/image636.png"/><Relationship Id="rId82" Type="http://schemas.openxmlformats.org/officeDocument/2006/relationships/image" Target="../media/image637.png"/><Relationship Id="rId83" Type="http://schemas.openxmlformats.org/officeDocument/2006/relationships/image" Target="../media/image699.png"/><Relationship Id="rId84" Type="http://schemas.openxmlformats.org/officeDocument/2006/relationships/image" Target="../media/image639.png"/><Relationship Id="rId85" Type="http://schemas.openxmlformats.org/officeDocument/2006/relationships/image" Target="../media/image324.png"/><Relationship Id="rId86" Type="http://schemas.openxmlformats.org/officeDocument/2006/relationships/image" Target="../media/image347.png"/><Relationship Id="rId87" Type="http://schemas.openxmlformats.org/officeDocument/2006/relationships/image" Target="../media/image700.png"/><Relationship Id="rId88" Type="http://schemas.openxmlformats.org/officeDocument/2006/relationships/image" Target="../media/image641.png"/><Relationship Id="rId89" Type="http://schemas.openxmlformats.org/officeDocument/2006/relationships/image" Target="../media/image642.png"/><Relationship Id="rId90" Type="http://schemas.openxmlformats.org/officeDocument/2006/relationships/image" Target="../media/image643.png"/><Relationship Id="rId91" Type="http://schemas.openxmlformats.org/officeDocument/2006/relationships/image" Target="../media/image644.png"/><Relationship Id="rId92" Type="http://schemas.openxmlformats.org/officeDocument/2006/relationships/image" Target="../media/image258.png"/><Relationship Id="rId93" Type="http://schemas.openxmlformats.org/officeDocument/2006/relationships/image" Target="../media/image259.png"/><Relationship Id="rId94" Type="http://schemas.openxmlformats.org/officeDocument/2006/relationships/image" Target="../media/image260.png"/><Relationship Id="rId95" Type="http://schemas.openxmlformats.org/officeDocument/2006/relationships/image" Target="../media/image261.png"/><Relationship Id="rId96" Type="http://schemas.openxmlformats.org/officeDocument/2006/relationships/image" Target="../media/image645.png"/><Relationship Id="rId97" Type="http://schemas.openxmlformats.org/officeDocument/2006/relationships/image" Target="../media/image701.png"/><Relationship Id="rId98" Type="http://schemas.openxmlformats.org/officeDocument/2006/relationships/image" Target="../media/image647.png"/><Relationship Id="rId99" Type="http://schemas.openxmlformats.org/officeDocument/2006/relationships/image" Target="../media/image648.png"/><Relationship Id="rId100" Type="http://schemas.openxmlformats.org/officeDocument/2006/relationships/image" Target="../media/image702.png"/><Relationship Id="rId101" Type="http://schemas.openxmlformats.org/officeDocument/2006/relationships/image" Target="../media/image703.png"/><Relationship Id="rId102" Type="http://schemas.openxmlformats.org/officeDocument/2006/relationships/image" Target="../media/image651.png"/><Relationship Id="rId103" Type="http://schemas.openxmlformats.org/officeDocument/2006/relationships/image" Target="../media/image652.png"/><Relationship Id="rId104" Type="http://schemas.openxmlformats.org/officeDocument/2006/relationships/image" Target="../media/image653.png"/><Relationship Id="rId105" Type="http://schemas.openxmlformats.org/officeDocument/2006/relationships/image" Target="../media/image704.png"/><Relationship Id="rId106" Type="http://schemas.openxmlformats.org/officeDocument/2006/relationships/image" Target="../media/image655.png"/><Relationship Id="rId107" Type="http://schemas.openxmlformats.org/officeDocument/2006/relationships/image" Target="../media/image705.png"/><Relationship Id="rId108" Type="http://schemas.openxmlformats.org/officeDocument/2006/relationships/image" Target="../media/image657.png"/><Relationship Id="rId109" Type="http://schemas.openxmlformats.org/officeDocument/2006/relationships/image" Target="../media/image658.png"/><Relationship Id="rId110" Type="http://schemas.openxmlformats.org/officeDocument/2006/relationships/image" Target="../media/image659.png"/><Relationship Id="rId111" Type="http://schemas.openxmlformats.org/officeDocument/2006/relationships/image" Target="../media/image660.png"/><Relationship Id="rId112" Type="http://schemas.openxmlformats.org/officeDocument/2006/relationships/image" Target="../media/image661.png"/><Relationship Id="rId113" Type="http://schemas.openxmlformats.org/officeDocument/2006/relationships/image" Target="../media/image706.png"/><Relationship Id="rId114" Type="http://schemas.openxmlformats.org/officeDocument/2006/relationships/image" Target="../media/image663.png"/><Relationship Id="rId115" Type="http://schemas.openxmlformats.org/officeDocument/2006/relationships/image" Target="../media/image664.png"/><Relationship Id="rId116" Type="http://schemas.openxmlformats.org/officeDocument/2006/relationships/image" Target="../media/image707.png"/><Relationship Id="rId117" Type="http://schemas.openxmlformats.org/officeDocument/2006/relationships/image" Target="../media/image666.png"/><Relationship Id="rId118" Type="http://schemas.openxmlformats.org/officeDocument/2006/relationships/image" Target="../media/image667.png"/><Relationship Id="rId119" Type="http://schemas.openxmlformats.org/officeDocument/2006/relationships/image" Target="../media/image668.png"/><Relationship Id="rId120" Type="http://schemas.openxmlformats.org/officeDocument/2006/relationships/image" Target="../media/image669.png"/><Relationship Id="rId121" Type="http://schemas.openxmlformats.org/officeDocument/2006/relationships/image" Target="../media/image670.png"/><Relationship Id="rId122" Type="http://schemas.openxmlformats.org/officeDocument/2006/relationships/image" Target="../media/image708.png"/><Relationship Id="rId123" Type="http://schemas.openxmlformats.org/officeDocument/2006/relationships/image" Target="../media/image672.png"/><Relationship Id="rId124" Type="http://schemas.openxmlformats.org/officeDocument/2006/relationships/image" Target="../media/image673.png"/><Relationship Id="rId125" Type="http://schemas.openxmlformats.org/officeDocument/2006/relationships/image" Target="../media/image674.png"/><Relationship Id="rId126" Type="http://schemas.openxmlformats.org/officeDocument/2006/relationships/image" Target="../media/image675.png"/><Relationship Id="rId127" Type="http://schemas.openxmlformats.org/officeDocument/2006/relationships/image" Target="../media/image676.png"/><Relationship Id="rId128" Type="http://schemas.openxmlformats.org/officeDocument/2006/relationships/image" Target="../media/image677.png"/><Relationship Id="rId129" Type="http://schemas.openxmlformats.org/officeDocument/2006/relationships/image" Target="../media/image678.png"/><Relationship Id="rId130" Type="http://schemas.openxmlformats.org/officeDocument/2006/relationships/image" Target="../media/image679.png"/><Relationship Id="rId131" Type="http://schemas.openxmlformats.org/officeDocument/2006/relationships/image" Target="../media/image680.png"/><Relationship Id="rId132" Type="http://schemas.openxmlformats.org/officeDocument/2006/relationships/image" Target="../media/image709.png"/><Relationship Id="rId133" Type="http://schemas.openxmlformats.org/officeDocument/2006/relationships/image" Target="../media/image682.png"/><Relationship Id="rId134" Type="http://schemas.openxmlformats.org/officeDocument/2006/relationships/image" Target="../media/image683.png"/><Relationship Id="rId135" Type="http://schemas.openxmlformats.org/officeDocument/2006/relationships/image" Target="../media/image68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10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711.png"/><Relationship Id="rId13" Type="http://schemas.openxmlformats.org/officeDocument/2006/relationships/image" Target="../media/image712.png"/><Relationship Id="rId14" Type="http://schemas.openxmlformats.org/officeDocument/2006/relationships/image" Target="../media/image713.png"/><Relationship Id="rId15" Type="http://schemas.openxmlformats.org/officeDocument/2006/relationships/image" Target="../media/image714.png"/><Relationship Id="rId16" Type="http://schemas.openxmlformats.org/officeDocument/2006/relationships/image" Target="../media/image715.png"/><Relationship Id="rId17" Type="http://schemas.openxmlformats.org/officeDocument/2006/relationships/image" Target="../media/image490.png"/><Relationship Id="rId18" Type="http://schemas.openxmlformats.org/officeDocument/2006/relationships/image" Target="../media/image716.png"/><Relationship Id="rId19" Type="http://schemas.openxmlformats.org/officeDocument/2006/relationships/image" Target="../media/image717.png"/><Relationship Id="rId20" Type="http://schemas.openxmlformats.org/officeDocument/2006/relationships/image" Target="../media/image718.png"/><Relationship Id="rId21" Type="http://schemas.openxmlformats.org/officeDocument/2006/relationships/image" Target="../media/image719.png"/><Relationship Id="rId22" Type="http://schemas.openxmlformats.org/officeDocument/2006/relationships/image" Target="../media/image720.png"/><Relationship Id="rId23" Type="http://schemas.openxmlformats.org/officeDocument/2006/relationships/image" Target="../media/image721.png"/><Relationship Id="rId24" Type="http://schemas.openxmlformats.org/officeDocument/2006/relationships/image" Target="../media/image186.png"/><Relationship Id="rId25" Type="http://schemas.openxmlformats.org/officeDocument/2006/relationships/image" Target="../media/image722.png"/><Relationship Id="rId26" Type="http://schemas.openxmlformats.org/officeDocument/2006/relationships/image" Target="../media/image723.png"/><Relationship Id="rId27" Type="http://schemas.openxmlformats.org/officeDocument/2006/relationships/image" Target="../media/image623.png"/><Relationship Id="rId28" Type="http://schemas.openxmlformats.org/officeDocument/2006/relationships/image" Target="../media/image724.png"/><Relationship Id="rId29" Type="http://schemas.openxmlformats.org/officeDocument/2006/relationships/image" Target="../media/image725.png"/><Relationship Id="rId30" Type="http://schemas.openxmlformats.org/officeDocument/2006/relationships/image" Target="../media/image622.png"/><Relationship Id="rId31" Type="http://schemas.openxmlformats.org/officeDocument/2006/relationships/image" Target="../media/image726.png"/><Relationship Id="rId32" Type="http://schemas.openxmlformats.org/officeDocument/2006/relationships/image" Target="../media/image727.png"/><Relationship Id="rId33" Type="http://schemas.openxmlformats.org/officeDocument/2006/relationships/image" Target="../media/image728.png"/><Relationship Id="rId34" Type="http://schemas.openxmlformats.org/officeDocument/2006/relationships/image" Target="../media/image729.png"/><Relationship Id="rId35" Type="http://schemas.openxmlformats.org/officeDocument/2006/relationships/image" Target="../media/image91.png"/><Relationship Id="rId36" Type="http://schemas.openxmlformats.org/officeDocument/2006/relationships/image" Target="../media/image4.png"/><Relationship Id="rId37" Type="http://schemas.openxmlformats.org/officeDocument/2006/relationships/image" Target="../media/image5.png"/><Relationship Id="rId38" Type="http://schemas.openxmlformats.org/officeDocument/2006/relationships/image" Target="../media/image730.png"/><Relationship Id="rId39" Type="http://schemas.openxmlformats.org/officeDocument/2006/relationships/image" Target="../media/image7.png"/><Relationship Id="rId40" Type="http://schemas.openxmlformats.org/officeDocument/2006/relationships/image" Target="../media/image731.png"/><Relationship Id="rId41" Type="http://schemas.openxmlformats.org/officeDocument/2006/relationships/image" Target="../media/image9.png"/><Relationship Id="rId42" Type="http://schemas.openxmlformats.org/officeDocument/2006/relationships/image" Target="../media/image732.png"/><Relationship Id="rId43" Type="http://schemas.openxmlformats.org/officeDocument/2006/relationships/image" Target="../media/image733.png"/><Relationship Id="rId44" Type="http://schemas.openxmlformats.org/officeDocument/2006/relationships/image" Target="../media/image734.png"/><Relationship Id="rId45" Type="http://schemas.openxmlformats.org/officeDocument/2006/relationships/image" Target="../media/image19.png"/><Relationship Id="rId46" Type="http://schemas.openxmlformats.org/officeDocument/2006/relationships/image" Target="../media/image98.png"/><Relationship Id="rId47" Type="http://schemas.openxmlformats.org/officeDocument/2006/relationships/image" Target="../media/image2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4446" y="518746"/>
            <a:ext cx="17479645" cy="9250045"/>
          </a:xfrm>
          <a:custGeom>
            <a:avLst/>
            <a:gdLst/>
            <a:ahLst/>
            <a:cxnLst/>
            <a:rect l="l" t="t" r="r" b="b"/>
            <a:pathLst>
              <a:path w="17479645" h="9250045">
                <a:moveTo>
                  <a:pt x="17479071" y="9249507"/>
                </a:moveTo>
                <a:lnTo>
                  <a:pt x="0" y="9249507"/>
                </a:lnTo>
                <a:lnTo>
                  <a:pt x="0" y="0"/>
                </a:lnTo>
                <a:lnTo>
                  <a:pt x="17479071" y="0"/>
                </a:lnTo>
                <a:lnTo>
                  <a:pt x="17479071" y="9249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09355" y="815991"/>
            <a:ext cx="16669385" cy="17145"/>
          </a:xfrm>
          <a:custGeom>
            <a:avLst/>
            <a:gdLst/>
            <a:ahLst/>
            <a:cxnLst/>
            <a:rect l="l" t="t" r="r" b="b"/>
            <a:pathLst>
              <a:path w="16669385" h="17144">
                <a:moveTo>
                  <a:pt x="16669286" y="16581"/>
                </a:moveTo>
                <a:lnTo>
                  <a:pt x="0" y="16581"/>
                </a:lnTo>
                <a:lnTo>
                  <a:pt x="0" y="0"/>
                </a:lnTo>
                <a:lnTo>
                  <a:pt x="16669286" y="0"/>
                </a:lnTo>
                <a:lnTo>
                  <a:pt x="16669286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560932" y="907393"/>
            <a:ext cx="17145" cy="8457565"/>
          </a:xfrm>
          <a:custGeom>
            <a:avLst/>
            <a:gdLst/>
            <a:ahLst/>
            <a:cxnLst/>
            <a:rect l="l" t="t" r="r" b="b"/>
            <a:pathLst>
              <a:path w="17144" h="8457565">
                <a:moveTo>
                  <a:pt x="16581" y="8457180"/>
                </a:moveTo>
                <a:lnTo>
                  <a:pt x="0" y="8457180"/>
                </a:lnTo>
                <a:lnTo>
                  <a:pt x="0" y="0"/>
                </a:lnTo>
                <a:lnTo>
                  <a:pt x="16581" y="0"/>
                </a:lnTo>
                <a:lnTo>
                  <a:pt x="16581" y="8457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09355" y="9454425"/>
            <a:ext cx="16669385" cy="17145"/>
          </a:xfrm>
          <a:custGeom>
            <a:avLst/>
            <a:gdLst/>
            <a:ahLst/>
            <a:cxnLst/>
            <a:rect l="l" t="t" r="r" b="b"/>
            <a:pathLst>
              <a:path w="16669385" h="17145">
                <a:moveTo>
                  <a:pt x="16669286" y="16581"/>
                </a:moveTo>
                <a:lnTo>
                  <a:pt x="0" y="16581"/>
                </a:lnTo>
                <a:lnTo>
                  <a:pt x="0" y="0"/>
                </a:lnTo>
                <a:lnTo>
                  <a:pt x="16669286" y="0"/>
                </a:lnTo>
                <a:lnTo>
                  <a:pt x="16669286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685800" y="791307"/>
            <a:ext cx="135255" cy="8573770"/>
            <a:chOff x="685800" y="791307"/>
            <a:chExt cx="135255" cy="8573770"/>
          </a:xfrm>
        </p:grpSpPr>
        <p:sp>
          <p:nvSpPr>
            <p:cNvPr id="8" name="object 8" descr=""/>
            <p:cNvSpPr/>
            <p:nvPr/>
          </p:nvSpPr>
          <p:spPr>
            <a:xfrm>
              <a:off x="710484" y="907393"/>
              <a:ext cx="17145" cy="8457565"/>
            </a:xfrm>
            <a:custGeom>
              <a:avLst/>
              <a:gdLst/>
              <a:ahLst/>
              <a:cxnLst/>
              <a:rect l="l" t="t" r="r" b="b"/>
              <a:pathLst>
                <a:path w="17145" h="8457565">
                  <a:moveTo>
                    <a:pt x="16581" y="8457180"/>
                  </a:moveTo>
                  <a:lnTo>
                    <a:pt x="0" y="8457180"/>
                  </a:lnTo>
                  <a:lnTo>
                    <a:pt x="0" y="0"/>
                  </a:lnTo>
                  <a:lnTo>
                    <a:pt x="16581" y="0"/>
                  </a:lnTo>
                  <a:lnTo>
                    <a:pt x="16581" y="8457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791307"/>
              <a:ext cx="134786" cy="127317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67411" y="791307"/>
            <a:ext cx="134787" cy="12731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" y="9353342"/>
            <a:ext cx="134787" cy="1423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67412" y="9353341"/>
            <a:ext cx="134787" cy="142348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179935" y="7746565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72464" y="5440643"/>
            <a:ext cx="150610" cy="21849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15246" y="5440643"/>
            <a:ext cx="165661" cy="2226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73816" y="5440643"/>
            <a:ext cx="150611" cy="21849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16599" y="5440643"/>
            <a:ext cx="163451" cy="221443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5796998" y="4155504"/>
            <a:ext cx="697230" cy="808355"/>
          </a:xfrm>
          <a:custGeom>
            <a:avLst/>
            <a:gdLst/>
            <a:ahLst/>
            <a:cxnLst/>
            <a:rect l="l" t="t" r="r" b="b"/>
            <a:pathLst>
              <a:path w="697229" h="808354">
                <a:moveTo>
                  <a:pt x="364015" y="0"/>
                </a:moveTo>
                <a:lnTo>
                  <a:pt x="0" y="0"/>
                </a:lnTo>
                <a:lnTo>
                  <a:pt x="0" y="808309"/>
                </a:lnTo>
                <a:lnTo>
                  <a:pt x="192900" y="808309"/>
                </a:lnTo>
                <a:lnTo>
                  <a:pt x="192900" y="545056"/>
                </a:lnTo>
                <a:lnTo>
                  <a:pt x="359930" y="545056"/>
                </a:lnTo>
                <a:lnTo>
                  <a:pt x="415959" y="542343"/>
                </a:lnTo>
                <a:lnTo>
                  <a:pt x="467341" y="534390"/>
                </a:lnTo>
                <a:lnTo>
                  <a:pt x="513931" y="521477"/>
                </a:lnTo>
                <a:lnTo>
                  <a:pt x="555584" y="503883"/>
                </a:lnTo>
                <a:lnTo>
                  <a:pt x="592155" y="481887"/>
                </a:lnTo>
                <a:lnTo>
                  <a:pt x="623498" y="455769"/>
                </a:lnTo>
                <a:lnTo>
                  <a:pt x="649468" y="425808"/>
                </a:lnTo>
                <a:lnTo>
                  <a:pt x="659307" y="409680"/>
                </a:lnTo>
                <a:lnTo>
                  <a:pt x="192900" y="409680"/>
                </a:lnTo>
                <a:lnTo>
                  <a:pt x="192900" y="137743"/>
                </a:lnTo>
                <a:lnTo>
                  <a:pt x="660504" y="137743"/>
                </a:lnTo>
                <a:lnTo>
                  <a:pt x="650122" y="120424"/>
                </a:lnTo>
                <a:lnTo>
                  <a:pt x="624495" y="90279"/>
                </a:lnTo>
                <a:lnTo>
                  <a:pt x="593554" y="63946"/>
                </a:lnTo>
                <a:lnTo>
                  <a:pt x="557439" y="41727"/>
                </a:lnTo>
                <a:lnTo>
                  <a:pt x="516288" y="23922"/>
                </a:lnTo>
                <a:lnTo>
                  <a:pt x="470241" y="10832"/>
                </a:lnTo>
                <a:lnTo>
                  <a:pt x="419437" y="2758"/>
                </a:lnTo>
                <a:lnTo>
                  <a:pt x="364015" y="0"/>
                </a:lnTo>
                <a:close/>
              </a:path>
              <a:path w="697229" h="808354">
                <a:moveTo>
                  <a:pt x="660504" y="137743"/>
                </a:moveTo>
                <a:lnTo>
                  <a:pt x="328158" y="137743"/>
                </a:lnTo>
                <a:lnTo>
                  <a:pt x="389955" y="144017"/>
                </a:lnTo>
                <a:lnTo>
                  <a:pt x="437679" y="161980"/>
                </a:lnTo>
                <a:lnTo>
                  <a:pt x="471524" y="190344"/>
                </a:lnTo>
                <a:lnTo>
                  <a:pt x="491688" y="227819"/>
                </a:lnTo>
                <a:lnTo>
                  <a:pt x="498365" y="273119"/>
                </a:lnTo>
                <a:lnTo>
                  <a:pt x="491691" y="318391"/>
                </a:lnTo>
                <a:lnTo>
                  <a:pt x="471553" y="356142"/>
                </a:lnTo>
                <a:lnTo>
                  <a:pt x="437777" y="384913"/>
                </a:lnTo>
                <a:lnTo>
                  <a:pt x="390188" y="403245"/>
                </a:lnTo>
                <a:lnTo>
                  <a:pt x="328612" y="409680"/>
                </a:lnTo>
                <a:lnTo>
                  <a:pt x="659307" y="409680"/>
                </a:lnTo>
                <a:lnTo>
                  <a:pt x="669919" y="392283"/>
                </a:lnTo>
                <a:lnTo>
                  <a:pt x="684708" y="355474"/>
                </a:lnTo>
                <a:lnTo>
                  <a:pt x="693687" y="315660"/>
                </a:lnTo>
                <a:lnTo>
                  <a:pt x="696713" y="273119"/>
                </a:lnTo>
                <a:lnTo>
                  <a:pt x="693731" y="230730"/>
                </a:lnTo>
                <a:lnTo>
                  <a:pt x="684879" y="190950"/>
                </a:lnTo>
                <a:lnTo>
                  <a:pt x="670297" y="154082"/>
                </a:lnTo>
                <a:lnTo>
                  <a:pt x="660504" y="137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6545980" y="4144453"/>
            <a:ext cx="868680" cy="830580"/>
          </a:xfrm>
          <a:custGeom>
            <a:avLst/>
            <a:gdLst/>
            <a:ahLst/>
            <a:cxnLst/>
            <a:rect l="l" t="t" r="r" b="b"/>
            <a:pathLst>
              <a:path w="868679" h="830579">
                <a:moveTo>
                  <a:pt x="433913" y="0"/>
                </a:moveTo>
                <a:lnTo>
                  <a:pt x="385288" y="2009"/>
                </a:lnTo>
                <a:lnTo>
                  <a:pt x="338508" y="7989"/>
                </a:lnTo>
                <a:lnTo>
                  <a:pt x="293797" y="17871"/>
                </a:lnTo>
                <a:lnTo>
                  <a:pt x="251379" y="31583"/>
                </a:lnTo>
                <a:lnTo>
                  <a:pt x="211476" y="49057"/>
                </a:lnTo>
                <a:lnTo>
                  <a:pt x="174313" y="70221"/>
                </a:lnTo>
                <a:lnTo>
                  <a:pt x="140113" y="95006"/>
                </a:lnTo>
                <a:lnTo>
                  <a:pt x="109099" y="123342"/>
                </a:lnTo>
                <a:lnTo>
                  <a:pt x="81495" y="155157"/>
                </a:lnTo>
                <a:lnTo>
                  <a:pt x="57525" y="190383"/>
                </a:lnTo>
                <a:lnTo>
                  <a:pt x="37412" y="228948"/>
                </a:lnTo>
                <a:lnTo>
                  <a:pt x="21379" y="270783"/>
                </a:lnTo>
                <a:lnTo>
                  <a:pt x="9651" y="315818"/>
                </a:lnTo>
                <a:lnTo>
                  <a:pt x="2450" y="363982"/>
                </a:lnTo>
                <a:lnTo>
                  <a:pt x="0" y="415205"/>
                </a:lnTo>
                <a:lnTo>
                  <a:pt x="2450" y="466291"/>
                </a:lnTo>
                <a:lnTo>
                  <a:pt x="9651" y="514355"/>
                </a:lnTo>
                <a:lnTo>
                  <a:pt x="21379" y="559324"/>
                </a:lnTo>
                <a:lnTo>
                  <a:pt x="37412" y="601123"/>
                </a:lnTo>
                <a:lnTo>
                  <a:pt x="57525" y="639677"/>
                </a:lnTo>
                <a:lnTo>
                  <a:pt x="81495" y="674913"/>
                </a:lnTo>
                <a:lnTo>
                  <a:pt x="109099" y="706755"/>
                </a:lnTo>
                <a:lnTo>
                  <a:pt x="140113" y="735129"/>
                </a:lnTo>
                <a:lnTo>
                  <a:pt x="174313" y="759962"/>
                </a:lnTo>
                <a:lnTo>
                  <a:pt x="211476" y="781178"/>
                </a:lnTo>
                <a:lnTo>
                  <a:pt x="251759" y="798827"/>
                </a:lnTo>
                <a:lnTo>
                  <a:pt x="294139" y="812540"/>
                </a:lnTo>
                <a:lnTo>
                  <a:pt x="338792" y="822421"/>
                </a:lnTo>
                <a:lnTo>
                  <a:pt x="385365" y="828402"/>
                </a:lnTo>
                <a:lnTo>
                  <a:pt x="433913" y="830411"/>
                </a:lnTo>
                <a:lnTo>
                  <a:pt x="482386" y="828402"/>
                </a:lnTo>
                <a:lnTo>
                  <a:pt x="529068" y="822421"/>
                </a:lnTo>
                <a:lnTo>
                  <a:pt x="573728" y="812540"/>
                </a:lnTo>
                <a:lnTo>
                  <a:pt x="616137" y="798827"/>
                </a:lnTo>
                <a:lnTo>
                  <a:pt x="656065" y="781353"/>
                </a:lnTo>
                <a:lnTo>
                  <a:pt x="693281" y="760189"/>
                </a:lnTo>
                <a:lnTo>
                  <a:pt x="727557" y="735404"/>
                </a:lnTo>
                <a:lnTo>
                  <a:pt x="758661" y="707069"/>
                </a:lnTo>
                <a:lnTo>
                  <a:pt x="780824" y="681616"/>
                </a:lnTo>
                <a:lnTo>
                  <a:pt x="433913" y="681616"/>
                </a:lnTo>
                <a:lnTo>
                  <a:pt x="387966" y="678158"/>
                </a:lnTo>
                <a:lnTo>
                  <a:pt x="345998" y="667869"/>
                </a:lnTo>
                <a:lnTo>
                  <a:pt x="308389" y="650875"/>
                </a:lnTo>
                <a:lnTo>
                  <a:pt x="275521" y="627303"/>
                </a:lnTo>
                <a:lnTo>
                  <a:pt x="247774" y="597279"/>
                </a:lnTo>
                <a:lnTo>
                  <a:pt x="225530" y="560931"/>
                </a:lnTo>
                <a:lnTo>
                  <a:pt x="209170" y="518385"/>
                </a:lnTo>
                <a:lnTo>
                  <a:pt x="199074" y="469767"/>
                </a:lnTo>
                <a:lnTo>
                  <a:pt x="195624" y="415205"/>
                </a:lnTo>
                <a:lnTo>
                  <a:pt x="199074" y="360643"/>
                </a:lnTo>
                <a:lnTo>
                  <a:pt x="209170" y="312026"/>
                </a:lnTo>
                <a:lnTo>
                  <a:pt x="225530" y="269480"/>
                </a:lnTo>
                <a:lnTo>
                  <a:pt x="247774" y="233131"/>
                </a:lnTo>
                <a:lnTo>
                  <a:pt x="275521" y="203108"/>
                </a:lnTo>
                <a:lnTo>
                  <a:pt x="308389" y="179536"/>
                </a:lnTo>
                <a:lnTo>
                  <a:pt x="345998" y="162542"/>
                </a:lnTo>
                <a:lnTo>
                  <a:pt x="387966" y="152252"/>
                </a:lnTo>
                <a:lnTo>
                  <a:pt x="433913" y="148794"/>
                </a:lnTo>
                <a:lnTo>
                  <a:pt x="780824" y="148794"/>
                </a:lnTo>
                <a:lnTo>
                  <a:pt x="758661" y="123342"/>
                </a:lnTo>
                <a:lnTo>
                  <a:pt x="727557" y="95006"/>
                </a:lnTo>
                <a:lnTo>
                  <a:pt x="693281" y="70221"/>
                </a:lnTo>
                <a:lnTo>
                  <a:pt x="656065" y="49057"/>
                </a:lnTo>
                <a:lnTo>
                  <a:pt x="616137" y="31583"/>
                </a:lnTo>
                <a:lnTo>
                  <a:pt x="573728" y="17871"/>
                </a:lnTo>
                <a:lnTo>
                  <a:pt x="529068" y="7989"/>
                </a:lnTo>
                <a:lnTo>
                  <a:pt x="482386" y="2009"/>
                </a:lnTo>
                <a:lnTo>
                  <a:pt x="433913" y="0"/>
                </a:lnTo>
                <a:close/>
              </a:path>
              <a:path w="868679" h="830579">
                <a:moveTo>
                  <a:pt x="780824" y="148794"/>
                </a:moveTo>
                <a:lnTo>
                  <a:pt x="433913" y="148794"/>
                </a:lnTo>
                <a:lnTo>
                  <a:pt x="479996" y="152252"/>
                </a:lnTo>
                <a:lnTo>
                  <a:pt x="522069" y="162542"/>
                </a:lnTo>
                <a:lnTo>
                  <a:pt x="559757" y="179536"/>
                </a:lnTo>
                <a:lnTo>
                  <a:pt x="592682" y="203108"/>
                </a:lnTo>
                <a:lnTo>
                  <a:pt x="620467" y="233131"/>
                </a:lnTo>
                <a:lnTo>
                  <a:pt x="642734" y="269480"/>
                </a:lnTo>
                <a:lnTo>
                  <a:pt x="659106" y="312026"/>
                </a:lnTo>
                <a:lnTo>
                  <a:pt x="669206" y="360643"/>
                </a:lnTo>
                <a:lnTo>
                  <a:pt x="672657" y="415205"/>
                </a:lnTo>
                <a:lnTo>
                  <a:pt x="669206" y="469767"/>
                </a:lnTo>
                <a:lnTo>
                  <a:pt x="659106" y="518385"/>
                </a:lnTo>
                <a:lnTo>
                  <a:pt x="642734" y="560931"/>
                </a:lnTo>
                <a:lnTo>
                  <a:pt x="620467" y="597279"/>
                </a:lnTo>
                <a:lnTo>
                  <a:pt x="592682" y="627303"/>
                </a:lnTo>
                <a:lnTo>
                  <a:pt x="559757" y="650875"/>
                </a:lnTo>
                <a:lnTo>
                  <a:pt x="522069" y="667869"/>
                </a:lnTo>
                <a:lnTo>
                  <a:pt x="479996" y="678158"/>
                </a:lnTo>
                <a:lnTo>
                  <a:pt x="433913" y="681616"/>
                </a:lnTo>
                <a:lnTo>
                  <a:pt x="780824" y="681616"/>
                </a:lnTo>
                <a:lnTo>
                  <a:pt x="810436" y="640028"/>
                </a:lnTo>
                <a:lnTo>
                  <a:pt x="830647" y="601462"/>
                </a:lnTo>
                <a:lnTo>
                  <a:pt x="846767" y="559627"/>
                </a:lnTo>
                <a:lnTo>
                  <a:pt x="858566" y="514592"/>
                </a:lnTo>
                <a:lnTo>
                  <a:pt x="865814" y="466428"/>
                </a:lnTo>
                <a:lnTo>
                  <a:pt x="868281" y="415205"/>
                </a:lnTo>
                <a:lnTo>
                  <a:pt x="865814" y="363982"/>
                </a:lnTo>
                <a:lnTo>
                  <a:pt x="858566" y="315818"/>
                </a:lnTo>
                <a:lnTo>
                  <a:pt x="846767" y="270783"/>
                </a:lnTo>
                <a:lnTo>
                  <a:pt x="830647" y="228948"/>
                </a:lnTo>
                <a:lnTo>
                  <a:pt x="810436" y="190383"/>
                </a:lnTo>
                <a:lnTo>
                  <a:pt x="786364" y="155157"/>
                </a:lnTo>
                <a:lnTo>
                  <a:pt x="780824" y="148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501026" y="4155504"/>
            <a:ext cx="730885" cy="808355"/>
          </a:xfrm>
          <a:custGeom>
            <a:avLst/>
            <a:gdLst/>
            <a:ahLst/>
            <a:cxnLst/>
            <a:rect l="l" t="t" r="r" b="b"/>
            <a:pathLst>
              <a:path w="730884" h="808354">
                <a:moveTo>
                  <a:pt x="364015" y="0"/>
                </a:moveTo>
                <a:lnTo>
                  <a:pt x="0" y="0"/>
                </a:lnTo>
                <a:lnTo>
                  <a:pt x="0" y="808309"/>
                </a:lnTo>
                <a:lnTo>
                  <a:pt x="192900" y="808309"/>
                </a:lnTo>
                <a:lnTo>
                  <a:pt x="192900" y="520980"/>
                </a:lnTo>
                <a:lnTo>
                  <a:pt x="549539" y="520980"/>
                </a:lnTo>
                <a:lnTo>
                  <a:pt x="532406" y="493747"/>
                </a:lnTo>
                <a:lnTo>
                  <a:pt x="581455" y="470671"/>
                </a:lnTo>
                <a:lnTo>
                  <a:pt x="622208" y="441093"/>
                </a:lnTo>
                <a:lnTo>
                  <a:pt x="654388" y="405289"/>
                </a:lnTo>
                <a:lnTo>
                  <a:pt x="665606" y="385209"/>
                </a:lnTo>
                <a:lnTo>
                  <a:pt x="192900" y="385209"/>
                </a:lnTo>
                <a:lnTo>
                  <a:pt x="192900" y="137743"/>
                </a:lnTo>
                <a:lnTo>
                  <a:pt x="665588" y="137743"/>
                </a:lnTo>
                <a:lnTo>
                  <a:pt x="664825" y="136072"/>
                </a:lnTo>
                <a:lnTo>
                  <a:pt x="640518" y="101704"/>
                </a:lnTo>
                <a:lnTo>
                  <a:pt x="609680" y="71832"/>
                </a:lnTo>
                <a:lnTo>
                  <a:pt x="572497" y="46742"/>
                </a:lnTo>
                <a:lnTo>
                  <a:pt x="529154" y="26726"/>
                </a:lnTo>
                <a:lnTo>
                  <a:pt x="479836" y="12070"/>
                </a:lnTo>
                <a:lnTo>
                  <a:pt x="424728" y="3065"/>
                </a:lnTo>
                <a:lnTo>
                  <a:pt x="364015" y="0"/>
                </a:lnTo>
                <a:close/>
              </a:path>
              <a:path w="730884" h="808354">
                <a:moveTo>
                  <a:pt x="549539" y="520980"/>
                </a:moveTo>
                <a:lnTo>
                  <a:pt x="339959" y="520980"/>
                </a:lnTo>
                <a:lnTo>
                  <a:pt x="516521" y="808309"/>
                </a:lnTo>
                <a:lnTo>
                  <a:pt x="730300" y="808309"/>
                </a:lnTo>
                <a:lnTo>
                  <a:pt x="549539" y="520980"/>
                </a:lnTo>
                <a:close/>
              </a:path>
              <a:path w="730884" h="808354">
                <a:moveTo>
                  <a:pt x="665588" y="137743"/>
                </a:moveTo>
                <a:lnTo>
                  <a:pt x="328158" y="137743"/>
                </a:lnTo>
                <a:lnTo>
                  <a:pt x="389956" y="143029"/>
                </a:lnTo>
                <a:lnTo>
                  <a:pt x="437679" y="158620"/>
                </a:lnTo>
                <a:lnTo>
                  <a:pt x="471524" y="184120"/>
                </a:lnTo>
                <a:lnTo>
                  <a:pt x="491687" y="219130"/>
                </a:lnTo>
                <a:lnTo>
                  <a:pt x="498365" y="263253"/>
                </a:lnTo>
                <a:lnTo>
                  <a:pt x="491691" y="307005"/>
                </a:lnTo>
                <a:lnTo>
                  <a:pt x="471553" y="341134"/>
                </a:lnTo>
                <a:lnTo>
                  <a:pt x="437777" y="365582"/>
                </a:lnTo>
                <a:lnTo>
                  <a:pt x="390188" y="380293"/>
                </a:lnTo>
                <a:lnTo>
                  <a:pt x="328612" y="385209"/>
                </a:lnTo>
                <a:lnTo>
                  <a:pt x="665606" y="385209"/>
                </a:lnTo>
                <a:lnTo>
                  <a:pt x="677717" y="363531"/>
                </a:lnTo>
                <a:lnTo>
                  <a:pt x="691917" y="316094"/>
                </a:lnTo>
                <a:lnTo>
                  <a:pt x="696713" y="263253"/>
                </a:lnTo>
                <a:lnTo>
                  <a:pt x="693108" y="217135"/>
                </a:lnTo>
                <a:lnTo>
                  <a:pt x="682417" y="174645"/>
                </a:lnTo>
                <a:lnTo>
                  <a:pt x="665588" y="137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241830" y="4155566"/>
            <a:ext cx="761365" cy="808355"/>
          </a:xfrm>
          <a:custGeom>
            <a:avLst/>
            <a:gdLst/>
            <a:ahLst/>
            <a:cxnLst/>
            <a:rect l="l" t="t" r="r" b="b"/>
            <a:pathLst>
              <a:path w="761365" h="808354">
                <a:moveTo>
                  <a:pt x="761161" y="0"/>
                </a:moveTo>
                <a:lnTo>
                  <a:pt x="0" y="0"/>
                </a:lnTo>
                <a:lnTo>
                  <a:pt x="0" y="139407"/>
                </a:lnTo>
                <a:lnTo>
                  <a:pt x="285496" y="139407"/>
                </a:lnTo>
                <a:lnTo>
                  <a:pt x="285496" y="808075"/>
                </a:lnTo>
                <a:lnTo>
                  <a:pt x="476580" y="808075"/>
                </a:lnTo>
                <a:lnTo>
                  <a:pt x="476580" y="139407"/>
                </a:lnTo>
                <a:lnTo>
                  <a:pt x="761161" y="139407"/>
                </a:lnTo>
                <a:lnTo>
                  <a:pt x="761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9071153" y="4155566"/>
            <a:ext cx="612775" cy="808355"/>
          </a:xfrm>
          <a:custGeom>
            <a:avLst/>
            <a:gdLst/>
            <a:ahLst/>
            <a:cxnLst/>
            <a:rect l="l" t="t" r="r" b="b"/>
            <a:pathLst>
              <a:path w="612775" h="808354">
                <a:moveTo>
                  <a:pt x="612749" y="0"/>
                </a:moveTo>
                <a:lnTo>
                  <a:pt x="0" y="0"/>
                </a:lnTo>
                <a:lnTo>
                  <a:pt x="0" y="139407"/>
                </a:lnTo>
                <a:lnTo>
                  <a:pt x="0" y="334327"/>
                </a:lnTo>
                <a:lnTo>
                  <a:pt x="0" y="473735"/>
                </a:lnTo>
                <a:lnTo>
                  <a:pt x="0" y="808075"/>
                </a:lnTo>
                <a:lnTo>
                  <a:pt x="192900" y="808075"/>
                </a:lnTo>
                <a:lnTo>
                  <a:pt x="192900" y="473735"/>
                </a:lnTo>
                <a:lnTo>
                  <a:pt x="571893" y="473735"/>
                </a:lnTo>
                <a:lnTo>
                  <a:pt x="571893" y="334327"/>
                </a:lnTo>
                <a:lnTo>
                  <a:pt x="192900" y="334327"/>
                </a:lnTo>
                <a:lnTo>
                  <a:pt x="192900" y="139407"/>
                </a:lnTo>
                <a:lnTo>
                  <a:pt x="612749" y="139407"/>
                </a:lnTo>
                <a:lnTo>
                  <a:pt x="612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740711" y="4144453"/>
            <a:ext cx="868680" cy="830580"/>
          </a:xfrm>
          <a:custGeom>
            <a:avLst/>
            <a:gdLst/>
            <a:ahLst/>
            <a:cxnLst/>
            <a:rect l="l" t="t" r="r" b="b"/>
            <a:pathLst>
              <a:path w="868679" h="830579">
                <a:moveTo>
                  <a:pt x="433913" y="0"/>
                </a:moveTo>
                <a:lnTo>
                  <a:pt x="385288" y="2009"/>
                </a:lnTo>
                <a:lnTo>
                  <a:pt x="338508" y="7989"/>
                </a:lnTo>
                <a:lnTo>
                  <a:pt x="293797" y="17871"/>
                </a:lnTo>
                <a:lnTo>
                  <a:pt x="251379" y="31583"/>
                </a:lnTo>
                <a:lnTo>
                  <a:pt x="211476" y="49057"/>
                </a:lnTo>
                <a:lnTo>
                  <a:pt x="174313" y="70221"/>
                </a:lnTo>
                <a:lnTo>
                  <a:pt x="140113" y="95006"/>
                </a:lnTo>
                <a:lnTo>
                  <a:pt x="109099" y="123342"/>
                </a:lnTo>
                <a:lnTo>
                  <a:pt x="81495" y="155157"/>
                </a:lnTo>
                <a:lnTo>
                  <a:pt x="57525" y="190383"/>
                </a:lnTo>
                <a:lnTo>
                  <a:pt x="37412" y="228948"/>
                </a:lnTo>
                <a:lnTo>
                  <a:pt x="21379" y="270783"/>
                </a:lnTo>
                <a:lnTo>
                  <a:pt x="9651" y="315818"/>
                </a:lnTo>
                <a:lnTo>
                  <a:pt x="2450" y="363982"/>
                </a:lnTo>
                <a:lnTo>
                  <a:pt x="0" y="415205"/>
                </a:lnTo>
                <a:lnTo>
                  <a:pt x="2450" y="466291"/>
                </a:lnTo>
                <a:lnTo>
                  <a:pt x="9651" y="514355"/>
                </a:lnTo>
                <a:lnTo>
                  <a:pt x="21379" y="559324"/>
                </a:lnTo>
                <a:lnTo>
                  <a:pt x="37412" y="601123"/>
                </a:lnTo>
                <a:lnTo>
                  <a:pt x="57525" y="639677"/>
                </a:lnTo>
                <a:lnTo>
                  <a:pt x="81495" y="674913"/>
                </a:lnTo>
                <a:lnTo>
                  <a:pt x="109099" y="706755"/>
                </a:lnTo>
                <a:lnTo>
                  <a:pt x="140113" y="735129"/>
                </a:lnTo>
                <a:lnTo>
                  <a:pt x="174313" y="759962"/>
                </a:lnTo>
                <a:lnTo>
                  <a:pt x="211476" y="781178"/>
                </a:lnTo>
                <a:lnTo>
                  <a:pt x="251759" y="798827"/>
                </a:lnTo>
                <a:lnTo>
                  <a:pt x="294139" y="812540"/>
                </a:lnTo>
                <a:lnTo>
                  <a:pt x="338792" y="822421"/>
                </a:lnTo>
                <a:lnTo>
                  <a:pt x="385365" y="828402"/>
                </a:lnTo>
                <a:lnTo>
                  <a:pt x="433913" y="830411"/>
                </a:lnTo>
                <a:lnTo>
                  <a:pt x="482386" y="828402"/>
                </a:lnTo>
                <a:lnTo>
                  <a:pt x="529068" y="822421"/>
                </a:lnTo>
                <a:lnTo>
                  <a:pt x="573728" y="812540"/>
                </a:lnTo>
                <a:lnTo>
                  <a:pt x="616137" y="798827"/>
                </a:lnTo>
                <a:lnTo>
                  <a:pt x="656065" y="781353"/>
                </a:lnTo>
                <a:lnTo>
                  <a:pt x="693281" y="760189"/>
                </a:lnTo>
                <a:lnTo>
                  <a:pt x="727556" y="735404"/>
                </a:lnTo>
                <a:lnTo>
                  <a:pt x="758661" y="707069"/>
                </a:lnTo>
                <a:lnTo>
                  <a:pt x="780824" y="681616"/>
                </a:lnTo>
                <a:lnTo>
                  <a:pt x="433913" y="681616"/>
                </a:lnTo>
                <a:lnTo>
                  <a:pt x="387966" y="678158"/>
                </a:lnTo>
                <a:lnTo>
                  <a:pt x="345998" y="667869"/>
                </a:lnTo>
                <a:lnTo>
                  <a:pt x="308389" y="650875"/>
                </a:lnTo>
                <a:lnTo>
                  <a:pt x="275521" y="627303"/>
                </a:lnTo>
                <a:lnTo>
                  <a:pt x="247774" y="597279"/>
                </a:lnTo>
                <a:lnTo>
                  <a:pt x="225530" y="560931"/>
                </a:lnTo>
                <a:lnTo>
                  <a:pt x="209169" y="518385"/>
                </a:lnTo>
                <a:lnTo>
                  <a:pt x="199074" y="469767"/>
                </a:lnTo>
                <a:lnTo>
                  <a:pt x="195624" y="415205"/>
                </a:lnTo>
                <a:lnTo>
                  <a:pt x="199074" y="360643"/>
                </a:lnTo>
                <a:lnTo>
                  <a:pt x="209169" y="312026"/>
                </a:lnTo>
                <a:lnTo>
                  <a:pt x="225530" y="269480"/>
                </a:lnTo>
                <a:lnTo>
                  <a:pt x="247774" y="233131"/>
                </a:lnTo>
                <a:lnTo>
                  <a:pt x="275521" y="203108"/>
                </a:lnTo>
                <a:lnTo>
                  <a:pt x="308389" y="179536"/>
                </a:lnTo>
                <a:lnTo>
                  <a:pt x="345998" y="162542"/>
                </a:lnTo>
                <a:lnTo>
                  <a:pt x="387966" y="152252"/>
                </a:lnTo>
                <a:lnTo>
                  <a:pt x="433913" y="148794"/>
                </a:lnTo>
                <a:lnTo>
                  <a:pt x="780824" y="148794"/>
                </a:lnTo>
                <a:lnTo>
                  <a:pt x="758661" y="123342"/>
                </a:lnTo>
                <a:lnTo>
                  <a:pt x="727556" y="95006"/>
                </a:lnTo>
                <a:lnTo>
                  <a:pt x="693281" y="70221"/>
                </a:lnTo>
                <a:lnTo>
                  <a:pt x="656065" y="49057"/>
                </a:lnTo>
                <a:lnTo>
                  <a:pt x="616137" y="31583"/>
                </a:lnTo>
                <a:lnTo>
                  <a:pt x="573728" y="17871"/>
                </a:lnTo>
                <a:lnTo>
                  <a:pt x="529068" y="7989"/>
                </a:lnTo>
                <a:lnTo>
                  <a:pt x="482386" y="2009"/>
                </a:lnTo>
                <a:lnTo>
                  <a:pt x="433913" y="0"/>
                </a:lnTo>
                <a:close/>
              </a:path>
              <a:path w="868679" h="830579">
                <a:moveTo>
                  <a:pt x="780824" y="148794"/>
                </a:moveTo>
                <a:lnTo>
                  <a:pt x="433913" y="148794"/>
                </a:lnTo>
                <a:lnTo>
                  <a:pt x="479995" y="152252"/>
                </a:lnTo>
                <a:lnTo>
                  <a:pt x="522069" y="162542"/>
                </a:lnTo>
                <a:lnTo>
                  <a:pt x="559757" y="179536"/>
                </a:lnTo>
                <a:lnTo>
                  <a:pt x="592682" y="203108"/>
                </a:lnTo>
                <a:lnTo>
                  <a:pt x="620466" y="233131"/>
                </a:lnTo>
                <a:lnTo>
                  <a:pt x="642734" y="269480"/>
                </a:lnTo>
                <a:lnTo>
                  <a:pt x="659106" y="312026"/>
                </a:lnTo>
                <a:lnTo>
                  <a:pt x="669206" y="360643"/>
                </a:lnTo>
                <a:lnTo>
                  <a:pt x="672656" y="415205"/>
                </a:lnTo>
                <a:lnTo>
                  <a:pt x="669206" y="469767"/>
                </a:lnTo>
                <a:lnTo>
                  <a:pt x="659106" y="518385"/>
                </a:lnTo>
                <a:lnTo>
                  <a:pt x="642734" y="560931"/>
                </a:lnTo>
                <a:lnTo>
                  <a:pt x="620466" y="597279"/>
                </a:lnTo>
                <a:lnTo>
                  <a:pt x="592682" y="627303"/>
                </a:lnTo>
                <a:lnTo>
                  <a:pt x="559757" y="650875"/>
                </a:lnTo>
                <a:lnTo>
                  <a:pt x="522069" y="667869"/>
                </a:lnTo>
                <a:lnTo>
                  <a:pt x="479995" y="678158"/>
                </a:lnTo>
                <a:lnTo>
                  <a:pt x="433913" y="681616"/>
                </a:lnTo>
                <a:lnTo>
                  <a:pt x="780824" y="681616"/>
                </a:lnTo>
                <a:lnTo>
                  <a:pt x="810436" y="640028"/>
                </a:lnTo>
                <a:lnTo>
                  <a:pt x="830647" y="601462"/>
                </a:lnTo>
                <a:lnTo>
                  <a:pt x="846767" y="559627"/>
                </a:lnTo>
                <a:lnTo>
                  <a:pt x="858566" y="514592"/>
                </a:lnTo>
                <a:lnTo>
                  <a:pt x="865814" y="466428"/>
                </a:lnTo>
                <a:lnTo>
                  <a:pt x="868281" y="415205"/>
                </a:lnTo>
                <a:lnTo>
                  <a:pt x="865814" y="363982"/>
                </a:lnTo>
                <a:lnTo>
                  <a:pt x="858566" y="315818"/>
                </a:lnTo>
                <a:lnTo>
                  <a:pt x="846767" y="270783"/>
                </a:lnTo>
                <a:lnTo>
                  <a:pt x="830647" y="228948"/>
                </a:lnTo>
                <a:lnTo>
                  <a:pt x="810436" y="190383"/>
                </a:lnTo>
                <a:lnTo>
                  <a:pt x="786364" y="155157"/>
                </a:lnTo>
                <a:lnTo>
                  <a:pt x="780824" y="148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0695750" y="4155566"/>
            <a:ext cx="593090" cy="808355"/>
          </a:xfrm>
          <a:custGeom>
            <a:avLst/>
            <a:gdLst/>
            <a:ahLst/>
            <a:cxnLst/>
            <a:rect l="l" t="t" r="r" b="b"/>
            <a:pathLst>
              <a:path w="593090" h="808354">
                <a:moveTo>
                  <a:pt x="592772" y="669848"/>
                </a:moveTo>
                <a:lnTo>
                  <a:pt x="192900" y="669848"/>
                </a:lnTo>
                <a:lnTo>
                  <a:pt x="192900" y="0"/>
                </a:lnTo>
                <a:lnTo>
                  <a:pt x="0" y="0"/>
                </a:lnTo>
                <a:lnTo>
                  <a:pt x="0" y="669848"/>
                </a:lnTo>
                <a:lnTo>
                  <a:pt x="0" y="808075"/>
                </a:lnTo>
                <a:lnTo>
                  <a:pt x="592772" y="808075"/>
                </a:lnTo>
                <a:lnTo>
                  <a:pt x="592772" y="669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1360317" y="4155505"/>
            <a:ext cx="193040" cy="808355"/>
          </a:xfrm>
          <a:custGeom>
            <a:avLst/>
            <a:gdLst/>
            <a:ahLst/>
            <a:cxnLst/>
            <a:rect l="l" t="t" r="r" b="b"/>
            <a:pathLst>
              <a:path w="193040" h="808354">
                <a:moveTo>
                  <a:pt x="192902" y="0"/>
                </a:moveTo>
                <a:lnTo>
                  <a:pt x="0" y="0"/>
                </a:lnTo>
                <a:lnTo>
                  <a:pt x="0" y="808309"/>
                </a:lnTo>
                <a:lnTo>
                  <a:pt x="192902" y="808309"/>
                </a:lnTo>
                <a:lnTo>
                  <a:pt x="192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1639982" y="4144453"/>
            <a:ext cx="868680" cy="830580"/>
          </a:xfrm>
          <a:custGeom>
            <a:avLst/>
            <a:gdLst/>
            <a:ahLst/>
            <a:cxnLst/>
            <a:rect l="l" t="t" r="r" b="b"/>
            <a:pathLst>
              <a:path w="868679" h="830579">
                <a:moveTo>
                  <a:pt x="433913" y="0"/>
                </a:moveTo>
                <a:lnTo>
                  <a:pt x="385288" y="2009"/>
                </a:lnTo>
                <a:lnTo>
                  <a:pt x="338508" y="7989"/>
                </a:lnTo>
                <a:lnTo>
                  <a:pt x="293797" y="17871"/>
                </a:lnTo>
                <a:lnTo>
                  <a:pt x="251379" y="31583"/>
                </a:lnTo>
                <a:lnTo>
                  <a:pt x="211476" y="49057"/>
                </a:lnTo>
                <a:lnTo>
                  <a:pt x="174313" y="70221"/>
                </a:lnTo>
                <a:lnTo>
                  <a:pt x="140113" y="95006"/>
                </a:lnTo>
                <a:lnTo>
                  <a:pt x="109099" y="123342"/>
                </a:lnTo>
                <a:lnTo>
                  <a:pt x="81495" y="155157"/>
                </a:lnTo>
                <a:lnTo>
                  <a:pt x="57525" y="190383"/>
                </a:lnTo>
                <a:lnTo>
                  <a:pt x="37412" y="228948"/>
                </a:lnTo>
                <a:lnTo>
                  <a:pt x="21379" y="270783"/>
                </a:lnTo>
                <a:lnTo>
                  <a:pt x="9651" y="315818"/>
                </a:lnTo>
                <a:lnTo>
                  <a:pt x="2450" y="363982"/>
                </a:lnTo>
                <a:lnTo>
                  <a:pt x="0" y="415205"/>
                </a:lnTo>
                <a:lnTo>
                  <a:pt x="2450" y="466291"/>
                </a:lnTo>
                <a:lnTo>
                  <a:pt x="9651" y="514355"/>
                </a:lnTo>
                <a:lnTo>
                  <a:pt x="21379" y="559324"/>
                </a:lnTo>
                <a:lnTo>
                  <a:pt x="37412" y="601123"/>
                </a:lnTo>
                <a:lnTo>
                  <a:pt x="57525" y="639677"/>
                </a:lnTo>
                <a:lnTo>
                  <a:pt x="81495" y="674913"/>
                </a:lnTo>
                <a:lnTo>
                  <a:pt x="109099" y="706755"/>
                </a:lnTo>
                <a:lnTo>
                  <a:pt x="140113" y="735129"/>
                </a:lnTo>
                <a:lnTo>
                  <a:pt x="174313" y="759962"/>
                </a:lnTo>
                <a:lnTo>
                  <a:pt x="211476" y="781178"/>
                </a:lnTo>
                <a:lnTo>
                  <a:pt x="251759" y="798827"/>
                </a:lnTo>
                <a:lnTo>
                  <a:pt x="294139" y="812540"/>
                </a:lnTo>
                <a:lnTo>
                  <a:pt x="338792" y="822421"/>
                </a:lnTo>
                <a:lnTo>
                  <a:pt x="385365" y="828402"/>
                </a:lnTo>
                <a:lnTo>
                  <a:pt x="433913" y="830411"/>
                </a:lnTo>
                <a:lnTo>
                  <a:pt x="482386" y="828402"/>
                </a:lnTo>
                <a:lnTo>
                  <a:pt x="529068" y="822421"/>
                </a:lnTo>
                <a:lnTo>
                  <a:pt x="573728" y="812540"/>
                </a:lnTo>
                <a:lnTo>
                  <a:pt x="616137" y="798827"/>
                </a:lnTo>
                <a:lnTo>
                  <a:pt x="656065" y="781353"/>
                </a:lnTo>
                <a:lnTo>
                  <a:pt x="693281" y="760189"/>
                </a:lnTo>
                <a:lnTo>
                  <a:pt x="727556" y="735404"/>
                </a:lnTo>
                <a:lnTo>
                  <a:pt x="758661" y="707069"/>
                </a:lnTo>
                <a:lnTo>
                  <a:pt x="780824" y="681616"/>
                </a:lnTo>
                <a:lnTo>
                  <a:pt x="433913" y="681616"/>
                </a:lnTo>
                <a:lnTo>
                  <a:pt x="387967" y="678158"/>
                </a:lnTo>
                <a:lnTo>
                  <a:pt x="345998" y="667869"/>
                </a:lnTo>
                <a:lnTo>
                  <a:pt x="308389" y="650875"/>
                </a:lnTo>
                <a:lnTo>
                  <a:pt x="275521" y="627303"/>
                </a:lnTo>
                <a:lnTo>
                  <a:pt x="247774" y="597279"/>
                </a:lnTo>
                <a:lnTo>
                  <a:pt x="225530" y="560931"/>
                </a:lnTo>
                <a:lnTo>
                  <a:pt x="209170" y="518385"/>
                </a:lnTo>
                <a:lnTo>
                  <a:pt x="199074" y="469767"/>
                </a:lnTo>
                <a:lnTo>
                  <a:pt x="195624" y="415205"/>
                </a:lnTo>
                <a:lnTo>
                  <a:pt x="199074" y="360643"/>
                </a:lnTo>
                <a:lnTo>
                  <a:pt x="209170" y="312026"/>
                </a:lnTo>
                <a:lnTo>
                  <a:pt x="225530" y="269480"/>
                </a:lnTo>
                <a:lnTo>
                  <a:pt x="247774" y="233131"/>
                </a:lnTo>
                <a:lnTo>
                  <a:pt x="275521" y="203108"/>
                </a:lnTo>
                <a:lnTo>
                  <a:pt x="308389" y="179536"/>
                </a:lnTo>
                <a:lnTo>
                  <a:pt x="345998" y="162542"/>
                </a:lnTo>
                <a:lnTo>
                  <a:pt x="387967" y="152252"/>
                </a:lnTo>
                <a:lnTo>
                  <a:pt x="433913" y="148794"/>
                </a:lnTo>
                <a:lnTo>
                  <a:pt x="780824" y="148794"/>
                </a:lnTo>
                <a:lnTo>
                  <a:pt x="758661" y="123342"/>
                </a:lnTo>
                <a:lnTo>
                  <a:pt x="727556" y="95006"/>
                </a:lnTo>
                <a:lnTo>
                  <a:pt x="693281" y="70221"/>
                </a:lnTo>
                <a:lnTo>
                  <a:pt x="656065" y="49057"/>
                </a:lnTo>
                <a:lnTo>
                  <a:pt x="616137" y="31583"/>
                </a:lnTo>
                <a:lnTo>
                  <a:pt x="573728" y="17871"/>
                </a:lnTo>
                <a:lnTo>
                  <a:pt x="529068" y="7989"/>
                </a:lnTo>
                <a:lnTo>
                  <a:pt x="482386" y="2009"/>
                </a:lnTo>
                <a:lnTo>
                  <a:pt x="433913" y="0"/>
                </a:lnTo>
                <a:close/>
              </a:path>
              <a:path w="868679" h="830579">
                <a:moveTo>
                  <a:pt x="780824" y="148794"/>
                </a:moveTo>
                <a:lnTo>
                  <a:pt x="433913" y="148794"/>
                </a:lnTo>
                <a:lnTo>
                  <a:pt x="479996" y="152252"/>
                </a:lnTo>
                <a:lnTo>
                  <a:pt x="522069" y="162542"/>
                </a:lnTo>
                <a:lnTo>
                  <a:pt x="559758" y="179536"/>
                </a:lnTo>
                <a:lnTo>
                  <a:pt x="592683" y="203108"/>
                </a:lnTo>
                <a:lnTo>
                  <a:pt x="620467" y="233131"/>
                </a:lnTo>
                <a:lnTo>
                  <a:pt x="642735" y="269480"/>
                </a:lnTo>
                <a:lnTo>
                  <a:pt x="659107" y="312026"/>
                </a:lnTo>
                <a:lnTo>
                  <a:pt x="669207" y="360643"/>
                </a:lnTo>
                <a:lnTo>
                  <a:pt x="672658" y="415205"/>
                </a:lnTo>
                <a:lnTo>
                  <a:pt x="669207" y="469767"/>
                </a:lnTo>
                <a:lnTo>
                  <a:pt x="659107" y="518385"/>
                </a:lnTo>
                <a:lnTo>
                  <a:pt x="642735" y="560931"/>
                </a:lnTo>
                <a:lnTo>
                  <a:pt x="620467" y="597279"/>
                </a:lnTo>
                <a:lnTo>
                  <a:pt x="592683" y="627303"/>
                </a:lnTo>
                <a:lnTo>
                  <a:pt x="559758" y="650875"/>
                </a:lnTo>
                <a:lnTo>
                  <a:pt x="522069" y="667869"/>
                </a:lnTo>
                <a:lnTo>
                  <a:pt x="479996" y="678158"/>
                </a:lnTo>
                <a:lnTo>
                  <a:pt x="433913" y="681616"/>
                </a:lnTo>
                <a:lnTo>
                  <a:pt x="780824" y="681616"/>
                </a:lnTo>
                <a:lnTo>
                  <a:pt x="810436" y="640028"/>
                </a:lnTo>
                <a:lnTo>
                  <a:pt x="830647" y="601462"/>
                </a:lnTo>
                <a:lnTo>
                  <a:pt x="846767" y="559627"/>
                </a:lnTo>
                <a:lnTo>
                  <a:pt x="858566" y="514592"/>
                </a:lnTo>
                <a:lnTo>
                  <a:pt x="865814" y="466428"/>
                </a:lnTo>
                <a:lnTo>
                  <a:pt x="868281" y="415205"/>
                </a:lnTo>
                <a:lnTo>
                  <a:pt x="865814" y="363982"/>
                </a:lnTo>
                <a:lnTo>
                  <a:pt x="858566" y="315818"/>
                </a:lnTo>
                <a:lnTo>
                  <a:pt x="846767" y="270783"/>
                </a:lnTo>
                <a:lnTo>
                  <a:pt x="830647" y="228948"/>
                </a:lnTo>
                <a:lnTo>
                  <a:pt x="810436" y="190383"/>
                </a:lnTo>
                <a:lnTo>
                  <a:pt x="786364" y="155157"/>
                </a:lnTo>
                <a:lnTo>
                  <a:pt x="780824" y="148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9144000" y="8049995"/>
            <a:ext cx="0" cy="1111250"/>
          </a:xfrm>
          <a:custGeom>
            <a:avLst/>
            <a:gdLst/>
            <a:ahLst/>
            <a:cxnLst/>
            <a:rect l="l" t="t" r="r" b="b"/>
            <a:pathLst>
              <a:path w="0" h="1111250">
                <a:moveTo>
                  <a:pt x="0" y="1111036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4982808" y="7995578"/>
            <a:ext cx="626745" cy="161925"/>
            <a:chOff x="4982808" y="7995578"/>
            <a:chExt cx="626745" cy="161925"/>
          </a:xfrm>
        </p:grpSpPr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82808" y="7995578"/>
              <a:ext cx="132691" cy="16166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4840" y="7995578"/>
              <a:ext cx="149821" cy="16166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4079" y="7995578"/>
              <a:ext cx="169318" cy="16166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503545" y="7995920"/>
              <a:ext cx="106045" cy="161290"/>
            </a:xfrm>
            <a:custGeom>
              <a:avLst/>
              <a:gdLst/>
              <a:ahLst/>
              <a:cxnLst/>
              <a:rect l="l" t="t" r="r" b="b"/>
              <a:pathLst>
                <a:path w="106045" h="161290">
                  <a:moveTo>
                    <a:pt x="105537" y="137160"/>
                  </a:moveTo>
                  <a:lnTo>
                    <a:pt x="28968" y="137160"/>
                  </a:lnTo>
                  <a:lnTo>
                    <a:pt x="28968" y="92710"/>
                  </a:lnTo>
                  <a:lnTo>
                    <a:pt x="99466" y="92710"/>
                  </a:lnTo>
                  <a:lnTo>
                    <a:pt x="99466" y="68580"/>
                  </a:lnTo>
                  <a:lnTo>
                    <a:pt x="28968" y="68580"/>
                  </a:lnTo>
                  <a:lnTo>
                    <a:pt x="28968" y="24130"/>
                  </a:lnTo>
                  <a:lnTo>
                    <a:pt x="104990" y="24130"/>
                  </a:lnTo>
                  <a:lnTo>
                    <a:pt x="10499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68580"/>
                  </a:lnTo>
                  <a:lnTo>
                    <a:pt x="0" y="92710"/>
                  </a:lnTo>
                  <a:lnTo>
                    <a:pt x="0" y="137160"/>
                  </a:lnTo>
                  <a:lnTo>
                    <a:pt x="0" y="161290"/>
                  </a:lnTo>
                  <a:lnTo>
                    <a:pt x="105537" y="161290"/>
                  </a:lnTo>
                  <a:lnTo>
                    <a:pt x="105537" y="137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40536" y="8402379"/>
            <a:ext cx="196726" cy="243858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5183516" y="8402477"/>
            <a:ext cx="466725" cy="243840"/>
            <a:chOff x="5183516" y="8402477"/>
            <a:chExt cx="466725" cy="243840"/>
          </a:xfrm>
        </p:grpSpPr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83516" y="8402477"/>
              <a:ext cx="206483" cy="237613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27765" y="8411649"/>
              <a:ext cx="221902" cy="234295"/>
            </a:xfrm>
            <a:prstGeom prst="rect">
              <a:avLst/>
            </a:prstGeom>
          </p:spPr>
        </p:pic>
      </p:grpSp>
      <p:pic>
        <p:nvPicPr>
          <p:cNvPr id="37" name="object 3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802308" y="7974423"/>
            <a:ext cx="381341" cy="202550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900422" y="8393508"/>
            <a:ext cx="210548" cy="244092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159379" y="8393508"/>
            <a:ext cx="190012" cy="243310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397995" y="8393802"/>
            <a:ext cx="195489" cy="240278"/>
          </a:xfrm>
          <a:prstGeom prst="rect">
            <a:avLst/>
          </a:prstGeom>
        </p:spPr>
      </p:pic>
      <p:sp>
        <p:nvSpPr>
          <p:cNvPr id="41" name="object 41" descr=""/>
          <p:cNvSpPr/>
          <p:nvPr/>
        </p:nvSpPr>
        <p:spPr>
          <a:xfrm>
            <a:off x="12658509" y="8408377"/>
            <a:ext cx="179705" cy="99060"/>
          </a:xfrm>
          <a:custGeom>
            <a:avLst/>
            <a:gdLst/>
            <a:ahLst/>
            <a:cxnLst/>
            <a:rect l="l" t="t" r="r" b="b"/>
            <a:pathLst>
              <a:path w="179704" h="99059">
                <a:moveTo>
                  <a:pt x="179552" y="0"/>
                </a:moveTo>
                <a:lnTo>
                  <a:pt x="123024" y="0"/>
                </a:lnTo>
                <a:lnTo>
                  <a:pt x="123024" y="14770"/>
                </a:lnTo>
                <a:lnTo>
                  <a:pt x="123024" y="84302"/>
                </a:lnTo>
                <a:lnTo>
                  <a:pt x="57010" y="84302"/>
                </a:lnTo>
                <a:lnTo>
                  <a:pt x="57010" y="14770"/>
                </a:lnTo>
                <a:lnTo>
                  <a:pt x="123024" y="14770"/>
                </a:lnTo>
                <a:lnTo>
                  <a:pt x="123024" y="0"/>
                </a:lnTo>
                <a:lnTo>
                  <a:pt x="0" y="0"/>
                </a:lnTo>
                <a:lnTo>
                  <a:pt x="0" y="14770"/>
                </a:lnTo>
                <a:lnTo>
                  <a:pt x="39509" y="14770"/>
                </a:lnTo>
                <a:lnTo>
                  <a:pt x="39509" y="84302"/>
                </a:lnTo>
                <a:lnTo>
                  <a:pt x="495" y="84302"/>
                </a:lnTo>
                <a:lnTo>
                  <a:pt x="495" y="98971"/>
                </a:lnTo>
                <a:lnTo>
                  <a:pt x="178866" y="98971"/>
                </a:lnTo>
                <a:lnTo>
                  <a:pt x="178866" y="84302"/>
                </a:lnTo>
                <a:lnTo>
                  <a:pt x="140042" y="84302"/>
                </a:lnTo>
                <a:lnTo>
                  <a:pt x="140042" y="14770"/>
                </a:lnTo>
                <a:lnTo>
                  <a:pt x="179552" y="14770"/>
                </a:lnTo>
                <a:lnTo>
                  <a:pt x="1795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2697537" y="8552912"/>
            <a:ext cx="17780" cy="85090"/>
          </a:xfrm>
          <a:custGeom>
            <a:avLst/>
            <a:gdLst/>
            <a:ahLst/>
            <a:cxnLst/>
            <a:rect l="l" t="t" r="r" b="b"/>
            <a:pathLst>
              <a:path w="17779" h="85090">
                <a:moveTo>
                  <a:pt x="17701" y="0"/>
                </a:moveTo>
                <a:lnTo>
                  <a:pt x="0" y="0"/>
                </a:lnTo>
                <a:lnTo>
                  <a:pt x="0" y="84689"/>
                </a:lnTo>
                <a:lnTo>
                  <a:pt x="17701" y="84689"/>
                </a:lnTo>
                <a:lnTo>
                  <a:pt x="177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2636805" y="8538146"/>
            <a:ext cx="223520" cy="99695"/>
          </a:xfrm>
          <a:custGeom>
            <a:avLst/>
            <a:gdLst/>
            <a:ahLst/>
            <a:cxnLst/>
            <a:rect l="l" t="t" r="r" b="b"/>
            <a:pathLst>
              <a:path w="223520" h="99695">
                <a:moveTo>
                  <a:pt x="223456" y="0"/>
                </a:moveTo>
                <a:lnTo>
                  <a:pt x="0" y="0"/>
                </a:lnTo>
                <a:lnTo>
                  <a:pt x="0" y="14770"/>
                </a:lnTo>
                <a:lnTo>
                  <a:pt x="145605" y="14770"/>
                </a:lnTo>
                <a:lnTo>
                  <a:pt x="145605" y="99466"/>
                </a:lnTo>
                <a:lnTo>
                  <a:pt x="162915" y="99466"/>
                </a:lnTo>
                <a:lnTo>
                  <a:pt x="162915" y="14770"/>
                </a:lnTo>
                <a:lnTo>
                  <a:pt x="223456" y="14770"/>
                </a:lnTo>
                <a:lnTo>
                  <a:pt x="223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12893418" y="8392432"/>
            <a:ext cx="1190625" cy="245745"/>
            <a:chOff x="12893418" y="8392432"/>
            <a:chExt cx="1190625" cy="245745"/>
          </a:xfrm>
        </p:grpSpPr>
        <p:pic>
          <p:nvPicPr>
            <p:cNvPr id="45" name="object 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126948" y="8419423"/>
              <a:ext cx="222382" cy="181993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893418" y="8393508"/>
              <a:ext cx="189718" cy="244385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371824" y="8404461"/>
              <a:ext cx="222479" cy="232357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617578" y="8392432"/>
              <a:ext cx="466377" cy="245168"/>
            </a:xfrm>
            <a:prstGeom prst="rect">
              <a:avLst/>
            </a:prstGeom>
          </p:spPr>
        </p:pic>
      </p:grpSp>
      <p:pic>
        <p:nvPicPr>
          <p:cNvPr id="49" name="object 4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719748" y="3416749"/>
            <a:ext cx="174713" cy="218812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096210" y="3416749"/>
            <a:ext cx="176922" cy="215549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8474777" y="3416749"/>
            <a:ext cx="38735" cy="215900"/>
          </a:xfrm>
          <a:custGeom>
            <a:avLst/>
            <a:gdLst/>
            <a:ahLst/>
            <a:cxnLst/>
            <a:rect l="l" t="t" r="r" b="b"/>
            <a:pathLst>
              <a:path w="38734" h="215900">
                <a:moveTo>
                  <a:pt x="38626" y="0"/>
                </a:moveTo>
                <a:lnTo>
                  <a:pt x="0" y="0"/>
                </a:lnTo>
                <a:lnTo>
                  <a:pt x="0" y="215549"/>
                </a:lnTo>
                <a:lnTo>
                  <a:pt x="38626" y="215549"/>
                </a:lnTo>
                <a:lnTo>
                  <a:pt x="386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8705570" y="3416299"/>
            <a:ext cx="172085" cy="215900"/>
          </a:xfrm>
          <a:custGeom>
            <a:avLst/>
            <a:gdLst/>
            <a:ahLst/>
            <a:cxnLst/>
            <a:rect l="l" t="t" r="r" b="b"/>
            <a:pathLst>
              <a:path w="172084" h="215900">
                <a:moveTo>
                  <a:pt x="171653" y="0"/>
                </a:moveTo>
                <a:lnTo>
                  <a:pt x="0" y="0"/>
                </a:lnTo>
                <a:lnTo>
                  <a:pt x="0" y="33020"/>
                </a:lnTo>
                <a:lnTo>
                  <a:pt x="66624" y="33020"/>
                </a:lnTo>
                <a:lnTo>
                  <a:pt x="66624" y="215900"/>
                </a:lnTo>
                <a:lnTo>
                  <a:pt x="105143" y="215900"/>
                </a:lnTo>
                <a:lnTo>
                  <a:pt x="105143" y="33020"/>
                </a:lnTo>
                <a:lnTo>
                  <a:pt x="171653" y="33020"/>
                </a:lnTo>
                <a:lnTo>
                  <a:pt x="1716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054461" y="3416749"/>
            <a:ext cx="195446" cy="215549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670588" y="3416749"/>
            <a:ext cx="177344" cy="215549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10044100" y="3416299"/>
            <a:ext cx="140970" cy="215900"/>
          </a:xfrm>
          <a:custGeom>
            <a:avLst/>
            <a:gdLst/>
            <a:ahLst/>
            <a:cxnLst/>
            <a:rect l="l" t="t" r="r" b="b"/>
            <a:pathLst>
              <a:path w="140970" h="215900">
                <a:moveTo>
                  <a:pt x="140716" y="182880"/>
                </a:moveTo>
                <a:lnTo>
                  <a:pt x="38620" y="182880"/>
                </a:lnTo>
                <a:lnTo>
                  <a:pt x="38620" y="124460"/>
                </a:lnTo>
                <a:lnTo>
                  <a:pt x="132613" y="124460"/>
                </a:lnTo>
                <a:lnTo>
                  <a:pt x="132613" y="91440"/>
                </a:lnTo>
                <a:lnTo>
                  <a:pt x="38620" y="91440"/>
                </a:lnTo>
                <a:lnTo>
                  <a:pt x="38620" y="33020"/>
                </a:lnTo>
                <a:lnTo>
                  <a:pt x="139979" y="33020"/>
                </a:lnTo>
                <a:lnTo>
                  <a:pt x="139979" y="0"/>
                </a:lnTo>
                <a:lnTo>
                  <a:pt x="0" y="0"/>
                </a:lnTo>
                <a:lnTo>
                  <a:pt x="0" y="33020"/>
                </a:lnTo>
                <a:lnTo>
                  <a:pt x="0" y="91440"/>
                </a:lnTo>
                <a:lnTo>
                  <a:pt x="0" y="124460"/>
                </a:lnTo>
                <a:lnTo>
                  <a:pt x="0" y="182880"/>
                </a:lnTo>
                <a:lnTo>
                  <a:pt x="0" y="215900"/>
                </a:lnTo>
                <a:lnTo>
                  <a:pt x="140716" y="215900"/>
                </a:lnTo>
                <a:lnTo>
                  <a:pt x="140716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368677" y="3416749"/>
            <a:ext cx="199761" cy="2155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4446" y="518746"/>
            <a:ext cx="17479645" cy="9250045"/>
          </a:xfrm>
          <a:custGeom>
            <a:avLst/>
            <a:gdLst/>
            <a:ahLst/>
            <a:cxnLst/>
            <a:rect l="l" t="t" r="r" b="b"/>
            <a:pathLst>
              <a:path w="17479645" h="9250045">
                <a:moveTo>
                  <a:pt x="17479071" y="9249507"/>
                </a:moveTo>
                <a:lnTo>
                  <a:pt x="0" y="9249507"/>
                </a:lnTo>
                <a:lnTo>
                  <a:pt x="0" y="0"/>
                </a:lnTo>
                <a:lnTo>
                  <a:pt x="17479071" y="0"/>
                </a:lnTo>
                <a:lnTo>
                  <a:pt x="17479071" y="9249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09318" y="524746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860970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4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09318" y="9745670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0446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5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85762" y="500062"/>
            <a:ext cx="135255" cy="127635"/>
            <a:chOff x="385762" y="500062"/>
            <a:chExt cx="135255" cy="127635"/>
          </a:xfrm>
        </p:grpSpPr>
        <p:sp>
          <p:nvSpPr>
            <p:cNvPr id="9" name="object 9" descr=""/>
            <p:cNvSpPr/>
            <p:nvPr/>
          </p:nvSpPr>
          <p:spPr>
            <a:xfrm>
              <a:off x="402343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5762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4" h="127634">
                  <a:moveTo>
                    <a:pt x="62237" y="65950"/>
                  </a:moveTo>
                  <a:lnTo>
                    <a:pt x="3711" y="65950"/>
                  </a:lnTo>
                  <a:lnTo>
                    <a:pt x="0" y="62238"/>
                  </a:lnTo>
                  <a:lnTo>
                    <a:pt x="0" y="3711"/>
                  </a:lnTo>
                  <a:lnTo>
                    <a:pt x="3711" y="0"/>
                  </a:lnTo>
                  <a:lnTo>
                    <a:pt x="62238" y="0"/>
                  </a:lnTo>
                  <a:lnTo>
                    <a:pt x="65950" y="3711"/>
                  </a:lnTo>
                  <a:lnTo>
                    <a:pt x="65950" y="16581"/>
                  </a:lnTo>
                  <a:lnTo>
                    <a:pt x="16581" y="16581"/>
                  </a:lnTo>
                  <a:lnTo>
                    <a:pt x="16581" y="49368"/>
                  </a:lnTo>
                  <a:lnTo>
                    <a:pt x="65949" y="49368"/>
                  </a:lnTo>
                  <a:lnTo>
                    <a:pt x="65949" y="62238"/>
                  </a:lnTo>
                  <a:lnTo>
                    <a:pt x="62237" y="65950"/>
                  </a:lnTo>
                  <a:close/>
                </a:path>
                <a:path w="135254" h="127634">
                  <a:moveTo>
                    <a:pt x="65949" y="49368"/>
                  </a:moveTo>
                  <a:lnTo>
                    <a:pt x="49369" y="49368"/>
                  </a:lnTo>
                  <a:lnTo>
                    <a:pt x="49369" y="16581"/>
                  </a:lnTo>
                  <a:lnTo>
                    <a:pt x="65950" y="16581"/>
                  </a:lnTo>
                  <a:lnTo>
                    <a:pt x="65950" y="24684"/>
                  </a:lnTo>
                  <a:lnTo>
                    <a:pt x="134786" y="24684"/>
                  </a:lnTo>
                  <a:lnTo>
                    <a:pt x="134786" y="41265"/>
                  </a:lnTo>
                  <a:lnTo>
                    <a:pt x="65949" y="41265"/>
                  </a:lnTo>
                  <a:lnTo>
                    <a:pt x="65949" y="49368"/>
                  </a:lnTo>
                  <a:close/>
                </a:path>
                <a:path w="135254" h="127634">
                  <a:moveTo>
                    <a:pt x="41265" y="127317"/>
                  </a:moveTo>
                  <a:lnTo>
                    <a:pt x="24684" y="127317"/>
                  </a:lnTo>
                  <a:lnTo>
                    <a:pt x="24684" y="65950"/>
                  </a:lnTo>
                  <a:lnTo>
                    <a:pt x="41265" y="65950"/>
                  </a:lnTo>
                  <a:lnTo>
                    <a:pt x="41265" y="1273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7767448" y="500062"/>
            <a:ext cx="135255" cy="127635"/>
            <a:chOff x="17767448" y="500062"/>
            <a:chExt cx="135255" cy="127635"/>
          </a:xfrm>
        </p:grpSpPr>
        <p:sp>
          <p:nvSpPr>
            <p:cNvPr id="12" name="object 12" descr=""/>
            <p:cNvSpPr/>
            <p:nvPr/>
          </p:nvSpPr>
          <p:spPr>
            <a:xfrm>
              <a:off x="17852866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767448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5" h="127634">
                  <a:moveTo>
                    <a:pt x="131075" y="65949"/>
                  </a:moveTo>
                  <a:lnTo>
                    <a:pt x="72548" y="65949"/>
                  </a:lnTo>
                  <a:lnTo>
                    <a:pt x="68836" y="62237"/>
                  </a:lnTo>
                  <a:lnTo>
                    <a:pt x="68836" y="41265"/>
                  </a:lnTo>
                  <a:lnTo>
                    <a:pt x="0" y="41265"/>
                  </a:lnTo>
                  <a:lnTo>
                    <a:pt x="0" y="24684"/>
                  </a:lnTo>
                  <a:lnTo>
                    <a:pt x="68836" y="24684"/>
                  </a:lnTo>
                  <a:lnTo>
                    <a:pt x="68836" y="3711"/>
                  </a:lnTo>
                  <a:lnTo>
                    <a:pt x="72548" y="0"/>
                  </a:lnTo>
                  <a:lnTo>
                    <a:pt x="131075" y="0"/>
                  </a:lnTo>
                  <a:lnTo>
                    <a:pt x="134787" y="3711"/>
                  </a:lnTo>
                  <a:lnTo>
                    <a:pt x="134787" y="16581"/>
                  </a:lnTo>
                  <a:lnTo>
                    <a:pt x="85419" y="16581"/>
                  </a:lnTo>
                  <a:lnTo>
                    <a:pt x="85419" y="49369"/>
                  </a:lnTo>
                  <a:lnTo>
                    <a:pt x="134786" y="49369"/>
                  </a:lnTo>
                  <a:lnTo>
                    <a:pt x="134786" y="62237"/>
                  </a:lnTo>
                  <a:lnTo>
                    <a:pt x="131075" y="65949"/>
                  </a:lnTo>
                  <a:close/>
                </a:path>
                <a:path w="135255" h="127634">
                  <a:moveTo>
                    <a:pt x="134786" y="49369"/>
                  </a:moveTo>
                  <a:lnTo>
                    <a:pt x="118207" y="49369"/>
                  </a:lnTo>
                  <a:lnTo>
                    <a:pt x="118207" y="16581"/>
                  </a:lnTo>
                  <a:lnTo>
                    <a:pt x="134787" y="16581"/>
                  </a:lnTo>
                  <a:lnTo>
                    <a:pt x="134786" y="49369"/>
                  </a:lnTo>
                  <a:close/>
                </a:path>
                <a:path w="135255" h="127634">
                  <a:moveTo>
                    <a:pt x="110102" y="127315"/>
                  </a:moveTo>
                  <a:lnTo>
                    <a:pt x="93520" y="127315"/>
                  </a:lnTo>
                  <a:lnTo>
                    <a:pt x="93520" y="65949"/>
                  </a:lnTo>
                  <a:lnTo>
                    <a:pt x="110102" y="65949"/>
                  </a:lnTo>
                  <a:lnTo>
                    <a:pt x="110102" y="127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762" y="9644587"/>
            <a:ext cx="134787" cy="1423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7450" y="9644587"/>
            <a:ext cx="134787" cy="142348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79935" y="4095293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144000" y="4438193"/>
            <a:ext cx="0" cy="1450975"/>
          </a:xfrm>
          <a:custGeom>
            <a:avLst/>
            <a:gdLst/>
            <a:ahLst/>
            <a:cxnLst/>
            <a:rect l="l" t="t" r="r" b="b"/>
            <a:pathLst>
              <a:path w="0" h="1450975">
                <a:moveTo>
                  <a:pt x="0" y="1450837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79935" y="6231930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9144000" y="6574830"/>
            <a:ext cx="0" cy="1450975"/>
          </a:xfrm>
          <a:custGeom>
            <a:avLst/>
            <a:gdLst/>
            <a:ahLst/>
            <a:cxnLst/>
            <a:rect l="l" t="t" r="r" b="b"/>
            <a:pathLst>
              <a:path w="0" h="1450975">
                <a:moveTo>
                  <a:pt x="0" y="1450837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79935" y="8368567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385303" y="2555066"/>
            <a:ext cx="92710" cy="386715"/>
          </a:xfrm>
          <a:custGeom>
            <a:avLst/>
            <a:gdLst/>
            <a:ahLst/>
            <a:cxnLst/>
            <a:rect l="l" t="t" r="r" b="b"/>
            <a:pathLst>
              <a:path w="92709" h="386714">
                <a:moveTo>
                  <a:pt x="92161" y="0"/>
                </a:moveTo>
                <a:lnTo>
                  <a:pt x="0" y="0"/>
                </a:lnTo>
                <a:lnTo>
                  <a:pt x="0" y="386182"/>
                </a:lnTo>
                <a:lnTo>
                  <a:pt x="92161" y="386182"/>
                </a:lnTo>
                <a:lnTo>
                  <a:pt x="92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533655" y="2555066"/>
            <a:ext cx="370840" cy="386715"/>
          </a:xfrm>
          <a:custGeom>
            <a:avLst/>
            <a:gdLst/>
            <a:ahLst/>
            <a:cxnLst/>
            <a:rect l="l" t="t" r="r" b="b"/>
            <a:pathLst>
              <a:path w="370840" h="386714">
                <a:moveTo>
                  <a:pt x="370380" y="0"/>
                </a:moveTo>
                <a:lnTo>
                  <a:pt x="278652" y="0"/>
                </a:lnTo>
                <a:lnTo>
                  <a:pt x="278652" y="245135"/>
                </a:lnTo>
                <a:lnTo>
                  <a:pt x="274749" y="245135"/>
                </a:lnTo>
                <a:lnTo>
                  <a:pt x="81102" y="0"/>
                </a:lnTo>
                <a:lnTo>
                  <a:pt x="0" y="0"/>
                </a:lnTo>
                <a:lnTo>
                  <a:pt x="0" y="386182"/>
                </a:lnTo>
                <a:lnTo>
                  <a:pt x="92161" y="386182"/>
                </a:lnTo>
                <a:lnTo>
                  <a:pt x="92161" y="140858"/>
                </a:lnTo>
                <a:lnTo>
                  <a:pt x="95414" y="140858"/>
                </a:lnTo>
                <a:lnTo>
                  <a:pt x="290579" y="386182"/>
                </a:lnTo>
                <a:lnTo>
                  <a:pt x="370380" y="386182"/>
                </a:lnTo>
                <a:lnTo>
                  <a:pt x="370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8960226" y="2555066"/>
            <a:ext cx="374015" cy="386715"/>
          </a:xfrm>
          <a:custGeom>
            <a:avLst/>
            <a:gdLst/>
            <a:ahLst/>
            <a:cxnLst/>
            <a:rect l="l" t="t" r="r" b="b"/>
            <a:pathLst>
              <a:path w="374015" h="386714">
                <a:moveTo>
                  <a:pt x="158083" y="0"/>
                </a:moveTo>
                <a:lnTo>
                  <a:pt x="0" y="0"/>
                </a:lnTo>
                <a:lnTo>
                  <a:pt x="0" y="386182"/>
                </a:lnTo>
                <a:lnTo>
                  <a:pt x="156565" y="386182"/>
                </a:lnTo>
                <a:lnTo>
                  <a:pt x="211196" y="381799"/>
                </a:lnTo>
                <a:lnTo>
                  <a:pt x="258775" y="368938"/>
                </a:lnTo>
                <a:lnTo>
                  <a:pt x="298809" y="348035"/>
                </a:lnTo>
                <a:lnTo>
                  <a:pt x="330805" y="319526"/>
                </a:lnTo>
                <a:lnTo>
                  <a:pt x="332232" y="317356"/>
                </a:lnTo>
                <a:lnTo>
                  <a:pt x="92161" y="317356"/>
                </a:lnTo>
                <a:lnTo>
                  <a:pt x="92161" y="68826"/>
                </a:lnTo>
                <a:lnTo>
                  <a:pt x="332548" y="68826"/>
                </a:lnTo>
                <a:lnTo>
                  <a:pt x="330924" y="66357"/>
                </a:lnTo>
                <a:lnTo>
                  <a:pt x="299092" y="37969"/>
                </a:lnTo>
                <a:lnTo>
                  <a:pt x="259328" y="17161"/>
                </a:lnTo>
                <a:lnTo>
                  <a:pt x="212152" y="4361"/>
                </a:lnTo>
                <a:lnTo>
                  <a:pt x="158083" y="0"/>
                </a:lnTo>
                <a:close/>
              </a:path>
              <a:path w="374015" h="386714">
                <a:moveTo>
                  <a:pt x="332548" y="68826"/>
                </a:moveTo>
                <a:lnTo>
                  <a:pt x="153096" y="68826"/>
                </a:lnTo>
                <a:lnTo>
                  <a:pt x="208559" y="76092"/>
                </a:lnTo>
                <a:lnTo>
                  <a:pt x="248754" y="98525"/>
                </a:lnTo>
                <a:lnTo>
                  <a:pt x="273214" y="137081"/>
                </a:lnTo>
                <a:lnTo>
                  <a:pt x="281472" y="192714"/>
                </a:lnTo>
                <a:lnTo>
                  <a:pt x="276173" y="238913"/>
                </a:lnTo>
                <a:lnTo>
                  <a:pt x="260425" y="273978"/>
                </a:lnTo>
                <a:lnTo>
                  <a:pt x="234444" y="298409"/>
                </a:lnTo>
                <a:lnTo>
                  <a:pt x="198450" y="312702"/>
                </a:lnTo>
                <a:lnTo>
                  <a:pt x="152662" y="317356"/>
                </a:lnTo>
                <a:lnTo>
                  <a:pt x="332232" y="317356"/>
                </a:lnTo>
                <a:lnTo>
                  <a:pt x="354269" y="283846"/>
                </a:lnTo>
                <a:lnTo>
                  <a:pt x="368710" y="241430"/>
                </a:lnTo>
                <a:lnTo>
                  <a:pt x="373633" y="192714"/>
                </a:lnTo>
                <a:lnTo>
                  <a:pt x="368714" y="144159"/>
                </a:lnTo>
                <a:lnTo>
                  <a:pt x="354305" y="101897"/>
                </a:lnTo>
                <a:lnTo>
                  <a:pt x="332548" y="688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9381376" y="2554769"/>
            <a:ext cx="728980" cy="386715"/>
          </a:xfrm>
          <a:custGeom>
            <a:avLst/>
            <a:gdLst/>
            <a:ahLst/>
            <a:cxnLst/>
            <a:rect l="l" t="t" r="r" b="b"/>
            <a:pathLst>
              <a:path w="728979" h="386714">
                <a:moveTo>
                  <a:pt x="298818" y="320167"/>
                </a:moveTo>
                <a:lnTo>
                  <a:pt x="92151" y="320167"/>
                </a:lnTo>
                <a:lnTo>
                  <a:pt x="92151" y="226834"/>
                </a:lnTo>
                <a:lnTo>
                  <a:pt x="282549" y="226834"/>
                </a:lnTo>
                <a:lnTo>
                  <a:pt x="282549" y="160667"/>
                </a:lnTo>
                <a:lnTo>
                  <a:pt x="92151" y="160667"/>
                </a:lnTo>
                <a:lnTo>
                  <a:pt x="92151" y="66167"/>
                </a:lnTo>
                <a:lnTo>
                  <a:pt x="297942" y="66167"/>
                </a:lnTo>
                <a:lnTo>
                  <a:pt x="297942" y="0"/>
                </a:lnTo>
                <a:lnTo>
                  <a:pt x="0" y="0"/>
                </a:lnTo>
                <a:lnTo>
                  <a:pt x="0" y="66167"/>
                </a:lnTo>
                <a:lnTo>
                  <a:pt x="0" y="160667"/>
                </a:lnTo>
                <a:lnTo>
                  <a:pt x="0" y="226834"/>
                </a:lnTo>
                <a:lnTo>
                  <a:pt x="0" y="320167"/>
                </a:lnTo>
                <a:lnTo>
                  <a:pt x="0" y="386321"/>
                </a:lnTo>
                <a:lnTo>
                  <a:pt x="298818" y="386321"/>
                </a:lnTo>
                <a:lnTo>
                  <a:pt x="298818" y="320167"/>
                </a:lnTo>
                <a:close/>
              </a:path>
              <a:path w="728979" h="386714">
                <a:moveTo>
                  <a:pt x="728421" y="386486"/>
                </a:moveTo>
                <a:lnTo>
                  <a:pt x="589635" y="193395"/>
                </a:lnTo>
                <a:lnTo>
                  <a:pt x="725385" y="304"/>
                </a:lnTo>
                <a:lnTo>
                  <a:pt x="621080" y="304"/>
                </a:lnTo>
                <a:lnTo>
                  <a:pt x="530009" y="133057"/>
                </a:lnTo>
                <a:lnTo>
                  <a:pt x="526529" y="133057"/>
                </a:lnTo>
                <a:lnTo>
                  <a:pt x="436321" y="304"/>
                </a:lnTo>
                <a:lnTo>
                  <a:pt x="331152" y="304"/>
                </a:lnTo>
                <a:lnTo>
                  <a:pt x="467982" y="193395"/>
                </a:lnTo>
                <a:lnTo>
                  <a:pt x="328764" y="386486"/>
                </a:lnTo>
                <a:lnTo>
                  <a:pt x="434594" y="386486"/>
                </a:lnTo>
                <a:lnTo>
                  <a:pt x="526529" y="253733"/>
                </a:lnTo>
                <a:lnTo>
                  <a:pt x="530009" y="253733"/>
                </a:lnTo>
                <a:lnTo>
                  <a:pt x="622160" y="386486"/>
                </a:lnTo>
                <a:lnTo>
                  <a:pt x="728421" y="386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1297" y="1959195"/>
            <a:ext cx="137029" cy="18860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50989" y="1956617"/>
            <a:ext cx="173129" cy="19375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34332" y="1959195"/>
            <a:ext cx="143937" cy="188600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8872359" y="1959609"/>
            <a:ext cx="150495" cy="187960"/>
          </a:xfrm>
          <a:custGeom>
            <a:avLst/>
            <a:gdLst/>
            <a:ahLst/>
            <a:cxnLst/>
            <a:rect l="l" t="t" r="r" b="b"/>
            <a:pathLst>
              <a:path w="150495" h="187960">
                <a:moveTo>
                  <a:pt x="150202" y="0"/>
                </a:moveTo>
                <a:lnTo>
                  <a:pt x="0" y="0"/>
                </a:lnTo>
                <a:lnTo>
                  <a:pt x="0" y="27940"/>
                </a:lnTo>
                <a:lnTo>
                  <a:pt x="58293" y="27940"/>
                </a:lnTo>
                <a:lnTo>
                  <a:pt x="58293" y="187960"/>
                </a:lnTo>
                <a:lnTo>
                  <a:pt x="91998" y="187960"/>
                </a:lnTo>
                <a:lnTo>
                  <a:pt x="91998" y="27940"/>
                </a:lnTo>
                <a:lnTo>
                  <a:pt x="150202" y="27940"/>
                </a:lnTo>
                <a:lnTo>
                  <a:pt x="1502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9129369" y="1959609"/>
            <a:ext cx="120650" cy="187960"/>
          </a:xfrm>
          <a:custGeom>
            <a:avLst/>
            <a:gdLst/>
            <a:ahLst/>
            <a:cxnLst/>
            <a:rect l="l" t="t" r="r" b="b"/>
            <a:pathLst>
              <a:path w="120650" h="187960">
                <a:moveTo>
                  <a:pt x="120637" y="0"/>
                </a:moveTo>
                <a:lnTo>
                  <a:pt x="0" y="0"/>
                </a:lnTo>
                <a:lnTo>
                  <a:pt x="0" y="27940"/>
                </a:lnTo>
                <a:lnTo>
                  <a:pt x="0" y="80010"/>
                </a:lnTo>
                <a:lnTo>
                  <a:pt x="0" y="107950"/>
                </a:lnTo>
                <a:lnTo>
                  <a:pt x="0" y="187960"/>
                </a:lnTo>
                <a:lnTo>
                  <a:pt x="33794" y="187960"/>
                </a:lnTo>
                <a:lnTo>
                  <a:pt x="33794" y="107950"/>
                </a:lnTo>
                <a:lnTo>
                  <a:pt x="112344" y="107950"/>
                </a:lnTo>
                <a:lnTo>
                  <a:pt x="112344" y="80010"/>
                </a:lnTo>
                <a:lnTo>
                  <a:pt x="33794" y="80010"/>
                </a:lnTo>
                <a:lnTo>
                  <a:pt x="33794" y="27940"/>
                </a:lnTo>
                <a:lnTo>
                  <a:pt x="120637" y="27940"/>
                </a:lnTo>
                <a:lnTo>
                  <a:pt x="1206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54054" y="1956617"/>
            <a:ext cx="173130" cy="193757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9637395" y="1959609"/>
            <a:ext cx="117475" cy="187960"/>
          </a:xfrm>
          <a:custGeom>
            <a:avLst/>
            <a:gdLst/>
            <a:ahLst/>
            <a:cxnLst/>
            <a:rect l="l" t="t" r="r" b="b"/>
            <a:pathLst>
              <a:path w="117475" h="187960">
                <a:moveTo>
                  <a:pt x="117043" y="160020"/>
                </a:moveTo>
                <a:lnTo>
                  <a:pt x="33794" y="160020"/>
                </a:lnTo>
                <a:lnTo>
                  <a:pt x="33794" y="0"/>
                </a:lnTo>
                <a:lnTo>
                  <a:pt x="0" y="0"/>
                </a:lnTo>
                <a:lnTo>
                  <a:pt x="0" y="160020"/>
                </a:lnTo>
                <a:lnTo>
                  <a:pt x="0" y="187960"/>
                </a:lnTo>
                <a:lnTo>
                  <a:pt x="117043" y="187960"/>
                </a:lnTo>
                <a:lnTo>
                  <a:pt x="117043" y="160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9861802" y="1959196"/>
            <a:ext cx="34290" cy="188595"/>
          </a:xfrm>
          <a:custGeom>
            <a:avLst/>
            <a:gdLst/>
            <a:ahLst/>
            <a:cxnLst/>
            <a:rect l="l" t="t" r="r" b="b"/>
            <a:pathLst>
              <a:path w="34290" h="188594">
                <a:moveTo>
                  <a:pt x="33797" y="0"/>
                </a:moveTo>
                <a:lnTo>
                  <a:pt x="0" y="0"/>
                </a:lnTo>
                <a:lnTo>
                  <a:pt x="0" y="188600"/>
                </a:lnTo>
                <a:lnTo>
                  <a:pt x="33797" y="188600"/>
                </a:lnTo>
                <a:lnTo>
                  <a:pt x="33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05905" y="1956617"/>
            <a:ext cx="173130" cy="193757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03331" y="8909838"/>
            <a:ext cx="136609" cy="175339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7271715" y="8915387"/>
            <a:ext cx="511809" cy="170180"/>
          </a:xfrm>
          <a:custGeom>
            <a:avLst/>
            <a:gdLst/>
            <a:ahLst/>
            <a:cxnLst/>
            <a:rect l="l" t="t" r="r" b="b"/>
            <a:pathLst>
              <a:path w="511809" h="170179">
                <a:moveTo>
                  <a:pt x="139204" y="27952"/>
                </a:moveTo>
                <a:lnTo>
                  <a:pt x="126720" y="27952"/>
                </a:lnTo>
                <a:lnTo>
                  <a:pt x="126720" y="38112"/>
                </a:lnTo>
                <a:lnTo>
                  <a:pt x="126720" y="66052"/>
                </a:lnTo>
                <a:lnTo>
                  <a:pt x="33616" y="66052"/>
                </a:lnTo>
                <a:lnTo>
                  <a:pt x="33616" y="38112"/>
                </a:lnTo>
                <a:lnTo>
                  <a:pt x="126720" y="38112"/>
                </a:lnTo>
                <a:lnTo>
                  <a:pt x="126720" y="27952"/>
                </a:lnTo>
                <a:lnTo>
                  <a:pt x="33616" y="27952"/>
                </a:lnTo>
                <a:lnTo>
                  <a:pt x="33616" y="1282"/>
                </a:lnTo>
                <a:lnTo>
                  <a:pt x="21196" y="1282"/>
                </a:lnTo>
                <a:lnTo>
                  <a:pt x="21196" y="27952"/>
                </a:lnTo>
                <a:lnTo>
                  <a:pt x="21196" y="38112"/>
                </a:lnTo>
                <a:lnTo>
                  <a:pt x="21196" y="66052"/>
                </a:lnTo>
                <a:lnTo>
                  <a:pt x="21196" y="76212"/>
                </a:lnTo>
                <a:lnTo>
                  <a:pt x="139204" y="76212"/>
                </a:lnTo>
                <a:lnTo>
                  <a:pt x="139204" y="66370"/>
                </a:lnTo>
                <a:lnTo>
                  <a:pt x="139204" y="66052"/>
                </a:lnTo>
                <a:lnTo>
                  <a:pt x="139204" y="38112"/>
                </a:lnTo>
                <a:lnTo>
                  <a:pt x="139204" y="37744"/>
                </a:lnTo>
                <a:lnTo>
                  <a:pt x="139204" y="27952"/>
                </a:lnTo>
                <a:close/>
              </a:path>
              <a:path w="511809" h="170179">
                <a:moveTo>
                  <a:pt x="139204" y="1828"/>
                </a:moveTo>
                <a:lnTo>
                  <a:pt x="126720" y="1828"/>
                </a:lnTo>
                <a:lnTo>
                  <a:pt x="126720" y="27368"/>
                </a:lnTo>
                <a:lnTo>
                  <a:pt x="139204" y="27368"/>
                </a:lnTo>
                <a:lnTo>
                  <a:pt x="139204" y="1828"/>
                </a:lnTo>
                <a:close/>
              </a:path>
              <a:path w="511809" h="170179">
                <a:moveTo>
                  <a:pt x="160324" y="99288"/>
                </a:moveTo>
                <a:lnTo>
                  <a:pt x="0" y="99288"/>
                </a:lnTo>
                <a:lnTo>
                  <a:pt x="0" y="109664"/>
                </a:lnTo>
                <a:lnTo>
                  <a:pt x="73672" y="109664"/>
                </a:lnTo>
                <a:lnTo>
                  <a:pt x="73672" y="169583"/>
                </a:lnTo>
                <a:lnTo>
                  <a:pt x="85953" y="169583"/>
                </a:lnTo>
                <a:lnTo>
                  <a:pt x="85953" y="109664"/>
                </a:lnTo>
                <a:lnTo>
                  <a:pt x="160324" y="109664"/>
                </a:lnTo>
                <a:lnTo>
                  <a:pt x="160324" y="99288"/>
                </a:lnTo>
                <a:close/>
              </a:path>
              <a:path w="511809" h="170179">
                <a:moveTo>
                  <a:pt x="314477" y="24142"/>
                </a:moveTo>
                <a:lnTo>
                  <a:pt x="301993" y="24142"/>
                </a:lnTo>
                <a:lnTo>
                  <a:pt x="301993" y="34302"/>
                </a:lnTo>
                <a:lnTo>
                  <a:pt x="301993" y="58432"/>
                </a:lnTo>
                <a:lnTo>
                  <a:pt x="209931" y="58432"/>
                </a:lnTo>
                <a:lnTo>
                  <a:pt x="209931" y="34302"/>
                </a:lnTo>
                <a:lnTo>
                  <a:pt x="301993" y="34302"/>
                </a:lnTo>
                <a:lnTo>
                  <a:pt x="301993" y="24142"/>
                </a:lnTo>
                <a:lnTo>
                  <a:pt x="209931" y="24142"/>
                </a:lnTo>
                <a:lnTo>
                  <a:pt x="209931" y="12"/>
                </a:lnTo>
                <a:lnTo>
                  <a:pt x="197446" y="12"/>
                </a:lnTo>
                <a:lnTo>
                  <a:pt x="197446" y="24142"/>
                </a:lnTo>
                <a:lnTo>
                  <a:pt x="197446" y="34302"/>
                </a:lnTo>
                <a:lnTo>
                  <a:pt x="197446" y="58432"/>
                </a:lnTo>
                <a:lnTo>
                  <a:pt x="197446" y="69862"/>
                </a:lnTo>
                <a:lnTo>
                  <a:pt x="314477" y="69862"/>
                </a:lnTo>
                <a:lnTo>
                  <a:pt x="314477" y="58940"/>
                </a:lnTo>
                <a:lnTo>
                  <a:pt x="314477" y="58432"/>
                </a:lnTo>
                <a:lnTo>
                  <a:pt x="314477" y="34302"/>
                </a:lnTo>
                <a:lnTo>
                  <a:pt x="314477" y="33820"/>
                </a:lnTo>
                <a:lnTo>
                  <a:pt x="314477" y="24142"/>
                </a:lnTo>
                <a:close/>
              </a:path>
              <a:path w="511809" h="170179">
                <a:moveTo>
                  <a:pt x="314477" y="0"/>
                </a:moveTo>
                <a:lnTo>
                  <a:pt x="301993" y="0"/>
                </a:lnTo>
                <a:lnTo>
                  <a:pt x="301993" y="24003"/>
                </a:lnTo>
                <a:lnTo>
                  <a:pt x="314477" y="24003"/>
                </a:lnTo>
                <a:lnTo>
                  <a:pt x="314477" y="0"/>
                </a:lnTo>
                <a:close/>
              </a:path>
              <a:path w="511809" h="170179">
                <a:moveTo>
                  <a:pt x="318122" y="154952"/>
                </a:moveTo>
                <a:lnTo>
                  <a:pt x="209232" y="154952"/>
                </a:lnTo>
                <a:lnTo>
                  <a:pt x="209232" y="118122"/>
                </a:lnTo>
                <a:lnTo>
                  <a:pt x="196888" y="118122"/>
                </a:lnTo>
                <a:lnTo>
                  <a:pt x="196888" y="154952"/>
                </a:lnTo>
                <a:lnTo>
                  <a:pt x="196888" y="165112"/>
                </a:lnTo>
                <a:lnTo>
                  <a:pt x="318122" y="165112"/>
                </a:lnTo>
                <a:lnTo>
                  <a:pt x="318122" y="154952"/>
                </a:lnTo>
                <a:close/>
              </a:path>
              <a:path w="511809" h="170179">
                <a:moveTo>
                  <a:pt x="336016" y="87922"/>
                </a:moveTo>
                <a:lnTo>
                  <a:pt x="175691" y="87922"/>
                </a:lnTo>
                <a:lnTo>
                  <a:pt x="175691" y="98437"/>
                </a:lnTo>
                <a:lnTo>
                  <a:pt x="250494" y="98437"/>
                </a:lnTo>
                <a:lnTo>
                  <a:pt x="250494" y="134721"/>
                </a:lnTo>
                <a:lnTo>
                  <a:pt x="262902" y="134721"/>
                </a:lnTo>
                <a:lnTo>
                  <a:pt x="262902" y="98437"/>
                </a:lnTo>
                <a:lnTo>
                  <a:pt x="336016" y="98437"/>
                </a:lnTo>
                <a:lnTo>
                  <a:pt x="336016" y="87922"/>
                </a:lnTo>
                <a:close/>
              </a:path>
              <a:path w="511809" h="170179">
                <a:moveTo>
                  <a:pt x="492620" y="35153"/>
                </a:moveTo>
                <a:lnTo>
                  <a:pt x="488327" y="20624"/>
                </a:lnTo>
                <a:lnTo>
                  <a:pt x="479920" y="13233"/>
                </a:lnTo>
                <a:lnTo>
                  <a:pt x="479920" y="35153"/>
                </a:lnTo>
                <a:lnTo>
                  <a:pt x="476465" y="45199"/>
                </a:lnTo>
                <a:lnTo>
                  <a:pt x="466636" y="52793"/>
                </a:lnTo>
                <a:lnTo>
                  <a:pt x="451307" y="57607"/>
                </a:lnTo>
                <a:lnTo>
                  <a:pt x="431304" y="59283"/>
                </a:lnTo>
                <a:lnTo>
                  <a:pt x="411327" y="57607"/>
                </a:lnTo>
                <a:lnTo>
                  <a:pt x="396011" y="52793"/>
                </a:lnTo>
                <a:lnTo>
                  <a:pt x="386207" y="45199"/>
                </a:lnTo>
                <a:lnTo>
                  <a:pt x="382816" y="35153"/>
                </a:lnTo>
                <a:lnTo>
                  <a:pt x="386207" y="25222"/>
                </a:lnTo>
                <a:lnTo>
                  <a:pt x="396011" y="17653"/>
                </a:lnTo>
                <a:lnTo>
                  <a:pt x="411327" y="12814"/>
                </a:lnTo>
                <a:lnTo>
                  <a:pt x="431304" y="11087"/>
                </a:lnTo>
                <a:lnTo>
                  <a:pt x="451307" y="12814"/>
                </a:lnTo>
                <a:lnTo>
                  <a:pt x="466636" y="17653"/>
                </a:lnTo>
                <a:lnTo>
                  <a:pt x="476465" y="25222"/>
                </a:lnTo>
                <a:lnTo>
                  <a:pt x="479920" y="35153"/>
                </a:lnTo>
                <a:lnTo>
                  <a:pt x="479920" y="13233"/>
                </a:lnTo>
                <a:lnTo>
                  <a:pt x="477494" y="11087"/>
                </a:lnTo>
                <a:lnTo>
                  <a:pt x="476034" y="9804"/>
                </a:lnTo>
                <a:lnTo>
                  <a:pt x="456717" y="3060"/>
                </a:lnTo>
                <a:lnTo>
                  <a:pt x="431304" y="774"/>
                </a:lnTo>
                <a:lnTo>
                  <a:pt x="405815" y="3060"/>
                </a:lnTo>
                <a:lnTo>
                  <a:pt x="386473" y="9804"/>
                </a:lnTo>
                <a:lnTo>
                  <a:pt x="374205" y="20624"/>
                </a:lnTo>
                <a:lnTo>
                  <a:pt x="369912" y="35153"/>
                </a:lnTo>
                <a:lnTo>
                  <a:pt x="374205" y="49733"/>
                </a:lnTo>
                <a:lnTo>
                  <a:pt x="386473" y="60604"/>
                </a:lnTo>
                <a:lnTo>
                  <a:pt x="405815" y="67398"/>
                </a:lnTo>
                <a:lnTo>
                  <a:pt x="431304" y="69748"/>
                </a:lnTo>
                <a:lnTo>
                  <a:pt x="456717" y="67398"/>
                </a:lnTo>
                <a:lnTo>
                  <a:pt x="476034" y="60604"/>
                </a:lnTo>
                <a:lnTo>
                  <a:pt x="477532" y="59283"/>
                </a:lnTo>
                <a:lnTo>
                  <a:pt x="488327" y="49733"/>
                </a:lnTo>
                <a:lnTo>
                  <a:pt x="492620" y="35153"/>
                </a:lnTo>
                <a:close/>
              </a:path>
              <a:path w="511809" h="170179">
                <a:moveTo>
                  <a:pt x="493534" y="154787"/>
                </a:moveTo>
                <a:lnTo>
                  <a:pt x="385343" y="154787"/>
                </a:lnTo>
                <a:lnTo>
                  <a:pt x="385343" y="114642"/>
                </a:lnTo>
                <a:lnTo>
                  <a:pt x="372719" y="114642"/>
                </a:lnTo>
                <a:lnTo>
                  <a:pt x="372719" y="165379"/>
                </a:lnTo>
                <a:lnTo>
                  <a:pt x="493534" y="165379"/>
                </a:lnTo>
                <a:lnTo>
                  <a:pt x="493534" y="154787"/>
                </a:lnTo>
                <a:close/>
              </a:path>
              <a:path w="511809" h="170179">
                <a:moveTo>
                  <a:pt x="511213" y="87630"/>
                </a:moveTo>
                <a:lnTo>
                  <a:pt x="351663" y="87630"/>
                </a:lnTo>
                <a:lnTo>
                  <a:pt x="351663" y="98018"/>
                </a:lnTo>
                <a:lnTo>
                  <a:pt x="511213" y="98018"/>
                </a:lnTo>
                <a:lnTo>
                  <a:pt x="511213" y="87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7848949" y="8909838"/>
            <a:ext cx="509905" cy="175895"/>
            <a:chOff x="7848949" y="8909838"/>
            <a:chExt cx="509905" cy="175895"/>
          </a:xfrm>
        </p:grpSpPr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48949" y="8909838"/>
              <a:ext cx="141450" cy="17533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23658" y="8909908"/>
              <a:ext cx="148466" cy="17084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99278" y="8916503"/>
              <a:ext cx="159553" cy="168463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8424922" y="8909838"/>
            <a:ext cx="318770" cy="175260"/>
            <a:chOff x="8424922" y="8909838"/>
            <a:chExt cx="318770" cy="175260"/>
          </a:xfrm>
        </p:grpSpPr>
        <p:pic>
          <p:nvPicPr>
            <p:cNvPr id="41" name="object 4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24922" y="8909838"/>
              <a:ext cx="148326" cy="17512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04191" y="8910048"/>
              <a:ext cx="139486" cy="172392"/>
            </a:xfrm>
            <a:prstGeom prst="rect">
              <a:avLst/>
            </a:prstGeom>
          </p:spPr>
        </p:pic>
      </p:grpSp>
      <p:sp>
        <p:nvSpPr>
          <p:cNvPr id="43" name="object 43" descr=""/>
          <p:cNvSpPr/>
          <p:nvPr/>
        </p:nvSpPr>
        <p:spPr>
          <a:xfrm>
            <a:off x="8775382" y="8923032"/>
            <a:ext cx="511175" cy="139700"/>
          </a:xfrm>
          <a:custGeom>
            <a:avLst/>
            <a:gdLst/>
            <a:ahLst/>
            <a:cxnLst/>
            <a:rect l="l" t="t" r="r" b="b"/>
            <a:pathLst>
              <a:path w="511175" h="139700">
                <a:moveTo>
                  <a:pt x="144399" y="5270"/>
                </a:moveTo>
                <a:lnTo>
                  <a:pt x="103212" y="5270"/>
                </a:lnTo>
                <a:lnTo>
                  <a:pt x="103212" y="15862"/>
                </a:lnTo>
                <a:lnTo>
                  <a:pt x="103212" y="79781"/>
                </a:lnTo>
                <a:lnTo>
                  <a:pt x="55994" y="79781"/>
                </a:lnTo>
                <a:lnTo>
                  <a:pt x="55994" y="15862"/>
                </a:lnTo>
                <a:lnTo>
                  <a:pt x="103212" y="15862"/>
                </a:lnTo>
                <a:lnTo>
                  <a:pt x="103212" y="5270"/>
                </a:lnTo>
                <a:lnTo>
                  <a:pt x="14732" y="5270"/>
                </a:lnTo>
                <a:lnTo>
                  <a:pt x="14732" y="15862"/>
                </a:lnTo>
                <a:lnTo>
                  <a:pt x="43573" y="15862"/>
                </a:lnTo>
                <a:lnTo>
                  <a:pt x="43573" y="79781"/>
                </a:lnTo>
                <a:lnTo>
                  <a:pt x="14871" y="79781"/>
                </a:lnTo>
                <a:lnTo>
                  <a:pt x="14871" y="90093"/>
                </a:lnTo>
                <a:lnTo>
                  <a:pt x="144119" y="90093"/>
                </a:lnTo>
                <a:lnTo>
                  <a:pt x="144119" y="79781"/>
                </a:lnTo>
                <a:lnTo>
                  <a:pt x="115493" y="79781"/>
                </a:lnTo>
                <a:lnTo>
                  <a:pt x="115493" y="15862"/>
                </a:lnTo>
                <a:lnTo>
                  <a:pt x="144399" y="15862"/>
                </a:lnTo>
                <a:lnTo>
                  <a:pt x="144399" y="5270"/>
                </a:lnTo>
                <a:close/>
              </a:path>
              <a:path w="511175" h="139700">
                <a:moveTo>
                  <a:pt x="160324" y="127698"/>
                </a:moveTo>
                <a:lnTo>
                  <a:pt x="0" y="127698"/>
                </a:lnTo>
                <a:lnTo>
                  <a:pt x="0" y="138645"/>
                </a:lnTo>
                <a:lnTo>
                  <a:pt x="160324" y="138645"/>
                </a:lnTo>
                <a:lnTo>
                  <a:pt x="160324" y="127698"/>
                </a:lnTo>
                <a:close/>
              </a:path>
              <a:path w="511175" h="139700">
                <a:moveTo>
                  <a:pt x="336016" y="128270"/>
                </a:moveTo>
                <a:lnTo>
                  <a:pt x="261505" y="128270"/>
                </a:lnTo>
                <a:lnTo>
                  <a:pt x="261505" y="93967"/>
                </a:lnTo>
                <a:lnTo>
                  <a:pt x="319316" y="93967"/>
                </a:lnTo>
                <a:lnTo>
                  <a:pt x="319316" y="82537"/>
                </a:lnTo>
                <a:lnTo>
                  <a:pt x="208673" y="82537"/>
                </a:lnTo>
                <a:lnTo>
                  <a:pt x="208673" y="52070"/>
                </a:lnTo>
                <a:lnTo>
                  <a:pt x="315252" y="52070"/>
                </a:lnTo>
                <a:lnTo>
                  <a:pt x="315252" y="40627"/>
                </a:lnTo>
                <a:lnTo>
                  <a:pt x="315252" y="11417"/>
                </a:lnTo>
                <a:lnTo>
                  <a:pt x="315252" y="0"/>
                </a:lnTo>
                <a:lnTo>
                  <a:pt x="195757" y="0"/>
                </a:lnTo>
                <a:lnTo>
                  <a:pt x="195757" y="11417"/>
                </a:lnTo>
                <a:lnTo>
                  <a:pt x="302895" y="11417"/>
                </a:lnTo>
                <a:lnTo>
                  <a:pt x="302895" y="40627"/>
                </a:lnTo>
                <a:lnTo>
                  <a:pt x="196316" y="40627"/>
                </a:lnTo>
                <a:lnTo>
                  <a:pt x="196316" y="52070"/>
                </a:lnTo>
                <a:lnTo>
                  <a:pt x="196316" y="82537"/>
                </a:lnTo>
                <a:lnTo>
                  <a:pt x="196316" y="93967"/>
                </a:lnTo>
                <a:lnTo>
                  <a:pt x="249161" y="93967"/>
                </a:lnTo>
                <a:lnTo>
                  <a:pt x="249161" y="128270"/>
                </a:lnTo>
                <a:lnTo>
                  <a:pt x="175691" y="128270"/>
                </a:lnTo>
                <a:lnTo>
                  <a:pt x="175691" y="139687"/>
                </a:lnTo>
                <a:lnTo>
                  <a:pt x="336016" y="139687"/>
                </a:lnTo>
                <a:lnTo>
                  <a:pt x="336016" y="128270"/>
                </a:lnTo>
                <a:close/>
              </a:path>
              <a:path w="511175" h="139700">
                <a:moveTo>
                  <a:pt x="488835" y="6388"/>
                </a:moveTo>
                <a:lnTo>
                  <a:pt x="369138" y="6388"/>
                </a:lnTo>
                <a:lnTo>
                  <a:pt x="369138" y="16916"/>
                </a:lnTo>
                <a:lnTo>
                  <a:pt x="476631" y="16916"/>
                </a:lnTo>
                <a:lnTo>
                  <a:pt x="476631" y="22809"/>
                </a:lnTo>
                <a:lnTo>
                  <a:pt x="476478" y="39535"/>
                </a:lnTo>
                <a:lnTo>
                  <a:pt x="475653" y="58928"/>
                </a:lnTo>
                <a:lnTo>
                  <a:pt x="473506" y="81076"/>
                </a:lnTo>
                <a:lnTo>
                  <a:pt x="469328" y="106654"/>
                </a:lnTo>
                <a:lnTo>
                  <a:pt x="482168" y="108051"/>
                </a:lnTo>
                <a:lnTo>
                  <a:pt x="486029" y="81419"/>
                </a:lnTo>
                <a:lnTo>
                  <a:pt x="487997" y="58928"/>
                </a:lnTo>
                <a:lnTo>
                  <a:pt x="488734" y="39687"/>
                </a:lnTo>
                <a:lnTo>
                  <a:pt x="488835" y="6388"/>
                </a:lnTo>
                <a:close/>
              </a:path>
              <a:path w="511175" h="139700">
                <a:moveTo>
                  <a:pt x="510933" y="124612"/>
                </a:moveTo>
                <a:lnTo>
                  <a:pt x="351383" y="124612"/>
                </a:lnTo>
                <a:lnTo>
                  <a:pt x="351383" y="135280"/>
                </a:lnTo>
                <a:lnTo>
                  <a:pt x="510933" y="135280"/>
                </a:lnTo>
                <a:lnTo>
                  <a:pt x="510933" y="124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9434372" y="8985615"/>
            <a:ext cx="12700" cy="99695"/>
          </a:xfrm>
          <a:custGeom>
            <a:avLst/>
            <a:gdLst/>
            <a:ahLst/>
            <a:cxnLst/>
            <a:rect l="l" t="t" r="r" b="b"/>
            <a:pathLst>
              <a:path w="12700" h="99695">
                <a:moveTo>
                  <a:pt x="12349" y="0"/>
                </a:moveTo>
                <a:lnTo>
                  <a:pt x="0" y="0"/>
                </a:lnTo>
                <a:lnTo>
                  <a:pt x="0" y="99562"/>
                </a:lnTo>
                <a:lnTo>
                  <a:pt x="12349" y="99562"/>
                </a:lnTo>
                <a:lnTo>
                  <a:pt x="12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 descr=""/>
          <p:cNvGrpSpPr/>
          <p:nvPr/>
        </p:nvGrpSpPr>
        <p:grpSpPr>
          <a:xfrm>
            <a:off x="9309831" y="8909838"/>
            <a:ext cx="311150" cy="175895"/>
            <a:chOff x="9309831" y="8909838"/>
            <a:chExt cx="311150" cy="175895"/>
          </a:xfrm>
        </p:grpSpPr>
        <p:sp>
          <p:nvSpPr>
            <p:cNvPr id="46" name="object 46" descr=""/>
            <p:cNvSpPr/>
            <p:nvPr/>
          </p:nvSpPr>
          <p:spPr>
            <a:xfrm>
              <a:off x="9309824" y="8909849"/>
              <a:ext cx="137160" cy="130175"/>
            </a:xfrm>
            <a:custGeom>
              <a:avLst/>
              <a:gdLst/>
              <a:ahLst/>
              <a:cxnLst/>
              <a:rect l="l" t="t" r="r" b="b"/>
              <a:pathLst>
                <a:path w="137159" h="130175">
                  <a:moveTo>
                    <a:pt x="136893" y="65252"/>
                  </a:moveTo>
                  <a:lnTo>
                    <a:pt x="78511" y="65252"/>
                  </a:lnTo>
                  <a:lnTo>
                    <a:pt x="78511" y="28409"/>
                  </a:lnTo>
                  <a:lnTo>
                    <a:pt x="78511" y="18249"/>
                  </a:lnTo>
                  <a:lnTo>
                    <a:pt x="66306" y="18249"/>
                  </a:lnTo>
                  <a:lnTo>
                    <a:pt x="66306" y="28409"/>
                  </a:lnTo>
                  <a:lnTo>
                    <a:pt x="66306" y="65252"/>
                  </a:lnTo>
                  <a:lnTo>
                    <a:pt x="66306" y="75399"/>
                  </a:lnTo>
                  <a:lnTo>
                    <a:pt x="66306" y="119849"/>
                  </a:lnTo>
                  <a:lnTo>
                    <a:pt x="12344" y="119849"/>
                  </a:lnTo>
                  <a:lnTo>
                    <a:pt x="12344" y="28409"/>
                  </a:lnTo>
                  <a:lnTo>
                    <a:pt x="66306" y="28409"/>
                  </a:lnTo>
                  <a:lnTo>
                    <a:pt x="66306" y="18249"/>
                  </a:lnTo>
                  <a:lnTo>
                    <a:pt x="0" y="18249"/>
                  </a:lnTo>
                  <a:lnTo>
                    <a:pt x="0" y="28409"/>
                  </a:lnTo>
                  <a:lnTo>
                    <a:pt x="0" y="119849"/>
                  </a:lnTo>
                  <a:lnTo>
                    <a:pt x="0" y="130009"/>
                  </a:lnTo>
                  <a:lnTo>
                    <a:pt x="78511" y="130009"/>
                  </a:lnTo>
                  <a:lnTo>
                    <a:pt x="78511" y="119849"/>
                  </a:lnTo>
                  <a:lnTo>
                    <a:pt x="78511" y="75399"/>
                  </a:lnTo>
                  <a:lnTo>
                    <a:pt x="136893" y="75399"/>
                  </a:lnTo>
                  <a:lnTo>
                    <a:pt x="136893" y="65252"/>
                  </a:lnTo>
                  <a:close/>
                </a:path>
                <a:path w="137159" h="130175">
                  <a:moveTo>
                    <a:pt x="136893" y="0"/>
                  </a:moveTo>
                  <a:lnTo>
                    <a:pt x="124536" y="0"/>
                  </a:lnTo>
                  <a:lnTo>
                    <a:pt x="124536" y="65176"/>
                  </a:lnTo>
                  <a:lnTo>
                    <a:pt x="136893" y="65176"/>
                  </a:lnTo>
                  <a:lnTo>
                    <a:pt x="136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79207" y="8909838"/>
              <a:ext cx="141450" cy="175339"/>
            </a:xfrm>
            <a:prstGeom prst="rect">
              <a:avLst/>
            </a:prstGeom>
          </p:spPr>
        </p:pic>
      </p:grpSp>
      <p:grpSp>
        <p:nvGrpSpPr>
          <p:cNvPr id="48" name="object 48" descr=""/>
          <p:cNvGrpSpPr/>
          <p:nvPr/>
        </p:nvGrpSpPr>
        <p:grpSpPr>
          <a:xfrm>
            <a:off x="9707233" y="8910049"/>
            <a:ext cx="507365" cy="175895"/>
            <a:chOff x="9707233" y="8910049"/>
            <a:chExt cx="507365" cy="175895"/>
          </a:xfrm>
        </p:grpSpPr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07233" y="8910049"/>
              <a:ext cx="145169" cy="170709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87414" y="8910049"/>
              <a:ext cx="139485" cy="17526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54124" y="8922678"/>
              <a:ext cx="160323" cy="137731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10278426" y="8909838"/>
            <a:ext cx="906780" cy="175895"/>
            <a:chOff x="10278426" y="8909838"/>
            <a:chExt cx="906780" cy="175895"/>
          </a:xfrm>
        </p:grpSpPr>
        <p:sp>
          <p:nvSpPr>
            <p:cNvPr id="53" name="object 53" descr=""/>
            <p:cNvSpPr/>
            <p:nvPr/>
          </p:nvSpPr>
          <p:spPr>
            <a:xfrm>
              <a:off x="10278415" y="8915386"/>
              <a:ext cx="336550" cy="170180"/>
            </a:xfrm>
            <a:custGeom>
              <a:avLst/>
              <a:gdLst/>
              <a:ahLst/>
              <a:cxnLst/>
              <a:rect l="l" t="t" r="r" b="b"/>
              <a:pathLst>
                <a:path w="336550" h="170179">
                  <a:moveTo>
                    <a:pt x="139204" y="27952"/>
                  </a:moveTo>
                  <a:lnTo>
                    <a:pt x="126720" y="27952"/>
                  </a:lnTo>
                  <a:lnTo>
                    <a:pt x="126720" y="38112"/>
                  </a:lnTo>
                  <a:lnTo>
                    <a:pt x="126720" y="66052"/>
                  </a:lnTo>
                  <a:lnTo>
                    <a:pt x="33616" y="66052"/>
                  </a:lnTo>
                  <a:lnTo>
                    <a:pt x="33616" y="38112"/>
                  </a:lnTo>
                  <a:lnTo>
                    <a:pt x="126720" y="38112"/>
                  </a:lnTo>
                  <a:lnTo>
                    <a:pt x="126720" y="27952"/>
                  </a:lnTo>
                  <a:lnTo>
                    <a:pt x="33616" y="27952"/>
                  </a:lnTo>
                  <a:lnTo>
                    <a:pt x="33616" y="1282"/>
                  </a:lnTo>
                  <a:lnTo>
                    <a:pt x="21196" y="1282"/>
                  </a:lnTo>
                  <a:lnTo>
                    <a:pt x="21196" y="27952"/>
                  </a:lnTo>
                  <a:lnTo>
                    <a:pt x="21196" y="38112"/>
                  </a:lnTo>
                  <a:lnTo>
                    <a:pt x="21196" y="66052"/>
                  </a:lnTo>
                  <a:lnTo>
                    <a:pt x="21196" y="76212"/>
                  </a:lnTo>
                  <a:lnTo>
                    <a:pt x="139204" y="76212"/>
                  </a:lnTo>
                  <a:lnTo>
                    <a:pt x="139204" y="66370"/>
                  </a:lnTo>
                  <a:lnTo>
                    <a:pt x="139204" y="66052"/>
                  </a:lnTo>
                  <a:lnTo>
                    <a:pt x="139204" y="38112"/>
                  </a:lnTo>
                  <a:lnTo>
                    <a:pt x="139204" y="37744"/>
                  </a:lnTo>
                  <a:lnTo>
                    <a:pt x="139204" y="27952"/>
                  </a:lnTo>
                  <a:close/>
                </a:path>
                <a:path w="336550" h="170179">
                  <a:moveTo>
                    <a:pt x="139204" y="1828"/>
                  </a:moveTo>
                  <a:lnTo>
                    <a:pt x="126720" y="1828"/>
                  </a:lnTo>
                  <a:lnTo>
                    <a:pt x="126720" y="27368"/>
                  </a:lnTo>
                  <a:lnTo>
                    <a:pt x="139204" y="27368"/>
                  </a:lnTo>
                  <a:lnTo>
                    <a:pt x="139204" y="1828"/>
                  </a:lnTo>
                  <a:close/>
                </a:path>
                <a:path w="336550" h="170179">
                  <a:moveTo>
                    <a:pt x="160324" y="99288"/>
                  </a:moveTo>
                  <a:lnTo>
                    <a:pt x="0" y="99288"/>
                  </a:lnTo>
                  <a:lnTo>
                    <a:pt x="0" y="109664"/>
                  </a:lnTo>
                  <a:lnTo>
                    <a:pt x="73672" y="109664"/>
                  </a:lnTo>
                  <a:lnTo>
                    <a:pt x="73672" y="169583"/>
                  </a:lnTo>
                  <a:lnTo>
                    <a:pt x="85953" y="169583"/>
                  </a:lnTo>
                  <a:lnTo>
                    <a:pt x="85953" y="109664"/>
                  </a:lnTo>
                  <a:lnTo>
                    <a:pt x="160324" y="109664"/>
                  </a:lnTo>
                  <a:lnTo>
                    <a:pt x="160324" y="99288"/>
                  </a:lnTo>
                  <a:close/>
                </a:path>
                <a:path w="336550" h="170179">
                  <a:moveTo>
                    <a:pt x="314477" y="24142"/>
                  </a:moveTo>
                  <a:lnTo>
                    <a:pt x="301993" y="24142"/>
                  </a:lnTo>
                  <a:lnTo>
                    <a:pt x="301993" y="34302"/>
                  </a:lnTo>
                  <a:lnTo>
                    <a:pt x="301993" y="58432"/>
                  </a:lnTo>
                  <a:lnTo>
                    <a:pt x="209931" y="58432"/>
                  </a:lnTo>
                  <a:lnTo>
                    <a:pt x="209931" y="34302"/>
                  </a:lnTo>
                  <a:lnTo>
                    <a:pt x="301993" y="34302"/>
                  </a:lnTo>
                  <a:lnTo>
                    <a:pt x="301993" y="24142"/>
                  </a:lnTo>
                  <a:lnTo>
                    <a:pt x="209931" y="24142"/>
                  </a:lnTo>
                  <a:lnTo>
                    <a:pt x="209931" y="12"/>
                  </a:lnTo>
                  <a:lnTo>
                    <a:pt x="197446" y="12"/>
                  </a:lnTo>
                  <a:lnTo>
                    <a:pt x="197446" y="24142"/>
                  </a:lnTo>
                  <a:lnTo>
                    <a:pt x="197446" y="34302"/>
                  </a:lnTo>
                  <a:lnTo>
                    <a:pt x="197446" y="58432"/>
                  </a:lnTo>
                  <a:lnTo>
                    <a:pt x="197446" y="69862"/>
                  </a:lnTo>
                  <a:lnTo>
                    <a:pt x="314477" y="69862"/>
                  </a:lnTo>
                  <a:lnTo>
                    <a:pt x="314477" y="58940"/>
                  </a:lnTo>
                  <a:lnTo>
                    <a:pt x="314477" y="58432"/>
                  </a:lnTo>
                  <a:lnTo>
                    <a:pt x="314477" y="34302"/>
                  </a:lnTo>
                  <a:lnTo>
                    <a:pt x="314477" y="33820"/>
                  </a:lnTo>
                  <a:lnTo>
                    <a:pt x="314477" y="24142"/>
                  </a:lnTo>
                  <a:close/>
                </a:path>
                <a:path w="336550" h="170179">
                  <a:moveTo>
                    <a:pt x="314477" y="0"/>
                  </a:moveTo>
                  <a:lnTo>
                    <a:pt x="301993" y="0"/>
                  </a:lnTo>
                  <a:lnTo>
                    <a:pt x="301993" y="24003"/>
                  </a:lnTo>
                  <a:lnTo>
                    <a:pt x="314477" y="24003"/>
                  </a:lnTo>
                  <a:lnTo>
                    <a:pt x="314477" y="0"/>
                  </a:lnTo>
                  <a:close/>
                </a:path>
                <a:path w="336550" h="170179">
                  <a:moveTo>
                    <a:pt x="318135" y="154952"/>
                  </a:moveTo>
                  <a:lnTo>
                    <a:pt x="209232" y="154952"/>
                  </a:lnTo>
                  <a:lnTo>
                    <a:pt x="209232" y="118122"/>
                  </a:lnTo>
                  <a:lnTo>
                    <a:pt x="196888" y="118122"/>
                  </a:lnTo>
                  <a:lnTo>
                    <a:pt x="196888" y="154952"/>
                  </a:lnTo>
                  <a:lnTo>
                    <a:pt x="196888" y="165112"/>
                  </a:lnTo>
                  <a:lnTo>
                    <a:pt x="318135" y="165112"/>
                  </a:lnTo>
                  <a:lnTo>
                    <a:pt x="318135" y="154952"/>
                  </a:lnTo>
                  <a:close/>
                </a:path>
                <a:path w="336550" h="170179">
                  <a:moveTo>
                    <a:pt x="336016" y="87922"/>
                  </a:moveTo>
                  <a:lnTo>
                    <a:pt x="175691" y="87922"/>
                  </a:lnTo>
                  <a:lnTo>
                    <a:pt x="175691" y="98437"/>
                  </a:lnTo>
                  <a:lnTo>
                    <a:pt x="250494" y="98437"/>
                  </a:lnTo>
                  <a:lnTo>
                    <a:pt x="250494" y="134721"/>
                  </a:lnTo>
                  <a:lnTo>
                    <a:pt x="262915" y="134721"/>
                  </a:lnTo>
                  <a:lnTo>
                    <a:pt x="262915" y="98437"/>
                  </a:lnTo>
                  <a:lnTo>
                    <a:pt x="336016" y="98437"/>
                  </a:lnTo>
                  <a:lnTo>
                    <a:pt x="336016" y="879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634578" y="8909838"/>
              <a:ext cx="139485" cy="172603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817776" y="8909838"/>
              <a:ext cx="131346" cy="17512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89397" y="8909838"/>
              <a:ext cx="195616" cy="175339"/>
            </a:xfrm>
            <a:prstGeom prst="rect">
              <a:avLst/>
            </a:prstGeom>
          </p:spPr>
        </p:pic>
      </p:grpSp>
      <p:sp>
        <p:nvSpPr>
          <p:cNvPr id="57" name="object 57" descr=""/>
          <p:cNvSpPr/>
          <p:nvPr/>
        </p:nvSpPr>
        <p:spPr>
          <a:xfrm>
            <a:off x="1663712" y="4510036"/>
            <a:ext cx="484505" cy="269240"/>
          </a:xfrm>
          <a:custGeom>
            <a:avLst/>
            <a:gdLst/>
            <a:ahLst/>
            <a:cxnLst/>
            <a:rect l="l" t="t" r="r" b="b"/>
            <a:pathLst>
              <a:path w="484505" h="269239">
                <a:moveTo>
                  <a:pt x="144919" y="85039"/>
                </a:moveTo>
                <a:lnTo>
                  <a:pt x="139369" y="58026"/>
                </a:lnTo>
                <a:lnTo>
                  <a:pt x="131229" y="46736"/>
                </a:lnTo>
                <a:lnTo>
                  <a:pt x="124079" y="36779"/>
                </a:lnTo>
                <a:lnTo>
                  <a:pt x="112407" y="29730"/>
                </a:lnTo>
                <a:lnTo>
                  <a:pt x="112407" y="85039"/>
                </a:lnTo>
                <a:lnTo>
                  <a:pt x="109321" y="101155"/>
                </a:lnTo>
                <a:lnTo>
                  <a:pt x="100863" y="113309"/>
                </a:lnTo>
                <a:lnTo>
                  <a:pt x="88201" y="120992"/>
                </a:lnTo>
                <a:lnTo>
                  <a:pt x="72517" y="123659"/>
                </a:lnTo>
                <a:lnTo>
                  <a:pt x="56489" y="120992"/>
                </a:lnTo>
                <a:lnTo>
                  <a:pt x="43726" y="113309"/>
                </a:lnTo>
                <a:lnTo>
                  <a:pt x="35306" y="101155"/>
                </a:lnTo>
                <a:lnTo>
                  <a:pt x="32308" y="85039"/>
                </a:lnTo>
                <a:lnTo>
                  <a:pt x="35306" y="69240"/>
                </a:lnTo>
                <a:lnTo>
                  <a:pt x="43726" y="57162"/>
                </a:lnTo>
                <a:lnTo>
                  <a:pt x="56489" y="49441"/>
                </a:lnTo>
                <a:lnTo>
                  <a:pt x="72517" y="46736"/>
                </a:lnTo>
                <a:lnTo>
                  <a:pt x="88201" y="49441"/>
                </a:lnTo>
                <a:lnTo>
                  <a:pt x="100863" y="57162"/>
                </a:lnTo>
                <a:lnTo>
                  <a:pt x="109321" y="69240"/>
                </a:lnTo>
                <a:lnTo>
                  <a:pt x="112407" y="85039"/>
                </a:lnTo>
                <a:lnTo>
                  <a:pt x="112407" y="29730"/>
                </a:lnTo>
                <a:lnTo>
                  <a:pt x="101104" y="22885"/>
                </a:lnTo>
                <a:lnTo>
                  <a:pt x="72517" y="17894"/>
                </a:lnTo>
                <a:lnTo>
                  <a:pt x="43903" y="22885"/>
                </a:lnTo>
                <a:lnTo>
                  <a:pt x="20866" y="36779"/>
                </a:lnTo>
                <a:lnTo>
                  <a:pt x="5524" y="58026"/>
                </a:lnTo>
                <a:lnTo>
                  <a:pt x="0" y="85039"/>
                </a:lnTo>
                <a:lnTo>
                  <a:pt x="5524" y="112382"/>
                </a:lnTo>
                <a:lnTo>
                  <a:pt x="20866" y="133731"/>
                </a:lnTo>
                <a:lnTo>
                  <a:pt x="43903" y="147599"/>
                </a:lnTo>
                <a:lnTo>
                  <a:pt x="72517" y="152501"/>
                </a:lnTo>
                <a:lnTo>
                  <a:pt x="101104" y="147599"/>
                </a:lnTo>
                <a:lnTo>
                  <a:pt x="124079" y="133731"/>
                </a:lnTo>
                <a:lnTo>
                  <a:pt x="131279" y="123659"/>
                </a:lnTo>
                <a:lnTo>
                  <a:pt x="139369" y="112382"/>
                </a:lnTo>
                <a:lnTo>
                  <a:pt x="144919" y="85039"/>
                </a:lnTo>
                <a:close/>
              </a:path>
              <a:path w="484505" h="269239">
                <a:moveTo>
                  <a:pt x="219125" y="215"/>
                </a:moveTo>
                <a:lnTo>
                  <a:pt x="185966" y="215"/>
                </a:lnTo>
                <a:lnTo>
                  <a:pt x="185966" y="194602"/>
                </a:lnTo>
                <a:lnTo>
                  <a:pt x="219125" y="194602"/>
                </a:lnTo>
                <a:lnTo>
                  <a:pt x="219125" y="215"/>
                </a:lnTo>
                <a:close/>
              </a:path>
              <a:path w="484505" h="269239">
                <a:moveTo>
                  <a:pt x="226695" y="236905"/>
                </a:moveTo>
                <a:lnTo>
                  <a:pt x="74510" y="236905"/>
                </a:lnTo>
                <a:lnTo>
                  <a:pt x="74510" y="174815"/>
                </a:lnTo>
                <a:lnTo>
                  <a:pt x="41148" y="174815"/>
                </a:lnTo>
                <a:lnTo>
                  <a:pt x="41148" y="263753"/>
                </a:lnTo>
                <a:lnTo>
                  <a:pt x="226695" y="263753"/>
                </a:lnTo>
                <a:lnTo>
                  <a:pt x="226695" y="236905"/>
                </a:lnTo>
                <a:close/>
              </a:path>
              <a:path w="484505" h="269239">
                <a:moveTo>
                  <a:pt x="420776" y="125869"/>
                </a:moveTo>
                <a:lnTo>
                  <a:pt x="376491" y="95885"/>
                </a:lnTo>
                <a:lnTo>
                  <a:pt x="357568" y="46418"/>
                </a:lnTo>
                <a:lnTo>
                  <a:pt x="357517" y="42735"/>
                </a:lnTo>
                <a:lnTo>
                  <a:pt x="413194" y="42735"/>
                </a:lnTo>
                <a:lnTo>
                  <a:pt x="413194" y="16205"/>
                </a:lnTo>
                <a:lnTo>
                  <a:pt x="267741" y="16205"/>
                </a:lnTo>
                <a:lnTo>
                  <a:pt x="267741" y="42735"/>
                </a:lnTo>
                <a:lnTo>
                  <a:pt x="323837" y="42735"/>
                </a:lnTo>
                <a:lnTo>
                  <a:pt x="323837" y="46418"/>
                </a:lnTo>
                <a:lnTo>
                  <a:pt x="319582" y="72415"/>
                </a:lnTo>
                <a:lnTo>
                  <a:pt x="307022" y="96608"/>
                </a:lnTo>
                <a:lnTo>
                  <a:pt x="286410" y="116903"/>
                </a:lnTo>
                <a:lnTo>
                  <a:pt x="258064" y="131241"/>
                </a:lnTo>
                <a:lnTo>
                  <a:pt x="275120" y="157340"/>
                </a:lnTo>
                <a:lnTo>
                  <a:pt x="297218" y="147167"/>
                </a:lnTo>
                <a:lnTo>
                  <a:pt x="315658" y="133121"/>
                </a:lnTo>
                <a:lnTo>
                  <a:pt x="330352" y="115824"/>
                </a:lnTo>
                <a:lnTo>
                  <a:pt x="341210" y="95885"/>
                </a:lnTo>
                <a:lnTo>
                  <a:pt x="351764" y="113893"/>
                </a:lnTo>
                <a:lnTo>
                  <a:pt x="365861" y="129514"/>
                </a:lnTo>
                <a:lnTo>
                  <a:pt x="383387" y="142252"/>
                </a:lnTo>
                <a:lnTo>
                  <a:pt x="404253" y="151549"/>
                </a:lnTo>
                <a:lnTo>
                  <a:pt x="420776" y="125869"/>
                </a:lnTo>
                <a:close/>
              </a:path>
              <a:path w="484505" h="269239">
                <a:moveTo>
                  <a:pt x="484022" y="173126"/>
                </a:moveTo>
                <a:lnTo>
                  <a:pt x="300583" y="173126"/>
                </a:lnTo>
                <a:lnTo>
                  <a:pt x="300583" y="199758"/>
                </a:lnTo>
                <a:lnTo>
                  <a:pt x="450977" y="199758"/>
                </a:lnTo>
                <a:lnTo>
                  <a:pt x="450977" y="268795"/>
                </a:lnTo>
                <a:lnTo>
                  <a:pt x="484022" y="268795"/>
                </a:lnTo>
                <a:lnTo>
                  <a:pt x="484022" y="173126"/>
                </a:lnTo>
                <a:close/>
              </a:path>
              <a:path w="484505" h="269239">
                <a:moveTo>
                  <a:pt x="484022" y="0"/>
                </a:moveTo>
                <a:lnTo>
                  <a:pt x="450977" y="0"/>
                </a:lnTo>
                <a:lnTo>
                  <a:pt x="450977" y="66522"/>
                </a:lnTo>
                <a:lnTo>
                  <a:pt x="405307" y="66522"/>
                </a:lnTo>
                <a:lnTo>
                  <a:pt x="405307" y="93675"/>
                </a:lnTo>
                <a:lnTo>
                  <a:pt x="450977" y="93675"/>
                </a:lnTo>
                <a:lnTo>
                  <a:pt x="450977" y="160401"/>
                </a:lnTo>
                <a:lnTo>
                  <a:pt x="484022" y="160401"/>
                </a:lnTo>
                <a:lnTo>
                  <a:pt x="4840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2252891" y="4508245"/>
            <a:ext cx="518795" cy="271145"/>
          </a:xfrm>
          <a:custGeom>
            <a:avLst/>
            <a:gdLst/>
            <a:ahLst/>
            <a:cxnLst/>
            <a:rect l="l" t="t" r="r" b="b"/>
            <a:pathLst>
              <a:path w="518794" h="271145">
                <a:moveTo>
                  <a:pt x="166712" y="183019"/>
                </a:moveTo>
                <a:lnTo>
                  <a:pt x="138925" y="163055"/>
                </a:lnTo>
                <a:lnTo>
                  <a:pt x="118313" y="135140"/>
                </a:lnTo>
                <a:lnTo>
                  <a:pt x="117182" y="132194"/>
                </a:lnTo>
                <a:lnTo>
                  <a:pt x="105549" y="102006"/>
                </a:lnTo>
                <a:lnTo>
                  <a:pt x="101257" y="66408"/>
                </a:lnTo>
                <a:lnTo>
                  <a:pt x="101257" y="23368"/>
                </a:lnTo>
                <a:lnTo>
                  <a:pt x="68211" y="23368"/>
                </a:lnTo>
                <a:lnTo>
                  <a:pt x="68211" y="66408"/>
                </a:lnTo>
                <a:lnTo>
                  <a:pt x="63563" y="103428"/>
                </a:lnTo>
                <a:lnTo>
                  <a:pt x="50292" y="138074"/>
                </a:lnTo>
                <a:lnTo>
                  <a:pt x="28930" y="167246"/>
                </a:lnTo>
                <a:lnTo>
                  <a:pt x="0" y="187871"/>
                </a:lnTo>
                <a:lnTo>
                  <a:pt x="20421" y="214604"/>
                </a:lnTo>
                <a:lnTo>
                  <a:pt x="41808" y="200329"/>
                </a:lnTo>
                <a:lnTo>
                  <a:pt x="59804" y="181292"/>
                </a:lnTo>
                <a:lnTo>
                  <a:pt x="74256" y="158292"/>
                </a:lnTo>
                <a:lnTo>
                  <a:pt x="85039" y="132194"/>
                </a:lnTo>
                <a:lnTo>
                  <a:pt x="95389" y="156641"/>
                </a:lnTo>
                <a:lnTo>
                  <a:pt x="109156" y="178168"/>
                </a:lnTo>
                <a:lnTo>
                  <a:pt x="126263" y="196049"/>
                </a:lnTo>
                <a:lnTo>
                  <a:pt x="146608" y="209550"/>
                </a:lnTo>
                <a:lnTo>
                  <a:pt x="166712" y="183019"/>
                </a:lnTo>
                <a:close/>
              </a:path>
              <a:path w="518794" h="271145">
                <a:moveTo>
                  <a:pt x="257327" y="107251"/>
                </a:moveTo>
                <a:lnTo>
                  <a:pt x="215861" y="107251"/>
                </a:lnTo>
                <a:lnTo>
                  <a:pt x="215861" y="1790"/>
                </a:lnTo>
                <a:lnTo>
                  <a:pt x="182714" y="1790"/>
                </a:lnTo>
                <a:lnTo>
                  <a:pt x="182714" y="270586"/>
                </a:lnTo>
                <a:lnTo>
                  <a:pt x="215861" y="270586"/>
                </a:lnTo>
                <a:lnTo>
                  <a:pt x="215861" y="135343"/>
                </a:lnTo>
                <a:lnTo>
                  <a:pt x="257327" y="135343"/>
                </a:lnTo>
                <a:lnTo>
                  <a:pt x="257327" y="107251"/>
                </a:lnTo>
                <a:close/>
              </a:path>
              <a:path w="518794" h="271145">
                <a:moveTo>
                  <a:pt x="414464" y="113880"/>
                </a:moveTo>
                <a:lnTo>
                  <a:pt x="409625" y="94195"/>
                </a:lnTo>
                <a:lnTo>
                  <a:pt x="405980" y="90093"/>
                </a:lnTo>
                <a:lnTo>
                  <a:pt x="396163" y="79019"/>
                </a:lnTo>
                <a:lnTo>
                  <a:pt x="383095" y="72847"/>
                </a:lnTo>
                <a:lnTo>
                  <a:pt x="383095" y="113880"/>
                </a:lnTo>
                <a:lnTo>
                  <a:pt x="380530" y="123647"/>
                </a:lnTo>
                <a:lnTo>
                  <a:pt x="373532" y="130873"/>
                </a:lnTo>
                <a:lnTo>
                  <a:pt x="362775" y="135343"/>
                </a:lnTo>
                <a:lnTo>
                  <a:pt x="348894" y="136817"/>
                </a:lnTo>
                <a:lnTo>
                  <a:pt x="334899" y="135343"/>
                </a:lnTo>
                <a:lnTo>
                  <a:pt x="324129" y="130873"/>
                </a:lnTo>
                <a:lnTo>
                  <a:pt x="317233" y="123647"/>
                </a:lnTo>
                <a:lnTo>
                  <a:pt x="314896" y="113880"/>
                </a:lnTo>
                <a:lnTo>
                  <a:pt x="317233" y="103873"/>
                </a:lnTo>
                <a:lnTo>
                  <a:pt x="324129" y="96418"/>
                </a:lnTo>
                <a:lnTo>
                  <a:pt x="334899" y="91757"/>
                </a:lnTo>
                <a:lnTo>
                  <a:pt x="348894" y="90093"/>
                </a:lnTo>
                <a:lnTo>
                  <a:pt x="362775" y="91757"/>
                </a:lnTo>
                <a:lnTo>
                  <a:pt x="373532" y="96418"/>
                </a:lnTo>
                <a:lnTo>
                  <a:pt x="380530" y="103873"/>
                </a:lnTo>
                <a:lnTo>
                  <a:pt x="383095" y="113880"/>
                </a:lnTo>
                <a:lnTo>
                  <a:pt x="383095" y="72847"/>
                </a:lnTo>
                <a:lnTo>
                  <a:pt x="375462" y="69240"/>
                </a:lnTo>
                <a:lnTo>
                  <a:pt x="348894" y="65786"/>
                </a:lnTo>
                <a:lnTo>
                  <a:pt x="321906" y="69240"/>
                </a:lnTo>
                <a:lnTo>
                  <a:pt x="301015" y="79019"/>
                </a:lnTo>
                <a:lnTo>
                  <a:pt x="287540" y="94195"/>
                </a:lnTo>
                <a:lnTo>
                  <a:pt x="282803" y="113880"/>
                </a:lnTo>
                <a:lnTo>
                  <a:pt x="287540" y="133527"/>
                </a:lnTo>
                <a:lnTo>
                  <a:pt x="301015" y="148640"/>
                </a:lnTo>
                <a:lnTo>
                  <a:pt x="321906" y="158343"/>
                </a:lnTo>
                <a:lnTo>
                  <a:pt x="348894" y="161759"/>
                </a:lnTo>
                <a:lnTo>
                  <a:pt x="375462" y="158343"/>
                </a:lnTo>
                <a:lnTo>
                  <a:pt x="396163" y="148640"/>
                </a:lnTo>
                <a:lnTo>
                  <a:pt x="406692" y="136817"/>
                </a:lnTo>
                <a:lnTo>
                  <a:pt x="409625" y="133527"/>
                </a:lnTo>
                <a:lnTo>
                  <a:pt x="414464" y="113880"/>
                </a:lnTo>
                <a:close/>
              </a:path>
              <a:path w="518794" h="271145">
                <a:moveTo>
                  <a:pt x="428574" y="29044"/>
                </a:moveTo>
                <a:lnTo>
                  <a:pt x="365315" y="29044"/>
                </a:lnTo>
                <a:lnTo>
                  <a:pt x="365315" y="0"/>
                </a:lnTo>
                <a:lnTo>
                  <a:pt x="332371" y="0"/>
                </a:lnTo>
                <a:lnTo>
                  <a:pt x="332371" y="29044"/>
                </a:lnTo>
                <a:lnTo>
                  <a:pt x="268909" y="29044"/>
                </a:lnTo>
                <a:lnTo>
                  <a:pt x="268909" y="55156"/>
                </a:lnTo>
                <a:lnTo>
                  <a:pt x="428574" y="55156"/>
                </a:lnTo>
                <a:lnTo>
                  <a:pt x="428574" y="29044"/>
                </a:lnTo>
                <a:close/>
              </a:path>
              <a:path w="518794" h="271145">
                <a:moveTo>
                  <a:pt x="483933" y="223227"/>
                </a:moveTo>
                <a:lnTo>
                  <a:pt x="477596" y="203187"/>
                </a:lnTo>
                <a:lnTo>
                  <a:pt x="475119" y="201129"/>
                </a:lnTo>
                <a:lnTo>
                  <a:pt x="459625" y="188239"/>
                </a:lnTo>
                <a:lnTo>
                  <a:pt x="450773" y="185318"/>
                </a:lnTo>
                <a:lnTo>
                  <a:pt x="450773" y="223227"/>
                </a:lnTo>
                <a:lnTo>
                  <a:pt x="447001" y="232702"/>
                </a:lnTo>
                <a:lnTo>
                  <a:pt x="435991" y="239699"/>
                </a:lnTo>
                <a:lnTo>
                  <a:pt x="418185" y="244005"/>
                </a:lnTo>
                <a:lnTo>
                  <a:pt x="394042" y="245440"/>
                </a:lnTo>
                <a:lnTo>
                  <a:pt x="369544" y="244005"/>
                </a:lnTo>
                <a:lnTo>
                  <a:pt x="351561" y="239699"/>
                </a:lnTo>
                <a:lnTo>
                  <a:pt x="340512" y="232702"/>
                </a:lnTo>
                <a:lnTo>
                  <a:pt x="336791" y="223227"/>
                </a:lnTo>
                <a:lnTo>
                  <a:pt x="340512" y="213512"/>
                </a:lnTo>
                <a:lnTo>
                  <a:pt x="351561" y="206616"/>
                </a:lnTo>
                <a:lnTo>
                  <a:pt x="369544" y="202488"/>
                </a:lnTo>
                <a:lnTo>
                  <a:pt x="394042" y="201129"/>
                </a:lnTo>
                <a:lnTo>
                  <a:pt x="418185" y="202488"/>
                </a:lnTo>
                <a:lnTo>
                  <a:pt x="435991" y="206616"/>
                </a:lnTo>
                <a:lnTo>
                  <a:pt x="447001" y="213512"/>
                </a:lnTo>
                <a:lnTo>
                  <a:pt x="450773" y="223227"/>
                </a:lnTo>
                <a:lnTo>
                  <a:pt x="450773" y="185318"/>
                </a:lnTo>
                <a:lnTo>
                  <a:pt x="431342" y="178892"/>
                </a:lnTo>
                <a:lnTo>
                  <a:pt x="394042" y="175653"/>
                </a:lnTo>
                <a:lnTo>
                  <a:pt x="356374" y="178892"/>
                </a:lnTo>
                <a:lnTo>
                  <a:pt x="328015" y="188239"/>
                </a:lnTo>
                <a:lnTo>
                  <a:pt x="310172" y="203187"/>
                </a:lnTo>
                <a:lnTo>
                  <a:pt x="304063" y="223227"/>
                </a:lnTo>
                <a:lnTo>
                  <a:pt x="310172" y="243039"/>
                </a:lnTo>
                <a:lnTo>
                  <a:pt x="328015" y="257898"/>
                </a:lnTo>
                <a:lnTo>
                  <a:pt x="356374" y="267195"/>
                </a:lnTo>
                <a:lnTo>
                  <a:pt x="394042" y="270383"/>
                </a:lnTo>
                <a:lnTo>
                  <a:pt x="431342" y="267195"/>
                </a:lnTo>
                <a:lnTo>
                  <a:pt x="459625" y="257898"/>
                </a:lnTo>
                <a:lnTo>
                  <a:pt x="474700" y="245440"/>
                </a:lnTo>
                <a:lnTo>
                  <a:pt x="477596" y="243039"/>
                </a:lnTo>
                <a:lnTo>
                  <a:pt x="483933" y="223227"/>
                </a:lnTo>
                <a:close/>
              </a:path>
              <a:path w="518794" h="271145">
                <a:moveTo>
                  <a:pt x="518553" y="72517"/>
                </a:moveTo>
                <a:lnTo>
                  <a:pt x="480974" y="72517"/>
                </a:lnTo>
                <a:lnTo>
                  <a:pt x="480974" y="1790"/>
                </a:lnTo>
                <a:lnTo>
                  <a:pt x="447725" y="1790"/>
                </a:lnTo>
                <a:lnTo>
                  <a:pt x="447725" y="173443"/>
                </a:lnTo>
                <a:lnTo>
                  <a:pt x="480974" y="173443"/>
                </a:lnTo>
                <a:lnTo>
                  <a:pt x="480974" y="100304"/>
                </a:lnTo>
                <a:lnTo>
                  <a:pt x="518553" y="100304"/>
                </a:lnTo>
                <a:lnTo>
                  <a:pt x="518553" y="72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871029" y="4510031"/>
            <a:ext cx="226060" cy="268605"/>
          </a:xfrm>
          <a:custGeom>
            <a:avLst/>
            <a:gdLst/>
            <a:ahLst/>
            <a:cxnLst/>
            <a:rect l="l" t="t" r="r" b="b"/>
            <a:pathLst>
              <a:path w="226060" h="268604">
                <a:moveTo>
                  <a:pt x="138398" y="193863"/>
                </a:moveTo>
                <a:lnTo>
                  <a:pt x="103667" y="193863"/>
                </a:lnTo>
                <a:lnTo>
                  <a:pt x="95948" y="209888"/>
                </a:lnTo>
                <a:lnTo>
                  <a:pt x="78066" y="224660"/>
                </a:lnTo>
                <a:lnTo>
                  <a:pt x="51067" y="236295"/>
                </a:lnTo>
                <a:lnTo>
                  <a:pt x="15997" y="242907"/>
                </a:lnTo>
                <a:lnTo>
                  <a:pt x="27363" y="268166"/>
                </a:lnTo>
                <a:lnTo>
                  <a:pt x="57925" y="262458"/>
                </a:lnTo>
                <a:lnTo>
                  <a:pt x="84473" y="252774"/>
                </a:lnTo>
                <a:lnTo>
                  <a:pt x="105671" y="239779"/>
                </a:lnTo>
                <a:lnTo>
                  <a:pt x="121138" y="223963"/>
                </a:lnTo>
                <a:lnTo>
                  <a:pt x="163444" y="223963"/>
                </a:lnTo>
                <a:lnTo>
                  <a:pt x="146048" y="209577"/>
                </a:lnTo>
                <a:lnTo>
                  <a:pt x="138398" y="193863"/>
                </a:lnTo>
                <a:close/>
              </a:path>
              <a:path w="226060" h="268604">
                <a:moveTo>
                  <a:pt x="163444" y="223963"/>
                </a:moveTo>
                <a:lnTo>
                  <a:pt x="121138" y="223963"/>
                </a:lnTo>
                <a:lnTo>
                  <a:pt x="133175" y="236295"/>
                </a:lnTo>
                <a:lnTo>
                  <a:pt x="136642" y="239779"/>
                </a:lnTo>
                <a:lnTo>
                  <a:pt x="157593" y="252774"/>
                </a:lnTo>
                <a:lnTo>
                  <a:pt x="183609" y="262458"/>
                </a:lnTo>
                <a:lnTo>
                  <a:pt x="214280" y="268166"/>
                </a:lnTo>
                <a:lnTo>
                  <a:pt x="225436" y="242907"/>
                </a:lnTo>
                <a:lnTo>
                  <a:pt x="190554" y="235954"/>
                </a:lnTo>
                <a:lnTo>
                  <a:pt x="163762" y="224226"/>
                </a:lnTo>
                <a:lnTo>
                  <a:pt x="163444" y="223963"/>
                </a:lnTo>
                <a:close/>
              </a:path>
              <a:path w="226060" h="268604">
                <a:moveTo>
                  <a:pt x="215333" y="169130"/>
                </a:moveTo>
                <a:lnTo>
                  <a:pt x="26942" y="169130"/>
                </a:lnTo>
                <a:lnTo>
                  <a:pt x="26942" y="193863"/>
                </a:lnTo>
                <a:lnTo>
                  <a:pt x="215333" y="193863"/>
                </a:lnTo>
                <a:lnTo>
                  <a:pt x="215333" y="169130"/>
                </a:lnTo>
                <a:close/>
              </a:path>
              <a:path w="226060" h="268604">
                <a:moveTo>
                  <a:pt x="137556" y="145449"/>
                </a:moveTo>
                <a:lnTo>
                  <a:pt x="104403" y="145449"/>
                </a:lnTo>
                <a:lnTo>
                  <a:pt x="104403" y="169130"/>
                </a:lnTo>
                <a:lnTo>
                  <a:pt x="137556" y="169130"/>
                </a:lnTo>
                <a:lnTo>
                  <a:pt x="137556" y="145449"/>
                </a:lnTo>
                <a:close/>
              </a:path>
              <a:path w="226060" h="268604">
                <a:moveTo>
                  <a:pt x="209755" y="0"/>
                </a:moveTo>
                <a:lnTo>
                  <a:pt x="177023" y="0"/>
                </a:lnTo>
                <a:lnTo>
                  <a:pt x="177023" y="153132"/>
                </a:lnTo>
                <a:lnTo>
                  <a:pt x="209755" y="153132"/>
                </a:lnTo>
                <a:lnTo>
                  <a:pt x="209755" y="0"/>
                </a:lnTo>
                <a:close/>
              </a:path>
              <a:path w="226060" h="268604">
                <a:moveTo>
                  <a:pt x="129557" y="16628"/>
                </a:moveTo>
                <a:lnTo>
                  <a:pt x="0" y="16628"/>
                </a:lnTo>
                <a:lnTo>
                  <a:pt x="0" y="128504"/>
                </a:lnTo>
                <a:lnTo>
                  <a:pt x="129557" y="128504"/>
                </a:lnTo>
                <a:lnTo>
                  <a:pt x="129557" y="102614"/>
                </a:lnTo>
                <a:lnTo>
                  <a:pt x="32521" y="102614"/>
                </a:lnTo>
                <a:lnTo>
                  <a:pt x="32521" y="42729"/>
                </a:lnTo>
                <a:lnTo>
                  <a:pt x="129557" y="42729"/>
                </a:lnTo>
                <a:lnTo>
                  <a:pt x="129557" y="16628"/>
                </a:lnTo>
                <a:close/>
              </a:path>
              <a:path w="226060" h="268604">
                <a:moveTo>
                  <a:pt x="129557" y="42729"/>
                </a:moveTo>
                <a:lnTo>
                  <a:pt x="96826" y="42729"/>
                </a:lnTo>
                <a:lnTo>
                  <a:pt x="96826" y="102614"/>
                </a:lnTo>
                <a:lnTo>
                  <a:pt x="129557" y="102614"/>
                </a:lnTo>
                <a:lnTo>
                  <a:pt x="129557" y="427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3194786" y="4510036"/>
            <a:ext cx="507365" cy="269240"/>
          </a:xfrm>
          <a:custGeom>
            <a:avLst/>
            <a:gdLst/>
            <a:ahLst/>
            <a:cxnLst/>
            <a:rect l="l" t="t" r="r" b="b"/>
            <a:pathLst>
              <a:path w="507364" h="269239">
                <a:moveTo>
                  <a:pt x="142608" y="28524"/>
                </a:moveTo>
                <a:lnTo>
                  <a:pt x="13677" y="28524"/>
                </a:lnTo>
                <a:lnTo>
                  <a:pt x="13677" y="54724"/>
                </a:lnTo>
                <a:lnTo>
                  <a:pt x="108927" y="54724"/>
                </a:lnTo>
                <a:lnTo>
                  <a:pt x="99314" y="97751"/>
                </a:lnTo>
                <a:lnTo>
                  <a:pt x="78651" y="135191"/>
                </a:lnTo>
                <a:lnTo>
                  <a:pt x="45885" y="167411"/>
                </a:lnTo>
                <a:lnTo>
                  <a:pt x="0" y="194805"/>
                </a:lnTo>
                <a:lnTo>
                  <a:pt x="17360" y="221335"/>
                </a:lnTo>
                <a:lnTo>
                  <a:pt x="66509" y="191795"/>
                </a:lnTo>
                <a:lnTo>
                  <a:pt x="102057" y="157213"/>
                </a:lnTo>
                <a:lnTo>
                  <a:pt x="125564" y="118110"/>
                </a:lnTo>
                <a:lnTo>
                  <a:pt x="138569" y="75031"/>
                </a:lnTo>
                <a:lnTo>
                  <a:pt x="142608" y="28524"/>
                </a:lnTo>
                <a:close/>
              </a:path>
              <a:path w="507364" h="269239">
                <a:moveTo>
                  <a:pt x="222796" y="0"/>
                </a:moveTo>
                <a:lnTo>
                  <a:pt x="189433" y="0"/>
                </a:lnTo>
                <a:lnTo>
                  <a:pt x="189433" y="268795"/>
                </a:lnTo>
                <a:lnTo>
                  <a:pt x="222796" y="268795"/>
                </a:lnTo>
                <a:lnTo>
                  <a:pt x="222796" y="0"/>
                </a:lnTo>
                <a:close/>
              </a:path>
              <a:path w="507364" h="269239">
                <a:moveTo>
                  <a:pt x="494233" y="69672"/>
                </a:moveTo>
                <a:lnTo>
                  <a:pt x="456044" y="61544"/>
                </a:lnTo>
                <a:lnTo>
                  <a:pt x="426745" y="47561"/>
                </a:lnTo>
                <a:lnTo>
                  <a:pt x="424256" y="45148"/>
                </a:lnTo>
                <a:lnTo>
                  <a:pt x="407974" y="29375"/>
                </a:lnTo>
                <a:lnTo>
                  <a:pt x="401408" y="8636"/>
                </a:lnTo>
                <a:lnTo>
                  <a:pt x="401408" y="1371"/>
                </a:lnTo>
                <a:lnTo>
                  <a:pt x="367309" y="1371"/>
                </a:lnTo>
                <a:lnTo>
                  <a:pt x="367309" y="8636"/>
                </a:lnTo>
                <a:lnTo>
                  <a:pt x="360654" y="29375"/>
                </a:lnTo>
                <a:lnTo>
                  <a:pt x="341896" y="47561"/>
                </a:lnTo>
                <a:lnTo>
                  <a:pt x="312585" y="61544"/>
                </a:lnTo>
                <a:lnTo>
                  <a:pt x="274269" y="69672"/>
                </a:lnTo>
                <a:lnTo>
                  <a:pt x="285521" y="94513"/>
                </a:lnTo>
                <a:lnTo>
                  <a:pt x="317487" y="88239"/>
                </a:lnTo>
                <a:lnTo>
                  <a:pt x="345173" y="77609"/>
                </a:lnTo>
                <a:lnTo>
                  <a:pt x="367703" y="63093"/>
                </a:lnTo>
                <a:lnTo>
                  <a:pt x="384136" y="45148"/>
                </a:lnTo>
                <a:lnTo>
                  <a:pt x="400469" y="63093"/>
                </a:lnTo>
                <a:lnTo>
                  <a:pt x="422986" y="77609"/>
                </a:lnTo>
                <a:lnTo>
                  <a:pt x="450811" y="88239"/>
                </a:lnTo>
                <a:lnTo>
                  <a:pt x="483069" y="94513"/>
                </a:lnTo>
                <a:lnTo>
                  <a:pt x="494233" y="69672"/>
                </a:lnTo>
                <a:close/>
              </a:path>
              <a:path w="507364" h="269239">
                <a:moveTo>
                  <a:pt x="506857" y="107988"/>
                </a:moveTo>
                <a:lnTo>
                  <a:pt x="261747" y="107988"/>
                </a:lnTo>
                <a:lnTo>
                  <a:pt x="261747" y="134188"/>
                </a:lnTo>
                <a:lnTo>
                  <a:pt x="367309" y="134188"/>
                </a:lnTo>
                <a:lnTo>
                  <a:pt x="367309" y="154927"/>
                </a:lnTo>
                <a:lnTo>
                  <a:pt x="290576" y="154927"/>
                </a:lnTo>
                <a:lnTo>
                  <a:pt x="290576" y="180187"/>
                </a:lnTo>
                <a:lnTo>
                  <a:pt x="443712" y="180187"/>
                </a:lnTo>
                <a:lnTo>
                  <a:pt x="443712" y="197866"/>
                </a:lnTo>
                <a:lnTo>
                  <a:pt x="290893" y="197866"/>
                </a:lnTo>
                <a:lnTo>
                  <a:pt x="290893" y="266585"/>
                </a:lnTo>
                <a:lnTo>
                  <a:pt x="483704" y="266585"/>
                </a:lnTo>
                <a:lnTo>
                  <a:pt x="483704" y="241325"/>
                </a:lnTo>
                <a:lnTo>
                  <a:pt x="323316" y="241325"/>
                </a:lnTo>
                <a:lnTo>
                  <a:pt x="323316" y="221538"/>
                </a:lnTo>
                <a:lnTo>
                  <a:pt x="476338" y="221538"/>
                </a:lnTo>
                <a:lnTo>
                  <a:pt x="476338" y="154927"/>
                </a:lnTo>
                <a:lnTo>
                  <a:pt x="400558" y="154927"/>
                </a:lnTo>
                <a:lnTo>
                  <a:pt x="400558" y="134188"/>
                </a:lnTo>
                <a:lnTo>
                  <a:pt x="506857" y="134188"/>
                </a:lnTo>
                <a:lnTo>
                  <a:pt x="506857" y="1079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3792180" y="4510242"/>
            <a:ext cx="494030" cy="268605"/>
            <a:chOff x="3792180" y="4510242"/>
            <a:chExt cx="494030" cy="268605"/>
          </a:xfrm>
        </p:grpSpPr>
        <p:pic>
          <p:nvPicPr>
            <p:cNvPr id="62" name="object 6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92180" y="4526975"/>
              <a:ext cx="245959" cy="217754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4065925" y="4510242"/>
              <a:ext cx="220345" cy="268605"/>
            </a:xfrm>
            <a:custGeom>
              <a:avLst/>
              <a:gdLst/>
              <a:ahLst/>
              <a:cxnLst/>
              <a:rect l="l" t="t" r="r" b="b"/>
              <a:pathLst>
                <a:path w="220345" h="268604">
                  <a:moveTo>
                    <a:pt x="219858" y="93879"/>
                  </a:moveTo>
                  <a:lnTo>
                    <a:pt x="188390" y="93879"/>
                  </a:lnTo>
                  <a:lnTo>
                    <a:pt x="188390" y="163657"/>
                  </a:lnTo>
                  <a:lnTo>
                    <a:pt x="219858" y="163657"/>
                  </a:lnTo>
                  <a:lnTo>
                    <a:pt x="219858" y="93879"/>
                  </a:lnTo>
                  <a:close/>
                </a:path>
                <a:path w="220345" h="268604">
                  <a:moveTo>
                    <a:pt x="160289" y="4946"/>
                  </a:moveTo>
                  <a:lnTo>
                    <a:pt x="129452" y="4946"/>
                  </a:lnTo>
                  <a:lnTo>
                    <a:pt x="129452" y="161762"/>
                  </a:lnTo>
                  <a:lnTo>
                    <a:pt x="160289" y="161762"/>
                  </a:lnTo>
                  <a:lnTo>
                    <a:pt x="160289" y="93879"/>
                  </a:lnTo>
                  <a:lnTo>
                    <a:pt x="219858" y="93879"/>
                  </a:lnTo>
                  <a:lnTo>
                    <a:pt x="219858" y="67147"/>
                  </a:lnTo>
                  <a:lnTo>
                    <a:pt x="160289" y="67147"/>
                  </a:lnTo>
                  <a:lnTo>
                    <a:pt x="160289" y="4946"/>
                  </a:lnTo>
                  <a:close/>
                </a:path>
                <a:path w="220345" h="268604">
                  <a:moveTo>
                    <a:pt x="219858" y="0"/>
                  </a:moveTo>
                  <a:lnTo>
                    <a:pt x="188390" y="0"/>
                  </a:lnTo>
                  <a:lnTo>
                    <a:pt x="188390" y="67147"/>
                  </a:lnTo>
                  <a:lnTo>
                    <a:pt x="219858" y="67147"/>
                  </a:lnTo>
                  <a:lnTo>
                    <a:pt x="219858" y="0"/>
                  </a:lnTo>
                  <a:close/>
                </a:path>
                <a:path w="220345" h="268604">
                  <a:moveTo>
                    <a:pt x="105667" y="18312"/>
                  </a:moveTo>
                  <a:lnTo>
                    <a:pt x="0" y="18312"/>
                  </a:lnTo>
                  <a:lnTo>
                    <a:pt x="0" y="151869"/>
                  </a:lnTo>
                  <a:lnTo>
                    <a:pt x="17891" y="151869"/>
                  </a:lnTo>
                  <a:lnTo>
                    <a:pt x="46540" y="151659"/>
                  </a:lnTo>
                  <a:lnTo>
                    <a:pt x="71291" y="150659"/>
                  </a:lnTo>
                  <a:lnTo>
                    <a:pt x="94127" y="148554"/>
                  </a:lnTo>
                  <a:lnTo>
                    <a:pt x="117033" y="145028"/>
                  </a:lnTo>
                  <a:lnTo>
                    <a:pt x="114554" y="124716"/>
                  </a:lnTo>
                  <a:lnTo>
                    <a:pt x="31889" y="124716"/>
                  </a:lnTo>
                  <a:lnTo>
                    <a:pt x="31889" y="96405"/>
                  </a:lnTo>
                  <a:lnTo>
                    <a:pt x="102930" y="96405"/>
                  </a:lnTo>
                  <a:lnTo>
                    <a:pt x="102930" y="71146"/>
                  </a:lnTo>
                  <a:lnTo>
                    <a:pt x="31889" y="71146"/>
                  </a:lnTo>
                  <a:lnTo>
                    <a:pt x="31889" y="45044"/>
                  </a:lnTo>
                  <a:lnTo>
                    <a:pt x="105667" y="45044"/>
                  </a:lnTo>
                  <a:lnTo>
                    <a:pt x="105667" y="18312"/>
                  </a:lnTo>
                  <a:close/>
                </a:path>
                <a:path w="220345" h="268604">
                  <a:moveTo>
                    <a:pt x="113770" y="118296"/>
                  </a:moveTo>
                  <a:lnTo>
                    <a:pt x="94479" y="121253"/>
                  </a:lnTo>
                  <a:lnTo>
                    <a:pt x="75237" y="123163"/>
                  </a:lnTo>
                  <a:lnTo>
                    <a:pt x="54792" y="124245"/>
                  </a:lnTo>
                  <a:lnTo>
                    <a:pt x="31889" y="124716"/>
                  </a:lnTo>
                  <a:lnTo>
                    <a:pt x="114554" y="124716"/>
                  </a:lnTo>
                  <a:lnTo>
                    <a:pt x="113770" y="118296"/>
                  </a:lnTo>
                  <a:close/>
                </a:path>
                <a:path w="220345" h="268604">
                  <a:moveTo>
                    <a:pt x="219858" y="175655"/>
                  </a:moveTo>
                  <a:lnTo>
                    <a:pt x="35573" y="175655"/>
                  </a:lnTo>
                  <a:lnTo>
                    <a:pt x="35573" y="202282"/>
                  </a:lnTo>
                  <a:lnTo>
                    <a:pt x="186917" y="202282"/>
                  </a:lnTo>
                  <a:lnTo>
                    <a:pt x="186917" y="268587"/>
                  </a:lnTo>
                  <a:lnTo>
                    <a:pt x="219858" y="268587"/>
                  </a:lnTo>
                  <a:lnTo>
                    <a:pt x="219858" y="175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/>
          <p:nvPr/>
        </p:nvSpPr>
        <p:spPr>
          <a:xfrm>
            <a:off x="2033477" y="5017610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69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179109" y="4920025"/>
            <a:ext cx="145147" cy="186298"/>
          </a:xfrm>
          <a:prstGeom prst="rect">
            <a:avLst/>
          </a:prstGeom>
        </p:spPr>
      </p:pic>
      <p:sp>
        <p:nvSpPr>
          <p:cNvPr id="66" name="object 66" descr=""/>
          <p:cNvSpPr/>
          <p:nvPr/>
        </p:nvSpPr>
        <p:spPr>
          <a:xfrm>
            <a:off x="2358021" y="4925072"/>
            <a:ext cx="170815" cy="102870"/>
          </a:xfrm>
          <a:custGeom>
            <a:avLst/>
            <a:gdLst/>
            <a:ahLst/>
            <a:cxnLst/>
            <a:rect l="l" t="t" r="r" b="b"/>
            <a:pathLst>
              <a:path w="170814" h="102870">
                <a:moveTo>
                  <a:pt x="152158" y="63487"/>
                </a:moveTo>
                <a:lnTo>
                  <a:pt x="35636" y="63487"/>
                </a:lnTo>
                <a:lnTo>
                  <a:pt x="35636" y="41897"/>
                </a:lnTo>
                <a:lnTo>
                  <a:pt x="148056" y="41897"/>
                </a:lnTo>
                <a:lnTo>
                  <a:pt x="148056" y="31737"/>
                </a:lnTo>
                <a:lnTo>
                  <a:pt x="148056" y="11417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1417"/>
                </a:lnTo>
                <a:lnTo>
                  <a:pt x="134785" y="11417"/>
                </a:lnTo>
                <a:lnTo>
                  <a:pt x="134785" y="31737"/>
                </a:lnTo>
                <a:lnTo>
                  <a:pt x="22517" y="31737"/>
                </a:lnTo>
                <a:lnTo>
                  <a:pt x="22517" y="41897"/>
                </a:lnTo>
                <a:lnTo>
                  <a:pt x="22517" y="63487"/>
                </a:lnTo>
                <a:lnTo>
                  <a:pt x="22517" y="73647"/>
                </a:lnTo>
                <a:lnTo>
                  <a:pt x="152158" y="73647"/>
                </a:lnTo>
                <a:lnTo>
                  <a:pt x="152158" y="63487"/>
                </a:lnTo>
                <a:close/>
              </a:path>
              <a:path w="170814" h="102870">
                <a:moveTo>
                  <a:pt x="170345" y="91643"/>
                </a:moveTo>
                <a:lnTo>
                  <a:pt x="0" y="91643"/>
                </a:lnTo>
                <a:lnTo>
                  <a:pt x="0" y="102831"/>
                </a:lnTo>
                <a:lnTo>
                  <a:pt x="170345" y="102831"/>
                </a:lnTo>
                <a:lnTo>
                  <a:pt x="170345" y="91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2381656" y="5046979"/>
            <a:ext cx="124460" cy="55880"/>
          </a:xfrm>
          <a:custGeom>
            <a:avLst/>
            <a:gdLst/>
            <a:ahLst/>
            <a:cxnLst/>
            <a:rect l="l" t="t" r="r" b="b"/>
            <a:pathLst>
              <a:path w="124460" h="55879">
                <a:moveTo>
                  <a:pt x="124193" y="10744"/>
                </a:moveTo>
                <a:lnTo>
                  <a:pt x="111150" y="10744"/>
                </a:lnTo>
                <a:lnTo>
                  <a:pt x="111150" y="45262"/>
                </a:lnTo>
                <a:lnTo>
                  <a:pt x="124193" y="45262"/>
                </a:lnTo>
                <a:lnTo>
                  <a:pt x="124193" y="10744"/>
                </a:lnTo>
                <a:close/>
              </a:path>
              <a:path w="124460" h="55879">
                <a:moveTo>
                  <a:pt x="124193" y="0"/>
                </a:moveTo>
                <a:lnTo>
                  <a:pt x="0" y="0"/>
                </a:lnTo>
                <a:lnTo>
                  <a:pt x="0" y="10172"/>
                </a:lnTo>
                <a:lnTo>
                  <a:pt x="0" y="45720"/>
                </a:lnTo>
                <a:lnTo>
                  <a:pt x="0" y="55880"/>
                </a:lnTo>
                <a:lnTo>
                  <a:pt x="124193" y="55880"/>
                </a:lnTo>
                <a:lnTo>
                  <a:pt x="124193" y="45720"/>
                </a:lnTo>
                <a:lnTo>
                  <a:pt x="13042" y="45720"/>
                </a:lnTo>
                <a:lnTo>
                  <a:pt x="13042" y="10172"/>
                </a:lnTo>
                <a:lnTo>
                  <a:pt x="124193" y="10172"/>
                </a:lnTo>
                <a:lnTo>
                  <a:pt x="1241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2592309" y="4929791"/>
            <a:ext cx="62865" cy="182880"/>
          </a:xfrm>
          <a:custGeom>
            <a:avLst/>
            <a:gdLst/>
            <a:ahLst/>
            <a:cxnLst/>
            <a:rect l="l" t="t" r="r" b="b"/>
            <a:pathLst>
              <a:path w="62864" h="182879">
                <a:moveTo>
                  <a:pt x="62546" y="0"/>
                </a:moveTo>
                <a:lnTo>
                  <a:pt x="49202" y="0"/>
                </a:lnTo>
                <a:lnTo>
                  <a:pt x="0" y="182794"/>
                </a:lnTo>
                <a:lnTo>
                  <a:pt x="13344" y="182794"/>
                </a:lnTo>
                <a:lnTo>
                  <a:pt x="62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9" name="object 69" descr=""/>
          <p:cNvGrpSpPr/>
          <p:nvPr/>
        </p:nvGrpSpPr>
        <p:grpSpPr>
          <a:xfrm>
            <a:off x="2721803" y="4920025"/>
            <a:ext cx="523875" cy="186690"/>
            <a:chOff x="2721803" y="4920025"/>
            <a:chExt cx="523875" cy="186690"/>
          </a:xfrm>
        </p:grpSpPr>
        <p:pic>
          <p:nvPicPr>
            <p:cNvPr id="70" name="object 7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21803" y="4920249"/>
              <a:ext cx="155658" cy="181378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13544" y="4920025"/>
              <a:ext cx="331595" cy="186298"/>
            </a:xfrm>
            <a:prstGeom prst="rect">
              <a:avLst/>
            </a:prstGeom>
          </p:spPr>
        </p:pic>
      </p:grpSp>
      <p:sp>
        <p:nvSpPr>
          <p:cNvPr id="72" name="object 72" descr=""/>
          <p:cNvSpPr/>
          <p:nvPr/>
        </p:nvSpPr>
        <p:spPr>
          <a:xfrm>
            <a:off x="3325882" y="4929791"/>
            <a:ext cx="62865" cy="182880"/>
          </a:xfrm>
          <a:custGeom>
            <a:avLst/>
            <a:gdLst/>
            <a:ahLst/>
            <a:cxnLst/>
            <a:rect l="l" t="t" r="r" b="b"/>
            <a:pathLst>
              <a:path w="62864" h="182879">
                <a:moveTo>
                  <a:pt x="62546" y="0"/>
                </a:moveTo>
                <a:lnTo>
                  <a:pt x="49202" y="0"/>
                </a:lnTo>
                <a:lnTo>
                  <a:pt x="0" y="182794"/>
                </a:lnTo>
                <a:lnTo>
                  <a:pt x="13344" y="182794"/>
                </a:lnTo>
                <a:lnTo>
                  <a:pt x="625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459626" y="4920025"/>
            <a:ext cx="145147" cy="186298"/>
          </a:xfrm>
          <a:prstGeom prst="rect">
            <a:avLst/>
          </a:prstGeom>
        </p:spPr>
      </p:pic>
      <p:grpSp>
        <p:nvGrpSpPr>
          <p:cNvPr id="74" name="object 74" descr=""/>
          <p:cNvGrpSpPr/>
          <p:nvPr/>
        </p:nvGrpSpPr>
        <p:grpSpPr>
          <a:xfrm>
            <a:off x="3646149" y="4920025"/>
            <a:ext cx="339725" cy="186690"/>
            <a:chOff x="3646149" y="4920025"/>
            <a:chExt cx="339725" cy="186690"/>
          </a:xfrm>
        </p:grpSpPr>
        <p:sp>
          <p:nvSpPr>
            <p:cNvPr id="75" name="object 75" descr=""/>
            <p:cNvSpPr/>
            <p:nvPr/>
          </p:nvSpPr>
          <p:spPr>
            <a:xfrm>
              <a:off x="3646144" y="4920030"/>
              <a:ext cx="151765" cy="186690"/>
            </a:xfrm>
            <a:custGeom>
              <a:avLst/>
              <a:gdLst/>
              <a:ahLst/>
              <a:cxnLst/>
              <a:rect l="l" t="t" r="r" b="b"/>
              <a:pathLst>
                <a:path w="151764" h="186689">
                  <a:moveTo>
                    <a:pt x="114579" y="71069"/>
                  </a:moveTo>
                  <a:lnTo>
                    <a:pt x="70446" y="71069"/>
                  </a:lnTo>
                  <a:lnTo>
                    <a:pt x="70446" y="32969"/>
                  </a:lnTo>
                  <a:lnTo>
                    <a:pt x="70446" y="22821"/>
                  </a:lnTo>
                  <a:lnTo>
                    <a:pt x="57848" y="22821"/>
                  </a:lnTo>
                  <a:lnTo>
                    <a:pt x="57848" y="32969"/>
                  </a:lnTo>
                  <a:lnTo>
                    <a:pt x="57848" y="71069"/>
                  </a:lnTo>
                  <a:lnTo>
                    <a:pt x="57848" y="82511"/>
                  </a:lnTo>
                  <a:lnTo>
                    <a:pt x="57848" y="124409"/>
                  </a:lnTo>
                  <a:lnTo>
                    <a:pt x="12674" y="124409"/>
                  </a:lnTo>
                  <a:lnTo>
                    <a:pt x="12674" y="32969"/>
                  </a:lnTo>
                  <a:lnTo>
                    <a:pt x="57848" y="32969"/>
                  </a:lnTo>
                  <a:lnTo>
                    <a:pt x="57848" y="22821"/>
                  </a:lnTo>
                  <a:lnTo>
                    <a:pt x="0" y="22821"/>
                  </a:lnTo>
                  <a:lnTo>
                    <a:pt x="0" y="32969"/>
                  </a:lnTo>
                  <a:lnTo>
                    <a:pt x="0" y="124409"/>
                  </a:lnTo>
                  <a:lnTo>
                    <a:pt x="0" y="134569"/>
                  </a:lnTo>
                  <a:lnTo>
                    <a:pt x="70446" y="134569"/>
                  </a:lnTo>
                  <a:lnTo>
                    <a:pt x="70446" y="124409"/>
                  </a:lnTo>
                  <a:lnTo>
                    <a:pt x="70446" y="82511"/>
                  </a:lnTo>
                  <a:lnTo>
                    <a:pt x="101688" y="82511"/>
                  </a:lnTo>
                  <a:lnTo>
                    <a:pt x="101688" y="176314"/>
                  </a:lnTo>
                  <a:lnTo>
                    <a:pt x="114579" y="176314"/>
                  </a:lnTo>
                  <a:lnTo>
                    <a:pt x="114579" y="82511"/>
                  </a:lnTo>
                  <a:lnTo>
                    <a:pt x="114579" y="82308"/>
                  </a:lnTo>
                  <a:lnTo>
                    <a:pt x="114579" y="71069"/>
                  </a:lnTo>
                  <a:close/>
                </a:path>
                <a:path w="151764" h="186689">
                  <a:moveTo>
                    <a:pt x="114579" y="4394"/>
                  </a:moveTo>
                  <a:lnTo>
                    <a:pt x="101688" y="4394"/>
                  </a:lnTo>
                  <a:lnTo>
                    <a:pt x="101688" y="70967"/>
                  </a:lnTo>
                  <a:lnTo>
                    <a:pt x="114579" y="70967"/>
                  </a:lnTo>
                  <a:lnTo>
                    <a:pt x="114579" y="4394"/>
                  </a:lnTo>
                  <a:close/>
                </a:path>
                <a:path w="151764" h="186689">
                  <a:moveTo>
                    <a:pt x="151561" y="0"/>
                  </a:moveTo>
                  <a:lnTo>
                    <a:pt x="138582" y="0"/>
                  </a:lnTo>
                  <a:lnTo>
                    <a:pt x="138582" y="186080"/>
                  </a:lnTo>
                  <a:lnTo>
                    <a:pt x="151561" y="186080"/>
                  </a:lnTo>
                  <a:lnTo>
                    <a:pt x="1515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830285" y="4920025"/>
              <a:ext cx="155286" cy="183391"/>
            </a:xfrm>
            <a:prstGeom prst="rect">
              <a:avLst/>
            </a:prstGeom>
          </p:spPr>
        </p:pic>
      </p:grpSp>
      <p:sp>
        <p:nvSpPr>
          <p:cNvPr id="77" name="object 77" descr=""/>
          <p:cNvSpPr/>
          <p:nvPr/>
        </p:nvSpPr>
        <p:spPr>
          <a:xfrm>
            <a:off x="2033477" y="5384620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69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8" name="object 78" descr=""/>
          <p:cNvGrpSpPr/>
          <p:nvPr/>
        </p:nvGrpSpPr>
        <p:grpSpPr>
          <a:xfrm>
            <a:off x="2174636" y="5287035"/>
            <a:ext cx="353695" cy="186690"/>
            <a:chOff x="2174636" y="5287035"/>
            <a:chExt cx="353695" cy="186690"/>
          </a:xfrm>
        </p:grpSpPr>
        <p:pic>
          <p:nvPicPr>
            <p:cNvPr id="79" name="object 7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74636" y="5287035"/>
              <a:ext cx="149993" cy="186074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58326" y="5287855"/>
              <a:ext cx="169524" cy="182869"/>
            </a:xfrm>
            <a:prstGeom prst="rect">
              <a:avLst/>
            </a:prstGeom>
          </p:spPr>
        </p:pic>
      </p:grpSp>
      <p:grpSp>
        <p:nvGrpSpPr>
          <p:cNvPr id="81" name="object 81" descr=""/>
          <p:cNvGrpSpPr/>
          <p:nvPr/>
        </p:nvGrpSpPr>
        <p:grpSpPr>
          <a:xfrm>
            <a:off x="2597005" y="5287259"/>
            <a:ext cx="344170" cy="186055"/>
            <a:chOff x="2597005" y="5287259"/>
            <a:chExt cx="344170" cy="186055"/>
          </a:xfrm>
        </p:grpSpPr>
        <p:pic>
          <p:nvPicPr>
            <p:cNvPr id="82" name="object 8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97005" y="5300678"/>
              <a:ext cx="170345" cy="146339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92548" y="5287259"/>
              <a:ext cx="148427" cy="185851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2033477" y="5751630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69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5" name="object 85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69418" y="5654045"/>
            <a:ext cx="358432" cy="186074"/>
          </a:xfrm>
          <a:prstGeom prst="rect">
            <a:avLst/>
          </a:prstGeom>
        </p:spPr>
      </p:pic>
      <p:sp>
        <p:nvSpPr>
          <p:cNvPr id="86" name="object 86" descr=""/>
          <p:cNvSpPr/>
          <p:nvPr/>
        </p:nvSpPr>
        <p:spPr>
          <a:xfrm>
            <a:off x="2619806" y="5657849"/>
            <a:ext cx="126364" cy="66040"/>
          </a:xfrm>
          <a:custGeom>
            <a:avLst/>
            <a:gdLst/>
            <a:ahLst/>
            <a:cxnLst/>
            <a:rect l="l" t="t" r="r" b="b"/>
            <a:pathLst>
              <a:path w="126364" h="66039">
                <a:moveTo>
                  <a:pt x="125996" y="55880"/>
                </a:moveTo>
                <a:lnTo>
                  <a:pt x="13423" y="55880"/>
                </a:lnTo>
                <a:lnTo>
                  <a:pt x="13423" y="36830"/>
                </a:lnTo>
                <a:lnTo>
                  <a:pt x="119951" y="36830"/>
                </a:lnTo>
                <a:lnTo>
                  <a:pt x="119951" y="27940"/>
                </a:lnTo>
                <a:lnTo>
                  <a:pt x="13423" y="27940"/>
                </a:lnTo>
                <a:lnTo>
                  <a:pt x="13423" y="10160"/>
                </a:lnTo>
                <a:lnTo>
                  <a:pt x="125171" y="10160"/>
                </a:lnTo>
                <a:lnTo>
                  <a:pt x="125171" y="0"/>
                </a:lnTo>
                <a:lnTo>
                  <a:pt x="0" y="0"/>
                </a:lnTo>
                <a:lnTo>
                  <a:pt x="0" y="10160"/>
                </a:lnTo>
                <a:lnTo>
                  <a:pt x="0" y="27940"/>
                </a:lnTo>
                <a:lnTo>
                  <a:pt x="0" y="36830"/>
                </a:lnTo>
                <a:lnTo>
                  <a:pt x="0" y="55880"/>
                </a:lnTo>
                <a:lnTo>
                  <a:pt x="0" y="66040"/>
                </a:lnTo>
                <a:lnTo>
                  <a:pt x="125996" y="66040"/>
                </a:lnTo>
                <a:lnTo>
                  <a:pt x="125996" y="55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2597073" y="5739256"/>
            <a:ext cx="169545" cy="99060"/>
          </a:xfrm>
          <a:custGeom>
            <a:avLst/>
            <a:gdLst/>
            <a:ahLst/>
            <a:cxnLst/>
            <a:rect l="l" t="t" r="r" b="b"/>
            <a:pathLst>
              <a:path w="169544" h="99060">
                <a:moveTo>
                  <a:pt x="153047" y="87503"/>
                </a:moveTo>
                <a:lnTo>
                  <a:pt x="34366" y="87503"/>
                </a:lnTo>
                <a:lnTo>
                  <a:pt x="34366" y="67183"/>
                </a:lnTo>
                <a:lnTo>
                  <a:pt x="147231" y="67183"/>
                </a:lnTo>
                <a:lnTo>
                  <a:pt x="147231" y="57023"/>
                </a:lnTo>
                <a:lnTo>
                  <a:pt x="147231" y="39243"/>
                </a:lnTo>
                <a:lnTo>
                  <a:pt x="147231" y="29083"/>
                </a:lnTo>
                <a:lnTo>
                  <a:pt x="20878" y="29083"/>
                </a:lnTo>
                <a:lnTo>
                  <a:pt x="20878" y="39243"/>
                </a:lnTo>
                <a:lnTo>
                  <a:pt x="134188" y="39243"/>
                </a:lnTo>
                <a:lnTo>
                  <a:pt x="134188" y="57023"/>
                </a:lnTo>
                <a:lnTo>
                  <a:pt x="21399" y="57023"/>
                </a:lnTo>
                <a:lnTo>
                  <a:pt x="21399" y="67183"/>
                </a:lnTo>
                <a:lnTo>
                  <a:pt x="21399" y="87503"/>
                </a:lnTo>
                <a:lnTo>
                  <a:pt x="21399" y="98933"/>
                </a:lnTo>
                <a:lnTo>
                  <a:pt x="153047" y="98933"/>
                </a:lnTo>
                <a:lnTo>
                  <a:pt x="153047" y="87503"/>
                </a:lnTo>
                <a:close/>
              </a:path>
              <a:path w="169544" h="99060">
                <a:moveTo>
                  <a:pt x="169379" y="0"/>
                </a:moveTo>
                <a:lnTo>
                  <a:pt x="0" y="0"/>
                </a:lnTo>
                <a:lnTo>
                  <a:pt x="0" y="10515"/>
                </a:lnTo>
                <a:lnTo>
                  <a:pt x="77901" y="10515"/>
                </a:lnTo>
                <a:lnTo>
                  <a:pt x="77901" y="28702"/>
                </a:lnTo>
                <a:lnTo>
                  <a:pt x="91097" y="28702"/>
                </a:lnTo>
                <a:lnTo>
                  <a:pt x="91097" y="10515"/>
                </a:lnTo>
                <a:lnTo>
                  <a:pt x="169379" y="10515"/>
                </a:lnTo>
                <a:lnTo>
                  <a:pt x="169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8" name="object 88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556787" y="4501661"/>
            <a:ext cx="185561" cy="139450"/>
          </a:xfrm>
          <a:prstGeom prst="rect">
            <a:avLst/>
          </a:prstGeom>
        </p:spPr>
      </p:pic>
      <p:sp>
        <p:nvSpPr>
          <p:cNvPr id="89" name="object 89" descr=""/>
          <p:cNvSpPr/>
          <p:nvPr/>
        </p:nvSpPr>
        <p:spPr>
          <a:xfrm>
            <a:off x="9649295" y="4534877"/>
            <a:ext cx="204470" cy="139065"/>
          </a:xfrm>
          <a:custGeom>
            <a:avLst/>
            <a:gdLst/>
            <a:ahLst/>
            <a:cxnLst/>
            <a:rect l="l" t="t" r="r" b="b"/>
            <a:pathLst>
              <a:path w="204470" h="139064">
                <a:moveTo>
                  <a:pt x="204381" y="0"/>
                </a:moveTo>
                <a:lnTo>
                  <a:pt x="132295" y="0"/>
                </a:lnTo>
                <a:lnTo>
                  <a:pt x="132295" y="26733"/>
                </a:lnTo>
                <a:lnTo>
                  <a:pt x="132295" y="112293"/>
                </a:lnTo>
                <a:lnTo>
                  <a:pt x="71882" y="112293"/>
                </a:lnTo>
                <a:lnTo>
                  <a:pt x="71882" y="26733"/>
                </a:lnTo>
                <a:lnTo>
                  <a:pt x="132295" y="26733"/>
                </a:lnTo>
                <a:lnTo>
                  <a:pt x="132295" y="0"/>
                </a:lnTo>
                <a:lnTo>
                  <a:pt x="0" y="0"/>
                </a:lnTo>
                <a:lnTo>
                  <a:pt x="0" y="26733"/>
                </a:lnTo>
                <a:lnTo>
                  <a:pt x="38938" y="26733"/>
                </a:lnTo>
                <a:lnTo>
                  <a:pt x="38938" y="112293"/>
                </a:lnTo>
                <a:lnTo>
                  <a:pt x="838" y="112293"/>
                </a:lnTo>
                <a:lnTo>
                  <a:pt x="838" y="138607"/>
                </a:lnTo>
                <a:lnTo>
                  <a:pt x="203339" y="138607"/>
                </a:lnTo>
                <a:lnTo>
                  <a:pt x="203339" y="112293"/>
                </a:lnTo>
                <a:lnTo>
                  <a:pt x="164922" y="112293"/>
                </a:lnTo>
                <a:lnTo>
                  <a:pt x="164922" y="26733"/>
                </a:lnTo>
                <a:lnTo>
                  <a:pt x="204381" y="26733"/>
                </a:lnTo>
                <a:lnTo>
                  <a:pt x="204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9629191" y="4510036"/>
            <a:ext cx="757555" cy="269240"/>
          </a:xfrm>
          <a:custGeom>
            <a:avLst/>
            <a:gdLst/>
            <a:ahLst/>
            <a:cxnLst/>
            <a:rect l="l" t="t" r="r" b="b"/>
            <a:pathLst>
              <a:path w="757554" h="269239">
                <a:moveTo>
                  <a:pt x="245960" y="208813"/>
                </a:moveTo>
                <a:lnTo>
                  <a:pt x="0" y="208813"/>
                </a:lnTo>
                <a:lnTo>
                  <a:pt x="0" y="236486"/>
                </a:lnTo>
                <a:lnTo>
                  <a:pt x="245960" y="236486"/>
                </a:lnTo>
                <a:lnTo>
                  <a:pt x="245960" y="208813"/>
                </a:lnTo>
                <a:close/>
              </a:path>
              <a:path w="757554" h="269239">
                <a:moveTo>
                  <a:pt x="509498" y="210553"/>
                </a:moveTo>
                <a:lnTo>
                  <a:pt x="402361" y="210553"/>
                </a:lnTo>
                <a:lnTo>
                  <a:pt x="402361" y="166116"/>
                </a:lnTo>
                <a:lnTo>
                  <a:pt x="486549" y="166116"/>
                </a:lnTo>
                <a:lnTo>
                  <a:pt x="486549" y="139433"/>
                </a:lnTo>
                <a:lnTo>
                  <a:pt x="325742" y="139433"/>
                </a:lnTo>
                <a:lnTo>
                  <a:pt x="325742" y="105143"/>
                </a:lnTo>
                <a:lnTo>
                  <a:pt x="480339" y="105143"/>
                </a:lnTo>
                <a:lnTo>
                  <a:pt x="480339" y="78473"/>
                </a:lnTo>
                <a:lnTo>
                  <a:pt x="480339" y="45453"/>
                </a:lnTo>
                <a:lnTo>
                  <a:pt x="480339" y="18783"/>
                </a:lnTo>
                <a:lnTo>
                  <a:pt x="292265" y="18783"/>
                </a:lnTo>
                <a:lnTo>
                  <a:pt x="292265" y="45453"/>
                </a:lnTo>
                <a:lnTo>
                  <a:pt x="447611" y="45453"/>
                </a:lnTo>
                <a:lnTo>
                  <a:pt x="447611" y="78473"/>
                </a:lnTo>
                <a:lnTo>
                  <a:pt x="292684" y="78473"/>
                </a:lnTo>
                <a:lnTo>
                  <a:pt x="292684" y="105143"/>
                </a:lnTo>
                <a:lnTo>
                  <a:pt x="292684" y="139433"/>
                </a:lnTo>
                <a:lnTo>
                  <a:pt x="292684" y="166116"/>
                </a:lnTo>
                <a:lnTo>
                  <a:pt x="369519" y="166116"/>
                </a:lnTo>
                <a:lnTo>
                  <a:pt x="369519" y="210553"/>
                </a:lnTo>
                <a:lnTo>
                  <a:pt x="263537" y="210553"/>
                </a:lnTo>
                <a:lnTo>
                  <a:pt x="263537" y="237223"/>
                </a:lnTo>
                <a:lnTo>
                  <a:pt x="509498" y="237223"/>
                </a:lnTo>
                <a:lnTo>
                  <a:pt x="509498" y="210553"/>
                </a:lnTo>
                <a:close/>
              </a:path>
              <a:path w="757554" h="269239">
                <a:moveTo>
                  <a:pt x="660527" y="129247"/>
                </a:moveTo>
                <a:lnTo>
                  <a:pt x="622414" y="99161"/>
                </a:lnTo>
                <a:lnTo>
                  <a:pt x="610108" y="57785"/>
                </a:lnTo>
                <a:lnTo>
                  <a:pt x="610108" y="47040"/>
                </a:lnTo>
                <a:lnTo>
                  <a:pt x="652741" y="47040"/>
                </a:lnTo>
                <a:lnTo>
                  <a:pt x="652741" y="20421"/>
                </a:lnTo>
                <a:lnTo>
                  <a:pt x="532752" y="20421"/>
                </a:lnTo>
                <a:lnTo>
                  <a:pt x="532752" y="47040"/>
                </a:lnTo>
                <a:lnTo>
                  <a:pt x="578015" y="47040"/>
                </a:lnTo>
                <a:lnTo>
                  <a:pt x="577977" y="57785"/>
                </a:lnTo>
                <a:lnTo>
                  <a:pt x="574802" y="80492"/>
                </a:lnTo>
                <a:lnTo>
                  <a:pt x="565010" y="102146"/>
                </a:lnTo>
                <a:lnTo>
                  <a:pt x="548436" y="120713"/>
                </a:lnTo>
                <a:lnTo>
                  <a:pt x="524865" y="134404"/>
                </a:lnTo>
                <a:lnTo>
                  <a:pt x="542328" y="160502"/>
                </a:lnTo>
                <a:lnTo>
                  <a:pt x="559879" y="151091"/>
                </a:lnTo>
                <a:lnTo>
                  <a:pt x="574357" y="138798"/>
                </a:lnTo>
                <a:lnTo>
                  <a:pt x="585876" y="124091"/>
                </a:lnTo>
                <a:lnTo>
                  <a:pt x="594537" y="107454"/>
                </a:lnTo>
                <a:lnTo>
                  <a:pt x="602830" y="122275"/>
                </a:lnTo>
                <a:lnTo>
                  <a:pt x="613740" y="135343"/>
                </a:lnTo>
                <a:lnTo>
                  <a:pt x="627329" y="146291"/>
                </a:lnTo>
                <a:lnTo>
                  <a:pt x="643686" y="154711"/>
                </a:lnTo>
                <a:lnTo>
                  <a:pt x="660527" y="129247"/>
                </a:lnTo>
                <a:close/>
              </a:path>
              <a:path w="757554" h="269239">
                <a:moveTo>
                  <a:pt x="704100" y="5575"/>
                </a:moveTo>
                <a:lnTo>
                  <a:pt x="672630" y="5575"/>
                </a:lnTo>
                <a:lnTo>
                  <a:pt x="672630" y="67360"/>
                </a:lnTo>
                <a:lnTo>
                  <a:pt x="638949" y="67360"/>
                </a:lnTo>
                <a:lnTo>
                  <a:pt x="638949" y="94411"/>
                </a:lnTo>
                <a:lnTo>
                  <a:pt x="672630" y="94411"/>
                </a:lnTo>
                <a:lnTo>
                  <a:pt x="672630" y="162293"/>
                </a:lnTo>
                <a:lnTo>
                  <a:pt x="704100" y="162293"/>
                </a:lnTo>
                <a:lnTo>
                  <a:pt x="704100" y="5575"/>
                </a:lnTo>
                <a:close/>
              </a:path>
              <a:path w="757554" h="269239">
                <a:moveTo>
                  <a:pt x="757135" y="174498"/>
                </a:moveTo>
                <a:lnTo>
                  <a:pt x="572858" y="174498"/>
                </a:lnTo>
                <a:lnTo>
                  <a:pt x="572858" y="201015"/>
                </a:lnTo>
                <a:lnTo>
                  <a:pt x="724192" y="201015"/>
                </a:lnTo>
                <a:lnTo>
                  <a:pt x="724192" y="268795"/>
                </a:lnTo>
                <a:lnTo>
                  <a:pt x="757135" y="268795"/>
                </a:lnTo>
                <a:lnTo>
                  <a:pt x="757135" y="174498"/>
                </a:lnTo>
                <a:close/>
              </a:path>
              <a:path w="757554" h="269239">
                <a:moveTo>
                  <a:pt x="757135" y="0"/>
                </a:moveTo>
                <a:lnTo>
                  <a:pt x="725678" y="0"/>
                </a:lnTo>
                <a:lnTo>
                  <a:pt x="725678" y="163969"/>
                </a:lnTo>
                <a:lnTo>
                  <a:pt x="757135" y="163969"/>
                </a:lnTo>
                <a:lnTo>
                  <a:pt x="757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0419804" y="4531359"/>
            <a:ext cx="246379" cy="215265"/>
          </a:xfrm>
          <a:custGeom>
            <a:avLst/>
            <a:gdLst/>
            <a:ahLst/>
            <a:cxnLst/>
            <a:rect l="l" t="t" r="r" b="b"/>
            <a:pathLst>
              <a:path w="246379" h="215264">
                <a:moveTo>
                  <a:pt x="218694" y="119380"/>
                </a:moveTo>
                <a:lnTo>
                  <a:pt x="63563" y="119380"/>
                </a:lnTo>
                <a:lnTo>
                  <a:pt x="63563" y="85090"/>
                </a:lnTo>
                <a:lnTo>
                  <a:pt x="210172" y="85090"/>
                </a:lnTo>
                <a:lnTo>
                  <a:pt x="210172" y="58420"/>
                </a:lnTo>
                <a:lnTo>
                  <a:pt x="63563" y="58420"/>
                </a:lnTo>
                <a:lnTo>
                  <a:pt x="63563" y="26670"/>
                </a:lnTo>
                <a:lnTo>
                  <a:pt x="216281" y="26670"/>
                </a:lnTo>
                <a:lnTo>
                  <a:pt x="216281" y="0"/>
                </a:lnTo>
                <a:lnTo>
                  <a:pt x="29984" y="0"/>
                </a:lnTo>
                <a:lnTo>
                  <a:pt x="29984" y="26670"/>
                </a:lnTo>
                <a:lnTo>
                  <a:pt x="29984" y="58420"/>
                </a:lnTo>
                <a:lnTo>
                  <a:pt x="29984" y="85090"/>
                </a:lnTo>
                <a:lnTo>
                  <a:pt x="29984" y="119380"/>
                </a:lnTo>
                <a:lnTo>
                  <a:pt x="29984" y="146062"/>
                </a:lnTo>
                <a:lnTo>
                  <a:pt x="218694" y="146062"/>
                </a:lnTo>
                <a:lnTo>
                  <a:pt x="218694" y="119380"/>
                </a:lnTo>
                <a:close/>
              </a:path>
              <a:path w="246379" h="215264">
                <a:moveTo>
                  <a:pt x="245960" y="187909"/>
                </a:moveTo>
                <a:lnTo>
                  <a:pt x="0" y="187909"/>
                </a:lnTo>
                <a:lnTo>
                  <a:pt x="0" y="214960"/>
                </a:lnTo>
                <a:lnTo>
                  <a:pt x="245960" y="214960"/>
                </a:lnTo>
                <a:lnTo>
                  <a:pt x="245960" y="187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10003866" y="5017610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70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3" name="object 93" descr=""/>
          <p:cNvGrpSpPr/>
          <p:nvPr/>
        </p:nvGrpSpPr>
        <p:grpSpPr>
          <a:xfrm>
            <a:off x="10141001" y="4920248"/>
            <a:ext cx="340995" cy="186055"/>
            <a:chOff x="10141001" y="4920248"/>
            <a:chExt cx="340995" cy="186055"/>
          </a:xfrm>
        </p:grpSpPr>
        <p:pic>
          <p:nvPicPr>
            <p:cNvPr id="94" name="object 9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141001" y="4920248"/>
              <a:ext cx="158342" cy="185850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330952" y="4920248"/>
              <a:ext cx="150738" cy="183167"/>
            </a:xfrm>
            <a:prstGeom prst="rect">
              <a:avLst/>
            </a:prstGeom>
          </p:spPr>
        </p:pic>
      </p:grpSp>
      <p:sp>
        <p:nvSpPr>
          <p:cNvPr id="96" name="object 96" descr=""/>
          <p:cNvSpPr/>
          <p:nvPr/>
        </p:nvSpPr>
        <p:spPr>
          <a:xfrm>
            <a:off x="10567391" y="4920030"/>
            <a:ext cx="530860" cy="186690"/>
          </a:xfrm>
          <a:custGeom>
            <a:avLst/>
            <a:gdLst/>
            <a:ahLst/>
            <a:cxnLst/>
            <a:rect l="l" t="t" r="r" b="b"/>
            <a:pathLst>
              <a:path w="530859" h="186689">
                <a:moveTo>
                  <a:pt x="153416" y="19608"/>
                </a:moveTo>
                <a:lnTo>
                  <a:pt x="109664" y="19608"/>
                </a:lnTo>
                <a:lnTo>
                  <a:pt x="109664" y="30861"/>
                </a:lnTo>
                <a:lnTo>
                  <a:pt x="109664" y="98780"/>
                </a:lnTo>
                <a:lnTo>
                  <a:pt x="59486" y="98780"/>
                </a:lnTo>
                <a:lnTo>
                  <a:pt x="59486" y="30861"/>
                </a:lnTo>
                <a:lnTo>
                  <a:pt x="109664" y="30861"/>
                </a:lnTo>
                <a:lnTo>
                  <a:pt x="109664" y="19608"/>
                </a:lnTo>
                <a:lnTo>
                  <a:pt x="15659" y="19608"/>
                </a:lnTo>
                <a:lnTo>
                  <a:pt x="15659" y="30861"/>
                </a:lnTo>
                <a:lnTo>
                  <a:pt x="46291" y="30861"/>
                </a:lnTo>
                <a:lnTo>
                  <a:pt x="46291" y="98780"/>
                </a:lnTo>
                <a:lnTo>
                  <a:pt x="15798" y="98780"/>
                </a:lnTo>
                <a:lnTo>
                  <a:pt x="15798" y="109740"/>
                </a:lnTo>
                <a:lnTo>
                  <a:pt x="153123" y="109740"/>
                </a:lnTo>
                <a:lnTo>
                  <a:pt x="153123" y="98780"/>
                </a:lnTo>
                <a:lnTo>
                  <a:pt x="122707" y="98780"/>
                </a:lnTo>
                <a:lnTo>
                  <a:pt x="122707" y="30861"/>
                </a:lnTo>
                <a:lnTo>
                  <a:pt x="153416" y="30861"/>
                </a:lnTo>
                <a:lnTo>
                  <a:pt x="153416" y="19608"/>
                </a:lnTo>
                <a:close/>
              </a:path>
              <a:path w="530859" h="186689">
                <a:moveTo>
                  <a:pt x="170345" y="149694"/>
                </a:moveTo>
                <a:lnTo>
                  <a:pt x="0" y="149694"/>
                </a:lnTo>
                <a:lnTo>
                  <a:pt x="0" y="161328"/>
                </a:lnTo>
                <a:lnTo>
                  <a:pt x="170345" y="161328"/>
                </a:lnTo>
                <a:lnTo>
                  <a:pt x="170345" y="149694"/>
                </a:lnTo>
                <a:close/>
              </a:path>
              <a:path w="530859" h="186689">
                <a:moveTo>
                  <a:pt x="357009" y="151079"/>
                </a:moveTo>
                <a:lnTo>
                  <a:pt x="277837" y="151079"/>
                </a:lnTo>
                <a:lnTo>
                  <a:pt x="277837" y="112979"/>
                </a:lnTo>
                <a:lnTo>
                  <a:pt x="339267" y="112979"/>
                </a:lnTo>
                <a:lnTo>
                  <a:pt x="339267" y="102819"/>
                </a:lnTo>
                <a:lnTo>
                  <a:pt x="221703" y="102819"/>
                </a:lnTo>
                <a:lnTo>
                  <a:pt x="221703" y="68529"/>
                </a:lnTo>
                <a:lnTo>
                  <a:pt x="334949" y="68529"/>
                </a:lnTo>
                <a:lnTo>
                  <a:pt x="334949" y="57099"/>
                </a:lnTo>
                <a:lnTo>
                  <a:pt x="334949" y="25361"/>
                </a:lnTo>
                <a:lnTo>
                  <a:pt x="334949" y="13919"/>
                </a:lnTo>
                <a:lnTo>
                  <a:pt x="207987" y="13919"/>
                </a:lnTo>
                <a:lnTo>
                  <a:pt x="207987" y="25361"/>
                </a:lnTo>
                <a:lnTo>
                  <a:pt x="321830" y="25361"/>
                </a:lnTo>
                <a:lnTo>
                  <a:pt x="321830" y="57099"/>
                </a:lnTo>
                <a:lnTo>
                  <a:pt x="208584" y="57099"/>
                </a:lnTo>
                <a:lnTo>
                  <a:pt x="208584" y="68529"/>
                </a:lnTo>
                <a:lnTo>
                  <a:pt x="208584" y="102819"/>
                </a:lnTo>
                <a:lnTo>
                  <a:pt x="208584" y="112979"/>
                </a:lnTo>
                <a:lnTo>
                  <a:pt x="264718" y="112979"/>
                </a:lnTo>
                <a:lnTo>
                  <a:pt x="264718" y="151079"/>
                </a:lnTo>
                <a:lnTo>
                  <a:pt x="186664" y="151079"/>
                </a:lnTo>
                <a:lnTo>
                  <a:pt x="186664" y="162509"/>
                </a:lnTo>
                <a:lnTo>
                  <a:pt x="357009" y="162509"/>
                </a:lnTo>
                <a:lnTo>
                  <a:pt x="357009" y="151079"/>
                </a:lnTo>
                <a:close/>
              </a:path>
              <a:path w="530859" h="186689">
                <a:moveTo>
                  <a:pt x="465556" y="93116"/>
                </a:moveTo>
                <a:lnTo>
                  <a:pt x="434251" y="63817"/>
                </a:lnTo>
                <a:lnTo>
                  <a:pt x="427240" y="27139"/>
                </a:lnTo>
                <a:lnTo>
                  <a:pt x="461683" y="27139"/>
                </a:lnTo>
                <a:lnTo>
                  <a:pt x="461683" y="15798"/>
                </a:lnTo>
                <a:lnTo>
                  <a:pt x="378040" y="15798"/>
                </a:lnTo>
                <a:lnTo>
                  <a:pt x="378040" y="27139"/>
                </a:lnTo>
                <a:lnTo>
                  <a:pt x="414489" y="27139"/>
                </a:lnTo>
                <a:lnTo>
                  <a:pt x="414489" y="39814"/>
                </a:lnTo>
                <a:lnTo>
                  <a:pt x="411708" y="56997"/>
                </a:lnTo>
                <a:lnTo>
                  <a:pt x="403796" y="73418"/>
                </a:lnTo>
                <a:lnTo>
                  <a:pt x="391414" y="87515"/>
                </a:lnTo>
                <a:lnTo>
                  <a:pt x="375208" y="97739"/>
                </a:lnTo>
                <a:lnTo>
                  <a:pt x="382511" y="108318"/>
                </a:lnTo>
                <a:lnTo>
                  <a:pt x="395605" y="100406"/>
                </a:lnTo>
                <a:lnTo>
                  <a:pt x="406565" y="89979"/>
                </a:lnTo>
                <a:lnTo>
                  <a:pt x="415188" y="77609"/>
                </a:lnTo>
                <a:lnTo>
                  <a:pt x="421271" y="63817"/>
                </a:lnTo>
                <a:lnTo>
                  <a:pt x="427228" y="76047"/>
                </a:lnTo>
                <a:lnTo>
                  <a:pt x="435470" y="87045"/>
                </a:lnTo>
                <a:lnTo>
                  <a:pt x="445884" y="96329"/>
                </a:lnTo>
                <a:lnTo>
                  <a:pt x="458330" y="103403"/>
                </a:lnTo>
                <a:lnTo>
                  <a:pt x="465556" y="93116"/>
                </a:lnTo>
                <a:close/>
              </a:path>
              <a:path w="530859" h="186689">
                <a:moveTo>
                  <a:pt x="494779" y="4254"/>
                </a:moveTo>
                <a:lnTo>
                  <a:pt x="481888" y="4254"/>
                </a:lnTo>
                <a:lnTo>
                  <a:pt x="481888" y="48602"/>
                </a:lnTo>
                <a:lnTo>
                  <a:pt x="450723" y="48602"/>
                </a:lnTo>
                <a:lnTo>
                  <a:pt x="450723" y="59791"/>
                </a:lnTo>
                <a:lnTo>
                  <a:pt x="481888" y="59791"/>
                </a:lnTo>
                <a:lnTo>
                  <a:pt x="481888" y="111975"/>
                </a:lnTo>
                <a:lnTo>
                  <a:pt x="494779" y="111975"/>
                </a:lnTo>
                <a:lnTo>
                  <a:pt x="494779" y="4254"/>
                </a:lnTo>
                <a:close/>
              </a:path>
              <a:path w="530859" h="186689">
                <a:moveTo>
                  <a:pt x="530644" y="122478"/>
                </a:moveTo>
                <a:lnTo>
                  <a:pt x="406285" y="122478"/>
                </a:lnTo>
                <a:lnTo>
                  <a:pt x="406285" y="133667"/>
                </a:lnTo>
                <a:lnTo>
                  <a:pt x="517664" y="133667"/>
                </a:lnTo>
                <a:lnTo>
                  <a:pt x="517664" y="186080"/>
                </a:lnTo>
                <a:lnTo>
                  <a:pt x="530644" y="186080"/>
                </a:lnTo>
                <a:lnTo>
                  <a:pt x="530644" y="122478"/>
                </a:lnTo>
                <a:close/>
              </a:path>
              <a:path w="530859" h="186689">
                <a:moveTo>
                  <a:pt x="530644" y="0"/>
                </a:moveTo>
                <a:lnTo>
                  <a:pt x="518045" y="0"/>
                </a:lnTo>
                <a:lnTo>
                  <a:pt x="518045" y="113766"/>
                </a:lnTo>
                <a:lnTo>
                  <a:pt x="530644" y="113766"/>
                </a:lnTo>
                <a:lnTo>
                  <a:pt x="530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11127397" y="4936489"/>
            <a:ext cx="170815" cy="144780"/>
          </a:xfrm>
          <a:custGeom>
            <a:avLst/>
            <a:gdLst/>
            <a:ahLst/>
            <a:cxnLst/>
            <a:rect l="l" t="t" r="r" b="b"/>
            <a:pathLst>
              <a:path w="170815" h="144779">
                <a:moveTo>
                  <a:pt x="150291" y="85102"/>
                </a:moveTo>
                <a:lnTo>
                  <a:pt x="36093" y="85102"/>
                </a:lnTo>
                <a:lnTo>
                  <a:pt x="36093" y="53340"/>
                </a:lnTo>
                <a:lnTo>
                  <a:pt x="144183" y="53340"/>
                </a:lnTo>
                <a:lnTo>
                  <a:pt x="144183" y="41910"/>
                </a:lnTo>
                <a:lnTo>
                  <a:pt x="36093" y="41910"/>
                </a:lnTo>
                <a:lnTo>
                  <a:pt x="36093" y="11430"/>
                </a:lnTo>
                <a:lnTo>
                  <a:pt x="148056" y="11430"/>
                </a:lnTo>
                <a:lnTo>
                  <a:pt x="148056" y="0"/>
                </a:lnTo>
                <a:lnTo>
                  <a:pt x="22669" y="0"/>
                </a:lnTo>
                <a:lnTo>
                  <a:pt x="22669" y="11430"/>
                </a:lnTo>
                <a:lnTo>
                  <a:pt x="22669" y="41910"/>
                </a:lnTo>
                <a:lnTo>
                  <a:pt x="22669" y="53340"/>
                </a:lnTo>
                <a:lnTo>
                  <a:pt x="22669" y="85102"/>
                </a:lnTo>
                <a:lnTo>
                  <a:pt x="22669" y="96520"/>
                </a:lnTo>
                <a:lnTo>
                  <a:pt x="150291" y="96520"/>
                </a:lnTo>
                <a:lnTo>
                  <a:pt x="150291" y="85102"/>
                </a:lnTo>
                <a:close/>
              </a:path>
              <a:path w="170815" h="144779">
                <a:moveTo>
                  <a:pt x="170357" y="133083"/>
                </a:moveTo>
                <a:lnTo>
                  <a:pt x="0" y="133083"/>
                </a:lnTo>
                <a:lnTo>
                  <a:pt x="0" y="144487"/>
                </a:lnTo>
                <a:lnTo>
                  <a:pt x="170357" y="144487"/>
                </a:lnTo>
                <a:lnTo>
                  <a:pt x="170357" y="133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8" name="object 98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366007" y="4920025"/>
            <a:ext cx="344939" cy="186074"/>
          </a:xfrm>
          <a:prstGeom prst="rect">
            <a:avLst/>
          </a:prstGeom>
        </p:spPr>
      </p:pic>
      <p:sp>
        <p:nvSpPr>
          <p:cNvPr id="99" name="object 99" descr=""/>
          <p:cNvSpPr/>
          <p:nvPr/>
        </p:nvSpPr>
        <p:spPr>
          <a:xfrm>
            <a:off x="10003866" y="5384620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70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0" name="object 100" descr=""/>
          <p:cNvGrpSpPr/>
          <p:nvPr/>
        </p:nvGrpSpPr>
        <p:grpSpPr>
          <a:xfrm>
            <a:off x="10145026" y="5287035"/>
            <a:ext cx="359410" cy="186690"/>
            <a:chOff x="10145026" y="5287035"/>
            <a:chExt cx="359410" cy="186690"/>
          </a:xfrm>
        </p:grpSpPr>
        <p:pic>
          <p:nvPicPr>
            <p:cNvPr id="101" name="object 10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337140" y="5287035"/>
              <a:ext cx="166915" cy="18607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145026" y="5287035"/>
              <a:ext cx="149993" cy="186074"/>
            </a:xfrm>
            <a:prstGeom prst="rect">
              <a:avLst/>
            </a:prstGeom>
          </p:spPr>
        </p:pic>
      </p:grpSp>
      <p:sp>
        <p:nvSpPr>
          <p:cNvPr id="103" name="object 103" descr=""/>
          <p:cNvSpPr/>
          <p:nvPr/>
        </p:nvSpPr>
        <p:spPr>
          <a:xfrm>
            <a:off x="10567391" y="5287035"/>
            <a:ext cx="530860" cy="186690"/>
          </a:xfrm>
          <a:custGeom>
            <a:avLst/>
            <a:gdLst/>
            <a:ahLst/>
            <a:cxnLst/>
            <a:rect l="l" t="t" r="r" b="b"/>
            <a:pathLst>
              <a:path w="530859" h="186689">
                <a:moveTo>
                  <a:pt x="153416" y="19608"/>
                </a:moveTo>
                <a:lnTo>
                  <a:pt x="109664" y="19608"/>
                </a:lnTo>
                <a:lnTo>
                  <a:pt x="109664" y="30873"/>
                </a:lnTo>
                <a:lnTo>
                  <a:pt x="109664" y="98780"/>
                </a:lnTo>
                <a:lnTo>
                  <a:pt x="59486" y="98780"/>
                </a:lnTo>
                <a:lnTo>
                  <a:pt x="59486" y="30873"/>
                </a:lnTo>
                <a:lnTo>
                  <a:pt x="109664" y="30873"/>
                </a:lnTo>
                <a:lnTo>
                  <a:pt x="109664" y="19608"/>
                </a:lnTo>
                <a:lnTo>
                  <a:pt x="15659" y="19608"/>
                </a:lnTo>
                <a:lnTo>
                  <a:pt x="15659" y="30873"/>
                </a:lnTo>
                <a:lnTo>
                  <a:pt x="46291" y="30873"/>
                </a:lnTo>
                <a:lnTo>
                  <a:pt x="46291" y="98780"/>
                </a:lnTo>
                <a:lnTo>
                  <a:pt x="15798" y="98780"/>
                </a:lnTo>
                <a:lnTo>
                  <a:pt x="15798" y="109740"/>
                </a:lnTo>
                <a:lnTo>
                  <a:pt x="153123" y="109740"/>
                </a:lnTo>
                <a:lnTo>
                  <a:pt x="153123" y="98780"/>
                </a:lnTo>
                <a:lnTo>
                  <a:pt x="122707" y="98780"/>
                </a:lnTo>
                <a:lnTo>
                  <a:pt x="122707" y="30873"/>
                </a:lnTo>
                <a:lnTo>
                  <a:pt x="153416" y="30873"/>
                </a:lnTo>
                <a:lnTo>
                  <a:pt x="153416" y="19608"/>
                </a:lnTo>
                <a:close/>
              </a:path>
              <a:path w="530859" h="186689">
                <a:moveTo>
                  <a:pt x="170345" y="149694"/>
                </a:moveTo>
                <a:lnTo>
                  <a:pt x="0" y="149694"/>
                </a:lnTo>
                <a:lnTo>
                  <a:pt x="0" y="161328"/>
                </a:lnTo>
                <a:lnTo>
                  <a:pt x="170345" y="161328"/>
                </a:lnTo>
                <a:lnTo>
                  <a:pt x="170345" y="149694"/>
                </a:lnTo>
                <a:close/>
              </a:path>
              <a:path w="530859" h="186689">
                <a:moveTo>
                  <a:pt x="357009" y="151104"/>
                </a:moveTo>
                <a:lnTo>
                  <a:pt x="277837" y="151104"/>
                </a:lnTo>
                <a:lnTo>
                  <a:pt x="277837" y="113017"/>
                </a:lnTo>
                <a:lnTo>
                  <a:pt x="339267" y="113017"/>
                </a:lnTo>
                <a:lnTo>
                  <a:pt x="339267" y="101574"/>
                </a:lnTo>
                <a:lnTo>
                  <a:pt x="221703" y="101574"/>
                </a:lnTo>
                <a:lnTo>
                  <a:pt x="221703" y="68554"/>
                </a:lnTo>
                <a:lnTo>
                  <a:pt x="334949" y="68554"/>
                </a:lnTo>
                <a:lnTo>
                  <a:pt x="334949" y="57137"/>
                </a:lnTo>
                <a:lnTo>
                  <a:pt x="334949" y="25374"/>
                </a:lnTo>
                <a:lnTo>
                  <a:pt x="334949" y="13944"/>
                </a:lnTo>
                <a:lnTo>
                  <a:pt x="207987" y="13944"/>
                </a:lnTo>
                <a:lnTo>
                  <a:pt x="207987" y="25374"/>
                </a:lnTo>
                <a:lnTo>
                  <a:pt x="321830" y="25374"/>
                </a:lnTo>
                <a:lnTo>
                  <a:pt x="321830" y="57137"/>
                </a:lnTo>
                <a:lnTo>
                  <a:pt x="208584" y="57137"/>
                </a:lnTo>
                <a:lnTo>
                  <a:pt x="208584" y="68554"/>
                </a:lnTo>
                <a:lnTo>
                  <a:pt x="208584" y="101574"/>
                </a:lnTo>
                <a:lnTo>
                  <a:pt x="208584" y="113017"/>
                </a:lnTo>
                <a:lnTo>
                  <a:pt x="264718" y="113017"/>
                </a:lnTo>
                <a:lnTo>
                  <a:pt x="264718" y="151104"/>
                </a:lnTo>
                <a:lnTo>
                  <a:pt x="186664" y="151104"/>
                </a:lnTo>
                <a:lnTo>
                  <a:pt x="186664" y="162534"/>
                </a:lnTo>
                <a:lnTo>
                  <a:pt x="357009" y="162534"/>
                </a:lnTo>
                <a:lnTo>
                  <a:pt x="357009" y="151104"/>
                </a:lnTo>
                <a:close/>
              </a:path>
              <a:path w="530859" h="186689">
                <a:moveTo>
                  <a:pt x="465556" y="93116"/>
                </a:moveTo>
                <a:lnTo>
                  <a:pt x="449668" y="83477"/>
                </a:lnTo>
                <a:lnTo>
                  <a:pt x="437591" y="70396"/>
                </a:lnTo>
                <a:lnTo>
                  <a:pt x="434251" y="63817"/>
                </a:lnTo>
                <a:lnTo>
                  <a:pt x="429920" y="55308"/>
                </a:lnTo>
                <a:lnTo>
                  <a:pt x="427266" y="39814"/>
                </a:lnTo>
                <a:lnTo>
                  <a:pt x="427240" y="27139"/>
                </a:lnTo>
                <a:lnTo>
                  <a:pt x="461683" y="27139"/>
                </a:lnTo>
                <a:lnTo>
                  <a:pt x="461683" y="15811"/>
                </a:lnTo>
                <a:lnTo>
                  <a:pt x="378040" y="15811"/>
                </a:lnTo>
                <a:lnTo>
                  <a:pt x="378040" y="27139"/>
                </a:lnTo>
                <a:lnTo>
                  <a:pt x="414489" y="27139"/>
                </a:lnTo>
                <a:lnTo>
                  <a:pt x="414489" y="39814"/>
                </a:lnTo>
                <a:lnTo>
                  <a:pt x="411708" y="56997"/>
                </a:lnTo>
                <a:lnTo>
                  <a:pt x="403796" y="73418"/>
                </a:lnTo>
                <a:lnTo>
                  <a:pt x="391414" y="87515"/>
                </a:lnTo>
                <a:lnTo>
                  <a:pt x="375208" y="97739"/>
                </a:lnTo>
                <a:lnTo>
                  <a:pt x="382511" y="108331"/>
                </a:lnTo>
                <a:lnTo>
                  <a:pt x="395605" y="100406"/>
                </a:lnTo>
                <a:lnTo>
                  <a:pt x="406565" y="89992"/>
                </a:lnTo>
                <a:lnTo>
                  <a:pt x="415188" y="77609"/>
                </a:lnTo>
                <a:lnTo>
                  <a:pt x="421271" y="63817"/>
                </a:lnTo>
                <a:lnTo>
                  <a:pt x="427228" y="76060"/>
                </a:lnTo>
                <a:lnTo>
                  <a:pt x="435470" y="87045"/>
                </a:lnTo>
                <a:lnTo>
                  <a:pt x="445884" y="96329"/>
                </a:lnTo>
                <a:lnTo>
                  <a:pt x="458330" y="103403"/>
                </a:lnTo>
                <a:lnTo>
                  <a:pt x="465556" y="93116"/>
                </a:lnTo>
                <a:close/>
              </a:path>
              <a:path w="530859" h="186689">
                <a:moveTo>
                  <a:pt x="494779" y="4254"/>
                </a:moveTo>
                <a:lnTo>
                  <a:pt x="481888" y="4254"/>
                </a:lnTo>
                <a:lnTo>
                  <a:pt x="481888" y="48615"/>
                </a:lnTo>
                <a:lnTo>
                  <a:pt x="450723" y="48615"/>
                </a:lnTo>
                <a:lnTo>
                  <a:pt x="450723" y="59791"/>
                </a:lnTo>
                <a:lnTo>
                  <a:pt x="481888" y="59791"/>
                </a:lnTo>
                <a:lnTo>
                  <a:pt x="481888" y="111975"/>
                </a:lnTo>
                <a:lnTo>
                  <a:pt x="494779" y="111975"/>
                </a:lnTo>
                <a:lnTo>
                  <a:pt x="494779" y="4254"/>
                </a:lnTo>
                <a:close/>
              </a:path>
              <a:path w="530859" h="186689">
                <a:moveTo>
                  <a:pt x="530644" y="122491"/>
                </a:moveTo>
                <a:lnTo>
                  <a:pt x="406285" y="122491"/>
                </a:lnTo>
                <a:lnTo>
                  <a:pt x="406285" y="133667"/>
                </a:lnTo>
                <a:lnTo>
                  <a:pt x="517664" y="133667"/>
                </a:lnTo>
                <a:lnTo>
                  <a:pt x="517664" y="186080"/>
                </a:lnTo>
                <a:lnTo>
                  <a:pt x="530644" y="186080"/>
                </a:lnTo>
                <a:lnTo>
                  <a:pt x="530644" y="122491"/>
                </a:lnTo>
                <a:close/>
              </a:path>
              <a:path w="530859" h="186689">
                <a:moveTo>
                  <a:pt x="530644" y="0"/>
                </a:moveTo>
                <a:lnTo>
                  <a:pt x="518045" y="0"/>
                </a:lnTo>
                <a:lnTo>
                  <a:pt x="518045" y="113766"/>
                </a:lnTo>
                <a:lnTo>
                  <a:pt x="530644" y="113766"/>
                </a:lnTo>
                <a:lnTo>
                  <a:pt x="530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1127397" y="5303519"/>
            <a:ext cx="170815" cy="144780"/>
          </a:xfrm>
          <a:custGeom>
            <a:avLst/>
            <a:gdLst/>
            <a:ahLst/>
            <a:cxnLst/>
            <a:rect l="l" t="t" r="r" b="b"/>
            <a:pathLst>
              <a:path w="170815" h="144779">
                <a:moveTo>
                  <a:pt x="150291" y="85090"/>
                </a:moveTo>
                <a:lnTo>
                  <a:pt x="36093" y="85090"/>
                </a:lnTo>
                <a:lnTo>
                  <a:pt x="36093" y="53340"/>
                </a:lnTo>
                <a:lnTo>
                  <a:pt x="144183" y="53340"/>
                </a:lnTo>
                <a:lnTo>
                  <a:pt x="144183" y="41922"/>
                </a:lnTo>
                <a:lnTo>
                  <a:pt x="36093" y="41922"/>
                </a:lnTo>
                <a:lnTo>
                  <a:pt x="36093" y="11430"/>
                </a:lnTo>
                <a:lnTo>
                  <a:pt x="148056" y="11430"/>
                </a:lnTo>
                <a:lnTo>
                  <a:pt x="148056" y="0"/>
                </a:lnTo>
                <a:lnTo>
                  <a:pt x="22669" y="0"/>
                </a:lnTo>
                <a:lnTo>
                  <a:pt x="22669" y="11430"/>
                </a:lnTo>
                <a:lnTo>
                  <a:pt x="22669" y="41922"/>
                </a:lnTo>
                <a:lnTo>
                  <a:pt x="22669" y="53340"/>
                </a:lnTo>
                <a:lnTo>
                  <a:pt x="22669" y="85090"/>
                </a:lnTo>
                <a:lnTo>
                  <a:pt x="22669" y="96532"/>
                </a:lnTo>
                <a:lnTo>
                  <a:pt x="150291" y="96532"/>
                </a:lnTo>
                <a:lnTo>
                  <a:pt x="150291" y="85090"/>
                </a:lnTo>
                <a:close/>
              </a:path>
              <a:path w="170815" h="144779">
                <a:moveTo>
                  <a:pt x="170357" y="133070"/>
                </a:moveTo>
                <a:lnTo>
                  <a:pt x="0" y="133070"/>
                </a:lnTo>
                <a:lnTo>
                  <a:pt x="0" y="144475"/>
                </a:lnTo>
                <a:lnTo>
                  <a:pt x="170357" y="144475"/>
                </a:lnTo>
                <a:lnTo>
                  <a:pt x="170357" y="133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5" name="object 105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1366007" y="5287035"/>
            <a:ext cx="344939" cy="186074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6493928" y="4501661"/>
            <a:ext cx="223976" cy="139450"/>
          </a:xfrm>
          <a:prstGeom prst="rect">
            <a:avLst/>
          </a:prstGeom>
        </p:spPr>
      </p:pic>
      <p:sp>
        <p:nvSpPr>
          <p:cNvPr id="107" name="object 107" descr=""/>
          <p:cNvSpPr/>
          <p:nvPr/>
        </p:nvSpPr>
        <p:spPr>
          <a:xfrm>
            <a:off x="1665122" y="6775284"/>
            <a:ext cx="513715" cy="269240"/>
          </a:xfrm>
          <a:custGeom>
            <a:avLst/>
            <a:gdLst/>
            <a:ahLst/>
            <a:cxnLst/>
            <a:rect l="l" t="t" r="r" b="b"/>
            <a:pathLst>
              <a:path w="513714" h="269240">
                <a:moveTo>
                  <a:pt x="235331" y="97777"/>
                </a:moveTo>
                <a:lnTo>
                  <a:pt x="196418" y="87655"/>
                </a:lnTo>
                <a:lnTo>
                  <a:pt x="161963" y="64935"/>
                </a:lnTo>
                <a:lnTo>
                  <a:pt x="140093" y="22313"/>
                </a:lnTo>
                <a:lnTo>
                  <a:pt x="140093" y="8521"/>
                </a:lnTo>
                <a:lnTo>
                  <a:pt x="105359" y="8521"/>
                </a:lnTo>
                <a:lnTo>
                  <a:pt x="105359" y="22313"/>
                </a:lnTo>
                <a:lnTo>
                  <a:pt x="98552" y="47409"/>
                </a:lnTo>
                <a:lnTo>
                  <a:pt x="79298" y="70027"/>
                </a:lnTo>
                <a:lnTo>
                  <a:pt x="49364" y="87655"/>
                </a:lnTo>
                <a:lnTo>
                  <a:pt x="10528" y="97777"/>
                </a:lnTo>
                <a:lnTo>
                  <a:pt x="23685" y="124498"/>
                </a:lnTo>
                <a:lnTo>
                  <a:pt x="55778" y="116636"/>
                </a:lnTo>
                <a:lnTo>
                  <a:pt x="83591" y="103593"/>
                </a:lnTo>
                <a:lnTo>
                  <a:pt x="106235" y="86131"/>
                </a:lnTo>
                <a:lnTo>
                  <a:pt x="122821" y="64935"/>
                </a:lnTo>
                <a:lnTo>
                  <a:pt x="139319" y="86131"/>
                </a:lnTo>
                <a:lnTo>
                  <a:pt x="161975" y="103593"/>
                </a:lnTo>
                <a:lnTo>
                  <a:pt x="189928" y="116636"/>
                </a:lnTo>
                <a:lnTo>
                  <a:pt x="222288" y="124498"/>
                </a:lnTo>
                <a:lnTo>
                  <a:pt x="235331" y="97777"/>
                </a:lnTo>
                <a:close/>
              </a:path>
              <a:path w="513714" h="269240">
                <a:moveTo>
                  <a:pt x="245122" y="147866"/>
                </a:moveTo>
                <a:lnTo>
                  <a:pt x="0" y="147866"/>
                </a:lnTo>
                <a:lnTo>
                  <a:pt x="0" y="175133"/>
                </a:lnTo>
                <a:lnTo>
                  <a:pt x="105562" y="175133"/>
                </a:lnTo>
                <a:lnTo>
                  <a:pt x="105562" y="268795"/>
                </a:lnTo>
                <a:lnTo>
                  <a:pt x="138303" y="268795"/>
                </a:lnTo>
                <a:lnTo>
                  <a:pt x="138303" y="175133"/>
                </a:lnTo>
                <a:lnTo>
                  <a:pt x="245122" y="175133"/>
                </a:lnTo>
                <a:lnTo>
                  <a:pt x="245122" y="147866"/>
                </a:lnTo>
                <a:close/>
              </a:path>
              <a:path w="513714" h="269240">
                <a:moveTo>
                  <a:pt x="422046" y="121767"/>
                </a:moveTo>
                <a:lnTo>
                  <a:pt x="378231" y="93154"/>
                </a:lnTo>
                <a:lnTo>
                  <a:pt x="358787" y="42722"/>
                </a:lnTo>
                <a:lnTo>
                  <a:pt x="358787" y="14211"/>
                </a:lnTo>
                <a:lnTo>
                  <a:pt x="325742" y="14211"/>
                </a:lnTo>
                <a:lnTo>
                  <a:pt x="325742" y="39674"/>
                </a:lnTo>
                <a:lnTo>
                  <a:pt x="321589" y="67525"/>
                </a:lnTo>
                <a:lnTo>
                  <a:pt x="321551" y="67767"/>
                </a:lnTo>
                <a:lnTo>
                  <a:pt x="309295" y="93154"/>
                </a:lnTo>
                <a:lnTo>
                  <a:pt x="288950" y="114134"/>
                </a:lnTo>
                <a:lnTo>
                  <a:pt x="260489" y="129032"/>
                </a:lnTo>
                <a:lnTo>
                  <a:pt x="278384" y="155130"/>
                </a:lnTo>
                <a:lnTo>
                  <a:pt x="299897" y="144792"/>
                </a:lnTo>
                <a:lnTo>
                  <a:pt x="317842" y="130683"/>
                </a:lnTo>
                <a:lnTo>
                  <a:pt x="332168" y="113309"/>
                </a:lnTo>
                <a:lnTo>
                  <a:pt x="342785" y="93154"/>
                </a:lnTo>
                <a:lnTo>
                  <a:pt x="353212" y="110794"/>
                </a:lnTo>
                <a:lnTo>
                  <a:pt x="367030" y="126034"/>
                </a:lnTo>
                <a:lnTo>
                  <a:pt x="384111" y="138430"/>
                </a:lnTo>
                <a:lnTo>
                  <a:pt x="404355" y="147548"/>
                </a:lnTo>
                <a:lnTo>
                  <a:pt x="422046" y="121767"/>
                </a:lnTo>
                <a:close/>
              </a:path>
              <a:path w="513714" h="269240">
                <a:moveTo>
                  <a:pt x="478243" y="217538"/>
                </a:moveTo>
                <a:lnTo>
                  <a:pt x="471995" y="196100"/>
                </a:lnTo>
                <a:lnTo>
                  <a:pt x="468185" y="192697"/>
                </a:lnTo>
                <a:lnTo>
                  <a:pt x="454088" y="180136"/>
                </a:lnTo>
                <a:lnTo>
                  <a:pt x="445719" y="177203"/>
                </a:lnTo>
                <a:lnTo>
                  <a:pt x="445719" y="217538"/>
                </a:lnTo>
                <a:lnTo>
                  <a:pt x="441921" y="228409"/>
                </a:lnTo>
                <a:lnTo>
                  <a:pt x="430809" y="236220"/>
                </a:lnTo>
                <a:lnTo>
                  <a:pt x="412775" y="240957"/>
                </a:lnTo>
                <a:lnTo>
                  <a:pt x="388251" y="242595"/>
                </a:lnTo>
                <a:lnTo>
                  <a:pt x="363601" y="240957"/>
                </a:lnTo>
                <a:lnTo>
                  <a:pt x="345363" y="236220"/>
                </a:lnTo>
                <a:lnTo>
                  <a:pt x="334086" y="228409"/>
                </a:lnTo>
                <a:lnTo>
                  <a:pt x="330263" y="217538"/>
                </a:lnTo>
                <a:lnTo>
                  <a:pt x="334086" y="206997"/>
                </a:lnTo>
                <a:lnTo>
                  <a:pt x="345363" y="199199"/>
                </a:lnTo>
                <a:lnTo>
                  <a:pt x="363601" y="194360"/>
                </a:lnTo>
                <a:lnTo>
                  <a:pt x="388251" y="192697"/>
                </a:lnTo>
                <a:lnTo>
                  <a:pt x="412775" y="194360"/>
                </a:lnTo>
                <a:lnTo>
                  <a:pt x="430809" y="199199"/>
                </a:lnTo>
                <a:lnTo>
                  <a:pt x="441921" y="206997"/>
                </a:lnTo>
                <a:lnTo>
                  <a:pt x="445719" y="217538"/>
                </a:lnTo>
                <a:lnTo>
                  <a:pt x="445719" y="177203"/>
                </a:lnTo>
                <a:lnTo>
                  <a:pt x="425767" y="170192"/>
                </a:lnTo>
                <a:lnTo>
                  <a:pt x="388251" y="166814"/>
                </a:lnTo>
                <a:lnTo>
                  <a:pt x="350304" y="170192"/>
                </a:lnTo>
                <a:lnTo>
                  <a:pt x="321627" y="180136"/>
                </a:lnTo>
                <a:lnTo>
                  <a:pt x="303491" y="196100"/>
                </a:lnTo>
                <a:lnTo>
                  <a:pt x="297218" y="217538"/>
                </a:lnTo>
                <a:lnTo>
                  <a:pt x="303491" y="239255"/>
                </a:lnTo>
                <a:lnTo>
                  <a:pt x="321627" y="255295"/>
                </a:lnTo>
                <a:lnTo>
                  <a:pt x="350304" y="265226"/>
                </a:lnTo>
                <a:lnTo>
                  <a:pt x="388251" y="268579"/>
                </a:lnTo>
                <a:lnTo>
                  <a:pt x="425767" y="265226"/>
                </a:lnTo>
                <a:lnTo>
                  <a:pt x="454088" y="255295"/>
                </a:lnTo>
                <a:lnTo>
                  <a:pt x="468274" y="242595"/>
                </a:lnTo>
                <a:lnTo>
                  <a:pt x="471995" y="239255"/>
                </a:lnTo>
                <a:lnTo>
                  <a:pt x="478243" y="217538"/>
                </a:lnTo>
                <a:close/>
              </a:path>
              <a:path w="513714" h="269240">
                <a:moveTo>
                  <a:pt x="513397" y="65252"/>
                </a:moveTo>
                <a:lnTo>
                  <a:pt x="475818" y="65252"/>
                </a:lnTo>
                <a:lnTo>
                  <a:pt x="475818" y="0"/>
                </a:lnTo>
                <a:lnTo>
                  <a:pt x="442569" y="0"/>
                </a:lnTo>
                <a:lnTo>
                  <a:pt x="442569" y="160807"/>
                </a:lnTo>
                <a:lnTo>
                  <a:pt x="475818" y="160807"/>
                </a:lnTo>
                <a:lnTo>
                  <a:pt x="475818" y="92824"/>
                </a:lnTo>
                <a:lnTo>
                  <a:pt x="513397" y="92824"/>
                </a:lnTo>
                <a:lnTo>
                  <a:pt x="513397" y="652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2278103" y="6775275"/>
            <a:ext cx="226060" cy="268605"/>
          </a:xfrm>
          <a:custGeom>
            <a:avLst/>
            <a:gdLst/>
            <a:ahLst/>
            <a:cxnLst/>
            <a:rect l="l" t="t" r="r" b="b"/>
            <a:pathLst>
              <a:path w="226060" h="268604">
                <a:moveTo>
                  <a:pt x="138398" y="193863"/>
                </a:moveTo>
                <a:lnTo>
                  <a:pt x="103667" y="193863"/>
                </a:lnTo>
                <a:lnTo>
                  <a:pt x="95948" y="209888"/>
                </a:lnTo>
                <a:lnTo>
                  <a:pt x="78066" y="224660"/>
                </a:lnTo>
                <a:lnTo>
                  <a:pt x="51067" y="236295"/>
                </a:lnTo>
                <a:lnTo>
                  <a:pt x="15997" y="242907"/>
                </a:lnTo>
                <a:lnTo>
                  <a:pt x="27363" y="268166"/>
                </a:lnTo>
                <a:lnTo>
                  <a:pt x="57925" y="262458"/>
                </a:lnTo>
                <a:lnTo>
                  <a:pt x="84473" y="252774"/>
                </a:lnTo>
                <a:lnTo>
                  <a:pt x="105671" y="239780"/>
                </a:lnTo>
                <a:lnTo>
                  <a:pt x="121138" y="223963"/>
                </a:lnTo>
                <a:lnTo>
                  <a:pt x="163444" y="223963"/>
                </a:lnTo>
                <a:lnTo>
                  <a:pt x="146048" y="209577"/>
                </a:lnTo>
                <a:lnTo>
                  <a:pt x="138398" y="193863"/>
                </a:lnTo>
                <a:close/>
              </a:path>
              <a:path w="226060" h="268604">
                <a:moveTo>
                  <a:pt x="163444" y="223963"/>
                </a:moveTo>
                <a:lnTo>
                  <a:pt x="121138" y="223963"/>
                </a:lnTo>
                <a:lnTo>
                  <a:pt x="133175" y="236295"/>
                </a:lnTo>
                <a:lnTo>
                  <a:pt x="136642" y="239780"/>
                </a:lnTo>
                <a:lnTo>
                  <a:pt x="157593" y="252774"/>
                </a:lnTo>
                <a:lnTo>
                  <a:pt x="183609" y="262458"/>
                </a:lnTo>
                <a:lnTo>
                  <a:pt x="214280" y="268166"/>
                </a:lnTo>
                <a:lnTo>
                  <a:pt x="225436" y="242907"/>
                </a:lnTo>
                <a:lnTo>
                  <a:pt x="190554" y="235955"/>
                </a:lnTo>
                <a:lnTo>
                  <a:pt x="163762" y="224226"/>
                </a:lnTo>
                <a:lnTo>
                  <a:pt x="163444" y="223963"/>
                </a:lnTo>
                <a:close/>
              </a:path>
              <a:path w="226060" h="268604">
                <a:moveTo>
                  <a:pt x="215333" y="169130"/>
                </a:moveTo>
                <a:lnTo>
                  <a:pt x="26942" y="169130"/>
                </a:lnTo>
                <a:lnTo>
                  <a:pt x="26942" y="193863"/>
                </a:lnTo>
                <a:lnTo>
                  <a:pt x="215333" y="193863"/>
                </a:lnTo>
                <a:lnTo>
                  <a:pt x="215333" y="169130"/>
                </a:lnTo>
                <a:close/>
              </a:path>
              <a:path w="226060" h="268604">
                <a:moveTo>
                  <a:pt x="137556" y="145450"/>
                </a:moveTo>
                <a:lnTo>
                  <a:pt x="104404" y="145450"/>
                </a:lnTo>
                <a:lnTo>
                  <a:pt x="104404" y="169130"/>
                </a:lnTo>
                <a:lnTo>
                  <a:pt x="137556" y="169130"/>
                </a:lnTo>
                <a:lnTo>
                  <a:pt x="137556" y="145450"/>
                </a:lnTo>
                <a:close/>
              </a:path>
              <a:path w="226060" h="268604">
                <a:moveTo>
                  <a:pt x="209755" y="0"/>
                </a:moveTo>
                <a:lnTo>
                  <a:pt x="177023" y="0"/>
                </a:lnTo>
                <a:lnTo>
                  <a:pt x="177023" y="153133"/>
                </a:lnTo>
                <a:lnTo>
                  <a:pt x="209755" y="153133"/>
                </a:lnTo>
                <a:lnTo>
                  <a:pt x="209755" y="0"/>
                </a:lnTo>
                <a:close/>
              </a:path>
              <a:path w="226060" h="268604">
                <a:moveTo>
                  <a:pt x="129557" y="16628"/>
                </a:moveTo>
                <a:lnTo>
                  <a:pt x="0" y="16628"/>
                </a:lnTo>
                <a:lnTo>
                  <a:pt x="0" y="128505"/>
                </a:lnTo>
                <a:lnTo>
                  <a:pt x="129557" y="128505"/>
                </a:lnTo>
                <a:lnTo>
                  <a:pt x="129557" y="102615"/>
                </a:lnTo>
                <a:lnTo>
                  <a:pt x="32521" y="102615"/>
                </a:lnTo>
                <a:lnTo>
                  <a:pt x="32521" y="42730"/>
                </a:lnTo>
                <a:lnTo>
                  <a:pt x="129557" y="42730"/>
                </a:lnTo>
                <a:lnTo>
                  <a:pt x="129557" y="16628"/>
                </a:lnTo>
                <a:close/>
              </a:path>
              <a:path w="226060" h="268604">
                <a:moveTo>
                  <a:pt x="129557" y="42730"/>
                </a:moveTo>
                <a:lnTo>
                  <a:pt x="96826" y="42730"/>
                </a:lnTo>
                <a:lnTo>
                  <a:pt x="96826" y="102615"/>
                </a:lnTo>
                <a:lnTo>
                  <a:pt x="129557" y="102615"/>
                </a:lnTo>
                <a:lnTo>
                  <a:pt x="129557" y="42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2597645" y="6772961"/>
            <a:ext cx="511809" cy="271780"/>
          </a:xfrm>
          <a:custGeom>
            <a:avLst/>
            <a:gdLst/>
            <a:ahLst/>
            <a:cxnLst/>
            <a:rect l="l" t="t" r="r" b="b"/>
            <a:pathLst>
              <a:path w="511810" h="271779">
                <a:moveTo>
                  <a:pt x="161442" y="20421"/>
                </a:moveTo>
                <a:lnTo>
                  <a:pt x="100825" y="20421"/>
                </a:lnTo>
                <a:lnTo>
                  <a:pt x="100825" y="0"/>
                </a:lnTo>
                <a:lnTo>
                  <a:pt x="67779" y="0"/>
                </a:lnTo>
                <a:lnTo>
                  <a:pt x="67779" y="20421"/>
                </a:lnTo>
                <a:lnTo>
                  <a:pt x="6946" y="20421"/>
                </a:lnTo>
                <a:lnTo>
                  <a:pt x="6946" y="42951"/>
                </a:lnTo>
                <a:lnTo>
                  <a:pt x="161442" y="42951"/>
                </a:lnTo>
                <a:lnTo>
                  <a:pt x="161442" y="20421"/>
                </a:lnTo>
                <a:close/>
              </a:path>
              <a:path w="511810" h="271779">
                <a:moveTo>
                  <a:pt x="171030" y="146723"/>
                </a:moveTo>
                <a:lnTo>
                  <a:pt x="169291" y="131673"/>
                </a:lnTo>
                <a:lnTo>
                  <a:pt x="168605" y="125780"/>
                </a:lnTo>
                <a:lnTo>
                  <a:pt x="152158" y="127774"/>
                </a:lnTo>
                <a:lnTo>
                  <a:pt x="135267" y="129387"/>
                </a:lnTo>
                <a:lnTo>
                  <a:pt x="118110" y="130670"/>
                </a:lnTo>
                <a:lnTo>
                  <a:pt x="100825" y="131673"/>
                </a:lnTo>
                <a:lnTo>
                  <a:pt x="100825" y="119354"/>
                </a:lnTo>
                <a:lnTo>
                  <a:pt x="120561" y="115277"/>
                </a:lnTo>
                <a:lnTo>
                  <a:pt x="120726" y="115277"/>
                </a:lnTo>
                <a:lnTo>
                  <a:pt x="135813" y="107937"/>
                </a:lnTo>
                <a:lnTo>
                  <a:pt x="144106" y="99047"/>
                </a:lnTo>
                <a:lnTo>
                  <a:pt x="145529" y="97510"/>
                </a:lnTo>
                <a:lnTo>
                  <a:pt x="146177" y="95173"/>
                </a:lnTo>
                <a:lnTo>
                  <a:pt x="149034" y="84201"/>
                </a:lnTo>
                <a:lnTo>
                  <a:pt x="144602" y="70421"/>
                </a:lnTo>
                <a:lnTo>
                  <a:pt x="144322" y="69545"/>
                </a:lnTo>
                <a:lnTo>
                  <a:pt x="131229" y="58623"/>
                </a:lnTo>
                <a:lnTo>
                  <a:pt x="117246" y="53975"/>
                </a:lnTo>
                <a:lnTo>
                  <a:pt x="117246" y="84201"/>
                </a:lnTo>
                <a:lnTo>
                  <a:pt x="114973" y="90512"/>
                </a:lnTo>
                <a:lnTo>
                  <a:pt x="108432" y="95173"/>
                </a:lnTo>
                <a:lnTo>
                  <a:pt x="97967" y="98056"/>
                </a:lnTo>
                <a:lnTo>
                  <a:pt x="83985" y="99047"/>
                </a:lnTo>
                <a:lnTo>
                  <a:pt x="69938" y="98056"/>
                </a:lnTo>
                <a:lnTo>
                  <a:pt x="59474" y="95173"/>
                </a:lnTo>
                <a:lnTo>
                  <a:pt x="52984" y="90512"/>
                </a:lnTo>
                <a:lnTo>
                  <a:pt x="50838" y="84201"/>
                </a:lnTo>
                <a:lnTo>
                  <a:pt x="52984" y="78244"/>
                </a:lnTo>
                <a:lnTo>
                  <a:pt x="59474" y="73952"/>
                </a:lnTo>
                <a:lnTo>
                  <a:pt x="69938" y="71335"/>
                </a:lnTo>
                <a:lnTo>
                  <a:pt x="83985" y="70421"/>
                </a:lnTo>
                <a:lnTo>
                  <a:pt x="97967" y="71335"/>
                </a:lnTo>
                <a:lnTo>
                  <a:pt x="108432" y="73952"/>
                </a:lnTo>
                <a:lnTo>
                  <a:pt x="114973" y="78244"/>
                </a:lnTo>
                <a:lnTo>
                  <a:pt x="117246" y="84201"/>
                </a:lnTo>
                <a:lnTo>
                  <a:pt x="117246" y="53975"/>
                </a:lnTo>
                <a:lnTo>
                  <a:pt x="110769" y="51816"/>
                </a:lnTo>
                <a:lnTo>
                  <a:pt x="83985" y="49466"/>
                </a:lnTo>
                <a:lnTo>
                  <a:pt x="57175" y="51816"/>
                </a:lnTo>
                <a:lnTo>
                  <a:pt x="36690" y="58623"/>
                </a:lnTo>
                <a:lnTo>
                  <a:pt x="23647" y="69545"/>
                </a:lnTo>
                <a:lnTo>
                  <a:pt x="19151" y="84201"/>
                </a:lnTo>
                <a:lnTo>
                  <a:pt x="22428" y="97510"/>
                </a:lnTo>
                <a:lnTo>
                  <a:pt x="32105" y="107937"/>
                </a:lnTo>
                <a:lnTo>
                  <a:pt x="47447" y="115277"/>
                </a:lnTo>
                <a:lnTo>
                  <a:pt x="67779" y="119354"/>
                </a:lnTo>
                <a:lnTo>
                  <a:pt x="67779" y="132829"/>
                </a:lnTo>
                <a:lnTo>
                  <a:pt x="25019" y="133451"/>
                </a:lnTo>
                <a:lnTo>
                  <a:pt x="0" y="133451"/>
                </a:lnTo>
                <a:lnTo>
                  <a:pt x="3543" y="156502"/>
                </a:lnTo>
                <a:lnTo>
                  <a:pt x="3581" y="156718"/>
                </a:lnTo>
                <a:lnTo>
                  <a:pt x="41478" y="156502"/>
                </a:lnTo>
                <a:lnTo>
                  <a:pt x="83388" y="155308"/>
                </a:lnTo>
                <a:lnTo>
                  <a:pt x="127266" y="152323"/>
                </a:lnTo>
                <a:lnTo>
                  <a:pt x="171030" y="146723"/>
                </a:lnTo>
                <a:close/>
              </a:path>
              <a:path w="511810" h="271779">
                <a:moveTo>
                  <a:pt x="225018" y="246494"/>
                </a:moveTo>
                <a:lnTo>
                  <a:pt x="69354" y="246494"/>
                </a:lnTo>
                <a:lnTo>
                  <a:pt x="69354" y="229336"/>
                </a:lnTo>
                <a:lnTo>
                  <a:pt x="215646" y="229336"/>
                </a:lnTo>
                <a:lnTo>
                  <a:pt x="215646" y="171132"/>
                </a:lnTo>
                <a:lnTo>
                  <a:pt x="35890" y="171132"/>
                </a:lnTo>
                <a:lnTo>
                  <a:pt x="35890" y="193548"/>
                </a:lnTo>
                <a:lnTo>
                  <a:pt x="182600" y="193548"/>
                </a:lnTo>
                <a:lnTo>
                  <a:pt x="182600" y="208711"/>
                </a:lnTo>
                <a:lnTo>
                  <a:pt x="36207" y="208711"/>
                </a:lnTo>
                <a:lnTo>
                  <a:pt x="36207" y="268909"/>
                </a:lnTo>
                <a:lnTo>
                  <a:pt x="225018" y="268909"/>
                </a:lnTo>
                <a:lnTo>
                  <a:pt x="225018" y="246494"/>
                </a:lnTo>
                <a:close/>
              </a:path>
              <a:path w="511810" h="271779">
                <a:moveTo>
                  <a:pt x="251955" y="67576"/>
                </a:moveTo>
                <a:lnTo>
                  <a:pt x="215646" y="67576"/>
                </a:lnTo>
                <a:lnTo>
                  <a:pt x="215646" y="2324"/>
                </a:lnTo>
                <a:lnTo>
                  <a:pt x="182499" y="2324"/>
                </a:lnTo>
                <a:lnTo>
                  <a:pt x="182499" y="160718"/>
                </a:lnTo>
                <a:lnTo>
                  <a:pt x="215646" y="160718"/>
                </a:lnTo>
                <a:lnTo>
                  <a:pt x="215646" y="95364"/>
                </a:lnTo>
                <a:lnTo>
                  <a:pt x="251955" y="95364"/>
                </a:lnTo>
                <a:lnTo>
                  <a:pt x="251955" y="67576"/>
                </a:lnTo>
                <a:close/>
              </a:path>
              <a:path w="511810" h="271779">
                <a:moveTo>
                  <a:pt x="481393" y="222186"/>
                </a:moveTo>
                <a:lnTo>
                  <a:pt x="474967" y="201206"/>
                </a:lnTo>
                <a:lnTo>
                  <a:pt x="471614" y="198399"/>
                </a:lnTo>
                <a:lnTo>
                  <a:pt x="456552" y="185750"/>
                </a:lnTo>
                <a:lnTo>
                  <a:pt x="448348" y="183083"/>
                </a:lnTo>
                <a:lnTo>
                  <a:pt x="448348" y="222186"/>
                </a:lnTo>
                <a:lnTo>
                  <a:pt x="444284" y="232448"/>
                </a:lnTo>
                <a:lnTo>
                  <a:pt x="432650" y="239839"/>
                </a:lnTo>
                <a:lnTo>
                  <a:pt x="413816" y="244259"/>
                </a:lnTo>
                <a:lnTo>
                  <a:pt x="388150" y="245656"/>
                </a:lnTo>
                <a:lnTo>
                  <a:pt x="362267" y="244259"/>
                </a:lnTo>
                <a:lnTo>
                  <a:pt x="343433" y="239839"/>
                </a:lnTo>
                <a:lnTo>
                  <a:pt x="331952" y="232448"/>
                </a:lnTo>
                <a:lnTo>
                  <a:pt x="328155" y="222186"/>
                </a:lnTo>
                <a:lnTo>
                  <a:pt x="331952" y="211937"/>
                </a:lnTo>
                <a:lnTo>
                  <a:pt x="343433" y="204482"/>
                </a:lnTo>
                <a:lnTo>
                  <a:pt x="362267" y="199936"/>
                </a:lnTo>
                <a:lnTo>
                  <a:pt x="388150" y="198399"/>
                </a:lnTo>
                <a:lnTo>
                  <a:pt x="413816" y="199936"/>
                </a:lnTo>
                <a:lnTo>
                  <a:pt x="432650" y="204482"/>
                </a:lnTo>
                <a:lnTo>
                  <a:pt x="444284" y="211937"/>
                </a:lnTo>
                <a:lnTo>
                  <a:pt x="448348" y="222186"/>
                </a:lnTo>
                <a:lnTo>
                  <a:pt x="448348" y="183083"/>
                </a:lnTo>
                <a:lnTo>
                  <a:pt x="427253" y="176199"/>
                </a:lnTo>
                <a:lnTo>
                  <a:pt x="388150" y="172923"/>
                </a:lnTo>
                <a:lnTo>
                  <a:pt x="348869" y="176199"/>
                </a:lnTo>
                <a:lnTo>
                  <a:pt x="319405" y="185750"/>
                </a:lnTo>
                <a:lnTo>
                  <a:pt x="300901" y="201206"/>
                </a:lnTo>
                <a:lnTo>
                  <a:pt x="294474" y="222186"/>
                </a:lnTo>
                <a:lnTo>
                  <a:pt x="300901" y="243027"/>
                </a:lnTo>
                <a:lnTo>
                  <a:pt x="319405" y="258432"/>
                </a:lnTo>
                <a:lnTo>
                  <a:pt x="348869" y="268008"/>
                </a:lnTo>
                <a:lnTo>
                  <a:pt x="388150" y="271335"/>
                </a:lnTo>
                <a:lnTo>
                  <a:pt x="427253" y="268008"/>
                </a:lnTo>
                <a:lnTo>
                  <a:pt x="456552" y="258432"/>
                </a:lnTo>
                <a:lnTo>
                  <a:pt x="471843" y="245656"/>
                </a:lnTo>
                <a:lnTo>
                  <a:pt x="474967" y="243027"/>
                </a:lnTo>
                <a:lnTo>
                  <a:pt x="481393" y="222186"/>
                </a:lnTo>
                <a:close/>
              </a:path>
              <a:path w="511810" h="271779">
                <a:moveTo>
                  <a:pt x="511492" y="131140"/>
                </a:moveTo>
                <a:lnTo>
                  <a:pt x="404990" y="131140"/>
                </a:lnTo>
                <a:lnTo>
                  <a:pt x="404990" y="105359"/>
                </a:lnTo>
                <a:lnTo>
                  <a:pt x="483184" y="105359"/>
                </a:lnTo>
                <a:lnTo>
                  <a:pt x="483184" y="79260"/>
                </a:lnTo>
                <a:lnTo>
                  <a:pt x="328993" y="79260"/>
                </a:lnTo>
                <a:lnTo>
                  <a:pt x="328993" y="40424"/>
                </a:lnTo>
                <a:lnTo>
                  <a:pt x="481711" y="40424"/>
                </a:lnTo>
                <a:lnTo>
                  <a:pt x="481711" y="14427"/>
                </a:lnTo>
                <a:lnTo>
                  <a:pt x="296164" y="14427"/>
                </a:lnTo>
                <a:lnTo>
                  <a:pt x="296164" y="105359"/>
                </a:lnTo>
                <a:lnTo>
                  <a:pt x="372567" y="105359"/>
                </a:lnTo>
                <a:lnTo>
                  <a:pt x="372567" y="131140"/>
                </a:lnTo>
                <a:lnTo>
                  <a:pt x="265950" y="131140"/>
                </a:lnTo>
                <a:lnTo>
                  <a:pt x="265950" y="157454"/>
                </a:lnTo>
                <a:lnTo>
                  <a:pt x="511492" y="157454"/>
                </a:lnTo>
                <a:lnTo>
                  <a:pt x="511492" y="131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2033477" y="7282855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69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1" name="object 11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171654" y="7185269"/>
            <a:ext cx="360296" cy="186074"/>
          </a:xfrm>
          <a:prstGeom prst="rect">
            <a:avLst/>
          </a:prstGeom>
        </p:spPr>
      </p:pic>
      <p:grpSp>
        <p:nvGrpSpPr>
          <p:cNvPr id="112" name="object 112" descr=""/>
          <p:cNvGrpSpPr/>
          <p:nvPr/>
        </p:nvGrpSpPr>
        <p:grpSpPr>
          <a:xfrm>
            <a:off x="2606920" y="7185269"/>
            <a:ext cx="330200" cy="186690"/>
            <a:chOff x="2606920" y="7185269"/>
            <a:chExt cx="330200" cy="186690"/>
          </a:xfrm>
        </p:grpSpPr>
        <p:pic>
          <p:nvPicPr>
            <p:cNvPr id="113" name="object 11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606920" y="7185269"/>
              <a:ext cx="148352" cy="186074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786882" y="7185269"/>
              <a:ext cx="150142" cy="186074"/>
            </a:xfrm>
            <a:prstGeom prst="rect">
              <a:avLst/>
            </a:prstGeom>
          </p:spPr>
        </p:pic>
      </p:grpSp>
      <p:sp>
        <p:nvSpPr>
          <p:cNvPr id="115" name="object 115" descr=""/>
          <p:cNvSpPr/>
          <p:nvPr/>
        </p:nvSpPr>
        <p:spPr>
          <a:xfrm>
            <a:off x="2033477" y="7649865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69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6" name="object 116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171132" y="7550416"/>
            <a:ext cx="356792" cy="187640"/>
          </a:xfrm>
          <a:prstGeom prst="rect">
            <a:avLst/>
          </a:prstGeom>
        </p:spPr>
      </p:pic>
      <p:grpSp>
        <p:nvGrpSpPr>
          <p:cNvPr id="117" name="object 117" descr=""/>
          <p:cNvGrpSpPr/>
          <p:nvPr/>
        </p:nvGrpSpPr>
        <p:grpSpPr>
          <a:xfrm>
            <a:off x="2606920" y="7552280"/>
            <a:ext cx="330200" cy="186690"/>
            <a:chOff x="2606920" y="7552280"/>
            <a:chExt cx="330200" cy="186690"/>
          </a:xfrm>
        </p:grpSpPr>
        <p:pic>
          <p:nvPicPr>
            <p:cNvPr id="118" name="object 11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606920" y="7552280"/>
              <a:ext cx="148352" cy="186074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786882" y="7552280"/>
              <a:ext cx="150142" cy="186074"/>
            </a:xfrm>
            <a:prstGeom prst="rect">
              <a:avLst/>
            </a:prstGeom>
          </p:spPr>
        </p:pic>
      </p:grpSp>
      <p:pic>
        <p:nvPicPr>
          <p:cNvPr id="120" name="object 120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8524346" y="6638299"/>
            <a:ext cx="229567" cy="139450"/>
          </a:xfrm>
          <a:prstGeom prst="rect">
            <a:avLst/>
          </a:prstGeom>
        </p:spPr>
      </p:pic>
      <p:sp>
        <p:nvSpPr>
          <p:cNvPr id="121" name="object 121" descr=""/>
          <p:cNvSpPr/>
          <p:nvPr/>
        </p:nvSpPr>
        <p:spPr>
          <a:xfrm>
            <a:off x="9710890" y="6775284"/>
            <a:ext cx="478155" cy="269875"/>
          </a:xfrm>
          <a:custGeom>
            <a:avLst/>
            <a:gdLst/>
            <a:ahLst/>
            <a:cxnLst/>
            <a:rect l="l" t="t" r="r" b="b"/>
            <a:pathLst>
              <a:path w="478154" h="269875">
                <a:moveTo>
                  <a:pt x="127558" y="25565"/>
                </a:moveTo>
                <a:lnTo>
                  <a:pt x="94513" y="25565"/>
                </a:lnTo>
                <a:lnTo>
                  <a:pt x="94513" y="52235"/>
                </a:lnTo>
                <a:lnTo>
                  <a:pt x="94513" y="175425"/>
                </a:lnTo>
                <a:lnTo>
                  <a:pt x="32524" y="175425"/>
                </a:lnTo>
                <a:lnTo>
                  <a:pt x="32524" y="52235"/>
                </a:lnTo>
                <a:lnTo>
                  <a:pt x="94513" y="52235"/>
                </a:lnTo>
                <a:lnTo>
                  <a:pt x="94513" y="25565"/>
                </a:lnTo>
                <a:lnTo>
                  <a:pt x="0" y="25565"/>
                </a:lnTo>
                <a:lnTo>
                  <a:pt x="0" y="52235"/>
                </a:lnTo>
                <a:lnTo>
                  <a:pt x="0" y="175425"/>
                </a:lnTo>
                <a:lnTo>
                  <a:pt x="0" y="202107"/>
                </a:lnTo>
                <a:lnTo>
                  <a:pt x="127558" y="202107"/>
                </a:lnTo>
                <a:lnTo>
                  <a:pt x="127558" y="175755"/>
                </a:lnTo>
                <a:lnTo>
                  <a:pt x="127558" y="175425"/>
                </a:lnTo>
                <a:lnTo>
                  <a:pt x="127558" y="52235"/>
                </a:lnTo>
                <a:lnTo>
                  <a:pt x="127558" y="52095"/>
                </a:lnTo>
                <a:lnTo>
                  <a:pt x="127558" y="25565"/>
                </a:lnTo>
                <a:close/>
              </a:path>
              <a:path w="478154" h="269875">
                <a:moveTo>
                  <a:pt x="242798" y="103035"/>
                </a:moveTo>
                <a:lnTo>
                  <a:pt x="201333" y="103035"/>
                </a:lnTo>
                <a:lnTo>
                  <a:pt x="201333" y="165"/>
                </a:lnTo>
                <a:lnTo>
                  <a:pt x="168186" y="165"/>
                </a:lnTo>
                <a:lnTo>
                  <a:pt x="168186" y="103035"/>
                </a:lnTo>
                <a:lnTo>
                  <a:pt x="168186" y="130975"/>
                </a:lnTo>
                <a:lnTo>
                  <a:pt x="168186" y="269417"/>
                </a:lnTo>
                <a:lnTo>
                  <a:pt x="201333" y="269417"/>
                </a:lnTo>
                <a:lnTo>
                  <a:pt x="201333" y="130975"/>
                </a:lnTo>
                <a:lnTo>
                  <a:pt x="242798" y="130975"/>
                </a:lnTo>
                <a:lnTo>
                  <a:pt x="242798" y="103035"/>
                </a:lnTo>
                <a:close/>
              </a:path>
              <a:path w="478154" h="269875">
                <a:moveTo>
                  <a:pt x="424878" y="185013"/>
                </a:moveTo>
                <a:lnTo>
                  <a:pt x="374078" y="140449"/>
                </a:lnTo>
                <a:lnTo>
                  <a:pt x="355727" y="76301"/>
                </a:lnTo>
                <a:lnTo>
                  <a:pt x="355727" y="53670"/>
                </a:lnTo>
                <a:lnTo>
                  <a:pt x="414451" y="53670"/>
                </a:lnTo>
                <a:lnTo>
                  <a:pt x="414451" y="26517"/>
                </a:lnTo>
                <a:lnTo>
                  <a:pt x="262801" y="26517"/>
                </a:lnTo>
                <a:lnTo>
                  <a:pt x="262801" y="53670"/>
                </a:lnTo>
                <a:lnTo>
                  <a:pt x="322046" y="53670"/>
                </a:lnTo>
                <a:lnTo>
                  <a:pt x="322046" y="76301"/>
                </a:lnTo>
                <a:lnTo>
                  <a:pt x="317144" y="110959"/>
                </a:lnTo>
                <a:lnTo>
                  <a:pt x="303339" y="143929"/>
                </a:lnTo>
                <a:lnTo>
                  <a:pt x="281622" y="171958"/>
                </a:lnTo>
                <a:lnTo>
                  <a:pt x="252907" y="191757"/>
                </a:lnTo>
                <a:lnTo>
                  <a:pt x="271957" y="217855"/>
                </a:lnTo>
                <a:lnTo>
                  <a:pt x="294081" y="203784"/>
                </a:lnTo>
                <a:lnTo>
                  <a:pt x="312902" y="184632"/>
                </a:lnTo>
                <a:lnTo>
                  <a:pt x="328117" y="161366"/>
                </a:lnTo>
                <a:lnTo>
                  <a:pt x="339420" y="134924"/>
                </a:lnTo>
                <a:lnTo>
                  <a:pt x="350685" y="159321"/>
                </a:lnTo>
                <a:lnTo>
                  <a:pt x="365848" y="180682"/>
                </a:lnTo>
                <a:lnTo>
                  <a:pt x="384657" y="198208"/>
                </a:lnTo>
                <a:lnTo>
                  <a:pt x="406882" y="211124"/>
                </a:lnTo>
                <a:lnTo>
                  <a:pt x="424878" y="185013"/>
                </a:lnTo>
                <a:close/>
              </a:path>
              <a:path w="478154" h="269875">
                <a:moveTo>
                  <a:pt x="478028" y="0"/>
                </a:moveTo>
                <a:lnTo>
                  <a:pt x="444665" y="0"/>
                </a:lnTo>
                <a:lnTo>
                  <a:pt x="444665" y="268795"/>
                </a:lnTo>
                <a:lnTo>
                  <a:pt x="478028" y="268795"/>
                </a:lnTo>
                <a:lnTo>
                  <a:pt x="4780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10237749" y="6775450"/>
            <a:ext cx="241300" cy="269875"/>
          </a:xfrm>
          <a:custGeom>
            <a:avLst/>
            <a:gdLst/>
            <a:ahLst/>
            <a:cxnLst/>
            <a:rect l="l" t="t" r="r" b="b"/>
            <a:pathLst>
              <a:path w="241300" h="269875">
                <a:moveTo>
                  <a:pt x="127457" y="19050"/>
                </a:moveTo>
                <a:lnTo>
                  <a:pt x="94932" y="19050"/>
                </a:lnTo>
                <a:lnTo>
                  <a:pt x="94932" y="45720"/>
                </a:lnTo>
                <a:lnTo>
                  <a:pt x="94932" y="115570"/>
                </a:lnTo>
                <a:lnTo>
                  <a:pt x="32626" y="115570"/>
                </a:lnTo>
                <a:lnTo>
                  <a:pt x="32626" y="45720"/>
                </a:lnTo>
                <a:lnTo>
                  <a:pt x="94932" y="45720"/>
                </a:lnTo>
                <a:lnTo>
                  <a:pt x="94932" y="19050"/>
                </a:lnTo>
                <a:lnTo>
                  <a:pt x="0" y="19050"/>
                </a:lnTo>
                <a:lnTo>
                  <a:pt x="0" y="45720"/>
                </a:lnTo>
                <a:lnTo>
                  <a:pt x="0" y="115570"/>
                </a:lnTo>
                <a:lnTo>
                  <a:pt x="0" y="142240"/>
                </a:lnTo>
                <a:lnTo>
                  <a:pt x="127457" y="142240"/>
                </a:lnTo>
                <a:lnTo>
                  <a:pt x="127457" y="116128"/>
                </a:lnTo>
                <a:lnTo>
                  <a:pt x="127457" y="115570"/>
                </a:lnTo>
                <a:lnTo>
                  <a:pt x="127457" y="45720"/>
                </a:lnTo>
                <a:lnTo>
                  <a:pt x="127457" y="45504"/>
                </a:lnTo>
                <a:lnTo>
                  <a:pt x="127457" y="19050"/>
                </a:lnTo>
                <a:close/>
              </a:path>
              <a:path w="241300" h="269875">
                <a:moveTo>
                  <a:pt x="203123" y="171450"/>
                </a:moveTo>
                <a:lnTo>
                  <a:pt x="23787" y="171450"/>
                </a:lnTo>
                <a:lnTo>
                  <a:pt x="23787" y="198120"/>
                </a:lnTo>
                <a:lnTo>
                  <a:pt x="169862" y="198120"/>
                </a:lnTo>
                <a:lnTo>
                  <a:pt x="169862" y="269252"/>
                </a:lnTo>
                <a:lnTo>
                  <a:pt x="203123" y="269252"/>
                </a:lnTo>
                <a:lnTo>
                  <a:pt x="203123" y="198120"/>
                </a:lnTo>
                <a:lnTo>
                  <a:pt x="203123" y="171450"/>
                </a:lnTo>
                <a:close/>
              </a:path>
              <a:path w="241300" h="269875">
                <a:moveTo>
                  <a:pt x="240703" y="66040"/>
                </a:moveTo>
                <a:lnTo>
                  <a:pt x="203123" y="66040"/>
                </a:lnTo>
                <a:lnTo>
                  <a:pt x="203123" y="0"/>
                </a:lnTo>
                <a:lnTo>
                  <a:pt x="169862" y="0"/>
                </a:lnTo>
                <a:lnTo>
                  <a:pt x="169862" y="66040"/>
                </a:lnTo>
                <a:lnTo>
                  <a:pt x="169862" y="92710"/>
                </a:lnTo>
                <a:lnTo>
                  <a:pt x="169862" y="158750"/>
                </a:lnTo>
                <a:lnTo>
                  <a:pt x="203123" y="158750"/>
                </a:lnTo>
                <a:lnTo>
                  <a:pt x="203123" y="92710"/>
                </a:lnTo>
                <a:lnTo>
                  <a:pt x="240703" y="92710"/>
                </a:lnTo>
                <a:lnTo>
                  <a:pt x="240703" y="66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3" name="object 123" descr=""/>
          <p:cNvGrpSpPr/>
          <p:nvPr/>
        </p:nvGrpSpPr>
        <p:grpSpPr>
          <a:xfrm>
            <a:off x="10558453" y="6775275"/>
            <a:ext cx="1156970" cy="274955"/>
            <a:chOff x="10558453" y="6775275"/>
            <a:chExt cx="1156970" cy="274955"/>
          </a:xfrm>
        </p:grpSpPr>
        <p:sp>
          <p:nvSpPr>
            <p:cNvPr id="124" name="object 124" descr=""/>
            <p:cNvSpPr/>
            <p:nvPr/>
          </p:nvSpPr>
          <p:spPr>
            <a:xfrm>
              <a:off x="10558450" y="6775284"/>
              <a:ext cx="494030" cy="269240"/>
            </a:xfrm>
            <a:custGeom>
              <a:avLst/>
              <a:gdLst/>
              <a:ahLst/>
              <a:cxnLst/>
              <a:rect l="l" t="t" r="r" b="b"/>
              <a:pathLst>
                <a:path w="494029" h="269240">
                  <a:moveTo>
                    <a:pt x="169341" y="185013"/>
                  </a:moveTo>
                  <a:lnTo>
                    <a:pt x="140919" y="165544"/>
                  </a:lnTo>
                  <a:lnTo>
                    <a:pt x="119773" y="138874"/>
                  </a:lnTo>
                  <a:lnTo>
                    <a:pt x="117868" y="134391"/>
                  </a:lnTo>
                  <a:lnTo>
                    <a:pt x="106629" y="108089"/>
                  </a:lnTo>
                  <a:lnTo>
                    <a:pt x="102196" y="76301"/>
                  </a:lnTo>
                  <a:lnTo>
                    <a:pt x="102196" y="53670"/>
                  </a:lnTo>
                  <a:lnTo>
                    <a:pt x="158394" y="53670"/>
                  </a:lnTo>
                  <a:lnTo>
                    <a:pt x="158394" y="26517"/>
                  </a:lnTo>
                  <a:lnTo>
                    <a:pt x="10414" y="26517"/>
                  </a:lnTo>
                  <a:lnTo>
                    <a:pt x="10414" y="53670"/>
                  </a:lnTo>
                  <a:lnTo>
                    <a:pt x="69037" y="53670"/>
                  </a:lnTo>
                  <a:lnTo>
                    <a:pt x="69037" y="76301"/>
                  </a:lnTo>
                  <a:lnTo>
                    <a:pt x="64223" y="110413"/>
                  </a:lnTo>
                  <a:lnTo>
                    <a:pt x="50546" y="143268"/>
                  </a:lnTo>
                  <a:lnTo>
                    <a:pt x="28841" y="171500"/>
                  </a:lnTo>
                  <a:lnTo>
                    <a:pt x="0" y="191757"/>
                  </a:lnTo>
                  <a:lnTo>
                    <a:pt x="19469" y="217855"/>
                  </a:lnTo>
                  <a:lnTo>
                    <a:pt x="41148" y="203708"/>
                  </a:lnTo>
                  <a:lnTo>
                    <a:pt x="59715" y="184378"/>
                  </a:lnTo>
                  <a:lnTo>
                    <a:pt x="74777" y="160921"/>
                  </a:lnTo>
                  <a:lnTo>
                    <a:pt x="85979" y="134391"/>
                  </a:lnTo>
                  <a:lnTo>
                    <a:pt x="96951" y="158610"/>
                  </a:lnTo>
                  <a:lnTo>
                    <a:pt x="111569" y="180098"/>
                  </a:lnTo>
                  <a:lnTo>
                    <a:pt x="129603" y="197916"/>
                  </a:lnTo>
                  <a:lnTo>
                    <a:pt x="150812" y="211124"/>
                  </a:lnTo>
                  <a:lnTo>
                    <a:pt x="169341" y="185013"/>
                  </a:lnTo>
                  <a:close/>
                </a:path>
                <a:path w="494029" h="269240">
                  <a:moveTo>
                    <a:pt x="257848" y="104609"/>
                  </a:moveTo>
                  <a:lnTo>
                    <a:pt x="216382" y="104609"/>
                  </a:lnTo>
                  <a:lnTo>
                    <a:pt x="216382" y="0"/>
                  </a:lnTo>
                  <a:lnTo>
                    <a:pt x="183235" y="0"/>
                  </a:lnTo>
                  <a:lnTo>
                    <a:pt x="183235" y="268795"/>
                  </a:lnTo>
                  <a:lnTo>
                    <a:pt x="216382" y="268795"/>
                  </a:lnTo>
                  <a:lnTo>
                    <a:pt x="216382" y="132397"/>
                  </a:lnTo>
                  <a:lnTo>
                    <a:pt x="257848" y="132397"/>
                  </a:lnTo>
                  <a:lnTo>
                    <a:pt x="257848" y="104609"/>
                  </a:lnTo>
                  <a:close/>
                </a:path>
                <a:path w="494029" h="269240">
                  <a:moveTo>
                    <a:pt x="413613" y="28524"/>
                  </a:moveTo>
                  <a:lnTo>
                    <a:pt x="284683" y="28524"/>
                  </a:lnTo>
                  <a:lnTo>
                    <a:pt x="284683" y="54724"/>
                  </a:lnTo>
                  <a:lnTo>
                    <a:pt x="379933" y="54724"/>
                  </a:lnTo>
                  <a:lnTo>
                    <a:pt x="370332" y="97751"/>
                  </a:lnTo>
                  <a:lnTo>
                    <a:pt x="349669" y="135191"/>
                  </a:lnTo>
                  <a:lnTo>
                    <a:pt x="316903" y="167411"/>
                  </a:lnTo>
                  <a:lnTo>
                    <a:pt x="271005" y="194805"/>
                  </a:lnTo>
                  <a:lnTo>
                    <a:pt x="288366" y="221335"/>
                  </a:lnTo>
                  <a:lnTo>
                    <a:pt x="337515" y="191795"/>
                  </a:lnTo>
                  <a:lnTo>
                    <a:pt x="373075" y="157200"/>
                  </a:lnTo>
                  <a:lnTo>
                    <a:pt x="396582" y="118110"/>
                  </a:lnTo>
                  <a:lnTo>
                    <a:pt x="409575" y="75031"/>
                  </a:lnTo>
                  <a:lnTo>
                    <a:pt x="413613" y="28524"/>
                  </a:lnTo>
                  <a:close/>
                </a:path>
                <a:path w="494029" h="269240">
                  <a:moveTo>
                    <a:pt x="493814" y="0"/>
                  </a:moveTo>
                  <a:lnTo>
                    <a:pt x="460451" y="0"/>
                  </a:lnTo>
                  <a:lnTo>
                    <a:pt x="460451" y="268795"/>
                  </a:lnTo>
                  <a:lnTo>
                    <a:pt x="493814" y="268795"/>
                  </a:lnTo>
                  <a:lnTo>
                    <a:pt x="4938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091207" y="6791588"/>
              <a:ext cx="245959" cy="219332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11352631" y="6775284"/>
              <a:ext cx="363220" cy="274955"/>
            </a:xfrm>
            <a:custGeom>
              <a:avLst/>
              <a:gdLst/>
              <a:ahLst/>
              <a:cxnLst/>
              <a:rect l="l" t="t" r="r" b="b"/>
              <a:pathLst>
                <a:path w="363220" h="274954">
                  <a:moveTo>
                    <a:pt x="118618" y="33680"/>
                  </a:moveTo>
                  <a:lnTo>
                    <a:pt x="12420" y="33680"/>
                  </a:lnTo>
                  <a:lnTo>
                    <a:pt x="12420" y="60515"/>
                  </a:lnTo>
                  <a:lnTo>
                    <a:pt x="86296" y="60515"/>
                  </a:lnTo>
                  <a:lnTo>
                    <a:pt x="78867" y="98767"/>
                  </a:lnTo>
                  <a:lnTo>
                    <a:pt x="62852" y="132930"/>
                  </a:lnTo>
                  <a:lnTo>
                    <a:pt x="36969" y="163182"/>
                  </a:lnTo>
                  <a:lnTo>
                    <a:pt x="0" y="189649"/>
                  </a:lnTo>
                  <a:lnTo>
                    <a:pt x="19151" y="212699"/>
                  </a:lnTo>
                  <a:lnTo>
                    <a:pt x="66852" y="176542"/>
                  </a:lnTo>
                  <a:lnTo>
                    <a:pt x="97421" y="134124"/>
                  </a:lnTo>
                  <a:lnTo>
                    <a:pt x="113715" y="86233"/>
                  </a:lnTo>
                  <a:lnTo>
                    <a:pt x="118618" y="33680"/>
                  </a:lnTo>
                  <a:close/>
                </a:path>
                <a:path w="363220" h="274954">
                  <a:moveTo>
                    <a:pt x="233121" y="0"/>
                  </a:moveTo>
                  <a:lnTo>
                    <a:pt x="201231" y="0"/>
                  </a:lnTo>
                  <a:lnTo>
                    <a:pt x="201231" y="103974"/>
                  </a:lnTo>
                  <a:lnTo>
                    <a:pt x="172288" y="103974"/>
                  </a:lnTo>
                  <a:lnTo>
                    <a:pt x="172288" y="7150"/>
                  </a:lnTo>
                  <a:lnTo>
                    <a:pt x="141452" y="7150"/>
                  </a:lnTo>
                  <a:lnTo>
                    <a:pt x="141452" y="256374"/>
                  </a:lnTo>
                  <a:lnTo>
                    <a:pt x="172288" y="256374"/>
                  </a:lnTo>
                  <a:lnTo>
                    <a:pt x="172288" y="130822"/>
                  </a:lnTo>
                  <a:lnTo>
                    <a:pt x="201231" y="130822"/>
                  </a:lnTo>
                  <a:lnTo>
                    <a:pt x="201231" y="268795"/>
                  </a:lnTo>
                  <a:lnTo>
                    <a:pt x="233121" y="268795"/>
                  </a:lnTo>
                  <a:lnTo>
                    <a:pt x="233121" y="130822"/>
                  </a:lnTo>
                  <a:lnTo>
                    <a:pt x="233121" y="103974"/>
                  </a:lnTo>
                  <a:lnTo>
                    <a:pt x="233121" y="0"/>
                  </a:lnTo>
                  <a:close/>
                </a:path>
                <a:path w="363220" h="274954">
                  <a:moveTo>
                    <a:pt x="362673" y="16840"/>
                  </a:moveTo>
                  <a:lnTo>
                    <a:pt x="329526" y="16840"/>
                  </a:lnTo>
                  <a:lnTo>
                    <a:pt x="260057" y="274904"/>
                  </a:lnTo>
                  <a:lnTo>
                    <a:pt x="293217" y="274904"/>
                  </a:lnTo>
                  <a:lnTo>
                    <a:pt x="362673" y="16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/>
          <p:nvPr/>
        </p:nvSpPr>
        <p:spPr>
          <a:xfrm>
            <a:off x="11808765" y="6775284"/>
            <a:ext cx="742315" cy="269875"/>
          </a:xfrm>
          <a:custGeom>
            <a:avLst/>
            <a:gdLst/>
            <a:ahLst/>
            <a:cxnLst/>
            <a:rect l="l" t="t" r="r" b="b"/>
            <a:pathLst>
              <a:path w="742315" h="269875">
                <a:moveTo>
                  <a:pt x="127558" y="25565"/>
                </a:moveTo>
                <a:lnTo>
                  <a:pt x="94513" y="25565"/>
                </a:lnTo>
                <a:lnTo>
                  <a:pt x="94513" y="52235"/>
                </a:lnTo>
                <a:lnTo>
                  <a:pt x="94513" y="175425"/>
                </a:lnTo>
                <a:lnTo>
                  <a:pt x="32524" y="175425"/>
                </a:lnTo>
                <a:lnTo>
                  <a:pt x="32524" y="52235"/>
                </a:lnTo>
                <a:lnTo>
                  <a:pt x="94513" y="52235"/>
                </a:lnTo>
                <a:lnTo>
                  <a:pt x="94513" y="25565"/>
                </a:lnTo>
                <a:lnTo>
                  <a:pt x="0" y="25565"/>
                </a:lnTo>
                <a:lnTo>
                  <a:pt x="0" y="52235"/>
                </a:lnTo>
                <a:lnTo>
                  <a:pt x="0" y="175425"/>
                </a:lnTo>
                <a:lnTo>
                  <a:pt x="0" y="202107"/>
                </a:lnTo>
                <a:lnTo>
                  <a:pt x="127558" y="202107"/>
                </a:lnTo>
                <a:lnTo>
                  <a:pt x="127558" y="175755"/>
                </a:lnTo>
                <a:lnTo>
                  <a:pt x="127558" y="175425"/>
                </a:lnTo>
                <a:lnTo>
                  <a:pt x="127558" y="52235"/>
                </a:lnTo>
                <a:lnTo>
                  <a:pt x="127558" y="52095"/>
                </a:lnTo>
                <a:lnTo>
                  <a:pt x="127558" y="25565"/>
                </a:lnTo>
                <a:close/>
              </a:path>
              <a:path w="742315" h="269875">
                <a:moveTo>
                  <a:pt x="242811" y="103035"/>
                </a:moveTo>
                <a:lnTo>
                  <a:pt x="201345" y="103035"/>
                </a:lnTo>
                <a:lnTo>
                  <a:pt x="201345" y="165"/>
                </a:lnTo>
                <a:lnTo>
                  <a:pt x="168186" y="165"/>
                </a:lnTo>
                <a:lnTo>
                  <a:pt x="168186" y="103035"/>
                </a:lnTo>
                <a:lnTo>
                  <a:pt x="168186" y="130975"/>
                </a:lnTo>
                <a:lnTo>
                  <a:pt x="168186" y="269417"/>
                </a:lnTo>
                <a:lnTo>
                  <a:pt x="201345" y="269417"/>
                </a:lnTo>
                <a:lnTo>
                  <a:pt x="201345" y="130975"/>
                </a:lnTo>
                <a:lnTo>
                  <a:pt x="242811" y="130975"/>
                </a:lnTo>
                <a:lnTo>
                  <a:pt x="242811" y="103035"/>
                </a:lnTo>
                <a:close/>
              </a:path>
              <a:path w="742315" h="269875">
                <a:moveTo>
                  <a:pt x="469607" y="14135"/>
                </a:moveTo>
                <a:lnTo>
                  <a:pt x="283857" y="14135"/>
                </a:lnTo>
                <a:lnTo>
                  <a:pt x="283857" y="40805"/>
                </a:lnTo>
                <a:lnTo>
                  <a:pt x="283857" y="95415"/>
                </a:lnTo>
                <a:lnTo>
                  <a:pt x="283857" y="120815"/>
                </a:lnTo>
                <a:lnTo>
                  <a:pt x="469607" y="120815"/>
                </a:lnTo>
                <a:lnTo>
                  <a:pt x="469607" y="95415"/>
                </a:lnTo>
                <a:lnTo>
                  <a:pt x="316268" y="95415"/>
                </a:lnTo>
                <a:lnTo>
                  <a:pt x="316268" y="40805"/>
                </a:lnTo>
                <a:lnTo>
                  <a:pt x="436676" y="40805"/>
                </a:lnTo>
                <a:lnTo>
                  <a:pt x="436676" y="94932"/>
                </a:lnTo>
                <a:lnTo>
                  <a:pt x="469607" y="94932"/>
                </a:lnTo>
                <a:lnTo>
                  <a:pt x="469607" y="40805"/>
                </a:lnTo>
                <a:lnTo>
                  <a:pt x="469607" y="40195"/>
                </a:lnTo>
                <a:lnTo>
                  <a:pt x="469607" y="14135"/>
                </a:lnTo>
                <a:close/>
              </a:path>
              <a:path w="742315" h="269875">
                <a:moveTo>
                  <a:pt x="499821" y="152285"/>
                </a:moveTo>
                <a:lnTo>
                  <a:pt x="253860" y="152285"/>
                </a:lnTo>
                <a:lnTo>
                  <a:pt x="253860" y="179019"/>
                </a:lnTo>
                <a:lnTo>
                  <a:pt x="359740" y="179019"/>
                </a:lnTo>
                <a:lnTo>
                  <a:pt x="359740" y="268579"/>
                </a:lnTo>
                <a:lnTo>
                  <a:pt x="392468" y="268579"/>
                </a:lnTo>
                <a:lnTo>
                  <a:pt x="392468" y="179019"/>
                </a:lnTo>
                <a:lnTo>
                  <a:pt x="499821" y="179019"/>
                </a:lnTo>
                <a:lnTo>
                  <a:pt x="499821" y="152285"/>
                </a:lnTo>
                <a:close/>
              </a:path>
              <a:path w="742315" h="269875">
                <a:moveTo>
                  <a:pt x="690422" y="196075"/>
                </a:moveTo>
                <a:lnTo>
                  <a:pt x="688492" y="178384"/>
                </a:lnTo>
                <a:lnTo>
                  <a:pt x="687476" y="169024"/>
                </a:lnTo>
                <a:lnTo>
                  <a:pt x="656831" y="173431"/>
                </a:lnTo>
                <a:lnTo>
                  <a:pt x="627176" y="176276"/>
                </a:lnTo>
                <a:lnTo>
                  <a:pt x="597471" y="177825"/>
                </a:lnTo>
                <a:lnTo>
                  <a:pt x="566648" y="178384"/>
                </a:lnTo>
                <a:lnTo>
                  <a:pt x="566648" y="124294"/>
                </a:lnTo>
                <a:lnTo>
                  <a:pt x="659053" y="124294"/>
                </a:lnTo>
                <a:lnTo>
                  <a:pt x="659053" y="23368"/>
                </a:lnTo>
                <a:lnTo>
                  <a:pt x="532345" y="23368"/>
                </a:lnTo>
                <a:lnTo>
                  <a:pt x="532345" y="50203"/>
                </a:lnTo>
                <a:lnTo>
                  <a:pt x="625373" y="50203"/>
                </a:lnTo>
                <a:lnTo>
                  <a:pt x="625373" y="97980"/>
                </a:lnTo>
                <a:lnTo>
                  <a:pt x="532549" y="97980"/>
                </a:lnTo>
                <a:lnTo>
                  <a:pt x="532549" y="205651"/>
                </a:lnTo>
                <a:lnTo>
                  <a:pt x="556120" y="205651"/>
                </a:lnTo>
                <a:lnTo>
                  <a:pt x="591045" y="205257"/>
                </a:lnTo>
                <a:lnTo>
                  <a:pt x="624217" y="203822"/>
                </a:lnTo>
                <a:lnTo>
                  <a:pt x="656920" y="200901"/>
                </a:lnTo>
                <a:lnTo>
                  <a:pt x="690422" y="196075"/>
                </a:lnTo>
                <a:close/>
              </a:path>
              <a:path w="742315" h="269875">
                <a:moveTo>
                  <a:pt x="741883" y="0"/>
                </a:moveTo>
                <a:lnTo>
                  <a:pt x="708939" y="0"/>
                </a:lnTo>
                <a:lnTo>
                  <a:pt x="708939" y="269430"/>
                </a:lnTo>
                <a:lnTo>
                  <a:pt x="741883" y="269430"/>
                </a:lnTo>
                <a:lnTo>
                  <a:pt x="741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10003866" y="7282855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70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10142042" y="7193102"/>
            <a:ext cx="356870" cy="178435"/>
          </a:xfrm>
          <a:custGeom>
            <a:avLst/>
            <a:gdLst/>
            <a:ahLst/>
            <a:cxnLst/>
            <a:rect l="l" t="t" r="r" b="b"/>
            <a:pathLst>
              <a:path w="356870" h="178434">
                <a:moveTo>
                  <a:pt x="170345" y="142760"/>
                </a:moveTo>
                <a:lnTo>
                  <a:pt x="90868" y="142760"/>
                </a:lnTo>
                <a:lnTo>
                  <a:pt x="90868" y="96989"/>
                </a:lnTo>
                <a:lnTo>
                  <a:pt x="153123" y="96989"/>
                </a:lnTo>
                <a:lnTo>
                  <a:pt x="153123" y="86029"/>
                </a:lnTo>
                <a:lnTo>
                  <a:pt x="122707" y="86029"/>
                </a:lnTo>
                <a:lnTo>
                  <a:pt x="122707" y="22288"/>
                </a:lnTo>
                <a:lnTo>
                  <a:pt x="153416" y="22288"/>
                </a:lnTo>
                <a:lnTo>
                  <a:pt x="153416" y="11036"/>
                </a:lnTo>
                <a:lnTo>
                  <a:pt x="109664" y="11036"/>
                </a:lnTo>
                <a:lnTo>
                  <a:pt x="109664" y="22288"/>
                </a:lnTo>
                <a:lnTo>
                  <a:pt x="109664" y="86029"/>
                </a:lnTo>
                <a:lnTo>
                  <a:pt x="59486" y="86029"/>
                </a:lnTo>
                <a:lnTo>
                  <a:pt x="59486" y="22288"/>
                </a:lnTo>
                <a:lnTo>
                  <a:pt x="109664" y="22288"/>
                </a:lnTo>
                <a:lnTo>
                  <a:pt x="109664" y="11036"/>
                </a:lnTo>
                <a:lnTo>
                  <a:pt x="15646" y="11036"/>
                </a:lnTo>
                <a:lnTo>
                  <a:pt x="15646" y="22288"/>
                </a:lnTo>
                <a:lnTo>
                  <a:pt x="46291" y="22288"/>
                </a:lnTo>
                <a:lnTo>
                  <a:pt x="46291" y="86029"/>
                </a:lnTo>
                <a:lnTo>
                  <a:pt x="15798" y="86029"/>
                </a:lnTo>
                <a:lnTo>
                  <a:pt x="15798" y="96989"/>
                </a:lnTo>
                <a:lnTo>
                  <a:pt x="77901" y="96989"/>
                </a:lnTo>
                <a:lnTo>
                  <a:pt x="77901" y="142760"/>
                </a:lnTo>
                <a:lnTo>
                  <a:pt x="0" y="142760"/>
                </a:lnTo>
                <a:lnTo>
                  <a:pt x="0" y="154317"/>
                </a:lnTo>
                <a:lnTo>
                  <a:pt x="170345" y="154317"/>
                </a:lnTo>
                <a:lnTo>
                  <a:pt x="170345" y="142760"/>
                </a:lnTo>
                <a:close/>
              </a:path>
              <a:path w="356870" h="178434">
                <a:moveTo>
                  <a:pt x="334276" y="0"/>
                </a:moveTo>
                <a:lnTo>
                  <a:pt x="321005" y="0"/>
                </a:lnTo>
                <a:lnTo>
                  <a:pt x="321005" y="26847"/>
                </a:lnTo>
                <a:lnTo>
                  <a:pt x="222072" y="26847"/>
                </a:lnTo>
                <a:lnTo>
                  <a:pt x="222072" y="177"/>
                </a:lnTo>
                <a:lnTo>
                  <a:pt x="208876" y="177"/>
                </a:lnTo>
                <a:lnTo>
                  <a:pt x="208876" y="26847"/>
                </a:lnTo>
                <a:lnTo>
                  <a:pt x="208876" y="38277"/>
                </a:lnTo>
                <a:lnTo>
                  <a:pt x="208876" y="68757"/>
                </a:lnTo>
                <a:lnTo>
                  <a:pt x="208876" y="78930"/>
                </a:lnTo>
                <a:lnTo>
                  <a:pt x="334276" y="78930"/>
                </a:lnTo>
                <a:lnTo>
                  <a:pt x="334276" y="68757"/>
                </a:lnTo>
                <a:lnTo>
                  <a:pt x="222072" y="68757"/>
                </a:lnTo>
                <a:lnTo>
                  <a:pt x="222072" y="38277"/>
                </a:lnTo>
                <a:lnTo>
                  <a:pt x="321005" y="38277"/>
                </a:lnTo>
                <a:lnTo>
                  <a:pt x="321005" y="68592"/>
                </a:lnTo>
                <a:lnTo>
                  <a:pt x="334276" y="68592"/>
                </a:lnTo>
                <a:lnTo>
                  <a:pt x="334276" y="38277"/>
                </a:lnTo>
                <a:lnTo>
                  <a:pt x="334276" y="27139"/>
                </a:lnTo>
                <a:lnTo>
                  <a:pt x="334276" y="26847"/>
                </a:lnTo>
                <a:lnTo>
                  <a:pt x="334276" y="0"/>
                </a:lnTo>
                <a:close/>
              </a:path>
              <a:path w="356870" h="178434">
                <a:moveTo>
                  <a:pt x="356717" y="103555"/>
                </a:moveTo>
                <a:lnTo>
                  <a:pt x="186372" y="103555"/>
                </a:lnTo>
                <a:lnTo>
                  <a:pt x="186372" y="114579"/>
                </a:lnTo>
                <a:lnTo>
                  <a:pt x="264642" y="114579"/>
                </a:lnTo>
                <a:lnTo>
                  <a:pt x="264642" y="178244"/>
                </a:lnTo>
                <a:lnTo>
                  <a:pt x="277698" y="178244"/>
                </a:lnTo>
                <a:lnTo>
                  <a:pt x="277698" y="114579"/>
                </a:lnTo>
                <a:lnTo>
                  <a:pt x="356717" y="114579"/>
                </a:lnTo>
                <a:lnTo>
                  <a:pt x="356717" y="103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10003866" y="7649865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70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1" name="object 131" descr=""/>
          <p:cNvGrpSpPr/>
          <p:nvPr/>
        </p:nvGrpSpPr>
        <p:grpSpPr>
          <a:xfrm>
            <a:off x="10150319" y="7552280"/>
            <a:ext cx="518159" cy="186690"/>
            <a:chOff x="10150319" y="7552280"/>
            <a:chExt cx="518159" cy="186690"/>
          </a:xfrm>
        </p:grpSpPr>
        <p:sp>
          <p:nvSpPr>
            <p:cNvPr id="132" name="object 132" descr=""/>
            <p:cNvSpPr/>
            <p:nvPr/>
          </p:nvSpPr>
          <p:spPr>
            <a:xfrm>
              <a:off x="10150310" y="7552689"/>
              <a:ext cx="348615" cy="186055"/>
            </a:xfrm>
            <a:custGeom>
              <a:avLst/>
              <a:gdLst/>
              <a:ahLst/>
              <a:cxnLst/>
              <a:rect l="l" t="t" r="r" b="b"/>
              <a:pathLst>
                <a:path w="348615" h="186054">
                  <a:moveTo>
                    <a:pt x="84620" y="29565"/>
                  </a:moveTo>
                  <a:lnTo>
                    <a:pt x="71348" y="29565"/>
                  </a:lnTo>
                  <a:lnTo>
                    <a:pt x="71348" y="126555"/>
                  </a:lnTo>
                  <a:lnTo>
                    <a:pt x="84620" y="126555"/>
                  </a:lnTo>
                  <a:lnTo>
                    <a:pt x="84620" y="29565"/>
                  </a:lnTo>
                  <a:close/>
                </a:path>
                <a:path w="348615" h="186054">
                  <a:moveTo>
                    <a:pt x="84620" y="19050"/>
                  </a:moveTo>
                  <a:lnTo>
                    <a:pt x="0" y="19050"/>
                  </a:lnTo>
                  <a:lnTo>
                    <a:pt x="0" y="29210"/>
                  </a:lnTo>
                  <a:lnTo>
                    <a:pt x="0" y="127000"/>
                  </a:lnTo>
                  <a:lnTo>
                    <a:pt x="0" y="137160"/>
                  </a:lnTo>
                  <a:lnTo>
                    <a:pt x="84620" y="137160"/>
                  </a:lnTo>
                  <a:lnTo>
                    <a:pt x="84620" y="127000"/>
                  </a:lnTo>
                  <a:lnTo>
                    <a:pt x="12827" y="127000"/>
                  </a:lnTo>
                  <a:lnTo>
                    <a:pt x="12827" y="29210"/>
                  </a:lnTo>
                  <a:lnTo>
                    <a:pt x="84620" y="29210"/>
                  </a:lnTo>
                  <a:lnTo>
                    <a:pt x="84620" y="19050"/>
                  </a:lnTo>
                  <a:close/>
                </a:path>
                <a:path w="348615" h="186054">
                  <a:moveTo>
                    <a:pt x="167068" y="74930"/>
                  </a:moveTo>
                  <a:lnTo>
                    <a:pt x="134861" y="74930"/>
                  </a:lnTo>
                  <a:lnTo>
                    <a:pt x="134861" y="0"/>
                  </a:lnTo>
                  <a:lnTo>
                    <a:pt x="121513" y="0"/>
                  </a:lnTo>
                  <a:lnTo>
                    <a:pt x="121513" y="74930"/>
                  </a:lnTo>
                  <a:lnTo>
                    <a:pt x="121513" y="86360"/>
                  </a:lnTo>
                  <a:lnTo>
                    <a:pt x="121513" y="185420"/>
                  </a:lnTo>
                  <a:lnTo>
                    <a:pt x="134861" y="185420"/>
                  </a:lnTo>
                  <a:lnTo>
                    <a:pt x="134861" y="86360"/>
                  </a:lnTo>
                  <a:lnTo>
                    <a:pt x="167068" y="86360"/>
                  </a:lnTo>
                  <a:lnTo>
                    <a:pt x="167068" y="74930"/>
                  </a:lnTo>
                  <a:close/>
                </a:path>
                <a:path w="348615" h="186054">
                  <a:moveTo>
                    <a:pt x="325856" y="10160"/>
                  </a:moveTo>
                  <a:lnTo>
                    <a:pt x="312737" y="10160"/>
                  </a:lnTo>
                  <a:lnTo>
                    <a:pt x="312737" y="21590"/>
                  </a:lnTo>
                  <a:lnTo>
                    <a:pt x="312737" y="71120"/>
                  </a:lnTo>
                  <a:lnTo>
                    <a:pt x="213804" y="71120"/>
                  </a:lnTo>
                  <a:lnTo>
                    <a:pt x="213804" y="21590"/>
                  </a:lnTo>
                  <a:lnTo>
                    <a:pt x="312737" y="21590"/>
                  </a:lnTo>
                  <a:lnTo>
                    <a:pt x="312737" y="10160"/>
                  </a:lnTo>
                  <a:lnTo>
                    <a:pt x="200761" y="10160"/>
                  </a:lnTo>
                  <a:lnTo>
                    <a:pt x="200761" y="21590"/>
                  </a:lnTo>
                  <a:lnTo>
                    <a:pt x="200761" y="71120"/>
                  </a:lnTo>
                  <a:lnTo>
                    <a:pt x="200761" y="82562"/>
                  </a:lnTo>
                  <a:lnTo>
                    <a:pt x="325856" y="82562"/>
                  </a:lnTo>
                  <a:lnTo>
                    <a:pt x="325856" y="71386"/>
                  </a:lnTo>
                  <a:lnTo>
                    <a:pt x="325856" y="71120"/>
                  </a:lnTo>
                  <a:lnTo>
                    <a:pt x="325856" y="21590"/>
                  </a:lnTo>
                  <a:lnTo>
                    <a:pt x="325856" y="21437"/>
                  </a:lnTo>
                  <a:lnTo>
                    <a:pt x="325856" y="10160"/>
                  </a:lnTo>
                  <a:close/>
                </a:path>
                <a:path w="348615" h="186054">
                  <a:moveTo>
                    <a:pt x="348449" y="109105"/>
                  </a:moveTo>
                  <a:lnTo>
                    <a:pt x="178104" y="109105"/>
                  </a:lnTo>
                  <a:lnTo>
                    <a:pt x="178104" y="120218"/>
                  </a:lnTo>
                  <a:lnTo>
                    <a:pt x="256374" y="120218"/>
                  </a:lnTo>
                  <a:lnTo>
                    <a:pt x="256374" y="185445"/>
                  </a:lnTo>
                  <a:lnTo>
                    <a:pt x="269430" y="185445"/>
                  </a:lnTo>
                  <a:lnTo>
                    <a:pt x="269430" y="120218"/>
                  </a:lnTo>
                  <a:lnTo>
                    <a:pt x="348449" y="120218"/>
                  </a:lnTo>
                  <a:lnTo>
                    <a:pt x="348449" y="1091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526123" y="7552280"/>
              <a:ext cx="142164" cy="186298"/>
            </a:xfrm>
            <a:prstGeom prst="rect">
              <a:avLst/>
            </a:prstGeom>
          </p:spPr>
        </p:pic>
      </p:grpSp>
      <p:pic>
        <p:nvPicPr>
          <p:cNvPr id="134" name="object 134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6485147" y="6638299"/>
            <a:ext cx="234435" cy="139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4446" y="518746"/>
            <a:ext cx="17479645" cy="9250045"/>
          </a:xfrm>
          <a:custGeom>
            <a:avLst/>
            <a:gdLst/>
            <a:ahLst/>
            <a:cxnLst/>
            <a:rect l="l" t="t" r="r" b="b"/>
            <a:pathLst>
              <a:path w="17479645" h="9250045">
                <a:moveTo>
                  <a:pt x="17479071" y="9249507"/>
                </a:moveTo>
                <a:lnTo>
                  <a:pt x="0" y="9249507"/>
                </a:lnTo>
                <a:lnTo>
                  <a:pt x="0" y="0"/>
                </a:lnTo>
                <a:lnTo>
                  <a:pt x="17479071" y="0"/>
                </a:lnTo>
                <a:lnTo>
                  <a:pt x="17479071" y="9249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09318" y="524746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860970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4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09318" y="9745670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0446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5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85762" y="500062"/>
            <a:ext cx="135255" cy="127635"/>
            <a:chOff x="385762" y="500062"/>
            <a:chExt cx="135255" cy="127635"/>
          </a:xfrm>
        </p:grpSpPr>
        <p:sp>
          <p:nvSpPr>
            <p:cNvPr id="9" name="object 9" descr=""/>
            <p:cNvSpPr/>
            <p:nvPr/>
          </p:nvSpPr>
          <p:spPr>
            <a:xfrm>
              <a:off x="402343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5762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4" h="127634">
                  <a:moveTo>
                    <a:pt x="62237" y="65950"/>
                  </a:moveTo>
                  <a:lnTo>
                    <a:pt x="3711" y="65950"/>
                  </a:lnTo>
                  <a:lnTo>
                    <a:pt x="0" y="62238"/>
                  </a:lnTo>
                  <a:lnTo>
                    <a:pt x="0" y="3711"/>
                  </a:lnTo>
                  <a:lnTo>
                    <a:pt x="3711" y="0"/>
                  </a:lnTo>
                  <a:lnTo>
                    <a:pt x="62238" y="0"/>
                  </a:lnTo>
                  <a:lnTo>
                    <a:pt x="65950" y="3711"/>
                  </a:lnTo>
                  <a:lnTo>
                    <a:pt x="65950" y="16581"/>
                  </a:lnTo>
                  <a:lnTo>
                    <a:pt x="16581" y="16581"/>
                  </a:lnTo>
                  <a:lnTo>
                    <a:pt x="16581" y="49368"/>
                  </a:lnTo>
                  <a:lnTo>
                    <a:pt x="65949" y="49368"/>
                  </a:lnTo>
                  <a:lnTo>
                    <a:pt x="65949" y="62238"/>
                  </a:lnTo>
                  <a:lnTo>
                    <a:pt x="62237" y="65950"/>
                  </a:lnTo>
                  <a:close/>
                </a:path>
                <a:path w="135254" h="127634">
                  <a:moveTo>
                    <a:pt x="65949" y="49368"/>
                  </a:moveTo>
                  <a:lnTo>
                    <a:pt x="49369" y="49368"/>
                  </a:lnTo>
                  <a:lnTo>
                    <a:pt x="49369" y="16581"/>
                  </a:lnTo>
                  <a:lnTo>
                    <a:pt x="65950" y="16581"/>
                  </a:lnTo>
                  <a:lnTo>
                    <a:pt x="65950" y="24684"/>
                  </a:lnTo>
                  <a:lnTo>
                    <a:pt x="134786" y="24684"/>
                  </a:lnTo>
                  <a:lnTo>
                    <a:pt x="134786" y="41265"/>
                  </a:lnTo>
                  <a:lnTo>
                    <a:pt x="65949" y="41265"/>
                  </a:lnTo>
                  <a:lnTo>
                    <a:pt x="65949" y="49368"/>
                  </a:lnTo>
                  <a:close/>
                </a:path>
                <a:path w="135254" h="127634">
                  <a:moveTo>
                    <a:pt x="41265" y="127317"/>
                  </a:moveTo>
                  <a:lnTo>
                    <a:pt x="24684" y="127317"/>
                  </a:lnTo>
                  <a:lnTo>
                    <a:pt x="24684" y="65950"/>
                  </a:lnTo>
                  <a:lnTo>
                    <a:pt x="41265" y="65950"/>
                  </a:lnTo>
                  <a:lnTo>
                    <a:pt x="41265" y="1273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7767448" y="500062"/>
            <a:ext cx="135255" cy="127635"/>
            <a:chOff x="17767448" y="500062"/>
            <a:chExt cx="135255" cy="127635"/>
          </a:xfrm>
        </p:grpSpPr>
        <p:sp>
          <p:nvSpPr>
            <p:cNvPr id="12" name="object 12" descr=""/>
            <p:cNvSpPr/>
            <p:nvPr/>
          </p:nvSpPr>
          <p:spPr>
            <a:xfrm>
              <a:off x="17852866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767448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5" h="127634">
                  <a:moveTo>
                    <a:pt x="131075" y="65949"/>
                  </a:moveTo>
                  <a:lnTo>
                    <a:pt x="72548" y="65949"/>
                  </a:lnTo>
                  <a:lnTo>
                    <a:pt x="68836" y="62237"/>
                  </a:lnTo>
                  <a:lnTo>
                    <a:pt x="68836" y="41265"/>
                  </a:lnTo>
                  <a:lnTo>
                    <a:pt x="0" y="41265"/>
                  </a:lnTo>
                  <a:lnTo>
                    <a:pt x="0" y="24684"/>
                  </a:lnTo>
                  <a:lnTo>
                    <a:pt x="68836" y="24684"/>
                  </a:lnTo>
                  <a:lnTo>
                    <a:pt x="68836" y="3711"/>
                  </a:lnTo>
                  <a:lnTo>
                    <a:pt x="72548" y="0"/>
                  </a:lnTo>
                  <a:lnTo>
                    <a:pt x="131075" y="0"/>
                  </a:lnTo>
                  <a:lnTo>
                    <a:pt x="134787" y="3711"/>
                  </a:lnTo>
                  <a:lnTo>
                    <a:pt x="134787" y="16581"/>
                  </a:lnTo>
                  <a:lnTo>
                    <a:pt x="85419" y="16581"/>
                  </a:lnTo>
                  <a:lnTo>
                    <a:pt x="85419" y="49369"/>
                  </a:lnTo>
                  <a:lnTo>
                    <a:pt x="134786" y="49369"/>
                  </a:lnTo>
                  <a:lnTo>
                    <a:pt x="134786" y="62237"/>
                  </a:lnTo>
                  <a:lnTo>
                    <a:pt x="131075" y="65949"/>
                  </a:lnTo>
                  <a:close/>
                </a:path>
                <a:path w="135255" h="127634">
                  <a:moveTo>
                    <a:pt x="134786" y="49369"/>
                  </a:moveTo>
                  <a:lnTo>
                    <a:pt x="118207" y="49369"/>
                  </a:lnTo>
                  <a:lnTo>
                    <a:pt x="118207" y="16581"/>
                  </a:lnTo>
                  <a:lnTo>
                    <a:pt x="134787" y="16581"/>
                  </a:lnTo>
                  <a:lnTo>
                    <a:pt x="134786" y="49369"/>
                  </a:lnTo>
                  <a:close/>
                </a:path>
                <a:path w="135255" h="127634">
                  <a:moveTo>
                    <a:pt x="110102" y="127315"/>
                  </a:moveTo>
                  <a:lnTo>
                    <a:pt x="93520" y="127315"/>
                  </a:lnTo>
                  <a:lnTo>
                    <a:pt x="93520" y="65949"/>
                  </a:lnTo>
                  <a:lnTo>
                    <a:pt x="110102" y="65949"/>
                  </a:lnTo>
                  <a:lnTo>
                    <a:pt x="110102" y="127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762" y="9644587"/>
            <a:ext cx="134787" cy="1423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7450" y="9644587"/>
            <a:ext cx="134787" cy="142348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79935" y="8856122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79935" y="1430877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79935" y="2596049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9144000" y="3046801"/>
            <a:ext cx="0" cy="5358765"/>
          </a:xfrm>
          <a:custGeom>
            <a:avLst/>
            <a:gdLst/>
            <a:ahLst/>
            <a:cxnLst/>
            <a:rect l="l" t="t" r="r" b="b"/>
            <a:pathLst>
              <a:path w="0" h="5358765">
                <a:moveTo>
                  <a:pt x="0" y="5358567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02658" y="9185752"/>
            <a:ext cx="136609" cy="175339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6671043" y="9190990"/>
            <a:ext cx="511809" cy="170180"/>
          </a:xfrm>
          <a:custGeom>
            <a:avLst/>
            <a:gdLst/>
            <a:ahLst/>
            <a:cxnLst/>
            <a:rect l="l" t="t" r="r" b="b"/>
            <a:pathLst>
              <a:path w="511809" h="170179">
                <a:moveTo>
                  <a:pt x="139204" y="27940"/>
                </a:moveTo>
                <a:lnTo>
                  <a:pt x="33616" y="27940"/>
                </a:lnTo>
                <a:lnTo>
                  <a:pt x="33616" y="2540"/>
                </a:lnTo>
                <a:lnTo>
                  <a:pt x="21196" y="2540"/>
                </a:lnTo>
                <a:lnTo>
                  <a:pt x="21196" y="27940"/>
                </a:lnTo>
                <a:lnTo>
                  <a:pt x="21196" y="38100"/>
                </a:lnTo>
                <a:lnTo>
                  <a:pt x="21196" y="67310"/>
                </a:lnTo>
                <a:lnTo>
                  <a:pt x="21196" y="77470"/>
                </a:lnTo>
                <a:lnTo>
                  <a:pt x="139204" y="77470"/>
                </a:lnTo>
                <a:lnTo>
                  <a:pt x="139204" y="67310"/>
                </a:lnTo>
                <a:lnTo>
                  <a:pt x="33616" y="67310"/>
                </a:lnTo>
                <a:lnTo>
                  <a:pt x="33616" y="38100"/>
                </a:lnTo>
                <a:lnTo>
                  <a:pt x="126720" y="38100"/>
                </a:lnTo>
                <a:lnTo>
                  <a:pt x="126720" y="66687"/>
                </a:lnTo>
                <a:lnTo>
                  <a:pt x="139204" y="66687"/>
                </a:lnTo>
                <a:lnTo>
                  <a:pt x="139204" y="38100"/>
                </a:lnTo>
                <a:lnTo>
                  <a:pt x="139204" y="27940"/>
                </a:lnTo>
                <a:close/>
              </a:path>
              <a:path w="511809" h="170179">
                <a:moveTo>
                  <a:pt x="139204" y="2133"/>
                </a:moveTo>
                <a:lnTo>
                  <a:pt x="126720" y="2133"/>
                </a:lnTo>
                <a:lnTo>
                  <a:pt x="126720" y="27673"/>
                </a:lnTo>
                <a:lnTo>
                  <a:pt x="139204" y="27673"/>
                </a:lnTo>
                <a:lnTo>
                  <a:pt x="139204" y="2133"/>
                </a:lnTo>
                <a:close/>
              </a:path>
              <a:path w="511809" h="170179">
                <a:moveTo>
                  <a:pt x="160324" y="99593"/>
                </a:moveTo>
                <a:lnTo>
                  <a:pt x="0" y="99593"/>
                </a:lnTo>
                <a:lnTo>
                  <a:pt x="0" y="109982"/>
                </a:lnTo>
                <a:lnTo>
                  <a:pt x="73672" y="109982"/>
                </a:lnTo>
                <a:lnTo>
                  <a:pt x="73672" y="169900"/>
                </a:lnTo>
                <a:lnTo>
                  <a:pt x="85953" y="169900"/>
                </a:lnTo>
                <a:lnTo>
                  <a:pt x="85953" y="109982"/>
                </a:lnTo>
                <a:lnTo>
                  <a:pt x="160324" y="109982"/>
                </a:lnTo>
                <a:lnTo>
                  <a:pt x="160324" y="99593"/>
                </a:lnTo>
                <a:close/>
              </a:path>
              <a:path w="511809" h="170179">
                <a:moveTo>
                  <a:pt x="314477" y="317"/>
                </a:moveTo>
                <a:lnTo>
                  <a:pt x="301993" y="317"/>
                </a:lnTo>
                <a:lnTo>
                  <a:pt x="301993" y="24130"/>
                </a:lnTo>
                <a:lnTo>
                  <a:pt x="209931" y="24130"/>
                </a:lnTo>
                <a:lnTo>
                  <a:pt x="209931" y="0"/>
                </a:lnTo>
                <a:lnTo>
                  <a:pt x="197446" y="0"/>
                </a:lnTo>
                <a:lnTo>
                  <a:pt x="197446" y="24130"/>
                </a:lnTo>
                <a:lnTo>
                  <a:pt x="197446" y="34290"/>
                </a:lnTo>
                <a:lnTo>
                  <a:pt x="197446" y="59690"/>
                </a:lnTo>
                <a:lnTo>
                  <a:pt x="197446" y="69850"/>
                </a:lnTo>
                <a:lnTo>
                  <a:pt x="314477" y="69850"/>
                </a:lnTo>
                <a:lnTo>
                  <a:pt x="314477" y="59690"/>
                </a:lnTo>
                <a:lnTo>
                  <a:pt x="209931" y="59690"/>
                </a:lnTo>
                <a:lnTo>
                  <a:pt x="209931" y="34290"/>
                </a:lnTo>
                <a:lnTo>
                  <a:pt x="301993" y="34290"/>
                </a:lnTo>
                <a:lnTo>
                  <a:pt x="301993" y="59245"/>
                </a:lnTo>
                <a:lnTo>
                  <a:pt x="314477" y="59245"/>
                </a:lnTo>
                <a:lnTo>
                  <a:pt x="314477" y="34290"/>
                </a:lnTo>
                <a:lnTo>
                  <a:pt x="314477" y="34124"/>
                </a:lnTo>
                <a:lnTo>
                  <a:pt x="314477" y="24307"/>
                </a:lnTo>
                <a:lnTo>
                  <a:pt x="314477" y="24130"/>
                </a:lnTo>
                <a:lnTo>
                  <a:pt x="314477" y="317"/>
                </a:lnTo>
                <a:close/>
              </a:path>
              <a:path w="511809" h="170179">
                <a:moveTo>
                  <a:pt x="318122" y="154940"/>
                </a:moveTo>
                <a:lnTo>
                  <a:pt x="209232" y="154940"/>
                </a:lnTo>
                <a:lnTo>
                  <a:pt x="209232" y="118110"/>
                </a:lnTo>
                <a:lnTo>
                  <a:pt x="196888" y="118110"/>
                </a:lnTo>
                <a:lnTo>
                  <a:pt x="196888" y="154940"/>
                </a:lnTo>
                <a:lnTo>
                  <a:pt x="196888" y="165100"/>
                </a:lnTo>
                <a:lnTo>
                  <a:pt x="318122" y="165100"/>
                </a:lnTo>
                <a:lnTo>
                  <a:pt x="318122" y="154940"/>
                </a:lnTo>
                <a:close/>
              </a:path>
              <a:path w="511809" h="170179">
                <a:moveTo>
                  <a:pt x="336016" y="88226"/>
                </a:moveTo>
                <a:lnTo>
                  <a:pt x="175691" y="88226"/>
                </a:lnTo>
                <a:lnTo>
                  <a:pt x="175691" y="98755"/>
                </a:lnTo>
                <a:lnTo>
                  <a:pt x="250482" y="98755"/>
                </a:lnTo>
                <a:lnTo>
                  <a:pt x="250482" y="135026"/>
                </a:lnTo>
                <a:lnTo>
                  <a:pt x="262902" y="135026"/>
                </a:lnTo>
                <a:lnTo>
                  <a:pt x="262902" y="98755"/>
                </a:lnTo>
                <a:lnTo>
                  <a:pt x="336016" y="98755"/>
                </a:lnTo>
                <a:lnTo>
                  <a:pt x="336016" y="88226"/>
                </a:lnTo>
                <a:close/>
              </a:path>
              <a:path w="511809" h="170179">
                <a:moveTo>
                  <a:pt x="492620" y="35458"/>
                </a:moveTo>
                <a:lnTo>
                  <a:pt x="488315" y="20929"/>
                </a:lnTo>
                <a:lnTo>
                  <a:pt x="479920" y="13538"/>
                </a:lnTo>
                <a:lnTo>
                  <a:pt x="479920" y="35458"/>
                </a:lnTo>
                <a:lnTo>
                  <a:pt x="476465" y="45504"/>
                </a:lnTo>
                <a:lnTo>
                  <a:pt x="466636" y="53111"/>
                </a:lnTo>
                <a:lnTo>
                  <a:pt x="451294" y="57924"/>
                </a:lnTo>
                <a:lnTo>
                  <a:pt x="431304" y="59601"/>
                </a:lnTo>
                <a:lnTo>
                  <a:pt x="411327" y="57924"/>
                </a:lnTo>
                <a:lnTo>
                  <a:pt x="396011" y="53111"/>
                </a:lnTo>
                <a:lnTo>
                  <a:pt x="386207" y="45504"/>
                </a:lnTo>
                <a:lnTo>
                  <a:pt x="382816" y="35458"/>
                </a:lnTo>
                <a:lnTo>
                  <a:pt x="386207" y="25527"/>
                </a:lnTo>
                <a:lnTo>
                  <a:pt x="396011" y="17957"/>
                </a:lnTo>
                <a:lnTo>
                  <a:pt x="411327" y="13119"/>
                </a:lnTo>
                <a:lnTo>
                  <a:pt x="431304" y="11391"/>
                </a:lnTo>
                <a:lnTo>
                  <a:pt x="451294" y="13119"/>
                </a:lnTo>
                <a:lnTo>
                  <a:pt x="466636" y="17957"/>
                </a:lnTo>
                <a:lnTo>
                  <a:pt x="476465" y="25527"/>
                </a:lnTo>
                <a:lnTo>
                  <a:pt x="479920" y="35458"/>
                </a:lnTo>
                <a:lnTo>
                  <a:pt x="479920" y="13538"/>
                </a:lnTo>
                <a:lnTo>
                  <a:pt x="477494" y="11391"/>
                </a:lnTo>
                <a:lnTo>
                  <a:pt x="476034" y="10121"/>
                </a:lnTo>
                <a:lnTo>
                  <a:pt x="456717" y="3378"/>
                </a:lnTo>
                <a:lnTo>
                  <a:pt x="431304" y="1079"/>
                </a:lnTo>
                <a:lnTo>
                  <a:pt x="405815" y="3378"/>
                </a:lnTo>
                <a:lnTo>
                  <a:pt x="386473" y="10121"/>
                </a:lnTo>
                <a:lnTo>
                  <a:pt x="374205" y="20929"/>
                </a:lnTo>
                <a:lnTo>
                  <a:pt x="369912" y="35458"/>
                </a:lnTo>
                <a:lnTo>
                  <a:pt x="374205" y="50050"/>
                </a:lnTo>
                <a:lnTo>
                  <a:pt x="386473" y="60921"/>
                </a:lnTo>
                <a:lnTo>
                  <a:pt x="405815" y="67703"/>
                </a:lnTo>
                <a:lnTo>
                  <a:pt x="431304" y="70053"/>
                </a:lnTo>
                <a:lnTo>
                  <a:pt x="456717" y="67703"/>
                </a:lnTo>
                <a:lnTo>
                  <a:pt x="476034" y="60921"/>
                </a:lnTo>
                <a:lnTo>
                  <a:pt x="477520" y="59601"/>
                </a:lnTo>
                <a:lnTo>
                  <a:pt x="488315" y="50050"/>
                </a:lnTo>
                <a:lnTo>
                  <a:pt x="492620" y="35458"/>
                </a:lnTo>
                <a:close/>
              </a:path>
              <a:path w="511809" h="170179">
                <a:moveTo>
                  <a:pt x="493534" y="155092"/>
                </a:moveTo>
                <a:lnTo>
                  <a:pt x="385343" y="155092"/>
                </a:lnTo>
                <a:lnTo>
                  <a:pt x="385343" y="114960"/>
                </a:lnTo>
                <a:lnTo>
                  <a:pt x="372719" y="114960"/>
                </a:lnTo>
                <a:lnTo>
                  <a:pt x="372719" y="165684"/>
                </a:lnTo>
                <a:lnTo>
                  <a:pt x="493534" y="165684"/>
                </a:lnTo>
                <a:lnTo>
                  <a:pt x="493534" y="155092"/>
                </a:lnTo>
                <a:close/>
              </a:path>
              <a:path w="511809" h="170179">
                <a:moveTo>
                  <a:pt x="511213" y="87947"/>
                </a:moveTo>
                <a:lnTo>
                  <a:pt x="351663" y="87947"/>
                </a:lnTo>
                <a:lnTo>
                  <a:pt x="351663" y="98336"/>
                </a:lnTo>
                <a:lnTo>
                  <a:pt x="511213" y="98336"/>
                </a:lnTo>
                <a:lnTo>
                  <a:pt x="511213" y="879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7248276" y="9185752"/>
            <a:ext cx="509905" cy="175895"/>
            <a:chOff x="7248276" y="9185752"/>
            <a:chExt cx="509905" cy="175895"/>
          </a:xfrm>
        </p:grpSpPr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48276" y="9185752"/>
              <a:ext cx="141450" cy="17533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2984" y="9185822"/>
              <a:ext cx="148467" cy="17084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98605" y="9192418"/>
              <a:ext cx="159552" cy="168463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7824250" y="9185752"/>
            <a:ext cx="318770" cy="175260"/>
            <a:chOff x="7824250" y="9185752"/>
            <a:chExt cx="318770" cy="175260"/>
          </a:xfrm>
        </p:grpSpPr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24250" y="9185752"/>
              <a:ext cx="148327" cy="17512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3519" y="9185962"/>
              <a:ext cx="139485" cy="172392"/>
            </a:xfrm>
            <a:prstGeom prst="rect">
              <a:avLst/>
            </a:prstGeom>
          </p:spPr>
        </p:pic>
      </p:grpSp>
      <p:sp>
        <p:nvSpPr>
          <p:cNvPr id="29" name="object 29" descr=""/>
          <p:cNvSpPr/>
          <p:nvPr/>
        </p:nvSpPr>
        <p:spPr>
          <a:xfrm>
            <a:off x="8174711" y="9199880"/>
            <a:ext cx="511175" cy="138430"/>
          </a:xfrm>
          <a:custGeom>
            <a:avLst/>
            <a:gdLst/>
            <a:ahLst/>
            <a:cxnLst/>
            <a:rect l="l" t="t" r="r" b="b"/>
            <a:pathLst>
              <a:path w="511175" h="138429">
                <a:moveTo>
                  <a:pt x="144399" y="4330"/>
                </a:moveTo>
                <a:lnTo>
                  <a:pt x="103212" y="4330"/>
                </a:lnTo>
                <a:lnTo>
                  <a:pt x="103212" y="14922"/>
                </a:lnTo>
                <a:lnTo>
                  <a:pt x="103212" y="78841"/>
                </a:lnTo>
                <a:lnTo>
                  <a:pt x="55994" y="78841"/>
                </a:lnTo>
                <a:lnTo>
                  <a:pt x="55994" y="14922"/>
                </a:lnTo>
                <a:lnTo>
                  <a:pt x="103212" y="14922"/>
                </a:lnTo>
                <a:lnTo>
                  <a:pt x="103212" y="4330"/>
                </a:lnTo>
                <a:lnTo>
                  <a:pt x="14732" y="4330"/>
                </a:lnTo>
                <a:lnTo>
                  <a:pt x="14732" y="14922"/>
                </a:lnTo>
                <a:lnTo>
                  <a:pt x="43573" y="14922"/>
                </a:lnTo>
                <a:lnTo>
                  <a:pt x="43573" y="78841"/>
                </a:lnTo>
                <a:lnTo>
                  <a:pt x="14871" y="78841"/>
                </a:lnTo>
                <a:lnTo>
                  <a:pt x="14871" y="89154"/>
                </a:lnTo>
                <a:lnTo>
                  <a:pt x="144119" y="89154"/>
                </a:lnTo>
                <a:lnTo>
                  <a:pt x="144119" y="78841"/>
                </a:lnTo>
                <a:lnTo>
                  <a:pt x="115493" y="78841"/>
                </a:lnTo>
                <a:lnTo>
                  <a:pt x="115493" y="14922"/>
                </a:lnTo>
                <a:lnTo>
                  <a:pt x="144399" y="14922"/>
                </a:lnTo>
                <a:lnTo>
                  <a:pt x="144399" y="4330"/>
                </a:lnTo>
                <a:close/>
              </a:path>
              <a:path w="511175" h="138429">
                <a:moveTo>
                  <a:pt x="160324" y="126771"/>
                </a:moveTo>
                <a:lnTo>
                  <a:pt x="0" y="126771"/>
                </a:lnTo>
                <a:lnTo>
                  <a:pt x="0" y="137718"/>
                </a:lnTo>
                <a:lnTo>
                  <a:pt x="160324" y="137718"/>
                </a:lnTo>
                <a:lnTo>
                  <a:pt x="160324" y="126771"/>
                </a:lnTo>
                <a:close/>
              </a:path>
              <a:path w="511175" h="138429">
                <a:moveTo>
                  <a:pt x="336016" y="128270"/>
                </a:moveTo>
                <a:lnTo>
                  <a:pt x="261505" y="128270"/>
                </a:lnTo>
                <a:lnTo>
                  <a:pt x="261505" y="92710"/>
                </a:lnTo>
                <a:lnTo>
                  <a:pt x="319316" y="92710"/>
                </a:lnTo>
                <a:lnTo>
                  <a:pt x="319316" y="82550"/>
                </a:lnTo>
                <a:lnTo>
                  <a:pt x="208673" y="82550"/>
                </a:lnTo>
                <a:lnTo>
                  <a:pt x="208673" y="50800"/>
                </a:lnTo>
                <a:lnTo>
                  <a:pt x="315252" y="50800"/>
                </a:lnTo>
                <a:lnTo>
                  <a:pt x="315252" y="40640"/>
                </a:lnTo>
                <a:lnTo>
                  <a:pt x="315252" y="10160"/>
                </a:lnTo>
                <a:lnTo>
                  <a:pt x="315252" y="0"/>
                </a:lnTo>
                <a:lnTo>
                  <a:pt x="195757" y="0"/>
                </a:lnTo>
                <a:lnTo>
                  <a:pt x="195757" y="10160"/>
                </a:lnTo>
                <a:lnTo>
                  <a:pt x="302895" y="10160"/>
                </a:lnTo>
                <a:lnTo>
                  <a:pt x="302895" y="40640"/>
                </a:lnTo>
                <a:lnTo>
                  <a:pt x="196316" y="40640"/>
                </a:lnTo>
                <a:lnTo>
                  <a:pt x="196316" y="50800"/>
                </a:lnTo>
                <a:lnTo>
                  <a:pt x="196316" y="82550"/>
                </a:lnTo>
                <a:lnTo>
                  <a:pt x="196316" y="92710"/>
                </a:lnTo>
                <a:lnTo>
                  <a:pt x="249148" y="92710"/>
                </a:lnTo>
                <a:lnTo>
                  <a:pt x="249148" y="128270"/>
                </a:lnTo>
                <a:lnTo>
                  <a:pt x="175691" y="128270"/>
                </a:lnTo>
                <a:lnTo>
                  <a:pt x="175691" y="138430"/>
                </a:lnTo>
                <a:lnTo>
                  <a:pt x="336016" y="138430"/>
                </a:lnTo>
                <a:lnTo>
                  <a:pt x="336016" y="128270"/>
                </a:lnTo>
                <a:close/>
              </a:path>
              <a:path w="511175" h="138429">
                <a:moveTo>
                  <a:pt x="488835" y="5448"/>
                </a:moveTo>
                <a:lnTo>
                  <a:pt x="369138" y="5448"/>
                </a:lnTo>
                <a:lnTo>
                  <a:pt x="369138" y="15976"/>
                </a:lnTo>
                <a:lnTo>
                  <a:pt x="476631" y="15976"/>
                </a:lnTo>
                <a:lnTo>
                  <a:pt x="476631" y="21869"/>
                </a:lnTo>
                <a:lnTo>
                  <a:pt x="476478" y="38608"/>
                </a:lnTo>
                <a:lnTo>
                  <a:pt x="475653" y="58000"/>
                </a:lnTo>
                <a:lnTo>
                  <a:pt x="473506" y="80149"/>
                </a:lnTo>
                <a:lnTo>
                  <a:pt x="469328" y="105714"/>
                </a:lnTo>
                <a:lnTo>
                  <a:pt x="482168" y="107124"/>
                </a:lnTo>
                <a:lnTo>
                  <a:pt x="486029" y="80492"/>
                </a:lnTo>
                <a:lnTo>
                  <a:pt x="487997" y="58000"/>
                </a:lnTo>
                <a:lnTo>
                  <a:pt x="488734" y="38760"/>
                </a:lnTo>
                <a:lnTo>
                  <a:pt x="488835" y="5448"/>
                </a:lnTo>
                <a:close/>
              </a:path>
              <a:path w="511175" h="138429">
                <a:moveTo>
                  <a:pt x="510933" y="123685"/>
                </a:moveTo>
                <a:lnTo>
                  <a:pt x="351383" y="123685"/>
                </a:lnTo>
                <a:lnTo>
                  <a:pt x="351383" y="134340"/>
                </a:lnTo>
                <a:lnTo>
                  <a:pt x="510933" y="134340"/>
                </a:lnTo>
                <a:lnTo>
                  <a:pt x="510933" y="123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8833699" y="9261529"/>
            <a:ext cx="12700" cy="99695"/>
          </a:xfrm>
          <a:custGeom>
            <a:avLst/>
            <a:gdLst/>
            <a:ahLst/>
            <a:cxnLst/>
            <a:rect l="l" t="t" r="r" b="b"/>
            <a:pathLst>
              <a:path w="12700" h="99695">
                <a:moveTo>
                  <a:pt x="12348" y="0"/>
                </a:moveTo>
                <a:lnTo>
                  <a:pt x="0" y="0"/>
                </a:lnTo>
                <a:lnTo>
                  <a:pt x="0" y="99562"/>
                </a:lnTo>
                <a:lnTo>
                  <a:pt x="12348" y="99562"/>
                </a:lnTo>
                <a:lnTo>
                  <a:pt x="12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8709158" y="9185752"/>
            <a:ext cx="311150" cy="175895"/>
            <a:chOff x="8709158" y="9185752"/>
            <a:chExt cx="311150" cy="175895"/>
          </a:xfrm>
        </p:grpSpPr>
        <p:sp>
          <p:nvSpPr>
            <p:cNvPr id="32" name="object 32" descr=""/>
            <p:cNvSpPr/>
            <p:nvPr/>
          </p:nvSpPr>
          <p:spPr>
            <a:xfrm>
              <a:off x="8709152" y="9185757"/>
              <a:ext cx="137160" cy="130175"/>
            </a:xfrm>
            <a:custGeom>
              <a:avLst/>
              <a:gdLst/>
              <a:ahLst/>
              <a:cxnLst/>
              <a:rect l="l" t="t" r="r" b="b"/>
              <a:pathLst>
                <a:path w="137159" h="130175">
                  <a:moveTo>
                    <a:pt x="136893" y="0"/>
                  </a:moveTo>
                  <a:lnTo>
                    <a:pt x="124536" y="0"/>
                  </a:lnTo>
                  <a:lnTo>
                    <a:pt x="124536" y="64922"/>
                  </a:lnTo>
                  <a:lnTo>
                    <a:pt x="78511" y="64922"/>
                  </a:lnTo>
                  <a:lnTo>
                    <a:pt x="78511" y="28092"/>
                  </a:lnTo>
                  <a:lnTo>
                    <a:pt x="78511" y="17932"/>
                  </a:lnTo>
                  <a:lnTo>
                    <a:pt x="66306" y="17932"/>
                  </a:lnTo>
                  <a:lnTo>
                    <a:pt x="66306" y="28092"/>
                  </a:lnTo>
                  <a:lnTo>
                    <a:pt x="66306" y="64922"/>
                  </a:lnTo>
                  <a:lnTo>
                    <a:pt x="66306" y="76352"/>
                  </a:lnTo>
                  <a:lnTo>
                    <a:pt x="66306" y="119532"/>
                  </a:lnTo>
                  <a:lnTo>
                    <a:pt x="12344" y="119532"/>
                  </a:lnTo>
                  <a:lnTo>
                    <a:pt x="12344" y="28092"/>
                  </a:lnTo>
                  <a:lnTo>
                    <a:pt x="66306" y="28092"/>
                  </a:lnTo>
                  <a:lnTo>
                    <a:pt x="66306" y="17932"/>
                  </a:lnTo>
                  <a:lnTo>
                    <a:pt x="0" y="17932"/>
                  </a:lnTo>
                  <a:lnTo>
                    <a:pt x="0" y="28092"/>
                  </a:lnTo>
                  <a:lnTo>
                    <a:pt x="0" y="119532"/>
                  </a:lnTo>
                  <a:lnTo>
                    <a:pt x="0" y="129692"/>
                  </a:lnTo>
                  <a:lnTo>
                    <a:pt x="78511" y="129692"/>
                  </a:lnTo>
                  <a:lnTo>
                    <a:pt x="78511" y="119532"/>
                  </a:lnTo>
                  <a:lnTo>
                    <a:pt x="78511" y="76352"/>
                  </a:lnTo>
                  <a:lnTo>
                    <a:pt x="136893" y="76352"/>
                  </a:lnTo>
                  <a:lnTo>
                    <a:pt x="136893" y="65189"/>
                  </a:lnTo>
                  <a:lnTo>
                    <a:pt x="136893" y="64922"/>
                  </a:lnTo>
                  <a:lnTo>
                    <a:pt x="136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78534" y="9185752"/>
              <a:ext cx="141450" cy="175339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9106559" y="9185752"/>
            <a:ext cx="315595" cy="175260"/>
            <a:chOff x="9106559" y="9185752"/>
            <a:chExt cx="315595" cy="175260"/>
          </a:xfrm>
        </p:grpSpPr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06559" y="9185962"/>
              <a:ext cx="145169" cy="17070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78952" y="9185752"/>
              <a:ext cx="143134" cy="175129"/>
            </a:xfrm>
            <a:prstGeom prst="rect">
              <a:avLst/>
            </a:prstGeom>
          </p:spPr>
        </p:pic>
      </p:grpSp>
      <p:pic>
        <p:nvPicPr>
          <p:cNvPr id="37" name="object 3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500312" y="9184208"/>
            <a:ext cx="341207" cy="176672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912245" y="9185752"/>
            <a:ext cx="145309" cy="174497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0130450" y="9185752"/>
            <a:ext cx="332740" cy="175260"/>
            <a:chOff x="10130450" y="9185752"/>
            <a:chExt cx="332740" cy="175260"/>
          </a:xfrm>
        </p:grpSpPr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30450" y="9185752"/>
              <a:ext cx="141169" cy="17512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303334" y="9186524"/>
              <a:ext cx="159553" cy="172112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10527991" y="9185962"/>
            <a:ext cx="323850" cy="175260"/>
            <a:chOff x="10527991" y="9185962"/>
            <a:chExt cx="323850" cy="175260"/>
          </a:xfrm>
        </p:grpSpPr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527991" y="9198592"/>
              <a:ext cx="160325" cy="13773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12031" y="9185962"/>
              <a:ext cx="139697" cy="174918"/>
            </a:xfrm>
            <a:prstGeom prst="rect">
              <a:avLst/>
            </a:prstGeom>
          </p:spPr>
        </p:pic>
      </p:grpSp>
      <p:grpSp>
        <p:nvGrpSpPr>
          <p:cNvPr id="45" name="object 45" descr=""/>
          <p:cNvGrpSpPr/>
          <p:nvPr/>
        </p:nvGrpSpPr>
        <p:grpSpPr>
          <a:xfrm>
            <a:off x="10879091" y="9185752"/>
            <a:ext cx="906780" cy="175895"/>
            <a:chOff x="10879091" y="9185752"/>
            <a:chExt cx="906780" cy="175895"/>
          </a:xfrm>
        </p:grpSpPr>
        <p:sp>
          <p:nvSpPr>
            <p:cNvPr id="46" name="object 46" descr=""/>
            <p:cNvSpPr/>
            <p:nvPr/>
          </p:nvSpPr>
          <p:spPr>
            <a:xfrm>
              <a:off x="10879086" y="9190990"/>
              <a:ext cx="336550" cy="170180"/>
            </a:xfrm>
            <a:custGeom>
              <a:avLst/>
              <a:gdLst/>
              <a:ahLst/>
              <a:cxnLst/>
              <a:rect l="l" t="t" r="r" b="b"/>
              <a:pathLst>
                <a:path w="336550" h="170179">
                  <a:moveTo>
                    <a:pt x="139204" y="27940"/>
                  </a:moveTo>
                  <a:lnTo>
                    <a:pt x="33604" y="27940"/>
                  </a:lnTo>
                  <a:lnTo>
                    <a:pt x="33604" y="2540"/>
                  </a:lnTo>
                  <a:lnTo>
                    <a:pt x="21183" y="2540"/>
                  </a:lnTo>
                  <a:lnTo>
                    <a:pt x="21183" y="27940"/>
                  </a:lnTo>
                  <a:lnTo>
                    <a:pt x="21183" y="38100"/>
                  </a:lnTo>
                  <a:lnTo>
                    <a:pt x="21183" y="67310"/>
                  </a:lnTo>
                  <a:lnTo>
                    <a:pt x="21183" y="77470"/>
                  </a:lnTo>
                  <a:lnTo>
                    <a:pt x="139204" y="77470"/>
                  </a:lnTo>
                  <a:lnTo>
                    <a:pt x="139204" y="67310"/>
                  </a:lnTo>
                  <a:lnTo>
                    <a:pt x="33604" y="67310"/>
                  </a:lnTo>
                  <a:lnTo>
                    <a:pt x="33604" y="38100"/>
                  </a:lnTo>
                  <a:lnTo>
                    <a:pt x="126720" y="38100"/>
                  </a:lnTo>
                  <a:lnTo>
                    <a:pt x="126720" y="66687"/>
                  </a:lnTo>
                  <a:lnTo>
                    <a:pt x="139204" y="66687"/>
                  </a:lnTo>
                  <a:lnTo>
                    <a:pt x="139204" y="38100"/>
                  </a:lnTo>
                  <a:lnTo>
                    <a:pt x="139204" y="27940"/>
                  </a:lnTo>
                  <a:close/>
                </a:path>
                <a:path w="336550" h="170179">
                  <a:moveTo>
                    <a:pt x="139204" y="2133"/>
                  </a:moveTo>
                  <a:lnTo>
                    <a:pt x="126720" y="2133"/>
                  </a:lnTo>
                  <a:lnTo>
                    <a:pt x="126720" y="27673"/>
                  </a:lnTo>
                  <a:lnTo>
                    <a:pt x="139204" y="27673"/>
                  </a:lnTo>
                  <a:lnTo>
                    <a:pt x="139204" y="2133"/>
                  </a:lnTo>
                  <a:close/>
                </a:path>
                <a:path w="336550" h="170179">
                  <a:moveTo>
                    <a:pt x="160324" y="99593"/>
                  </a:moveTo>
                  <a:lnTo>
                    <a:pt x="0" y="99593"/>
                  </a:lnTo>
                  <a:lnTo>
                    <a:pt x="0" y="109982"/>
                  </a:lnTo>
                  <a:lnTo>
                    <a:pt x="73672" y="109982"/>
                  </a:lnTo>
                  <a:lnTo>
                    <a:pt x="73672" y="169900"/>
                  </a:lnTo>
                  <a:lnTo>
                    <a:pt x="85953" y="169900"/>
                  </a:lnTo>
                  <a:lnTo>
                    <a:pt x="85953" y="109982"/>
                  </a:lnTo>
                  <a:lnTo>
                    <a:pt x="160324" y="109982"/>
                  </a:lnTo>
                  <a:lnTo>
                    <a:pt x="160324" y="99593"/>
                  </a:lnTo>
                  <a:close/>
                </a:path>
                <a:path w="336550" h="170179">
                  <a:moveTo>
                    <a:pt x="314477" y="317"/>
                  </a:moveTo>
                  <a:lnTo>
                    <a:pt x="301980" y="317"/>
                  </a:lnTo>
                  <a:lnTo>
                    <a:pt x="301980" y="24130"/>
                  </a:lnTo>
                  <a:lnTo>
                    <a:pt x="209931" y="24130"/>
                  </a:lnTo>
                  <a:lnTo>
                    <a:pt x="209931" y="0"/>
                  </a:lnTo>
                  <a:lnTo>
                    <a:pt x="197434" y="0"/>
                  </a:lnTo>
                  <a:lnTo>
                    <a:pt x="197434" y="24130"/>
                  </a:lnTo>
                  <a:lnTo>
                    <a:pt x="197434" y="34290"/>
                  </a:lnTo>
                  <a:lnTo>
                    <a:pt x="197434" y="59690"/>
                  </a:lnTo>
                  <a:lnTo>
                    <a:pt x="197434" y="69850"/>
                  </a:lnTo>
                  <a:lnTo>
                    <a:pt x="314477" y="69850"/>
                  </a:lnTo>
                  <a:lnTo>
                    <a:pt x="314477" y="59690"/>
                  </a:lnTo>
                  <a:lnTo>
                    <a:pt x="209931" y="59690"/>
                  </a:lnTo>
                  <a:lnTo>
                    <a:pt x="209931" y="34290"/>
                  </a:lnTo>
                  <a:lnTo>
                    <a:pt x="301980" y="34290"/>
                  </a:lnTo>
                  <a:lnTo>
                    <a:pt x="301980" y="59245"/>
                  </a:lnTo>
                  <a:lnTo>
                    <a:pt x="314477" y="59245"/>
                  </a:lnTo>
                  <a:lnTo>
                    <a:pt x="314477" y="34290"/>
                  </a:lnTo>
                  <a:lnTo>
                    <a:pt x="314477" y="34124"/>
                  </a:lnTo>
                  <a:lnTo>
                    <a:pt x="314477" y="24307"/>
                  </a:lnTo>
                  <a:lnTo>
                    <a:pt x="314477" y="24130"/>
                  </a:lnTo>
                  <a:lnTo>
                    <a:pt x="314477" y="317"/>
                  </a:lnTo>
                  <a:close/>
                </a:path>
                <a:path w="336550" h="170179">
                  <a:moveTo>
                    <a:pt x="318122" y="154940"/>
                  </a:moveTo>
                  <a:lnTo>
                    <a:pt x="209232" y="154940"/>
                  </a:lnTo>
                  <a:lnTo>
                    <a:pt x="209232" y="118110"/>
                  </a:lnTo>
                  <a:lnTo>
                    <a:pt x="196875" y="118110"/>
                  </a:lnTo>
                  <a:lnTo>
                    <a:pt x="196875" y="154940"/>
                  </a:lnTo>
                  <a:lnTo>
                    <a:pt x="196875" y="165100"/>
                  </a:lnTo>
                  <a:lnTo>
                    <a:pt x="318122" y="165100"/>
                  </a:lnTo>
                  <a:lnTo>
                    <a:pt x="318122" y="154940"/>
                  </a:lnTo>
                  <a:close/>
                </a:path>
                <a:path w="336550" h="170179">
                  <a:moveTo>
                    <a:pt x="336016" y="88226"/>
                  </a:moveTo>
                  <a:lnTo>
                    <a:pt x="175691" y="88226"/>
                  </a:lnTo>
                  <a:lnTo>
                    <a:pt x="175691" y="98755"/>
                  </a:lnTo>
                  <a:lnTo>
                    <a:pt x="250482" y="98755"/>
                  </a:lnTo>
                  <a:lnTo>
                    <a:pt x="250482" y="135026"/>
                  </a:lnTo>
                  <a:lnTo>
                    <a:pt x="262902" y="135026"/>
                  </a:lnTo>
                  <a:lnTo>
                    <a:pt x="262902" y="98755"/>
                  </a:lnTo>
                  <a:lnTo>
                    <a:pt x="336016" y="98755"/>
                  </a:lnTo>
                  <a:lnTo>
                    <a:pt x="336016" y="882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235244" y="9185752"/>
              <a:ext cx="139485" cy="17260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418442" y="9185752"/>
              <a:ext cx="131346" cy="175129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590063" y="9185752"/>
              <a:ext cx="195616" cy="175339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7879274" y="916028"/>
            <a:ext cx="149860" cy="129539"/>
            <a:chOff x="7879274" y="916028"/>
            <a:chExt cx="149860" cy="129539"/>
          </a:xfrm>
        </p:grpSpPr>
        <p:pic>
          <p:nvPicPr>
            <p:cNvPr id="51" name="object 5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79274" y="916028"/>
              <a:ext cx="104614" cy="129171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8016353" y="985519"/>
              <a:ext cx="12700" cy="58419"/>
            </a:xfrm>
            <a:custGeom>
              <a:avLst/>
              <a:gdLst/>
              <a:ahLst/>
              <a:cxnLst/>
              <a:rect l="l" t="t" r="r" b="b"/>
              <a:pathLst>
                <a:path w="12700" h="58419">
                  <a:moveTo>
                    <a:pt x="0" y="58420"/>
                  </a:moveTo>
                  <a:lnTo>
                    <a:pt x="12339" y="58420"/>
                  </a:lnTo>
                  <a:lnTo>
                    <a:pt x="12339" y="0"/>
                  </a:lnTo>
                  <a:lnTo>
                    <a:pt x="0" y="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8016354" y="916028"/>
            <a:ext cx="283210" cy="129539"/>
            <a:chOff x="8016354" y="916028"/>
            <a:chExt cx="283210" cy="129539"/>
          </a:xfrm>
        </p:grpSpPr>
        <p:sp>
          <p:nvSpPr>
            <p:cNvPr id="54" name="object 54" descr=""/>
            <p:cNvSpPr/>
            <p:nvPr/>
          </p:nvSpPr>
          <p:spPr>
            <a:xfrm>
              <a:off x="8016342" y="918209"/>
              <a:ext cx="95250" cy="125730"/>
            </a:xfrm>
            <a:custGeom>
              <a:avLst/>
              <a:gdLst/>
              <a:ahLst/>
              <a:cxnLst/>
              <a:rect l="l" t="t" r="r" b="b"/>
              <a:pathLst>
                <a:path w="95250" h="125730">
                  <a:moveTo>
                    <a:pt x="95110" y="0"/>
                  </a:moveTo>
                  <a:lnTo>
                    <a:pt x="82702" y="0"/>
                  </a:lnTo>
                  <a:lnTo>
                    <a:pt x="82702" y="57150"/>
                  </a:lnTo>
                  <a:lnTo>
                    <a:pt x="12344" y="57150"/>
                  </a:lnTo>
                  <a:lnTo>
                    <a:pt x="12344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67310"/>
                  </a:lnTo>
                  <a:lnTo>
                    <a:pt x="82702" y="67310"/>
                  </a:lnTo>
                  <a:lnTo>
                    <a:pt x="82702" y="125730"/>
                  </a:lnTo>
                  <a:lnTo>
                    <a:pt x="95110" y="125730"/>
                  </a:lnTo>
                  <a:lnTo>
                    <a:pt x="95110" y="67310"/>
                  </a:lnTo>
                  <a:lnTo>
                    <a:pt x="95110" y="57150"/>
                  </a:lnTo>
                  <a:lnTo>
                    <a:pt x="95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144654" y="916028"/>
              <a:ext cx="109280" cy="129171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8287135" y="917747"/>
              <a:ext cx="12700" cy="125730"/>
            </a:xfrm>
            <a:custGeom>
              <a:avLst/>
              <a:gdLst/>
              <a:ahLst/>
              <a:cxnLst/>
              <a:rect l="l" t="t" r="r" b="b"/>
              <a:pathLst>
                <a:path w="12700" h="125730">
                  <a:moveTo>
                    <a:pt x="12340" y="0"/>
                  </a:moveTo>
                  <a:lnTo>
                    <a:pt x="0" y="0"/>
                  </a:lnTo>
                  <a:lnTo>
                    <a:pt x="0" y="125733"/>
                  </a:lnTo>
                  <a:lnTo>
                    <a:pt x="12340" y="125733"/>
                  </a:lnTo>
                  <a:lnTo>
                    <a:pt x="12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/>
          <p:nvPr/>
        </p:nvSpPr>
        <p:spPr>
          <a:xfrm>
            <a:off x="8389773" y="985519"/>
            <a:ext cx="12700" cy="58419"/>
          </a:xfrm>
          <a:custGeom>
            <a:avLst/>
            <a:gdLst/>
            <a:ahLst/>
            <a:cxnLst/>
            <a:rect l="l" t="t" r="r" b="b"/>
            <a:pathLst>
              <a:path w="12700" h="58419">
                <a:moveTo>
                  <a:pt x="0" y="58420"/>
                </a:moveTo>
                <a:lnTo>
                  <a:pt x="12339" y="58420"/>
                </a:lnTo>
                <a:lnTo>
                  <a:pt x="12339" y="0"/>
                </a:lnTo>
                <a:lnTo>
                  <a:pt x="0" y="0"/>
                </a:lnTo>
                <a:lnTo>
                  <a:pt x="0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8389773" y="917747"/>
            <a:ext cx="485775" cy="128270"/>
            <a:chOff x="8389773" y="917747"/>
            <a:chExt cx="485775" cy="128270"/>
          </a:xfrm>
        </p:grpSpPr>
        <p:sp>
          <p:nvSpPr>
            <p:cNvPr id="59" name="object 59" descr=""/>
            <p:cNvSpPr/>
            <p:nvPr/>
          </p:nvSpPr>
          <p:spPr>
            <a:xfrm>
              <a:off x="8389772" y="918209"/>
              <a:ext cx="95250" cy="125730"/>
            </a:xfrm>
            <a:custGeom>
              <a:avLst/>
              <a:gdLst/>
              <a:ahLst/>
              <a:cxnLst/>
              <a:rect l="l" t="t" r="r" b="b"/>
              <a:pathLst>
                <a:path w="95250" h="125730">
                  <a:moveTo>
                    <a:pt x="95097" y="0"/>
                  </a:moveTo>
                  <a:lnTo>
                    <a:pt x="82689" y="0"/>
                  </a:lnTo>
                  <a:lnTo>
                    <a:pt x="82689" y="57150"/>
                  </a:lnTo>
                  <a:lnTo>
                    <a:pt x="12331" y="57150"/>
                  </a:lnTo>
                  <a:lnTo>
                    <a:pt x="12331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67310"/>
                  </a:lnTo>
                  <a:lnTo>
                    <a:pt x="82689" y="67310"/>
                  </a:lnTo>
                  <a:lnTo>
                    <a:pt x="82689" y="125730"/>
                  </a:lnTo>
                  <a:lnTo>
                    <a:pt x="95097" y="125730"/>
                  </a:lnTo>
                  <a:lnTo>
                    <a:pt x="95097" y="67310"/>
                  </a:lnTo>
                  <a:lnTo>
                    <a:pt x="95097" y="57150"/>
                  </a:lnTo>
                  <a:lnTo>
                    <a:pt x="950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511995" y="917747"/>
              <a:ext cx="103141" cy="125733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642260" y="917747"/>
              <a:ext cx="95896" cy="127882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776883" y="917747"/>
              <a:ext cx="98291" cy="125733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8959941" y="915966"/>
            <a:ext cx="224790" cy="130175"/>
            <a:chOff x="8959941" y="915966"/>
            <a:chExt cx="224790" cy="130175"/>
          </a:xfrm>
        </p:grpSpPr>
        <p:pic>
          <p:nvPicPr>
            <p:cNvPr id="64" name="object 6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959941" y="915966"/>
              <a:ext cx="87669" cy="129662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075164" y="916028"/>
              <a:ext cx="109280" cy="129171"/>
            </a:xfrm>
            <a:prstGeom prst="rect">
              <a:avLst/>
            </a:prstGeom>
          </p:spPr>
        </p:pic>
      </p:grpSp>
      <p:pic>
        <p:nvPicPr>
          <p:cNvPr id="66" name="object 66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406121" y="917747"/>
            <a:ext cx="82021" cy="125733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212121" y="916028"/>
            <a:ext cx="109279" cy="129171"/>
          </a:xfrm>
          <a:prstGeom prst="rect">
            <a:avLst/>
          </a:prstGeom>
        </p:spPr>
      </p:pic>
      <p:grpSp>
        <p:nvGrpSpPr>
          <p:cNvPr id="68" name="object 68" descr=""/>
          <p:cNvGrpSpPr/>
          <p:nvPr/>
        </p:nvGrpSpPr>
        <p:grpSpPr>
          <a:xfrm>
            <a:off x="9515082" y="916028"/>
            <a:ext cx="229870" cy="129539"/>
            <a:chOff x="9515082" y="916028"/>
            <a:chExt cx="229870" cy="129539"/>
          </a:xfrm>
        </p:grpSpPr>
        <p:pic>
          <p:nvPicPr>
            <p:cNvPr id="69" name="object 6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515082" y="916028"/>
              <a:ext cx="109280" cy="129171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57564" y="917747"/>
              <a:ext cx="87240" cy="125733"/>
            </a:xfrm>
            <a:prstGeom prst="rect">
              <a:avLst/>
            </a:prstGeom>
          </p:spPr>
        </p:pic>
      </p:grpSp>
      <p:grpSp>
        <p:nvGrpSpPr>
          <p:cNvPr id="71" name="object 71" descr=""/>
          <p:cNvGrpSpPr/>
          <p:nvPr/>
        </p:nvGrpSpPr>
        <p:grpSpPr>
          <a:xfrm>
            <a:off x="9765541" y="916028"/>
            <a:ext cx="626110" cy="129539"/>
            <a:chOff x="9765541" y="916028"/>
            <a:chExt cx="626110" cy="129539"/>
          </a:xfrm>
        </p:grpSpPr>
        <p:sp>
          <p:nvSpPr>
            <p:cNvPr id="72" name="object 72" descr=""/>
            <p:cNvSpPr/>
            <p:nvPr/>
          </p:nvSpPr>
          <p:spPr>
            <a:xfrm>
              <a:off x="9765538" y="918209"/>
              <a:ext cx="196850" cy="125730"/>
            </a:xfrm>
            <a:custGeom>
              <a:avLst/>
              <a:gdLst/>
              <a:ahLst/>
              <a:cxnLst/>
              <a:rect l="l" t="t" r="r" b="b"/>
              <a:pathLst>
                <a:path w="196850" h="125730">
                  <a:moveTo>
                    <a:pt x="9196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9839" y="10160"/>
                  </a:lnTo>
                  <a:lnTo>
                    <a:pt x="39839" y="125730"/>
                  </a:lnTo>
                  <a:lnTo>
                    <a:pt x="52247" y="125730"/>
                  </a:lnTo>
                  <a:lnTo>
                    <a:pt x="52247" y="10160"/>
                  </a:lnTo>
                  <a:lnTo>
                    <a:pt x="91960" y="10160"/>
                  </a:lnTo>
                  <a:lnTo>
                    <a:pt x="91960" y="0"/>
                  </a:lnTo>
                  <a:close/>
                </a:path>
                <a:path w="196850" h="125730">
                  <a:moveTo>
                    <a:pt x="196570" y="0"/>
                  </a:moveTo>
                  <a:lnTo>
                    <a:pt x="123202" y="0"/>
                  </a:lnTo>
                  <a:lnTo>
                    <a:pt x="123202" y="10160"/>
                  </a:lnTo>
                  <a:lnTo>
                    <a:pt x="123202" y="57150"/>
                  </a:lnTo>
                  <a:lnTo>
                    <a:pt x="123202" y="67310"/>
                  </a:lnTo>
                  <a:lnTo>
                    <a:pt x="123202" y="125730"/>
                  </a:lnTo>
                  <a:lnTo>
                    <a:pt x="135547" y="125730"/>
                  </a:lnTo>
                  <a:lnTo>
                    <a:pt x="135547" y="67310"/>
                  </a:lnTo>
                  <a:lnTo>
                    <a:pt x="190855" y="67310"/>
                  </a:lnTo>
                  <a:lnTo>
                    <a:pt x="190855" y="57150"/>
                  </a:lnTo>
                  <a:lnTo>
                    <a:pt x="135547" y="57150"/>
                  </a:lnTo>
                  <a:lnTo>
                    <a:pt x="135547" y="10160"/>
                  </a:lnTo>
                  <a:lnTo>
                    <a:pt x="196570" y="10160"/>
                  </a:lnTo>
                  <a:lnTo>
                    <a:pt x="1965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990586" y="916028"/>
              <a:ext cx="109280" cy="129171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0133063" y="917752"/>
              <a:ext cx="116205" cy="126364"/>
            </a:xfrm>
            <a:custGeom>
              <a:avLst/>
              <a:gdLst/>
              <a:ahLst/>
              <a:cxnLst/>
              <a:rect l="l" t="t" r="r" b="b"/>
              <a:pathLst>
                <a:path w="116204" h="126365">
                  <a:moveTo>
                    <a:pt x="71958" y="114757"/>
                  </a:moveTo>
                  <a:lnTo>
                    <a:pt x="12344" y="114757"/>
                  </a:lnTo>
                  <a:lnTo>
                    <a:pt x="12344" y="457"/>
                  </a:lnTo>
                  <a:lnTo>
                    <a:pt x="0" y="457"/>
                  </a:lnTo>
                  <a:lnTo>
                    <a:pt x="0" y="114757"/>
                  </a:lnTo>
                  <a:lnTo>
                    <a:pt x="0" y="126187"/>
                  </a:lnTo>
                  <a:lnTo>
                    <a:pt x="71958" y="126187"/>
                  </a:lnTo>
                  <a:lnTo>
                    <a:pt x="71958" y="114757"/>
                  </a:lnTo>
                  <a:close/>
                </a:path>
                <a:path w="116204" h="126365">
                  <a:moveTo>
                    <a:pt x="115595" y="0"/>
                  </a:moveTo>
                  <a:lnTo>
                    <a:pt x="103251" y="0"/>
                  </a:lnTo>
                  <a:lnTo>
                    <a:pt x="103251" y="125730"/>
                  </a:lnTo>
                  <a:lnTo>
                    <a:pt x="115595" y="125730"/>
                  </a:lnTo>
                  <a:lnTo>
                    <a:pt x="115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81861" y="916028"/>
              <a:ext cx="109280" cy="129171"/>
            </a:xfrm>
            <a:prstGeom prst="rect">
              <a:avLst/>
            </a:prstGeom>
          </p:spPr>
        </p:pic>
      </p:grpSp>
      <p:sp>
        <p:nvSpPr>
          <p:cNvPr id="76" name="object 76" descr=""/>
          <p:cNvSpPr/>
          <p:nvPr/>
        </p:nvSpPr>
        <p:spPr>
          <a:xfrm>
            <a:off x="7050256" y="1752428"/>
            <a:ext cx="359410" cy="417830"/>
          </a:xfrm>
          <a:custGeom>
            <a:avLst/>
            <a:gdLst/>
            <a:ahLst/>
            <a:cxnLst/>
            <a:rect l="l" t="t" r="r" b="b"/>
            <a:pathLst>
              <a:path w="359409" h="417830">
                <a:moveTo>
                  <a:pt x="117980" y="276454"/>
                </a:moveTo>
                <a:lnTo>
                  <a:pt x="65155" y="276454"/>
                </a:lnTo>
                <a:lnTo>
                  <a:pt x="65155" y="417265"/>
                </a:lnTo>
                <a:lnTo>
                  <a:pt x="358941" y="417265"/>
                </a:lnTo>
                <a:lnTo>
                  <a:pt x="358941" y="374771"/>
                </a:lnTo>
                <a:lnTo>
                  <a:pt x="117980" y="374771"/>
                </a:lnTo>
                <a:lnTo>
                  <a:pt x="117980" y="276454"/>
                </a:lnTo>
                <a:close/>
              </a:path>
              <a:path w="359409" h="417830">
                <a:moveTo>
                  <a:pt x="346943" y="0"/>
                </a:moveTo>
                <a:lnTo>
                  <a:pt x="294451" y="0"/>
                </a:lnTo>
                <a:lnTo>
                  <a:pt x="294451" y="307783"/>
                </a:lnTo>
                <a:lnTo>
                  <a:pt x="346943" y="307783"/>
                </a:lnTo>
                <a:lnTo>
                  <a:pt x="346943" y="0"/>
                </a:lnTo>
                <a:close/>
              </a:path>
              <a:path w="359409" h="417830">
                <a:moveTo>
                  <a:pt x="114814" y="27995"/>
                </a:moveTo>
                <a:lnTo>
                  <a:pt x="69504" y="35889"/>
                </a:lnTo>
                <a:lnTo>
                  <a:pt x="33036" y="57907"/>
                </a:lnTo>
                <a:lnTo>
                  <a:pt x="8753" y="91547"/>
                </a:lnTo>
                <a:lnTo>
                  <a:pt x="0" y="134311"/>
                </a:lnTo>
                <a:lnTo>
                  <a:pt x="8753" y="177598"/>
                </a:lnTo>
                <a:lnTo>
                  <a:pt x="33036" y="211403"/>
                </a:lnTo>
                <a:lnTo>
                  <a:pt x="69504" y="233365"/>
                </a:lnTo>
                <a:lnTo>
                  <a:pt x="114814" y="241127"/>
                </a:lnTo>
                <a:lnTo>
                  <a:pt x="160075" y="233365"/>
                </a:lnTo>
                <a:lnTo>
                  <a:pt x="196447" y="211403"/>
                </a:lnTo>
                <a:lnTo>
                  <a:pt x="207862" y="195468"/>
                </a:lnTo>
                <a:lnTo>
                  <a:pt x="114814" y="195468"/>
                </a:lnTo>
                <a:lnTo>
                  <a:pt x="89448" y="191231"/>
                </a:lnTo>
                <a:lnTo>
                  <a:pt x="69238" y="179075"/>
                </a:lnTo>
                <a:lnTo>
                  <a:pt x="55902" y="159825"/>
                </a:lnTo>
                <a:lnTo>
                  <a:pt x="51158" y="134311"/>
                </a:lnTo>
                <a:lnTo>
                  <a:pt x="55902" y="109297"/>
                </a:lnTo>
                <a:lnTo>
                  <a:pt x="69238" y="90172"/>
                </a:lnTo>
                <a:lnTo>
                  <a:pt x="89448" y="77953"/>
                </a:lnTo>
                <a:lnTo>
                  <a:pt x="114814" y="73654"/>
                </a:lnTo>
                <a:lnTo>
                  <a:pt x="207783" y="73654"/>
                </a:lnTo>
                <a:lnTo>
                  <a:pt x="196447" y="57907"/>
                </a:lnTo>
                <a:lnTo>
                  <a:pt x="160075" y="35889"/>
                </a:lnTo>
                <a:lnTo>
                  <a:pt x="114814" y="27995"/>
                </a:lnTo>
                <a:close/>
              </a:path>
              <a:path w="359409" h="417830">
                <a:moveTo>
                  <a:pt x="207783" y="73654"/>
                </a:moveTo>
                <a:lnTo>
                  <a:pt x="114814" y="73654"/>
                </a:lnTo>
                <a:lnTo>
                  <a:pt x="139656" y="77953"/>
                </a:lnTo>
                <a:lnTo>
                  <a:pt x="159703" y="90172"/>
                </a:lnTo>
                <a:lnTo>
                  <a:pt x="173094" y="109297"/>
                </a:lnTo>
                <a:lnTo>
                  <a:pt x="177971" y="134311"/>
                </a:lnTo>
                <a:lnTo>
                  <a:pt x="173094" y="159825"/>
                </a:lnTo>
                <a:lnTo>
                  <a:pt x="159703" y="179075"/>
                </a:lnTo>
                <a:lnTo>
                  <a:pt x="139656" y="191231"/>
                </a:lnTo>
                <a:lnTo>
                  <a:pt x="114814" y="195468"/>
                </a:lnTo>
                <a:lnTo>
                  <a:pt x="207862" y="195468"/>
                </a:lnTo>
                <a:lnTo>
                  <a:pt x="220664" y="177598"/>
                </a:lnTo>
                <a:lnTo>
                  <a:pt x="229462" y="134311"/>
                </a:lnTo>
                <a:lnTo>
                  <a:pt x="220664" y="91547"/>
                </a:lnTo>
                <a:lnTo>
                  <a:pt x="207783" y="73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7458856" y="1752095"/>
            <a:ext cx="358140" cy="426084"/>
          </a:xfrm>
          <a:custGeom>
            <a:avLst/>
            <a:gdLst/>
            <a:ahLst/>
            <a:cxnLst/>
            <a:rect l="l" t="t" r="r" b="b"/>
            <a:pathLst>
              <a:path w="358140" h="426085">
                <a:moveTo>
                  <a:pt x="357774" y="0"/>
                </a:moveTo>
                <a:lnTo>
                  <a:pt x="305449" y="0"/>
                </a:lnTo>
                <a:lnTo>
                  <a:pt x="305449" y="105315"/>
                </a:lnTo>
                <a:lnTo>
                  <a:pt x="233128" y="105315"/>
                </a:lnTo>
                <a:lnTo>
                  <a:pt x="233128" y="148309"/>
                </a:lnTo>
                <a:lnTo>
                  <a:pt x="305449" y="148309"/>
                </a:lnTo>
                <a:lnTo>
                  <a:pt x="305449" y="253958"/>
                </a:lnTo>
                <a:lnTo>
                  <a:pt x="357774" y="253958"/>
                </a:lnTo>
                <a:lnTo>
                  <a:pt x="357774" y="0"/>
                </a:lnTo>
                <a:close/>
              </a:path>
              <a:path w="358140" h="426085">
                <a:moveTo>
                  <a:pt x="157474" y="67655"/>
                </a:moveTo>
                <a:lnTo>
                  <a:pt x="104149" y="67655"/>
                </a:lnTo>
                <a:lnTo>
                  <a:pt x="104149" y="73487"/>
                </a:lnTo>
                <a:lnTo>
                  <a:pt x="97413" y="114650"/>
                </a:lnTo>
                <a:lnTo>
                  <a:pt x="77507" y="152953"/>
                </a:lnTo>
                <a:lnTo>
                  <a:pt x="44885" y="185102"/>
                </a:lnTo>
                <a:lnTo>
                  <a:pt x="0" y="207798"/>
                </a:lnTo>
                <a:lnTo>
                  <a:pt x="26995" y="249126"/>
                </a:lnTo>
                <a:lnTo>
                  <a:pt x="62000" y="233005"/>
                </a:lnTo>
                <a:lnTo>
                  <a:pt x="91193" y="210777"/>
                </a:lnTo>
                <a:lnTo>
                  <a:pt x="114449" y="183394"/>
                </a:lnTo>
                <a:lnTo>
                  <a:pt x="131644" y="151808"/>
                </a:lnTo>
                <a:lnTo>
                  <a:pt x="187514" y="151808"/>
                </a:lnTo>
                <a:lnTo>
                  <a:pt x="182865" y="147329"/>
                </a:lnTo>
                <a:lnTo>
                  <a:pt x="163866" y="111541"/>
                </a:lnTo>
                <a:lnTo>
                  <a:pt x="157557" y="73487"/>
                </a:lnTo>
                <a:lnTo>
                  <a:pt x="157474" y="67655"/>
                </a:lnTo>
                <a:close/>
              </a:path>
              <a:path w="358140" h="426085">
                <a:moveTo>
                  <a:pt x="187514" y="151808"/>
                </a:moveTo>
                <a:lnTo>
                  <a:pt x="131644" y="151808"/>
                </a:lnTo>
                <a:lnTo>
                  <a:pt x="148366" y="180321"/>
                </a:lnTo>
                <a:lnTo>
                  <a:pt x="170680" y="205070"/>
                </a:lnTo>
                <a:lnTo>
                  <a:pt x="198431" y="225226"/>
                </a:lnTo>
                <a:lnTo>
                  <a:pt x="231462" y="239960"/>
                </a:lnTo>
                <a:lnTo>
                  <a:pt x="257624" y="199300"/>
                </a:lnTo>
                <a:lnTo>
                  <a:pt x="214207" y="177525"/>
                </a:lnTo>
                <a:lnTo>
                  <a:pt x="187514" y="151808"/>
                </a:lnTo>
                <a:close/>
              </a:path>
              <a:path w="358140" h="426085">
                <a:moveTo>
                  <a:pt x="245626" y="25662"/>
                </a:moveTo>
                <a:lnTo>
                  <a:pt x="15331" y="25662"/>
                </a:lnTo>
                <a:lnTo>
                  <a:pt x="15331" y="67655"/>
                </a:lnTo>
                <a:lnTo>
                  <a:pt x="245626" y="67655"/>
                </a:lnTo>
                <a:lnTo>
                  <a:pt x="245626" y="25662"/>
                </a:lnTo>
                <a:close/>
              </a:path>
              <a:path w="358140" h="426085">
                <a:moveTo>
                  <a:pt x="357774" y="274121"/>
                </a:moveTo>
                <a:lnTo>
                  <a:pt x="67322" y="274121"/>
                </a:lnTo>
                <a:lnTo>
                  <a:pt x="67322" y="316281"/>
                </a:lnTo>
                <a:lnTo>
                  <a:pt x="305449" y="316281"/>
                </a:lnTo>
                <a:lnTo>
                  <a:pt x="305449" y="425597"/>
                </a:lnTo>
                <a:lnTo>
                  <a:pt x="357774" y="425597"/>
                </a:lnTo>
                <a:lnTo>
                  <a:pt x="357774" y="2741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7983347" y="1749272"/>
            <a:ext cx="821055" cy="428625"/>
          </a:xfrm>
          <a:custGeom>
            <a:avLst/>
            <a:gdLst/>
            <a:ahLst/>
            <a:cxnLst/>
            <a:rect l="l" t="t" r="r" b="b"/>
            <a:pathLst>
              <a:path w="821054" h="428625">
                <a:moveTo>
                  <a:pt x="263956" y="289775"/>
                </a:moveTo>
                <a:lnTo>
                  <a:pt x="227876" y="265633"/>
                </a:lnTo>
                <a:lnTo>
                  <a:pt x="198945" y="232879"/>
                </a:lnTo>
                <a:lnTo>
                  <a:pt x="186143" y="209296"/>
                </a:lnTo>
                <a:lnTo>
                  <a:pt x="177685" y="193725"/>
                </a:lnTo>
                <a:lnTo>
                  <a:pt x="164642" y="150406"/>
                </a:lnTo>
                <a:lnTo>
                  <a:pt x="160312" y="105143"/>
                </a:lnTo>
                <a:lnTo>
                  <a:pt x="160312" y="36995"/>
                </a:lnTo>
                <a:lnTo>
                  <a:pt x="107988" y="36995"/>
                </a:lnTo>
                <a:lnTo>
                  <a:pt x="107988" y="105143"/>
                </a:lnTo>
                <a:lnTo>
                  <a:pt x="103212" y="152184"/>
                </a:lnTo>
                <a:lnTo>
                  <a:pt x="89598" y="197434"/>
                </a:lnTo>
                <a:lnTo>
                  <a:pt x="67576" y="238391"/>
                </a:lnTo>
                <a:lnTo>
                  <a:pt x="37566" y="272567"/>
                </a:lnTo>
                <a:lnTo>
                  <a:pt x="0" y="297446"/>
                </a:lnTo>
                <a:lnTo>
                  <a:pt x="32334" y="339775"/>
                </a:lnTo>
                <a:lnTo>
                  <a:pt x="66192" y="317182"/>
                </a:lnTo>
                <a:lnTo>
                  <a:pt x="94678" y="287032"/>
                </a:lnTo>
                <a:lnTo>
                  <a:pt x="117551" y="250634"/>
                </a:lnTo>
                <a:lnTo>
                  <a:pt x="134645" y="209296"/>
                </a:lnTo>
                <a:lnTo>
                  <a:pt x="151028" y="248005"/>
                </a:lnTo>
                <a:lnTo>
                  <a:pt x="172821" y="282092"/>
                </a:lnTo>
                <a:lnTo>
                  <a:pt x="199910" y="310413"/>
                </a:lnTo>
                <a:lnTo>
                  <a:pt x="232130" y="331774"/>
                </a:lnTo>
                <a:lnTo>
                  <a:pt x="263956" y="289775"/>
                </a:lnTo>
                <a:close/>
              </a:path>
              <a:path w="821054" h="428625">
                <a:moveTo>
                  <a:pt x="407428" y="169799"/>
                </a:moveTo>
                <a:lnTo>
                  <a:pt x="341782" y="169799"/>
                </a:lnTo>
                <a:lnTo>
                  <a:pt x="341782" y="2832"/>
                </a:lnTo>
                <a:lnTo>
                  <a:pt x="289280" y="2832"/>
                </a:lnTo>
                <a:lnTo>
                  <a:pt x="289280" y="428421"/>
                </a:lnTo>
                <a:lnTo>
                  <a:pt x="341782" y="428421"/>
                </a:lnTo>
                <a:lnTo>
                  <a:pt x="341782" y="214299"/>
                </a:lnTo>
                <a:lnTo>
                  <a:pt x="407428" y="214299"/>
                </a:lnTo>
                <a:lnTo>
                  <a:pt x="407428" y="169799"/>
                </a:lnTo>
                <a:close/>
              </a:path>
              <a:path w="821054" h="428625">
                <a:moveTo>
                  <a:pt x="656221" y="180301"/>
                </a:moveTo>
                <a:lnTo>
                  <a:pt x="648563" y="149136"/>
                </a:lnTo>
                <a:lnTo>
                  <a:pt x="642797" y="142633"/>
                </a:lnTo>
                <a:lnTo>
                  <a:pt x="627253" y="125095"/>
                </a:lnTo>
                <a:lnTo>
                  <a:pt x="606564" y="115341"/>
                </a:lnTo>
                <a:lnTo>
                  <a:pt x="606564" y="180301"/>
                </a:lnTo>
                <a:lnTo>
                  <a:pt x="602488" y="195770"/>
                </a:lnTo>
                <a:lnTo>
                  <a:pt x="591426" y="207213"/>
                </a:lnTo>
                <a:lnTo>
                  <a:pt x="574395" y="214274"/>
                </a:lnTo>
                <a:lnTo>
                  <a:pt x="552411" y="216623"/>
                </a:lnTo>
                <a:lnTo>
                  <a:pt x="530250" y="214274"/>
                </a:lnTo>
                <a:lnTo>
                  <a:pt x="513181" y="207213"/>
                </a:lnTo>
                <a:lnTo>
                  <a:pt x="502285" y="195770"/>
                </a:lnTo>
                <a:lnTo>
                  <a:pt x="498589" y="180301"/>
                </a:lnTo>
                <a:lnTo>
                  <a:pt x="502285" y="164452"/>
                </a:lnTo>
                <a:lnTo>
                  <a:pt x="513181" y="152654"/>
                </a:lnTo>
                <a:lnTo>
                  <a:pt x="530250" y="145262"/>
                </a:lnTo>
                <a:lnTo>
                  <a:pt x="552411" y="142633"/>
                </a:lnTo>
                <a:lnTo>
                  <a:pt x="574395" y="145262"/>
                </a:lnTo>
                <a:lnTo>
                  <a:pt x="591426" y="152654"/>
                </a:lnTo>
                <a:lnTo>
                  <a:pt x="602488" y="164452"/>
                </a:lnTo>
                <a:lnTo>
                  <a:pt x="606564" y="180301"/>
                </a:lnTo>
                <a:lnTo>
                  <a:pt x="606564" y="115341"/>
                </a:lnTo>
                <a:lnTo>
                  <a:pt x="594474" y="109626"/>
                </a:lnTo>
                <a:lnTo>
                  <a:pt x="552411" y="104140"/>
                </a:lnTo>
                <a:lnTo>
                  <a:pt x="509676" y="109626"/>
                </a:lnTo>
                <a:lnTo>
                  <a:pt x="476592" y="125095"/>
                </a:lnTo>
                <a:lnTo>
                  <a:pt x="455256" y="149136"/>
                </a:lnTo>
                <a:lnTo>
                  <a:pt x="447763" y="180301"/>
                </a:lnTo>
                <a:lnTo>
                  <a:pt x="455256" y="211404"/>
                </a:lnTo>
                <a:lnTo>
                  <a:pt x="476592" y="235331"/>
                </a:lnTo>
                <a:lnTo>
                  <a:pt x="509676" y="250698"/>
                </a:lnTo>
                <a:lnTo>
                  <a:pt x="552411" y="256120"/>
                </a:lnTo>
                <a:lnTo>
                  <a:pt x="594474" y="250698"/>
                </a:lnTo>
                <a:lnTo>
                  <a:pt x="627253" y="235331"/>
                </a:lnTo>
                <a:lnTo>
                  <a:pt x="643915" y="216623"/>
                </a:lnTo>
                <a:lnTo>
                  <a:pt x="648563" y="211404"/>
                </a:lnTo>
                <a:lnTo>
                  <a:pt x="656221" y="180301"/>
                </a:lnTo>
                <a:close/>
              </a:path>
              <a:path w="821054" h="428625">
                <a:moveTo>
                  <a:pt x="678561" y="45986"/>
                </a:moveTo>
                <a:lnTo>
                  <a:pt x="578408" y="45986"/>
                </a:lnTo>
                <a:lnTo>
                  <a:pt x="578408" y="0"/>
                </a:lnTo>
                <a:lnTo>
                  <a:pt x="526249" y="0"/>
                </a:lnTo>
                <a:lnTo>
                  <a:pt x="526249" y="45986"/>
                </a:lnTo>
                <a:lnTo>
                  <a:pt x="425767" y="45986"/>
                </a:lnTo>
                <a:lnTo>
                  <a:pt x="425767" y="87312"/>
                </a:lnTo>
                <a:lnTo>
                  <a:pt x="678561" y="87312"/>
                </a:lnTo>
                <a:lnTo>
                  <a:pt x="678561" y="45986"/>
                </a:lnTo>
                <a:close/>
              </a:path>
              <a:path w="821054" h="428625">
                <a:moveTo>
                  <a:pt x="766203" y="353441"/>
                </a:moveTo>
                <a:lnTo>
                  <a:pt x="756183" y="321703"/>
                </a:lnTo>
                <a:lnTo>
                  <a:pt x="752259" y="318439"/>
                </a:lnTo>
                <a:lnTo>
                  <a:pt x="727735" y="298030"/>
                </a:lnTo>
                <a:lnTo>
                  <a:pt x="713714" y="293408"/>
                </a:lnTo>
                <a:lnTo>
                  <a:pt x="713714" y="353441"/>
                </a:lnTo>
                <a:lnTo>
                  <a:pt x="707745" y="368452"/>
                </a:lnTo>
                <a:lnTo>
                  <a:pt x="690308" y="379514"/>
                </a:lnTo>
                <a:lnTo>
                  <a:pt x="662114" y="386334"/>
                </a:lnTo>
                <a:lnTo>
                  <a:pt x="623900" y="388594"/>
                </a:lnTo>
                <a:lnTo>
                  <a:pt x="585101" y="386334"/>
                </a:lnTo>
                <a:lnTo>
                  <a:pt x="556641" y="379514"/>
                </a:lnTo>
                <a:lnTo>
                  <a:pt x="539140" y="368452"/>
                </a:lnTo>
                <a:lnTo>
                  <a:pt x="533247" y="353441"/>
                </a:lnTo>
                <a:lnTo>
                  <a:pt x="539140" y="338061"/>
                </a:lnTo>
                <a:lnTo>
                  <a:pt x="556641" y="327126"/>
                </a:lnTo>
                <a:lnTo>
                  <a:pt x="585101" y="320611"/>
                </a:lnTo>
                <a:lnTo>
                  <a:pt x="623900" y="318439"/>
                </a:lnTo>
                <a:lnTo>
                  <a:pt x="662114" y="320611"/>
                </a:lnTo>
                <a:lnTo>
                  <a:pt x="690308" y="327126"/>
                </a:lnTo>
                <a:lnTo>
                  <a:pt x="707745" y="338061"/>
                </a:lnTo>
                <a:lnTo>
                  <a:pt x="713714" y="353441"/>
                </a:lnTo>
                <a:lnTo>
                  <a:pt x="713714" y="293408"/>
                </a:lnTo>
                <a:lnTo>
                  <a:pt x="682955" y="283235"/>
                </a:lnTo>
                <a:lnTo>
                  <a:pt x="623900" y="278117"/>
                </a:lnTo>
                <a:lnTo>
                  <a:pt x="564261" y="283235"/>
                </a:lnTo>
                <a:lnTo>
                  <a:pt x="519353" y="298030"/>
                </a:lnTo>
                <a:lnTo>
                  <a:pt x="491096" y="321703"/>
                </a:lnTo>
                <a:lnTo>
                  <a:pt x="481418" y="353441"/>
                </a:lnTo>
                <a:lnTo>
                  <a:pt x="491096" y="384810"/>
                </a:lnTo>
                <a:lnTo>
                  <a:pt x="519353" y="408330"/>
                </a:lnTo>
                <a:lnTo>
                  <a:pt x="564261" y="423062"/>
                </a:lnTo>
                <a:lnTo>
                  <a:pt x="623900" y="428091"/>
                </a:lnTo>
                <a:lnTo>
                  <a:pt x="682955" y="423062"/>
                </a:lnTo>
                <a:lnTo>
                  <a:pt x="727735" y="408330"/>
                </a:lnTo>
                <a:lnTo>
                  <a:pt x="751598" y="388594"/>
                </a:lnTo>
                <a:lnTo>
                  <a:pt x="756183" y="384810"/>
                </a:lnTo>
                <a:lnTo>
                  <a:pt x="766203" y="353441"/>
                </a:lnTo>
                <a:close/>
              </a:path>
              <a:path w="821054" h="428625">
                <a:moveTo>
                  <a:pt x="821029" y="114808"/>
                </a:moveTo>
                <a:lnTo>
                  <a:pt x="761542" y="114808"/>
                </a:lnTo>
                <a:lnTo>
                  <a:pt x="761542" y="2832"/>
                </a:lnTo>
                <a:lnTo>
                  <a:pt x="708888" y="2832"/>
                </a:lnTo>
                <a:lnTo>
                  <a:pt x="708888" y="274612"/>
                </a:lnTo>
                <a:lnTo>
                  <a:pt x="761542" y="274612"/>
                </a:lnTo>
                <a:lnTo>
                  <a:pt x="761542" y="158800"/>
                </a:lnTo>
                <a:lnTo>
                  <a:pt x="821029" y="158800"/>
                </a:lnTo>
                <a:lnTo>
                  <a:pt x="821029" y="114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8962425" y="1752095"/>
            <a:ext cx="357505" cy="424815"/>
          </a:xfrm>
          <a:custGeom>
            <a:avLst/>
            <a:gdLst/>
            <a:ahLst/>
            <a:cxnLst/>
            <a:rect l="l" t="t" r="r" b="b"/>
            <a:pathLst>
              <a:path w="357504" h="424814">
                <a:moveTo>
                  <a:pt x="219130" y="306949"/>
                </a:moveTo>
                <a:lnTo>
                  <a:pt x="164140" y="306949"/>
                </a:lnTo>
                <a:lnTo>
                  <a:pt x="151918" y="332323"/>
                </a:lnTo>
                <a:lnTo>
                  <a:pt x="123605" y="355712"/>
                </a:lnTo>
                <a:lnTo>
                  <a:pt x="80856" y="374134"/>
                </a:lnTo>
                <a:lnTo>
                  <a:pt x="25329" y="384603"/>
                </a:lnTo>
                <a:lnTo>
                  <a:pt x="43326" y="424597"/>
                </a:lnTo>
                <a:lnTo>
                  <a:pt x="91714" y="415559"/>
                </a:lnTo>
                <a:lnTo>
                  <a:pt x="91899" y="415559"/>
                </a:lnTo>
                <a:lnTo>
                  <a:pt x="133749" y="400226"/>
                </a:lnTo>
                <a:lnTo>
                  <a:pt x="167314" y="379651"/>
                </a:lnTo>
                <a:lnTo>
                  <a:pt x="191802" y="354608"/>
                </a:lnTo>
                <a:lnTo>
                  <a:pt x="258787" y="354608"/>
                </a:lnTo>
                <a:lnTo>
                  <a:pt x="231243" y="331831"/>
                </a:lnTo>
                <a:lnTo>
                  <a:pt x="219130" y="306949"/>
                </a:lnTo>
                <a:close/>
              </a:path>
              <a:path w="357504" h="424814">
                <a:moveTo>
                  <a:pt x="258787" y="354608"/>
                </a:moveTo>
                <a:lnTo>
                  <a:pt x="191802" y="354608"/>
                </a:lnTo>
                <a:lnTo>
                  <a:pt x="216087" y="379487"/>
                </a:lnTo>
                <a:lnTo>
                  <a:pt x="249522" y="400226"/>
                </a:lnTo>
                <a:lnTo>
                  <a:pt x="290715" y="415559"/>
                </a:lnTo>
                <a:lnTo>
                  <a:pt x="339278" y="424597"/>
                </a:lnTo>
                <a:lnTo>
                  <a:pt x="356941" y="384603"/>
                </a:lnTo>
                <a:lnTo>
                  <a:pt x="301711" y="373595"/>
                </a:lnTo>
                <a:lnTo>
                  <a:pt x="259291" y="355025"/>
                </a:lnTo>
                <a:lnTo>
                  <a:pt x="258787" y="354608"/>
                </a:lnTo>
                <a:close/>
              </a:path>
              <a:path w="357504" h="424814">
                <a:moveTo>
                  <a:pt x="340944" y="267789"/>
                </a:moveTo>
                <a:lnTo>
                  <a:pt x="42659" y="267789"/>
                </a:lnTo>
                <a:lnTo>
                  <a:pt x="42659" y="306949"/>
                </a:lnTo>
                <a:lnTo>
                  <a:pt x="340944" y="306949"/>
                </a:lnTo>
                <a:lnTo>
                  <a:pt x="340944" y="267789"/>
                </a:lnTo>
                <a:close/>
              </a:path>
              <a:path w="357504" h="424814">
                <a:moveTo>
                  <a:pt x="217797" y="230295"/>
                </a:moveTo>
                <a:lnTo>
                  <a:pt x="165306" y="230295"/>
                </a:lnTo>
                <a:lnTo>
                  <a:pt x="165306" y="267789"/>
                </a:lnTo>
                <a:lnTo>
                  <a:pt x="217797" y="267789"/>
                </a:lnTo>
                <a:lnTo>
                  <a:pt x="217797" y="230295"/>
                </a:lnTo>
                <a:close/>
              </a:path>
              <a:path w="357504" h="424814">
                <a:moveTo>
                  <a:pt x="332112" y="0"/>
                </a:moveTo>
                <a:lnTo>
                  <a:pt x="280287" y="0"/>
                </a:lnTo>
                <a:lnTo>
                  <a:pt x="280287" y="242460"/>
                </a:lnTo>
                <a:lnTo>
                  <a:pt x="332112" y="242460"/>
                </a:lnTo>
                <a:lnTo>
                  <a:pt x="332112" y="0"/>
                </a:lnTo>
                <a:close/>
              </a:path>
              <a:path w="357504" h="424814">
                <a:moveTo>
                  <a:pt x="205133" y="26328"/>
                </a:moveTo>
                <a:lnTo>
                  <a:pt x="0" y="26328"/>
                </a:lnTo>
                <a:lnTo>
                  <a:pt x="0" y="203466"/>
                </a:lnTo>
                <a:lnTo>
                  <a:pt x="205133" y="203466"/>
                </a:lnTo>
                <a:lnTo>
                  <a:pt x="205133" y="162473"/>
                </a:lnTo>
                <a:lnTo>
                  <a:pt x="51491" y="162473"/>
                </a:lnTo>
                <a:lnTo>
                  <a:pt x="51491" y="67655"/>
                </a:lnTo>
                <a:lnTo>
                  <a:pt x="205133" y="67655"/>
                </a:lnTo>
                <a:lnTo>
                  <a:pt x="205133" y="26328"/>
                </a:lnTo>
                <a:close/>
              </a:path>
              <a:path w="357504" h="424814">
                <a:moveTo>
                  <a:pt x="205133" y="67655"/>
                </a:moveTo>
                <a:lnTo>
                  <a:pt x="153308" y="67655"/>
                </a:lnTo>
                <a:lnTo>
                  <a:pt x="153308" y="162473"/>
                </a:lnTo>
                <a:lnTo>
                  <a:pt x="205133" y="162473"/>
                </a:lnTo>
                <a:lnTo>
                  <a:pt x="205133" y="67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9475192" y="1752095"/>
            <a:ext cx="353060" cy="426084"/>
          </a:xfrm>
          <a:custGeom>
            <a:avLst/>
            <a:gdLst/>
            <a:ahLst/>
            <a:cxnLst/>
            <a:rect l="l" t="t" r="r" b="b"/>
            <a:pathLst>
              <a:path w="353059" h="426085">
                <a:moveTo>
                  <a:pt x="352775" y="0"/>
                </a:moveTo>
                <a:lnTo>
                  <a:pt x="299950" y="0"/>
                </a:lnTo>
                <a:lnTo>
                  <a:pt x="299950" y="425597"/>
                </a:lnTo>
                <a:lnTo>
                  <a:pt x="352775" y="425597"/>
                </a:lnTo>
                <a:lnTo>
                  <a:pt x="352775" y="0"/>
                </a:lnTo>
                <a:close/>
              </a:path>
              <a:path w="353059" h="426085">
                <a:moveTo>
                  <a:pt x="225796" y="45158"/>
                </a:moveTo>
                <a:lnTo>
                  <a:pt x="21662" y="45158"/>
                </a:lnTo>
                <a:lnTo>
                  <a:pt x="21662" y="86652"/>
                </a:lnTo>
                <a:lnTo>
                  <a:pt x="172471" y="86652"/>
                </a:lnTo>
                <a:lnTo>
                  <a:pt x="164197" y="133076"/>
                </a:lnTo>
                <a:lnTo>
                  <a:pt x="148383" y="175483"/>
                </a:lnTo>
                <a:lnTo>
                  <a:pt x="124542" y="214048"/>
                </a:lnTo>
                <a:lnTo>
                  <a:pt x="92188" y="248946"/>
                </a:lnTo>
                <a:lnTo>
                  <a:pt x="50836" y="280355"/>
                </a:lnTo>
                <a:lnTo>
                  <a:pt x="0" y="308449"/>
                </a:lnTo>
                <a:lnTo>
                  <a:pt x="27495" y="350442"/>
                </a:lnTo>
                <a:lnTo>
                  <a:pt x="78781" y="322192"/>
                </a:lnTo>
                <a:lnTo>
                  <a:pt x="121305" y="290697"/>
                </a:lnTo>
                <a:lnTo>
                  <a:pt x="155663" y="256162"/>
                </a:lnTo>
                <a:lnTo>
                  <a:pt x="182449" y="218797"/>
                </a:lnTo>
                <a:lnTo>
                  <a:pt x="202260" y="178807"/>
                </a:lnTo>
                <a:lnTo>
                  <a:pt x="215691" y="136399"/>
                </a:lnTo>
                <a:lnTo>
                  <a:pt x="223337" y="91780"/>
                </a:lnTo>
                <a:lnTo>
                  <a:pt x="225796" y="45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9889624" y="1754261"/>
            <a:ext cx="388620" cy="420370"/>
          </a:xfrm>
          <a:custGeom>
            <a:avLst/>
            <a:gdLst/>
            <a:ahLst/>
            <a:cxnLst/>
            <a:rect l="l" t="t" r="r" b="b"/>
            <a:pathLst>
              <a:path w="388620" h="420369">
                <a:moveTo>
                  <a:pt x="221130" y="0"/>
                </a:moveTo>
                <a:lnTo>
                  <a:pt x="167139" y="0"/>
                </a:lnTo>
                <a:lnTo>
                  <a:pt x="167139" y="11498"/>
                </a:lnTo>
                <a:lnTo>
                  <a:pt x="156612" y="44339"/>
                </a:lnTo>
                <a:lnTo>
                  <a:pt x="126916" y="73133"/>
                </a:lnTo>
                <a:lnTo>
                  <a:pt x="80505" y="95273"/>
                </a:lnTo>
                <a:lnTo>
                  <a:pt x="19830" y="108149"/>
                </a:lnTo>
                <a:lnTo>
                  <a:pt x="37660" y="147475"/>
                </a:lnTo>
                <a:lnTo>
                  <a:pt x="88256" y="137537"/>
                </a:lnTo>
                <a:lnTo>
                  <a:pt x="132103" y="120709"/>
                </a:lnTo>
                <a:lnTo>
                  <a:pt x="167764" y="97726"/>
                </a:lnTo>
                <a:lnTo>
                  <a:pt x="193802" y="69321"/>
                </a:lnTo>
                <a:lnTo>
                  <a:pt x="257315" y="69321"/>
                </a:lnTo>
                <a:lnTo>
                  <a:pt x="231534" y="44339"/>
                </a:lnTo>
                <a:lnTo>
                  <a:pt x="221130" y="11498"/>
                </a:lnTo>
                <a:lnTo>
                  <a:pt x="221130" y="0"/>
                </a:lnTo>
                <a:close/>
              </a:path>
              <a:path w="388620" h="420369">
                <a:moveTo>
                  <a:pt x="257315" y="69321"/>
                </a:moveTo>
                <a:lnTo>
                  <a:pt x="193802" y="69321"/>
                </a:lnTo>
                <a:lnTo>
                  <a:pt x="219659" y="97726"/>
                </a:lnTo>
                <a:lnTo>
                  <a:pt x="255312" y="120709"/>
                </a:lnTo>
                <a:lnTo>
                  <a:pt x="299370" y="137537"/>
                </a:lnTo>
                <a:lnTo>
                  <a:pt x="350442" y="147475"/>
                </a:lnTo>
                <a:lnTo>
                  <a:pt x="368106" y="108149"/>
                </a:lnTo>
                <a:lnTo>
                  <a:pt x="307647" y="95273"/>
                </a:lnTo>
                <a:lnTo>
                  <a:pt x="261248" y="73133"/>
                </a:lnTo>
                <a:lnTo>
                  <a:pt x="257315" y="69321"/>
                </a:lnTo>
                <a:close/>
              </a:path>
              <a:path w="388620" h="420369">
                <a:moveTo>
                  <a:pt x="339778" y="243126"/>
                </a:moveTo>
                <a:lnTo>
                  <a:pt x="45658" y="243126"/>
                </a:lnTo>
                <a:lnTo>
                  <a:pt x="45658" y="283120"/>
                </a:lnTo>
                <a:lnTo>
                  <a:pt x="288119" y="283120"/>
                </a:lnTo>
                <a:lnTo>
                  <a:pt x="288119" y="311115"/>
                </a:lnTo>
                <a:lnTo>
                  <a:pt x="46158" y="311115"/>
                </a:lnTo>
                <a:lnTo>
                  <a:pt x="46158" y="419931"/>
                </a:lnTo>
                <a:lnTo>
                  <a:pt x="351442" y="419931"/>
                </a:lnTo>
                <a:lnTo>
                  <a:pt x="351442" y="379937"/>
                </a:lnTo>
                <a:lnTo>
                  <a:pt x="97483" y="379937"/>
                </a:lnTo>
                <a:lnTo>
                  <a:pt x="97483" y="348609"/>
                </a:lnTo>
                <a:lnTo>
                  <a:pt x="339778" y="348609"/>
                </a:lnTo>
                <a:lnTo>
                  <a:pt x="339778" y="243126"/>
                </a:lnTo>
                <a:close/>
              </a:path>
              <a:path w="388620" h="420369">
                <a:moveTo>
                  <a:pt x="219797" y="210298"/>
                </a:moveTo>
                <a:lnTo>
                  <a:pt x="167139" y="210298"/>
                </a:lnTo>
                <a:lnTo>
                  <a:pt x="167139" y="243126"/>
                </a:lnTo>
                <a:lnTo>
                  <a:pt x="219797" y="243126"/>
                </a:lnTo>
                <a:lnTo>
                  <a:pt x="219797" y="210298"/>
                </a:lnTo>
                <a:close/>
              </a:path>
              <a:path w="388620" h="420369">
                <a:moveTo>
                  <a:pt x="388103" y="168805"/>
                </a:moveTo>
                <a:lnTo>
                  <a:pt x="0" y="168805"/>
                </a:lnTo>
                <a:lnTo>
                  <a:pt x="0" y="210298"/>
                </a:lnTo>
                <a:lnTo>
                  <a:pt x="388103" y="210298"/>
                </a:lnTo>
                <a:lnTo>
                  <a:pt x="388103" y="1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10421277" y="1752434"/>
            <a:ext cx="781685" cy="425450"/>
          </a:xfrm>
          <a:custGeom>
            <a:avLst/>
            <a:gdLst/>
            <a:ahLst/>
            <a:cxnLst/>
            <a:rect l="l" t="t" r="r" b="b"/>
            <a:pathLst>
              <a:path w="781684" h="425450">
                <a:moveTo>
                  <a:pt x="373608" y="205460"/>
                </a:moveTo>
                <a:lnTo>
                  <a:pt x="323392" y="190436"/>
                </a:lnTo>
                <a:lnTo>
                  <a:pt x="281025" y="165735"/>
                </a:lnTo>
                <a:lnTo>
                  <a:pt x="248437" y="133807"/>
                </a:lnTo>
                <a:lnTo>
                  <a:pt x="227469" y="97015"/>
                </a:lnTo>
                <a:lnTo>
                  <a:pt x="220129" y="57823"/>
                </a:lnTo>
                <a:lnTo>
                  <a:pt x="220129" y="26492"/>
                </a:lnTo>
                <a:lnTo>
                  <a:pt x="164477" y="26492"/>
                </a:lnTo>
                <a:lnTo>
                  <a:pt x="164477" y="57823"/>
                </a:lnTo>
                <a:lnTo>
                  <a:pt x="156908" y="96850"/>
                </a:lnTo>
                <a:lnTo>
                  <a:pt x="135890" y="133553"/>
                </a:lnTo>
                <a:lnTo>
                  <a:pt x="103403" y="165493"/>
                </a:lnTo>
                <a:lnTo>
                  <a:pt x="61404" y="190271"/>
                </a:lnTo>
                <a:lnTo>
                  <a:pt x="11836" y="205460"/>
                </a:lnTo>
                <a:lnTo>
                  <a:pt x="34836" y="249123"/>
                </a:lnTo>
                <a:lnTo>
                  <a:pt x="85547" y="232702"/>
                </a:lnTo>
                <a:lnTo>
                  <a:pt x="129832" y="207086"/>
                </a:lnTo>
                <a:lnTo>
                  <a:pt x="166039" y="173672"/>
                </a:lnTo>
                <a:lnTo>
                  <a:pt x="192468" y="133807"/>
                </a:lnTo>
                <a:lnTo>
                  <a:pt x="218719" y="173926"/>
                </a:lnTo>
                <a:lnTo>
                  <a:pt x="254863" y="207403"/>
                </a:lnTo>
                <a:lnTo>
                  <a:pt x="299212" y="232918"/>
                </a:lnTo>
                <a:lnTo>
                  <a:pt x="350113" y="249123"/>
                </a:lnTo>
                <a:lnTo>
                  <a:pt x="373608" y="205460"/>
                </a:lnTo>
                <a:close/>
              </a:path>
              <a:path w="781684" h="425450">
                <a:moveTo>
                  <a:pt x="389445" y="327952"/>
                </a:moveTo>
                <a:lnTo>
                  <a:pt x="0" y="327952"/>
                </a:lnTo>
                <a:lnTo>
                  <a:pt x="0" y="371271"/>
                </a:lnTo>
                <a:lnTo>
                  <a:pt x="389445" y="371271"/>
                </a:lnTo>
                <a:lnTo>
                  <a:pt x="389445" y="327952"/>
                </a:lnTo>
                <a:close/>
              </a:path>
              <a:path w="781684" h="425450">
                <a:moveTo>
                  <a:pt x="618731" y="229628"/>
                </a:moveTo>
                <a:lnTo>
                  <a:pt x="614807" y="197472"/>
                </a:lnTo>
                <a:lnTo>
                  <a:pt x="613575" y="187299"/>
                </a:lnTo>
                <a:lnTo>
                  <a:pt x="583031" y="191985"/>
                </a:lnTo>
                <a:lnTo>
                  <a:pt x="552564" y="195008"/>
                </a:lnTo>
                <a:lnTo>
                  <a:pt x="520192" y="196723"/>
                </a:lnTo>
                <a:lnTo>
                  <a:pt x="483920" y="197472"/>
                </a:lnTo>
                <a:lnTo>
                  <a:pt x="483920" y="152641"/>
                </a:lnTo>
                <a:lnTo>
                  <a:pt x="596404" y="152641"/>
                </a:lnTo>
                <a:lnTo>
                  <a:pt x="596404" y="112649"/>
                </a:lnTo>
                <a:lnTo>
                  <a:pt x="483920" y="112649"/>
                </a:lnTo>
                <a:lnTo>
                  <a:pt x="483920" y="71323"/>
                </a:lnTo>
                <a:lnTo>
                  <a:pt x="600735" y="71323"/>
                </a:lnTo>
                <a:lnTo>
                  <a:pt x="600735" y="28994"/>
                </a:lnTo>
                <a:lnTo>
                  <a:pt x="433438" y="28994"/>
                </a:lnTo>
                <a:lnTo>
                  <a:pt x="433438" y="240461"/>
                </a:lnTo>
                <a:lnTo>
                  <a:pt x="461759" y="240461"/>
                </a:lnTo>
                <a:lnTo>
                  <a:pt x="507123" y="240131"/>
                </a:lnTo>
                <a:lnTo>
                  <a:pt x="546315" y="238544"/>
                </a:lnTo>
                <a:lnTo>
                  <a:pt x="582472" y="235216"/>
                </a:lnTo>
                <a:lnTo>
                  <a:pt x="618731" y="229628"/>
                </a:lnTo>
                <a:close/>
              </a:path>
              <a:path w="781684" h="425450">
                <a:moveTo>
                  <a:pt x="781545" y="278117"/>
                </a:moveTo>
                <a:lnTo>
                  <a:pt x="489762" y="278117"/>
                </a:lnTo>
                <a:lnTo>
                  <a:pt x="489762" y="320281"/>
                </a:lnTo>
                <a:lnTo>
                  <a:pt x="729386" y="320281"/>
                </a:lnTo>
                <a:lnTo>
                  <a:pt x="729386" y="425259"/>
                </a:lnTo>
                <a:lnTo>
                  <a:pt x="781545" y="425259"/>
                </a:lnTo>
                <a:lnTo>
                  <a:pt x="781545" y="278117"/>
                </a:lnTo>
                <a:close/>
              </a:path>
              <a:path w="781684" h="425450">
                <a:moveTo>
                  <a:pt x="781545" y="0"/>
                </a:moveTo>
                <a:lnTo>
                  <a:pt x="731723" y="0"/>
                </a:lnTo>
                <a:lnTo>
                  <a:pt x="731723" y="106311"/>
                </a:lnTo>
                <a:lnTo>
                  <a:pt x="687222" y="106311"/>
                </a:lnTo>
                <a:lnTo>
                  <a:pt x="687222" y="7835"/>
                </a:lnTo>
                <a:lnTo>
                  <a:pt x="638403" y="7835"/>
                </a:lnTo>
                <a:lnTo>
                  <a:pt x="638403" y="256120"/>
                </a:lnTo>
                <a:lnTo>
                  <a:pt x="687222" y="256120"/>
                </a:lnTo>
                <a:lnTo>
                  <a:pt x="687222" y="148640"/>
                </a:lnTo>
                <a:lnTo>
                  <a:pt x="731723" y="148640"/>
                </a:lnTo>
                <a:lnTo>
                  <a:pt x="731723" y="259118"/>
                </a:lnTo>
                <a:lnTo>
                  <a:pt x="781545" y="259118"/>
                </a:lnTo>
                <a:lnTo>
                  <a:pt x="781545" y="148640"/>
                </a:lnTo>
                <a:lnTo>
                  <a:pt x="781545" y="106311"/>
                </a:lnTo>
                <a:lnTo>
                  <a:pt x="7815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3" name="object 83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884267" y="1701156"/>
            <a:ext cx="185561" cy="139450"/>
          </a:xfrm>
          <a:prstGeom prst="rect">
            <a:avLst/>
          </a:prstGeom>
        </p:spPr>
      </p:pic>
      <p:pic>
        <p:nvPicPr>
          <p:cNvPr id="84" name="object 84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553913" y="5603219"/>
            <a:ext cx="218009" cy="217861"/>
          </a:xfrm>
          <a:prstGeom prst="rect">
            <a:avLst/>
          </a:prstGeom>
        </p:spPr>
      </p:pic>
      <p:pic>
        <p:nvPicPr>
          <p:cNvPr id="85" name="object 85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540970" y="6039142"/>
            <a:ext cx="241495" cy="183647"/>
          </a:xfrm>
          <a:prstGeom prst="rect">
            <a:avLst/>
          </a:prstGeom>
        </p:spPr>
      </p:pic>
      <p:sp>
        <p:nvSpPr>
          <p:cNvPr id="86" name="object 86" descr=""/>
          <p:cNvSpPr/>
          <p:nvPr/>
        </p:nvSpPr>
        <p:spPr>
          <a:xfrm>
            <a:off x="5559279" y="4569614"/>
            <a:ext cx="224790" cy="280670"/>
          </a:xfrm>
          <a:custGeom>
            <a:avLst/>
            <a:gdLst/>
            <a:ahLst/>
            <a:cxnLst/>
            <a:rect l="l" t="t" r="r" b="b"/>
            <a:pathLst>
              <a:path w="224789" h="280670">
                <a:moveTo>
                  <a:pt x="224195" y="0"/>
                </a:moveTo>
                <a:lnTo>
                  <a:pt x="189442" y="0"/>
                </a:lnTo>
                <a:lnTo>
                  <a:pt x="189442" y="280656"/>
                </a:lnTo>
                <a:lnTo>
                  <a:pt x="224195" y="280656"/>
                </a:lnTo>
                <a:lnTo>
                  <a:pt x="224195" y="0"/>
                </a:lnTo>
                <a:close/>
              </a:path>
              <a:path w="224789" h="280670">
                <a:moveTo>
                  <a:pt x="73233" y="20281"/>
                </a:moveTo>
                <a:lnTo>
                  <a:pt x="43829" y="27286"/>
                </a:lnTo>
                <a:lnTo>
                  <a:pt x="20624" y="47128"/>
                </a:lnTo>
                <a:lnTo>
                  <a:pt x="5414" y="78295"/>
                </a:lnTo>
                <a:lnTo>
                  <a:pt x="0" y="119278"/>
                </a:lnTo>
                <a:lnTo>
                  <a:pt x="5414" y="160512"/>
                </a:lnTo>
                <a:lnTo>
                  <a:pt x="20624" y="191786"/>
                </a:lnTo>
                <a:lnTo>
                  <a:pt x="43829" y="211610"/>
                </a:lnTo>
                <a:lnTo>
                  <a:pt x="73233" y="218495"/>
                </a:lnTo>
                <a:lnTo>
                  <a:pt x="102338" y="211610"/>
                </a:lnTo>
                <a:lnTo>
                  <a:pt x="125431" y="191786"/>
                </a:lnTo>
                <a:lnTo>
                  <a:pt x="127585" y="187360"/>
                </a:lnTo>
                <a:lnTo>
                  <a:pt x="73233" y="187360"/>
                </a:lnTo>
                <a:lnTo>
                  <a:pt x="56898" y="182781"/>
                </a:lnTo>
                <a:lnTo>
                  <a:pt x="44263" y="169476"/>
                </a:lnTo>
                <a:lnTo>
                  <a:pt x="36109" y="148093"/>
                </a:lnTo>
                <a:lnTo>
                  <a:pt x="33218" y="119278"/>
                </a:lnTo>
                <a:lnTo>
                  <a:pt x="36109" y="90637"/>
                </a:lnTo>
                <a:lnTo>
                  <a:pt x="44263" y="69314"/>
                </a:lnTo>
                <a:lnTo>
                  <a:pt x="56898" y="56007"/>
                </a:lnTo>
                <a:lnTo>
                  <a:pt x="73233" y="51417"/>
                </a:lnTo>
                <a:lnTo>
                  <a:pt x="127526" y="51417"/>
                </a:lnTo>
                <a:lnTo>
                  <a:pt x="125431" y="47128"/>
                </a:lnTo>
                <a:lnTo>
                  <a:pt x="102338" y="27286"/>
                </a:lnTo>
                <a:lnTo>
                  <a:pt x="73233" y="20281"/>
                </a:lnTo>
                <a:close/>
              </a:path>
              <a:path w="224789" h="280670">
                <a:moveTo>
                  <a:pt x="127526" y="51417"/>
                </a:moveTo>
                <a:lnTo>
                  <a:pt x="73233" y="51417"/>
                </a:lnTo>
                <a:lnTo>
                  <a:pt x="89314" y="56007"/>
                </a:lnTo>
                <a:lnTo>
                  <a:pt x="101819" y="69314"/>
                </a:lnTo>
                <a:lnTo>
                  <a:pt x="109925" y="90637"/>
                </a:lnTo>
                <a:lnTo>
                  <a:pt x="112810" y="119278"/>
                </a:lnTo>
                <a:lnTo>
                  <a:pt x="109925" y="148093"/>
                </a:lnTo>
                <a:lnTo>
                  <a:pt x="101819" y="169476"/>
                </a:lnTo>
                <a:lnTo>
                  <a:pt x="89314" y="182781"/>
                </a:lnTo>
                <a:lnTo>
                  <a:pt x="73233" y="187360"/>
                </a:lnTo>
                <a:lnTo>
                  <a:pt x="127585" y="187360"/>
                </a:lnTo>
                <a:lnTo>
                  <a:pt x="140651" y="160512"/>
                </a:lnTo>
                <a:lnTo>
                  <a:pt x="146138" y="119278"/>
                </a:lnTo>
                <a:lnTo>
                  <a:pt x="140651" y="78295"/>
                </a:lnTo>
                <a:lnTo>
                  <a:pt x="127526" y="51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5824474" y="4575809"/>
            <a:ext cx="256540" cy="163830"/>
          </a:xfrm>
          <a:custGeom>
            <a:avLst/>
            <a:gdLst/>
            <a:ahLst/>
            <a:cxnLst/>
            <a:rect l="l" t="t" r="r" b="b"/>
            <a:pathLst>
              <a:path w="256539" h="163829">
                <a:moveTo>
                  <a:pt x="229997" y="91440"/>
                </a:moveTo>
                <a:lnTo>
                  <a:pt x="66649" y="91440"/>
                </a:lnTo>
                <a:lnTo>
                  <a:pt x="66649" y="71120"/>
                </a:lnTo>
                <a:lnTo>
                  <a:pt x="224523" y="71120"/>
                </a:lnTo>
                <a:lnTo>
                  <a:pt x="224523" y="46990"/>
                </a:lnTo>
                <a:lnTo>
                  <a:pt x="224523" y="26682"/>
                </a:lnTo>
                <a:lnTo>
                  <a:pt x="224523" y="0"/>
                </a:lnTo>
                <a:lnTo>
                  <a:pt x="31788" y="0"/>
                </a:lnTo>
                <a:lnTo>
                  <a:pt x="31788" y="26682"/>
                </a:lnTo>
                <a:lnTo>
                  <a:pt x="190093" y="26682"/>
                </a:lnTo>
                <a:lnTo>
                  <a:pt x="190093" y="46990"/>
                </a:lnTo>
                <a:lnTo>
                  <a:pt x="32448" y="46990"/>
                </a:lnTo>
                <a:lnTo>
                  <a:pt x="32448" y="71120"/>
                </a:lnTo>
                <a:lnTo>
                  <a:pt x="32448" y="91440"/>
                </a:lnTo>
                <a:lnTo>
                  <a:pt x="32448" y="118110"/>
                </a:lnTo>
                <a:lnTo>
                  <a:pt x="229997" y="118110"/>
                </a:lnTo>
                <a:lnTo>
                  <a:pt x="229997" y="91440"/>
                </a:lnTo>
                <a:close/>
              </a:path>
              <a:path w="256539" h="163829">
                <a:moveTo>
                  <a:pt x="256209" y="136220"/>
                </a:moveTo>
                <a:lnTo>
                  <a:pt x="0" y="136220"/>
                </a:lnTo>
                <a:lnTo>
                  <a:pt x="0" y="163626"/>
                </a:lnTo>
                <a:lnTo>
                  <a:pt x="256209" y="163626"/>
                </a:lnTo>
                <a:lnTo>
                  <a:pt x="256209" y="136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5858014" y="4759959"/>
            <a:ext cx="191770" cy="86360"/>
          </a:xfrm>
          <a:custGeom>
            <a:avLst/>
            <a:gdLst/>
            <a:ahLst/>
            <a:cxnLst/>
            <a:rect l="l" t="t" r="r" b="b"/>
            <a:pathLst>
              <a:path w="191770" h="86360">
                <a:moveTo>
                  <a:pt x="191744" y="0"/>
                </a:moveTo>
                <a:lnTo>
                  <a:pt x="0" y="0"/>
                </a:lnTo>
                <a:lnTo>
                  <a:pt x="0" y="26670"/>
                </a:lnTo>
                <a:lnTo>
                  <a:pt x="0" y="58420"/>
                </a:lnTo>
                <a:lnTo>
                  <a:pt x="0" y="86360"/>
                </a:lnTo>
                <a:lnTo>
                  <a:pt x="191744" y="86360"/>
                </a:lnTo>
                <a:lnTo>
                  <a:pt x="191744" y="58521"/>
                </a:lnTo>
                <a:lnTo>
                  <a:pt x="191744" y="26949"/>
                </a:lnTo>
                <a:lnTo>
                  <a:pt x="157657" y="26949"/>
                </a:lnTo>
                <a:lnTo>
                  <a:pt x="157657" y="58420"/>
                </a:lnTo>
                <a:lnTo>
                  <a:pt x="33769" y="58420"/>
                </a:lnTo>
                <a:lnTo>
                  <a:pt x="33769" y="26670"/>
                </a:lnTo>
                <a:lnTo>
                  <a:pt x="191744" y="26670"/>
                </a:lnTo>
                <a:lnTo>
                  <a:pt x="191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6109299" y="4636050"/>
            <a:ext cx="48260" cy="159385"/>
          </a:xfrm>
          <a:custGeom>
            <a:avLst/>
            <a:gdLst/>
            <a:ahLst/>
            <a:cxnLst/>
            <a:rect l="l" t="t" r="r" b="b"/>
            <a:pathLst>
              <a:path w="48260" h="159385">
                <a:moveTo>
                  <a:pt x="24009" y="0"/>
                </a:moveTo>
                <a:lnTo>
                  <a:pt x="14630" y="1867"/>
                </a:lnTo>
                <a:lnTo>
                  <a:pt x="6947" y="6961"/>
                </a:lnTo>
                <a:lnTo>
                  <a:pt x="1793" y="14522"/>
                </a:lnTo>
                <a:lnTo>
                  <a:pt x="0" y="23790"/>
                </a:lnTo>
                <a:lnTo>
                  <a:pt x="1793" y="33137"/>
                </a:lnTo>
                <a:lnTo>
                  <a:pt x="6947" y="40769"/>
                </a:lnTo>
                <a:lnTo>
                  <a:pt x="14630" y="45913"/>
                </a:lnTo>
                <a:lnTo>
                  <a:pt x="24009" y="47799"/>
                </a:lnTo>
                <a:lnTo>
                  <a:pt x="33202" y="45913"/>
                </a:lnTo>
                <a:lnTo>
                  <a:pt x="40823" y="40769"/>
                </a:lnTo>
                <a:lnTo>
                  <a:pt x="46039" y="33137"/>
                </a:lnTo>
                <a:lnTo>
                  <a:pt x="48018" y="23790"/>
                </a:lnTo>
                <a:lnTo>
                  <a:pt x="46039" y="14522"/>
                </a:lnTo>
                <a:lnTo>
                  <a:pt x="40823" y="6961"/>
                </a:lnTo>
                <a:lnTo>
                  <a:pt x="33202" y="1867"/>
                </a:lnTo>
                <a:lnTo>
                  <a:pt x="24009" y="0"/>
                </a:lnTo>
                <a:close/>
              </a:path>
              <a:path w="48260" h="159385">
                <a:moveTo>
                  <a:pt x="24009" y="111275"/>
                </a:moveTo>
                <a:lnTo>
                  <a:pt x="14630" y="113142"/>
                </a:lnTo>
                <a:lnTo>
                  <a:pt x="6947" y="118237"/>
                </a:lnTo>
                <a:lnTo>
                  <a:pt x="1793" y="125798"/>
                </a:lnTo>
                <a:lnTo>
                  <a:pt x="0" y="135065"/>
                </a:lnTo>
                <a:lnTo>
                  <a:pt x="1793" y="144413"/>
                </a:lnTo>
                <a:lnTo>
                  <a:pt x="6947" y="152044"/>
                </a:lnTo>
                <a:lnTo>
                  <a:pt x="14630" y="157189"/>
                </a:lnTo>
                <a:lnTo>
                  <a:pt x="24009" y="159075"/>
                </a:lnTo>
                <a:lnTo>
                  <a:pt x="33202" y="157189"/>
                </a:lnTo>
                <a:lnTo>
                  <a:pt x="40823" y="152044"/>
                </a:lnTo>
                <a:lnTo>
                  <a:pt x="46039" y="144413"/>
                </a:lnTo>
                <a:lnTo>
                  <a:pt x="48018" y="135065"/>
                </a:lnTo>
                <a:lnTo>
                  <a:pt x="46039" y="125798"/>
                </a:lnTo>
                <a:lnTo>
                  <a:pt x="40823" y="118237"/>
                </a:lnTo>
                <a:lnTo>
                  <a:pt x="33202" y="113142"/>
                </a:lnTo>
                <a:lnTo>
                  <a:pt x="24009" y="111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6262547" y="4569396"/>
            <a:ext cx="803275" cy="281305"/>
          </a:xfrm>
          <a:custGeom>
            <a:avLst/>
            <a:gdLst/>
            <a:ahLst/>
            <a:cxnLst/>
            <a:rect l="l" t="t" r="r" b="b"/>
            <a:pathLst>
              <a:path w="803275" h="281304">
                <a:moveTo>
                  <a:pt x="177279" y="130022"/>
                </a:moveTo>
                <a:lnTo>
                  <a:pt x="128701" y="103720"/>
                </a:lnTo>
                <a:lnTo>
                  <a:pt x="109410" y="62382"/>
                </a:lnTo>
                <a:lnTo>
                  <a:pt x="169494" y="62382"/>
                </a:lnTo>
                <a:lnTo>
                  <a:pt x="169494" y="34544"/>
                </a:lnTo>
                <a:lnTo>
                  <a:pt x="108978" y="34544"/>
                </a:lnTo>
                <a:lnTo>
                  <a:pt x="108978" y="2527"/>
                </a:lnTo>
                <a:lnTo>
                  <a:pt x="74663" y="2527"/>
                </a:lnTo>
                <a:lnTo>
                  <a:pt x="74663" y="34544"/>
                </a:lnTo>
                <a:lnTo>
                  <a:pt x="14808" y="34544"/>
                </a:lnTo>
                <a:lnTo>
                  <a:pt x="14808" y="62382"/>
                </a:lnTo>
                <a:lnTo>
                  <a:pt x="73888" y="62382"/>
                </a:lnTo>
                <a:lnTo>
                  <a:pt x="68465" y="85090"/>
                </a:lnTo>
                <a:lnTo>
                  <a:pt x="55283" y="105219"/>
                </a:lnTo>
                <a:lnTo>
                  <a:pt x="34582" y="121615"/>
                </a:lnTo>
                <a:lnTo>
                  <a:pt x="6578" y="133096"/>
                </a:lnTo>
                <a:lnTo>
                  <a:pt x="22809" y="159296"/>
                </a:lnTo>
                <a:lnTo>
                  <a:pt x="45974" y="150456"/>
                </a:lnTo>
                <a:lnTo>
                  <a:pt x="65278" y="137922"/>
                </a:lnTo>
                <a:lnTo>
                  <a:pt x="80606" y="122174"/>
                </a:lnTo>
                <a:lnTo>
                  <a:pt x="91871" y="103720"/>
                </a:lnTo>
                <a:lnTo>
                  <a:pt x="103454" y="121259"/>
                </a:lnTo>
                <a:lnTo>
                  <a:pt x="119037" y="136258"/>
                </a:lnTo>
                <a:lnTo>
                  <a:pt x="138430" y="148285"/>
                </a:lnTo>
                <a:lnTo>
                  <a:pt x="161493" y="156883"/>
                </a:lnTo>
                <a:lnTo>
                  <a:pt x="177279" y="130022"/>
                </a:lnTo>
                <a:close/>
              </a:path>
              <a:path w="803275" h="281304">
                <a:moveTo>
                  <a:pt x="183629" y="214007"/>
                </a:moveTo>
                <a:lnTo>
                  <a:pt x="181737" y="195592"/>
                </a:lnTo>
                <a:lnTo>
                  <a:pt x="181000" y="188455"/>
                </a:lnTo>
                <a:lnTo>
                  <a:pt x="163410" y="190855"/>
                </a:lnTo>
                <a:lnTo>
                  <a:pt x="145440" y="192811"/>
                </a:lnTo>
                <a:lnTo>
                  <a:pt x="127241" y="194360"/>
                </a:lnTo>
                <a:lnTo>
                  <a:pt x="108978" y="195592"/>
                </a:lnTo>
                <a:lnTo>
                  <a:pt x="108978" y="150304"/>
                </a:lnTo>
                <a:lnTo>
                  <a:pt x="74663" y="150304"/>
                </a:lnTo>
                <a:lnTo>
                  <a:pt x="74663" y="197116"/>
                </a:lnTo>
                <a:lnTo>
                  <a:pt x="54635" y="197650"/>
                </a:lnTo>
                <a:lnTo>
                  <a:pt x="12852" y="198107"/>
                </a:lnTo>
                <a:lnTo>
                  <a:pt x="0" y="198107"/>
                </a:lnTo>
                <a:lnTo>
                  <a:pt x="4127" y="225996"/>
                </a:lnTo>
                <a:lnTo>
                  <a:pt x="4165" y="226288"/>
                </a:lnTo>
                <a:lnTo>
                  <a:pt x="44297" y="225996"/>
                </a:lnTo>
                <a:lnTo>
                  <a:pt x="88963" y="224497"/>
                </a:lnTo>
                <a:lnTo>
                  <a:pt x="136105" y="220827"/>
                </a:lnTo>
                <a:lnTo>
                  <a:pt x="183629" y="214007"/>
                </a:lnTo>
                <a:close/>
              </a:path>
              <a:path w="803275" h="281304">
                <a:moveTo>
                  <a:pt x="232092" y="228"/>
                </a:moveTo>
                <a:lnTo>
                  <a:pt x="197662" y="228"/>
                </a:lnTo>
                <a:lnTo>
                  <a:pt x="197662" y="280885"/>
                </a:lnTo>
                <a:lnTo>
                  <a:pt x="232092" y="280885"/>
                </a:lnTo>
                <a:lnTo>
                  <a:pt x="232092" y="228"/>
                </a:lnTo>
                <a:close/>
              </a:path>
              <a:path w="803275" h="281304">
                <a:moveTo>
                  <a:pt x="418909" y="125095"/>
                </a:moveTo>
                <a:lnTo>
                  <a:pt x="413918" y="103035"/>
                </a:lnTo>
                <a:lnTo>
                  <a:pt x="409524" y="97472"/>
                </a:lnTo>
                <a:lnTo>
                  <a:pt x="400304" y="85801"/>
                </a:lnTo>
                <a:lnTo>
                  <a:pt x="386448" y="78308"/>
                </a:lnTo>
                <a:lnTo>
                  <a:pt x="386448" y="125095"/>
                </a:lnTo>
                <a:lnTo>
                  <a:pt x="383882" y="136842"/>
                </a:lnTo>
                <a:lnTo>
                  <a:pt x="377012" y="145592"/>
                </a:lnTo>
                <a:lnTo>
                  <a:pt x="366585" y="151053"/>
                </a:lnTo>
                <a:lnTo>
                  <a:pt x="353339" y="152946"/>
                </a:lnTo>
                <a:lnTo>
                  <a:pt x="340017" y="151053"/>
                </a:lnTo>
                <a:lnTo>
                  <a:pt x="329641" y="145592"/>
                </a:lnTo>
                <a:lnTo>
                  <a:pt x="322910" y="136842"/>
                </a:lnTo>
                <a:lnTo>
                  <a:pt x="320560" y="125095"/>
                </a:lnTo>
                <a:lnTo>
                  <a:pt x="322910" y="113588"/>
                </a:lnTo>
                <a:lnTo>
                  <a:pt x="329641" y="104952"/>
                </a:lnTo>
                <a:lnTo>
                  <a:pt x="340017" y="99466"/>
                </a:lnTo>
                <a:lnTo>
                  <a:pt x="353339" y="97472"/>
                </a:lnTo>
                <a:lnTo>
                  <a:pt x="366585" y="99466"/>
                </a:lnTo>
                <a:lnTo>
                  <a:pt x="377012" y="104952"/>
                </a:lnTo>
                <a:lnTo>
                  <a:pt x="383882" y="113588"/>
                </a:lnTo>
                <a:lnTo>
                  <a:pt x="386448" y="125095"/>
                </a:lnTo>
                <a:lnTo>
                  <a:pt x="386448" y="78308"/>
                </a:lnTo>
                <a:lnTo>
                  <a:pt x="379603" y="74599"/>
                </a:lnTo>
                <a:lnTo>
                  <a:pt x="353339" y="70612"/>
                </a:lnTo>
                <a:lnTo>
                  <a:pt x="327164" y="74599"/>
                </a:lnTo>
                <a:lnTo>
                  <a:pt x="306590" y="85801"/>
                </a:lnTo>
                <a:lnTo>
                  <a:pt x="293154" y="103035"/>
                </a:lnTo>
                <a:lnTo>
                  <a:pt x="288442" y="125095"/>
                </a:lnTo>
                <a:lnTo>
                  <a:pt x="293154" y="147205"/>
                </a:lnTo>
                <a:lnTo>
                  <a:pt x="306590" y="164426"/>
                </a:lnTo>
                <a:lnTo>
                  <a:pt x="327164" y="175602"/>
                </a:lnTo>
                <a:lnTo>
                  <a:pt x="353339" y="179578"/>
                </a:lnTo>
                <a:lnTo>
                  <a:pt x="379603" y="175602"/>
                </a:lnTo>
                <a:lnTo>
                  <a:pt x="400304" y="164426"/>
                </a:lnTo>
                <a:lnTo>
                  <a:pt x="409384" y="152946"/>
                </a:lnTo>
                <a:lnTo>
                  <a:pt x="413918" y="147205"/>
                </a:lnTo>
                <a:lnTo>
                  <a:pt x="418909" y="125095"/>
                </a:lnTo>
                <a:close/>
              </a:path>
              <a:path w="803275" h="281304">
                <a:moveTo>
                  <a:pt x="430199" y="31470"/>
                </a:moveTo>
                <a:lnTo>
                  <a:pt x="370776" y="31470"/>
                </a:lnTo>
                <a:lnTo>
                  <a:pt x="370776" y="0"/>
                </a:lnTo>
                <a:lnTo>
                  <a:pt x="336461" y="0"/>
                </a:lnTo>
                <a:lnTo>
                  <a:pt x="336461" y="31470"/>
                </a:lnTo>
                <a:lnTo>
                  <a:pt x="273748" y="31470"/>
                </a:lnTo>
                <a:lnTo>
                  <a:pt x="273748" y="58877"/>
                </a:lnTo>
                <a:lnTo>
                  <a:pt x="430199" y="58877"/>
                </a:lnTo>
                <a:lnTo>
                  <a:pt x="430199" y="31470"/>
                </a:lnTo>
                <a:close/>
              </a:path>
              <a:path w="803275" h="281304">
                <a:moveTo>
                  <a:pt x="507923" y="444"/>
                </a:moveTo>
                <a:lnTo>
                  <a:pt x="473506" y="444"/>
                </a:lnTo>
                <a:lnTo>
                  <a:pt x="473506" y="71818"/>
                </a:lnTo>
                <a:lnTo>
                  <a:pt x="432054" y="71818"/>
                </a:lnTo>
                <a:lnTo>
                  <a:pt x="432054" y="99771"/>
                </a:lnTo>
                <a:lnTo>
                  <a:pt x="473506" y="99771"/>
                </a:lnTo>
                <a:lnTo>
                  <a:pt x="473506" y="131127"/>
                </a:lnTo>
                <a:lnTo>
                  <a:pt x="432054" y="131127"/>
                </a:lnTo>
                <a:lnTo>
                  <a:pt x="432054" y="158635"/>
                </a:lnTo>
                <a:lnTo>
                  <a:pt x="473506" y="158635"/>
                </a:lnTo>
                <a:lnTo>
                  <a:pt x="473506" y="213893"/>
                </a:lnTo>
                <a:lnTo>
                  <a:pt x="507923" y="213893"/>
                </a:lnTo>
                <a:lnTo>
                  <a:pt x="507923" y="444"/>
                </a:lnTo>
                <a:close/>
              </a:path>
              <a:path w="803275" h="281304">
                <a:moveTo>
                  <a:pt x="514057" y="247002"/>
                </a:moveTo>
                <a:lnTo>
                  <a:pt x="358063" y="247002"/>
                </a:lnTo>
                <a:lnTo>
                  <a:pt x="358063" y="195478"/>
                </a:lnTo>
                <a:lnTo>
                  <a:pt x="323189" y="195478"/>
                </a:lnTo>
                <a:lnTo>
                  <a:pt x="323189" y="274955"/>
                </a:lnTo>
                <a:lnTo>
                  <a:pt x="514057" y="274955"/>
                </a:lnTo>
                <a:lnTo>
                  <a:pt x="514057" y="247002"/>
                </a:lnTo>
                <a:close/>
              </a:path>
              <a:path w="803275" h="281304">
                <a:moveTo>
                  <a:pt x="792861" y="102069"/>
                </a:moveTo>
                <a:lnTo>
                  <a:pt x="752309" y="91528"/>
                </a:lnTo>
                <a:lnTo>
                  <a:pt x="716419" y="67868"/>
                </a:lnTo>
                <a:lnTo>
                  <a:pt x="693635" y="23469"/>
                </a:lnTo>
                <a:lnTo>
                  <a:pt x="693635" y="9105"/>
                </a:lnTo>
                <a:lnTo>
                  <a:pt x="657466" y="9105"/>
                </a:lnTo>
                <a:lnTo>
                  <a:pt x="657466" y="23469"/>
                </a:lnTo>
                <a:lnTo>
                  <a:pt x="650367" y="49606"/>
                </a:lnTo>
                <a:lnTo>
                  <a:pt x="630313" y="73164"/>
                </a:lnTo>
                <a:lnTo>
                  <a:pt x="599135" y="91528"/>
                </a:lnTo>
                <a:lnTo>
                  <a:pt x="558685" y="102069"/>
                </a:lnTo>
                <a:lnTo>
                  <a:pt x="572389" y="129921"/>
                </a:lnTo>
                <a:lnTo>
                  <a:pt x="605815" y="121716"/>
                </a:lnTo>
                <a:lnTo>
                  <a:pt x="634796" y="108140"/>
                </a:lnTo>
                <a:lnTo>
                  <a:pt x="658380" y="89941"/>
                </a:lnTo>
                <a:lnTo>
                  <a:pt x="675665" y="67868"/>
                </a:lnTo>
                <a:lnTo>
                  <a:pt x="692835" y="89941"/>
                </a:lnTo>
                <a:lnTo>
                  <a:pt x="716445" y="108140"/>
                </a:lnTo>
                <a:lnTo>
                  <a:pt x="745566" y="121716"/>
                </a:lnTo>
                <a:lnTo>
                  <a:pt x="779259" y="129921"/>
                </a:lnTo>
                <a:lnTo>
                  <a:pt x="792861" y="102069"/>
                </a:lnTo>
                <a:close/>
              </a:path>
              <a:path w="803275" h="281304">
                <a:moveTo>
                  <a:pt x="803046" y="154254"/>
                </a:moveTo>
                <a:lnTo>
                  <a:pt x="547725" y="154254"/>
                </a:lnTo>
                <a:lnTo>
                  <a:pt x="547725" y="182651"/>
                </a:lnTo>
                <a:lnTo>
                  <a:pt x="657682" y="182651"/>
                </a:lnTo>
                <a:lnTo>
                  <a:pt x="657682" y="280225"/>
                </a:lnTo>
                <a:lnTo>
                  <a:pt x="691781" y="280225"/>
                </a:lnTo>
                <a:lnTo>
                  <a:pt x="691781" y="182651"/>
                </a:lnTo>
                <a:lnTo>
                  <a:pt x="803046" y="182651"/>
                </a:lnTo>
                <a:lnTo>
                  <a:pt x="803046" y="154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1" name="object 91" descr=""/>
          <p:cNvGrpSpPr/>
          <p:nvPr/>
        </p:nvGrpSpPr>
        <p:grpSpPr>
          <a:xfrm>
            <a:off x="5552837" y="5038371"/>
            <a:ext cx="438784" cy="241300"/>
            <a:chOff x="5552837" y="5038371"/>
            <a:chExt cx="438784" cy="241300"/>
          </a:xfrm>
        </p:grpSpPr>
        <p:pic>
          <p:nvPicPr>
            <p:cNvPr id="92" name="object 9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52837" y="5038371"/>
              <a:ext cx="203949" cy="240803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799332" y="5038661"/>
              <a:ext cx="191793" cy="237040"/>
            </a:xfrm>
            <a:prstGeom prst="rect">
              <a:avLst/>
            </a:prstGeom>
          </p:spPr>
        </p:pic>
      </p:grpSp>
      <p:sp>
        <p:nvSpPr>
          <p:cNvPr id="94" name="object 94" descr=""/>
          <p:cNvSpPr/>
          <p:nvPr/>
        </p:nvSpPr>
        <p:spPr>
          <a:xfrm>
            <a:off x="6122352" y="5063756"/>
            <a:ext cx="178435" cy="116839"/>
          </a:xfrm>
          <a:custGeom>
            <a:avLst/>
            <a:gdLst/>
            <a:ahLst/>
            <a:cxnLst/>
            <a:rect l="l" t="t" r="r" b="b"/>
            <a:pathLst>
              <a:path w="178435" h="116839">
                <a:moveTo>
                  <a:pt x="178282" y="0"/>
                </a:moveTo>
                <a:lnTo>
                  <a:pt x="121653" y="0"/>
                </a:lnTo>
                <a:lnTo>
                  <a:pt x="121653" y="14566"/>
                </a:lnTo>
                <a:lnTo>
                  <a:pt x="121653" y="102450"/>
                </a:lnTo>
                <a:lnTo>
                  <a:pt x="56730" y="102450"/>
                </a:lnTo>
                <a:lnTo>
                  <a:pt x="56730" y="14566"/>
                </a:lnTo>
                <a:lnTo>
                  <a:pt x="121653" y="14566"/>
                </a:lnTo>
                <a:lnTo>
                  <a:pt x="121653" y="0"/>
                </a:lnTo>
                <a:lnTo>
                  <a:pt x="0" y="0"/>
                </a:lnTo>
                <a:lnTo>
                  <a:pt x="0" y="14566"/>
                </a:lnTo>
                <a:lnTo>
                  <a:pt x="39649" y="14566"/>
                </a:lnTo>
                <a:lnTo>
                  <a:pt x="39649" y="102450"/>
                </a:lnTo>
                <a:lnTo>
                  <a:pt x="190" y="102450"/>
                </a:lnTo>
                <a:lnTo>
                  <a:pt x="190" y="116636"/>
                </a:lnTo>
                <a:lnTo>
                  <a:pt x="177901" y="116636"/>
                </a:lnTo>
                <a:lnTo>
                  <a:pt x="177901" y="102450"/>
                </a:lnTo>
                <a:lnTo>
                  <a:pt x="138544" y="102450"/>
                </a:lnTo>
                <a:lnTo>
                  <a:pt x="138544" y="14566"/>
                </a:lnTo>
                <a:lnTo>
                  <a:pt x="178282" y="14566"/>
                </a:lnTo>
                <a:lnTo>
                  <a:pt x="178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5" name="object 95" descr=""/>
          <p:cNvGrpSpPr/>
          <p:nvPr/>
        </p:nvGrpSpPr>
        <p:grpSpPr>
          <a:xfrm>
            <a:off x="6102098" y="5038371"/>
            <a:ext cx="930275" cy="241300"/>
            <a:chOff x="6102098" y="5038371"/>
            <a:chExt cx="930275" cy="241300"/>
          </a:xfrm>
        </p:grpSpPr>
        <p:sp>
          <p:nvSpPr>
            <p:cNvPr id="96" name="object 96" descr=""/>
            <p:cNvSpPr/>
            <p:nvPr/>
          </p:nvSpPr>
          <p:spPr>
            <a:xfrm>
              <a:off x="6102096" y="5057152"/>
              <a:ext cx="462280" cy="190500"/>
            </a:xfrm>
            <a:custGeom>
              <a:avLst/>
              <a:gdLst/>
              <a:ahLst/>
              <a:cxnLst/>
              <a:rect l="l" t="t" r="r" b="b"/>
              <a:pathLst>
                <a:path w="462279" h="190500">
                  <a:moveTo>
                    <a:pt x="220446" y="174942"/>
                  </a:moveTo>
                  <a:lnTo>
                    <a:pt x="0" y="174942"/>
                  </a:lnTo>
                  <a:lnTo>
                    <a:pt x="0" y="190004"/>
                  </a:lnTo>
                  <a:lnTo>
                    <a:pt x="220446" y="190004"/>
                  </a:lnTo>
                  <a:lnTo>
                    <a:pt x="220446" y="174942"/>
                  </a:lnTo>
                  <a:close/>
                </a:path>
                <a:path w="462279" h="190500">
                  <a:moveTo>
                    <a:pt x="462013" y="176517"/>
                  </a:moveTo>
                  <a:lnTo>
                    <a:pt x="359562" y="176517"/>
                  </a:lnTo>
                  <a:lnTo>
                    <a:pt x="359562" y="128257"/>
                  </a:lnTo>
                  <a:lnTo>
                    <a:pt x="439051" y="128257"/>
                  </a:lnTo>
                  <a:lnTo>
                    <a:pt x="439051" y="113017"/>
                  </a:lnTo>
                  <a:lnTo>
                    <a:pt x="286918" y="113017"/>
                  </a:lnTo>
                  <a:lnTo>
                    <a:pt x="286918" y="69837"/>
                  </a:lnTo>
                  <a:lnTo>
                    <a:pt x="433463" y="69837"/>
                  </a:lnTo>
                  <a:lnTo>
                    <a:pt x="433463" y="55867"/>
                  </a:lnTo>
                  <a:lnTo>
                    <a:pt x="433463" y="13957"/>
                  </a:lnTo>
                  <a:lnTo>
                    <a:pt x="433463" y="0"/>
                  </a:lnTo>
                  <a:lnTo>
                    <a:pt x="269163" y="0"/>
                  </a:lnTo>
                  <a:lnTo>
                    <a:pt x="269163" y="13957"/>
                  </a:lnTo>
                  <a:lnTo>
                    <a:pt x="416483" y="13957"/>
                  </a:lnTo>
                  <a:lnTo>
                    <a:pt x="416483" y="55867"/>
                  </a:lnTo>
                  <a:lnTo>
                    <a:pt x="269938" y="55867"/>
                  </a:lnTo>
                  <a:lnTo>
                    <a:pt x="269938" y="69837"/>
                  </a:lnTo>
                  <a:lnTo>
                    <a:pt x="269938" y="113017"/>
                  </a:lnTo>
                  <a:lnTo>
                    <a:pt x="269938" y="128257"/>
                  </a:lnTo>
                  <a:lnTo>
                    <a:pt x="342582" y="128257"/>
                  </a:lnTo>
                  <a:lnTo>
                    <a:pt x="342582" y="176517"/>
                  </a:lnTo>
                  <a:lnTo>
                    <a:pt x="241566" y="176517"/>
                  </a:lnTo>
                  <a:lnTo>
                    <a:pt x="241566" y="190500"/>
                  </a:lnTo>
                  <a:lnTo>
                    <a:pt x="462013" y="190500"/>
                  </a:lnTo>
                  <a:lnTo>
                    <a:pt x="462013" y="1765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585247" y="5065288"/>
              <a:ext cx="219385" cy="177225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834829" y="5038371"/>
              <a:ext cx="197002" cy="240803"/>
            </a:xfrm>
            <a:prstGeom prst="rect">
              <a:avLst/>
            </a:prstGeom>
          </p:spPr>
        </p:pic>
      </p:grpSp>
      <p:sp>
        <p:nvSpPr>
          <p:cNvPr id="99" name="object 99" descr=""/>
          <p:cNvSpPr/>
          <p:nvPr/>
        </p:nvSpPr>
        <p:spPr>
          <a:xfrm>
            <a:off x="7249771" y="5142565"/>
            <a:ext cx="17145" cy="137160"/>
          </a:xfrm>
          <a:custGeom>
            <a:avLst/>
            <a:gdLst/>
            <a:ahLst/>
            <a:cxnLst/>
            <a:rect l="l" t="t" r="r" b="b"/>
            <a:pathLst>
              <a:path w="17145" h="137160">
                <a:moveTo>
                  <a:pt x="16979" y="0"/>
                </a:moveTo>
                <a:lnTo>
                  <a:pt x="0" y="0"/>
                </a:lnTo>
                <a:lnTo>
                  <a:pt x="0" y="136898"/>
                </a:lnTo>
                <a:lnTo>
                  <a:pt x="16979" y="136898"/>
                </a:lnTo>
                <a:lnTo>
                  <a:pt x="16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7078522" y="5038381"/>
            <a:ext cx="188595" cy="179070"/>
          </a:xfrm>
          <a:custGeom>
            <a:avLst/>
            <a:gdLst/>
            <a:ahLst/>
            <a:cxnLst/>
            <a:rect l="l" t="t" r="r" b="b"/>
            <a:pathLst>
              <a:path w="188595" h="179070">
                <a:moveTo>
                  <a:pt x="188226" y="89877"/>
                </a:moveTo>
                <a:lnTo>
                  <a:pt x="107950" y="89877"/>
                </a:lnTo>
                <a:lnTo>
                  <a:pt x="107950" y="39090"/>
                </a:lnTo>
                <a:lnTo>
                  <a:pt x="107950" y="25107"/>
                </a:lnTo>
                <a:lnTo>
                  <a:pt x="91173" y="25107"/>
                </a:lnTo>
                <a:lnTo>
                  <a:pt x="91173" y="39090"/>
                </a:lnTo>
                <a:lnTo>
                  <a:pt x="91173" y="89877"/>
                </a:lnTo>
                <a:lnTo>
                  <a:pt x="91173" y="103847"/>
                </a:lnTo>
                <a:lnTo>
                  <a:pt x="91173" y="164807"/>
                </a:lnTo>
                <a:lnTo>
                  <a:pt x="16979" y="164807"/>
                </a:lnTo>
                <a:lnTo>
                  <a:pt x="16979" y="39090"/>
                </a:lnTo>
                <a:lnTo>
                  <a:pt x="91173" y="39090"/>
                </a:lnTo>
                <a:lnTo>
                  <a:pt x="91173" y="25107"/>
                </a:lnTo>
                <a:lnTo>
                  <a:pt x="0" y="25107"/>
                </a:lnTo>
                <a:lnTo>
                  <a:pt x="0" y="39090"/>
                </a:lnTo>
                <a:lnTo>
                  <a:pt x="0" y="164807"/>
                </a:lnTo>
                <a:lnTo>
                  <a:pt x="0" y="178777"/>
                </a:lnTo>
                <a:lnTo>
                  <a:pt x="107950" y="178777"/>
                </a:lnTo>
                <a:lnTo>
                  <a:pt x="107950" y="164807"/>
                </a:lnTo>
                <a:lnTo>
                  <a:pt x="107950" y="103847"/>
                </a:lnTo>
                <a:lnTo>
                  <a:pt x="188226" y="103847"/>
                </a:lnTo>
                <a:lnTo>
                  <a:pt x="188226" y="89877"/>
                </a:lnTo>
                <a:close/>
              </a:path>
              <a:path w="188595" h="179070">
                <a:moveTo>
                  <a:pt x="188226" y="0"/>
                </a:moveTo>
                <a:lnTo>
                  <a:pt x="171246" y="0"/>
                </a:lnTo>
                <a:lnTo>
                  <a:pt x="171246" y="89623"/>
                </a:lnTo>
                <a:lnTo>
                  <a:pt x="188226" y="89623"/>
                </a:lnTo>
                <a:lnTo>
                  <a:pt x="1882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1" name="object 101" descr=""/>
          <p:cNvGrpSpPr/>
          <p:nvPr/>
        </p:nvGrpSpPr>
        <p:grpSpPr>
          <a:xfrm>
            <a:off x="5994073" y="5622797"/>
            <a:ext cx="1066800" cy="147955"/>
            <a:chOff x="5994073" y="5622797"/>
            <a:chExt cx="1066800" cy="147955"/>
          </a:xfrm>
        </p:grpSpPr>
        <p:pic>
          <p:nvPicPr>
            <p:cNvPr id="102" name="object 10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994073" y="5622797"/>
              <a:ext cx="97036" cy="147625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6112720" y="5624762"/>
              <a:ext cx="49530" cy="144145"/>
            </a:xfrm>
            <a:custGeom>
              <a:avLst/>
              <a:gdLst/>
              <a:ahLst/>
              <a:cxnLst/>
              <a:rect l="l" t="t" r="r" b="b"/>
              <a:pathLst>
                <a:path w="49529" h="144145">
                  <a:moveTo>
                    <a:pt x="49044" y="0"/>
                  </a:moveTo>
                  <a:lnTo>
                    <a:pt x="34379" y="0"/>
                  </a:lnTo>
                  <a:lnTo>
                    <a:pt x="0" y="22733"/>
                  </a:lnTo>
                  <a:lnTo>
                    <a:pt x="0" y="37186"/>
                  </a:lnTo>
                  <a:lnTo>
                    <a:pt x="34029" y="14734"/>
                  </a:lnTo>
                  <a:lnTo>
                    <a:pt x="34871" y="14734"/>
                  </a:lnTo>
                  <a:lnTo>
                    <a:pt x="34871" y="143695"/>
                  </a:lnTo>
                  <a:lnTo>
                    <a:pt x="49044" y="143695"/>
                  </a:lnTo>
                  <a:lnTo>
                    <a:pt x="490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198250" y="5622797"/>
              <a:ext cx="97036" cy="147625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6319002" y="5690365"/>
              <a:ext cx="60960" cy="12700"/>
            </a:xfrm>
            <a:custGeom>
              <a:avLst/>
              <a:gdLst/>
              <a:ahLst/>
              <a:cxnLst/>
              <a:rect l="l" t="t" r="r" b="b"/>
              <a:pathLst>
                <a:path w="60960" h="12700">
                  <a:moveTo>
                    <a:pt x="60411" y="0"/>
                  </a:moveTo>
                  <a:lnTo>
                    <a:pt x="0" y="0"/>
                  </a:lnTo>
                  <a:lnTo>
                    <a:pt x="0" y="12489"/>
                  </a:lnTo>
                  <a:lnTo>
                    <a:pt x="60411" y="12489"/>
                  </a:lnTo>
                  <a:lnTo>
                    <a:pt x="604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400743" y="5624762"/>
              <a:ext cx="91984" cy="143695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16654" y="5624762"/>
              <a:ext cx="92896" cy="145660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632214" y="5622797"/>
              <a:ext cx="97037" cy="147625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50651" y="5624762"/>
              <a:ext cx="102298" cy="143695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6876595" y="5690365"/>
              <a:ext cx="60960" cy="12700"/>
            </a:xfrm>
            <a:custGeom>
              <a:avLst/>
              <a:gdLst/>
              <a:ahLst/>
              <a:cxnLst/>
              <a:rect l="l" t="t" r="r" b="b"/>
              <a:pathLst>
                <a:path w="60959" h="12700">
                  <a:moveTo>
                    <a:pt x="60411" y="0"/>
                  </a:moveTo>
                  <a:lnTo>
                    <a:pt x="0" y="0"/>
                  </a:lnTo>
                  <a:lnTo>
                    <a:pt x="0" y="12489"/>
                  </a:lnTo>
                  <a:lnTo>
                    <a:pt x="60411" y="12489"/>
                  </a:lnTo>
                  <a:lnTo>
                    <a:pt x="604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961073" y="5622797"/>
              <a:ext cx="99773" cy="147625"/>
            </a:xfrm>
            <a:prstGeom prst="rect">
              <a:avLst/>
            </a:prstGeom>
          </p:spPr>
        </p:pic>
      </p:grpSp>
      <p:grpSp>
        <p:nvGrpSpPr>
          <p:cNvPr id="112" name="object 112" descr=""/>
          <p:cNvGrpSpPr/>
          <p:nvPr/>
        </p:nvGrpSpPr>
        <p:grpSpPr>
          <a:xfrm>
            <a:off x="7083860" y="5622797"/>
            <a:ext cx="331470" cy="147955"/>
            <a:chOff x="7083860" y="5622797"/>
            <a:chExt cx="331470" cy="147955"/>
          </a:xfrm>
        </p:grpSpPr>
        <p:pic>
          <p:nvPicPr>
            <p:cNvPr id="113" name="object 11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202086" y="5624762"/>
              <a:ext cx="91984" cy="143695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83860" y="5622797"/>
              <a:ext cx="98089" cy="147625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315261" y="5622797"/>
              <a:ext cx="99772" cy="147625"/>
            </a:xfrm>
            <a:prstGeom prst="rect">
              <a:avLst/>
            </a:prstGeom>
          </p:spPr>
        </p:pic>
      </p:grpSp>
      <p:pic>
        <p:nvPicPr>
          <p:cNvPr id="116" name="object 116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5997861" y="6040575"/>
            <a:ext cx="2262718" cy="188320"/>
          </a:xfrm>
          <a:prstGeom prst="rect">
            <a:avLst/>
          </a:prstGeom>
        </p:spPr>
      </p:pic>
      <p:sp>
        <p:nvSpPr>
          <p:cNvPr id="117" name="object 117" descr=""/>
          <p:cNvSpPr/>
          <p:nvPr/>
        </p:nvSpPr>
        <p:spPr>
          <a:xfrm>
            <a:off x="9565492" y="3020462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69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 descr=""/>
          <p:cNvGrpSpPr/>
          <p:nvPr/>
        </p:nvGrpSpPr>
        <p:grpSpPr>
          <a:xfrm>
            <a:off x="9565492" y="3039560"/>
            <a:ext cx="7543165" cy="610235"/>
            <a:chOff x="9565492" y="3039560"/>
            <a:chExt cx="7543165" cy="610235"/>
          </a:xfrm>
        </p:grpSpPr>
        <p:sp>
          <p:nvSpPr>
            <p:cNvPr id="119" name="object 119" descr=""/>
            <p:cNvSpPr/>
            <p:nvPr/>
          </p:nvSpPr>
          <p:spPr>
            <a:xfrm>
              <a:off x="9565492" y="3635924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9565492" y="3039560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5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 descr=""/>
          <p:cNvSpPr/>
          <p:nvPr/>
        </p:nvSpPr>
        <p:spPr>
          <a:xfrm>
            <a:off x="11576684" y="3996466"/>
            <a:ext cx="0" cy="1593215"/>
          </a:xfrm>
          <a:custGeom>
            <a:avLst/>
            <a:gdLst/>
            <a:ahLst/>
            <a:cxnLst/>
            <a:rect l="l" t="t" r="r" b="b"/>
            <a:pathLst>
              <a:path w="0" h="1593214">
                <a:moveTo>
                  <a:pt x="0" y="1592940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 descr=""/>
          <p:cNvGrpSpPr/>
          <p:nvPr/>
        </p:nvGrpSpPr>
        <p:grpSpPr>
          <a:xfrm>
            <a:off x="9573754" y="5925974"/>
            <a:ext cx="7543165" cy="629285"/>
            <a:chOff x="9573754" y="5925974"/>
            <a:chExt cx="7543165" cy="629285"/>
          </a:xfrm>
        </p:grpSpPr>
        <p:sp>
          <p:nvSpPr>
            <p:cNvPr id="123" name="object 123" descr=""/>
            <p:cNvSpPr/>
            <p:nvPr/>
          </p:nvSpPr>
          <p:spPr>
            <a:xfrm>
              <a:off x="9573754" y="5945072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9573754" y="5925974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9573754" y="6541436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956801" y="6130793"/>
              <a:ext cx="366492" cy="202703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3348079" y="6130398"/>
              <a:ext cx="388909" cy="202940"/>
            </a:xfrm>
            <a:prstGeom prst="rect">
              <a:avLst/>
            </a:prstGeom>
          </p:spPr>
        </p:pic>
      </p:grpSp>
      <p:sp>
        <p:nvSpPr>
          <p:cNvPr id="128" name="object 128" descr=""/>
          <p:cNvSpPr/>
          <p:nvPr/>
        </p:nvSpPr>
        <p:spPr>
          <a:xfrm>
            <a:off x="11548945" y="6910855"/>
            <a:ext cx="0" cy="1369695"/>
          </a:xfrm>
          <a:custGeom>
            <a:avLst/>
            <a:gdLst/>
            <a:ahLst/>
            <a:cxnLst/>
            <a:rect l="l" t="t" r="r" b="b"/>
            <a:pathLst>
              <a:path w="0" h="1369695">
                <a:moveTo>
                  <a:pt x="0" y="1369649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9" name="object 129" descr=""/>
          <p:cNvGrpSpPr/>
          <p:nvPr/>
        </p:nvGrpSpPr>
        <p:grpSpPr>
          <a:xfrm>
            <a:off x="12922474" y="3226230"/>
            <a:ext cx="380365" cy="201930"/>
            <a:chOff x="12922474" y="3226230"/>
            <a:chExt cx="380365" cy="201930"/>
          </a:xfrm>
        </p:grpSpPr>
        <p:pic>
          <p:nvPicPr>
            <p:cNvPr id="130" name="object 13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922474" y="3226230"/>
              <a:ext cx="167104" cy="201598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118784" y="3227256"/>
              <a:ext cx="183838" cy="198915"/>
            </a:xfrm>
            <a:prstGeom prst="rect">
              <a:avLst/>
            </a:prstGeom>
          </p:spPr>
        </p:pic>
      </p:grpSp>
      <p:grpSp>
        <p:nvGrpSpPr>
          <p:cNvPr id="132" name="object 132" descr=""/>
          <p:cNvGrpSpPr/>
          <p:nvPr/>
        </p:nvGrpSpPr>
        <p:grpSpPr>
          <a:xfrm>
            <a:off x="13370444" y="3226388"/>
            <a:ext cx="370205" cy="201930"/>
            <a:chOff x="13370444" y="3226388"/>
            <a:chExt cx="370205" cy="201930"/>
          </a:xfrm>
        </p:grpSpPr>
        <p:pic>
          <p:nvPicPr>
            <p:cNvPr id="133" name="object 13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3370444" y="3238938"/>
              <a:ext cx="184470" cy="163315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3575752" y="3226388"/>
              <a:ext cx="164894" cy="201440"/>
            </a:xfrm>
            <a:prstGeom prst="rect">
              <a:avLst/>
            </a:prstGeom>
          </p:spPr>
        </p:pic>
      </p:grpSp>
      <p:pic>
        <p:nvPicPr>
          <p:cNvPr id="135" name="object 135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0085358" y="4203777"/>
            <a:ext cx="339032" cy="176392"/>
          </a:xfrm>
          <a:prstGeom prst="rect">
            <a:avLst/>
          </a:prstGeom>
        </p:spPr>
      </p:pic>
      <p:grpSp>
        <p:nvGrpSpPr>
          <p:cNvPr id="136" name="object 136" descr=""/>
          <p:cNvGrpSpPr/>
          <p:nvPr/>
        </p:nvGrpSpPr>
        <p:grpSpPr>
          <a:xfrm>
            <a:off x="10492824" y="4203777"/>
            <a:ext cx="319405" cy="177165"/>
            <a:chOff x="10492824" y="4203777"/>
            <a:chExt cx="319405" cy="177165"/>
          </a:xfrm>
        </p:grpSpPr>
        <p:pic>
          <p:nvPicPr>
            <p:cNvPr id="137" name="object 137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492824" y="4203918"/>
              <a:ext cx="148326" cy="172322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668936" y="4203777"/>
              <a:ext cx="142994" cy="176672"/>
            </a:xfrm>
            <a:prstGeom prst="rect">
              <a:avLst/>
            </a:prstGeom>
          </p:spPr>
        </p:pic>
      </p:grpSp>
      <p:grpSp>
        <p:nvGrpSpPr>
          <p:cNvPr id="139" name="object 139" descr=""/>
          <p:cNvGrpSpPr/>
          <p:nvPr/>
        </p:nvGrpSpPr>
        <p:grpSpPr>
          <a:xfrm>
            <a:off x="11804743" y="4195052"/>
            <a:ext cx="528955" cy="187960"/>
            <a:chOff x="11804743" y="4195052"/>
            <a:chExt cx="528955" cy="187960"/>
          </a:xfrm>
        </p:grpSpPr>
        <p:pic>
          <p:nvPicPr>
            <p:cNvPr id="140" name="object 140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1804743" y="4202507"/>
              <a:ext cx="171612" cy="179961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003789" y="4195052"/>
              <a:ext cx="142836" cy="187416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190460" y="4195052"/>
              <a:ext cx="142836" cy="187416"/>
            </a:xfrm>
            <a:prstGeom prst="rect">
              <a:avLst/>
            </a:prstGeom>
          </p:spPr>
        </p:pic>
      </p:grpSp>
      <p:pic>
        <p:nvPicPr>
          <p:cNvPr id="143" name="object 143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2422088" y="4210558"/>
            <a:ext cx="306547" cy="197853"/>
          </a:xfrm>
          <a:prstGeom prst="rect">
            <a:avLst/>
          </a:prstGeom>
        </p:spPr>
      </p:pic>
      <p:sp>
        <p:nvSpPr>
          <p:cNvPr id="144" name="object 144" descr=""/>
          <p:cNvSpPr/>
          <p:nvPr/>
        </p:nvSpPr>
        <p:spPr>
          <a:xfrm>
            <a:off x="12816940" y="4297679"/>
            <a:ext cx="19050" cy="67310"/>
          </a:xfrm>
          <a:custGeom>
            <a:avLst/>
            <a:gdLst/>
            <a:ahLst/>
            <a:cxnLst/>
            <a:rect l="l" t="t" r="r" b="b"/>
            <a:pathLst>
              <a:path w="19050" h="67310">
                <a:moveTo>
                  <a:pt x="0" y="67309"/>
                </a:moveTo>
                <a:lnTo>
                  <a:pt x="18934" y="67309"/>
                </a:lnTo>
                <a:lnTo>
                  <a:pt x="18934" y="0"/>
                </a:lnTo>
                <a:lnTo>
                  <a:pt x="0" y="0"/>
                </a:lnTo>
                <a:lnTo>
                  <a:pt x="0" y="67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 descr=""/>
          <p:cNvSpPr/>
          <p:nvPr/>
        </p:nvSpPr>
        <p:spPr>
          <a:xfrm>
            <a:off x="12816929" y="4212589"/>
            <a:ext cx="119380" cy="152400"/>
          </a:xfrm>
          <a:custGeom>
            <a:avLst/>
            <a:gdLst/>
            <a:ahLst/>
            <a:cxnLst/>
            <a:rect l="l" t="t" r="r" b="b"/>
            <a:pathLst>
              <a:path w="119379" h="152400">
                <a:moveTo>
                  <a:pt x="118833" y="0"/>
                </a:moveTo>
                <a:lnTo>
                  <a:pt x="99745" y="0"/>
                </a:lnTo>
                <a:lnTo>
                  <a:pt x="99745" y="67310"/>
                </a:lnTo>
                <a:lnTo>
                  <a:pt x="18935" y="67310"/>
                </a:lnTo>
                <a:lnTo>
                  <a:pt x="18935" y="0"/>
                </a:lnTo>
                <a:lnTo>
                  <a:pt x="0" y="0"/>
                </a:lnTo>
                <a:lnTo>
                  <a:pt x="0" y="67310"/>
                </a:lnTo>
                <a:lnTo>
                  <a:pt x="0" y="85102"/>
                </a:lnTo>
                <a:lnTo>
                  <a:pt x="99745" y="85102"/>
                </a:lnTo>
                <a:lnTo>
                  <a:pt x="99745" y="152400"/>
                </a:lnTo>
                <a:lnTo>
                  <a:pt x="118833" y="152400"/>
                </a:lnTo>
                <a:lnTo>
                  <a:pt x="118833" y="85102"/>
                </a:lnTo>
                <a:lnTo>
                  <a:pt x="118833" y="67310"/>
                </a:lnTo>
                <a:lnTo>
                  <a:pt x="1188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6" name="object 146" descr=""/>
          <p:cNvGrpSpPr/>
          <p:nvPr/>
        </p:nvGrpSpPr>
        <p:grpSpPr>
          <a:xfrm>
            <a:off x="12961119" y="4212590"/>
            <a:ext cx="461009" cy="196215"/>
            <a:chOff x="12961119" y="4212590"/>
            <a:chExt cx="461009" cy="196215"/>
          </a:xfrm>
        </p:grpSpPr>
        <p:sp>
          <p:nvSpPr>
            <p:cNvPr id="147" name="object 147" descr=""/>
            <p:cNvSpPr/>
            <p:nvPr/>
          </p:nvSpPr>
          <p:spPr>
            <a:xfrm>
              <a:off x="12961112" y="4212589"/>
              <a:ext cx="115570" cy="152400"/>
            </a:xfrm>
            <a:custGeom>
              <a:avLst/>
              <a:gdLst/>
              <a:ahLst/>
              <a:cxnLst/>
              <a:rect l="l" t="t" r="r" b="b"/>
              <a:pathLst>
                <a:path w="115569" h="152400">
                  <a:moveTo>
                    <a:pt x="11496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48006" y="16510"/>
                  </a:lnTo>
                  <a:lnTo>
                    <a:pt x="48006" y="152400"/>
                  </a:lnTo>
                  <a:lnTo>
                    <a:pt x="67094" y="152400"/>
                  </a:lnTo>
                  <a:lnTo>
                    <a:pt x="67094" y="16510"/>
                  </a:lnTo>
                  <a:lnTo>
                    <a:pt x="114960" y="16510"/>
                  </a:lnTo>
                  <a:lnTo>
                    <a:pt x="114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101420" y="4212646"/>
              <a:ext cx="150292" cy="152676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285408" y="4212590"/>
              <a:ext cx="136574" cy="195822"/>
            </a:xfrm>
            <a:prstGeom prst="rect">
              <a:avLst/>
            </a:prstGeom>
          </p:spPr>
        </p:pic>
      </p:grpSp>
      <p:grpSp>
        <p:nvGrpSpPr>
          <p:cNvPr id="150" name="object 150" descr=""/>
          <p:cNvGrpSpPr/>
          <p:nvPr/>
        </p:nvGrpSpPr>
        <p:grpSpPr>
          <a:xfrm>
            <a:off x="13510034" y="4210558"/>
            <a:ext cx="516890" cy="157480"/>
            <a:chOff x="13510034" y="4210558"/>
            <a:chExt cx="516890" cy="157480"/>
          </a:xfrm>
        </p:grpSpPr>
        <p:pic>
          <p:nvPicPr>
            <p:cNvPr id="151" name="object 151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3510034" y="4212646"/>
              <a:ext cx="109885" cy="152676"/>
            </a:xfrm>
            <a:prstGeom prst="rect">
              <a:avLst/>
            </a:prstGeom>
          </p:spPr>
        </p:pic>
        <p:sp>
          <p:nvSpPr>
            <p:cNvPr id="152" name="object 152" descr=""/>
            <p:cNvSpPr/>
            <p:nvPr/>
          </p:nvSpPr>
          <p:spPr>
            <a:xfrm>
              <a:off x="13641388" y="4210570"/>
              <a:ext cx="385445" cy="156845"/>
            </a:xfrm>
            <a:custGeom>
              <a:avLst/>
              <a:gdLst/>
              <a:ahLst/>
              <a:cxnLst/>
              <a:rect l="l" t="t" r="r" b="b"/>
              <a:pathLst>
                <a:path w="385444" h="156845">
                  <a:moveTo>
                    <a:pt x="93624" y="137909"/>
                  </a:moveTo>
                  <a:lnTo>
                    <a:pt x="18935" y="137909"/>
                  </a:lnTo>
                  <a:lnTo>
                    <a:pt x="18935" y="87122"/>
                  </a:lnTo>
                  <a:lnTo>
                    <a:pt x="87668" y="87122"/>
                  </a:lnTo>
                  <a:lnTo>
                    <a:pt x="87668" y="69329"/>
                  </a:lnTo>
                  <a:lnTo>
                    <a:pt x="18935" y="69329"/>
                  </a:lnTo>
                  <a:lnTo>
                    <a:pt x="18935" y="18529"/>
                  </a:lnTo>
                  <a:lnTo>
                    <a:pt x="92583" y="18529"/>
                  </a:lnTo>
                  <a:lnTo>
                    <a:pt x="92583" y="2019"/>
                  </a:lnTo>
                  <a:lnTo>
                    <a:pt x="0" y="2019"/>
                  </a:lnTo>
                  <a:lnTo>
                    <a:pt x="0" y="18529"/>
                  </a:lnTo>
                  <a:lnTo>
                    <a:pt x="0" y="69329"/>
                  </a:lnTo>
                  <a:lnTo>
                    <a:pt x="0" y="87122"/>
                  </a:lnTo>
                  <a:lnTo>
                    <a:pt x="0" y="137909"/>
                  </a:lnTo>
                  <a:lnTo>
                    <a:pt x="0" y="154419"/>
                  </a:lnTo>
                  <a:lnTo>
                    <a:pt x="93624" y="154419"/>
                  </a:lnTo>
                  <a:lnTo>
                    <a:pt x="93624" y="137909"/>
                  </a:lnTo>
                  <a:close/>
                </a:path>
                <a:path w="385444" h="156845">
                  <a:moveTo>
                    <a:pt x="241236" y="154762"/>
                  </a:moveTo>
                  <a:lnTo>
                    <a:pt x="225513" y="111823"/>
                  </a:lnTo>
                  <a:lnTo>
                    <a:pt x="219392" y="95123"/>
                  </a:lnTo>
                  <a:lnTo>
                    <a:pt x="200164" y="42608"/>
                  </a:lnTo>
                  <a:lnTo>
                    <a:pt x="200164" y="95123"/>
                  </a:lnTo>
                  <a:lnTo>
                    <a:pt x="150507" y="95123"/>
                  </a:lnTo>
                  <a:lnTo>
                    <a:pt x="174739" y="26682"/>
                  </a:lnTo>
                  <a:lnTo>
                    <a:pt x="175933" y="26682"/>
                  </a:lnTo>
                  <a:lnTo>
                    <a:pt x="200164" y="95123"/>
                  </a:lnTo>
                  <a:lnTo>
                    <a:pt x="200164" y="42608"/>
                  </a:lnTo>
                  <a:lnTo>
                    <a:pt x="194335" y="26682"/>
                  </a:lnTo>
                  <a:lnTo>
                    <a:pt x="185331" y="2082"/>
                  </a:lnTo>
                  <a:lnTo>
                    <a:pt x="165341" y="2082"/>
                  </a:lnTo>
                  <a:lnTo>
                    <a:pt x="109435" y="154762"/>
                  </a:lnTo>
                  <a:lnTo>
                    <a:pt x="129413" y="154762"/>
                  </a:lnTo>
                  <a:lnTo>
                    <a:pt x="144614" y="111823"/>
                  </a:lnTo>
                  <a:lnTo>
                    <a:pt x="206044" y="111823"/>
                  </a:lnTo>
                  <a:lnTo>
                    <a:pt x="221259" y="154762"/>
                  </a:lnTo>
                  <a:lnTo>
                    <a:pt x="241236" y="154762"/>
                  </a:lnTo>
                  <a:close/>
                </a:path>
                <a:path w="385444" h="156845">
                  <a:moveTo>
                    <a:pt x="384962" y="50088"/>
                  </a:moveTo>
                  <a:lnTo>
                    <a:pt x="377291" y="28930"/>
                  </a:lnTo>
                  <a:lnTo>
                    <a:pt x="363626" y="13195"/>
                  </a:lnTo>
                  <a:lnTo>
                    <a:pt x="345236" y="3378"/>
                  </a:lnTo>
                  <a:lnTo>
                    <a:pt x="323392" y="0"/>
                  </a:lnTo>
                  <a:lnTo>
                    <a:pt x="296291" y="5461"/>
                  </a:lnTo>
                  <a:lnTo>
                    <a:pt x="274916" y="21094"/>
                  </a:lnTo>
                  <a:lnTo>
                    <a:pt x="260883" y="45783"/>
                  </a:lnTo>
                  <a:lnTo>
                    <a:pt x="255854" y="78422"/>
                  </a:lnTo>
                  <a:lnTo>
                    <a:pt x="260883" y="111048"/>
                  </a:lnTo>
                  <a:lnTo>
                    <a:pt x="274916" y="135750"/>
                  </a:lnTo>
                  <a:lnTo>
                    <a:pt x="296291" y="151384"/>
                  </a:lnTo>
                  <a:lnTo>
                    <a:pt x="323392" y="156845"/>
                  </a:lnTo>
                  <a:lnTo>
                    <a:pt x="345313" y="153428"/>
                  </a:lnTo>
                  <a:lnTo>
                    <a:pt x="363740" y="143560"/>
                  </a:lnTo>
                  <a:lnTo>
                    <a:pt x="377380" y="127850"/>
                  </a:lnTo>
                  <a:lnTo>
                    <a:pt x="384962" y="106895"/>
                  </a:lnTo>
                  <a:lnTo>
                    <a:pt x="365887" y="106895"/>
                  </a:lnTo>
                  <a:lnTo>
                    <a:pt x="360184" y="120738"/>
                  </a:lnTo>
                  <a:lnTo>
                    <a:pt x="350507" y="130822"/>
                  </a:lnTo>
                  <a:lnTo>
                    <a:pt x="337896" y="137007"/>
                  </a:lnTo>
                  <a:lnTo>
                    <a:pt x="323392" y="139103"/>
                  </a:lnTo>
                  <a:lnTo>
                    <a:pt x="304088" y="135153"/>
                  </a:lnTo>
                  <a:lnTo>
                    <a:pt x="288518" y="123520"/>
                  </a:lnTo>
                  <a:lnTo>
                    <a:pt x="278117" y="104508"/>
                  </a:lnTo>
                  <a:lnTo>
                    <a:pt x="274332" y="78422"/>
                  </a:lnTo>
                  <a:lnTo>
                    <a:pt x="278117" y="52336"/>
                  </a:lnTo>
                  <a:lnTo>
                    <a:pt x="288518" y="33312"/>
                  </a:lnTo>
                  <a:lnTo>
                    <a:pt x="304088" y="21678"/>
                  </a:lnTo>
                  <a:lnTo>
                    <a:pt x="323392" y="17741"/>
                  </a:lnTo>
                  <a:lnTo>
                    <a:pt x="337908" y="19837"/>
                  </a:lnTo>
                  <a:lnTo>
                    <a:pt x="350558" y="26035"/>
                  </a:lnTo>
                  <a:lnTo>
                    <a:pt x="360248" y="36169"/>
                  </a:lnTo>
                  <a:lnTo>
                    <a:pt x="365887" y="50088"/>
                  </a:lnTo>
                  <a:lnTo>
                    <a:pt x="384962" y="500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/>
          <p:nvPr/>
        </p:nvSpPr>
        <p:spPr>
          <a:xfrm>
            <a:off x="14044548" y="4212589"/>
            <a:ext cx="161925" cy="196215"/>
          </a:xfrm>
          <a:custGeom>
            <a:avLst/>
            <a:gdLst/>
            <a:ahLst/>
            <a:cxnLst/>
            <a:rect l="l" t="t" r="r" b="b"/>
            <a:pathLst>
              <a:path w="161925" h="196214">
                <a:moveTo>
                  <a:pt x="114947" y="0"/>
                </a:moveTo>
                <a:lnTo>
                  <a:pt x="0" y="0"/>
                </a:lnTo>
                <a:lnTo>
                  <a:pt x="0" y="16510"/>
                </a:lnTo>
                <a:lnTo>
                  <a:pt x="48006" y="16510"/>
                </a:lnTo>
                <a:lnTo>
                  <a:pt x="48006" y="152400"/>
                </a:lnTo>
                <a:lnTo>
                  <a:pt x="67094" y="152400"/>
                </a:lnTo>
                <a:lnTo>
                  <a:pt x="67094" y="16510"/>
                </a:lnTo>
                <a:lnTo>
                  <a:pt x="114947" y="16510"/>
                </a:lnTo>
                <a:lnTo>
                  <a:pt x="114947" y="0"/>
                </a:lnTo>
                <a:close/>
              </a:path>
              <a:path w="161925" h="196214">
                <a:moveTo>
                  <a:pt x="161772" y="138430"/>
                </a:moveTo>
                <a:lnTo>
                  <a:pt x="141490" y="138430"/>
                </a:lnTo>
                <a:lnTo>
                  <a:pt x="129857" y="195834"/>
                </a:lnTo>
                <a:lnTo>
                  <a:pt x="145516" y="195834"/>
                </a:lnTo>
                <a:lnTo>
                  <a:pt x="161772" y="138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4" name="object 154" descr=""/>
          <p:cNvGrpSpPr/>
          <p:nvPr/>
        </p:nvGrpSpPr>
        <p:grpSpPr>
          <a:xfrm>
            <a:off x="14284517" y="4210558"/>
            <a:ext cx="225425" cy="157480"/>
            <a:chOff x="14284517" y="4210558"/>
            <a:chExt cx="225425" cy="157480"/>
          </a:xfrm>
        </p:grpSpPr>
        <p:pic>
          <p:nvPicPr>
            <p:cNvPr id="155" name="object 155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284517" y="4212646"/>
              <a:ext cx="87372" cy="154763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399025" y="4210558"/>
              <a:ext cx="110481" cy="157447"/>
            </a:xfrm>
            <a:prstGeom prst="rect">
              <a:avLst/>
            </a:prstGeom>
          </p:spPr>
        </p:pic>
      </p:grpSp>
      <p:grpSp>
        <p:nvGrpSpPr>
          <p:cNvPr id="157" name="object 157" descr=""/>
          <p:cNvGrpSpPr/>
          <p:nvPr/>
        </p:nvGrpSpPr>
        <p:grpSpPr>
          <a:xfrm>
            <a:off x="10201337" y="5122063"/>
            <a:ext cx="497840" cy="176530"/>
            <a:chOff x="10201337" y="5122063"/>
            <a:chExt cx="497840" cy="176530"/>
          </a:xfrm>
        </p:grpSpPr>
        <p:pic>
          <p:nvPicPr>
            <p:cNvPr id="158" name="object 158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0201337" y="5129079"/>
              <a:ext cx="161518" cy="169375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0388817" y="5122063"/>
              <a:ext cx="133872" cy="176392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0564366" y="5122063"/>
              <a:ext cx="134434" cy="176392"/>
            </a:xfrm>
            <a:prstGeom prst="rect">
              <a:avLst/>
            </a:prstGeom>
          </p:spPr>
        </p:pic>
      </p:grpSp>
      <p:grpSp>
        <p:nvGrpSpPr>
          <p:cNvPr id="161" name="object 161" descr=""/>
          <p:cNvGrpSpPr/>
          <p:nvPr/>
        </p:nvGrpSpPr>
        <p:grpSpPr>
          <a:xfrm>
            <a:off x="11827010" y="5146603"/>
            <a:ext cx="1201420" cy="198120"/>
            <a:chOff x="11827010" y="5146603"/>
            <a:chExt cx="1201420" cy="198120"/>
          </a:xfrm>
        </p:grpSpPr>
        <p:pic>
          <p:nvPicPr>
            <p:cNvPr id="162" name="object 162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1827010" y="5148690"/>
              <a:ext cx="131803" cy="152677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1979389" y="5148690"/>
              <a:ext cx="121217" cy="152677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12134303" y="5148690"/>
              <a:ext cx="19050" cy="153035"/>
            </a:xfrm>
            <a:custGeom>
              <a:avLst/>
              <a:gdLst/>
              <a:ahLst/>
              <a:cxnLst/>
              <a:rect l="l" t="t" r="r" b="b"/>
              <a:pathLst>
                <a:path w="19050" h="153035">
                  <a:moveTo>
                    <a:pt x="18934" y="0"/>
                  </a:moveTo>
                  <a:lnTo>
                    <a:pt x="0" y="0"/>
                  </a:lnTo>
                  <a:lnTo>
                    <a:pt x="0" y="152677"/>
                  </a:lnTo>
                  <a:lnTo>
                    <a:pt x="18934" y="152677"/>
                  </a:lnTo>
                  <a:lnTo>
                    <a:pt x="189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2186934" y="5148690"/>
              <a:ext cx="150290" cy="152677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2357801" y="5148579"/>
              <a:ext cx="258983" cy="152788"/>
            </a:xfrm>
            <a:prstGeom prst="rect">
              <a:avLst/>
            </a:prstGeom>
          </p:spPr>
        </p:pic>
        <p:sp>
          <p:nvSpPr>
            <p:cNvPr id="167" name="object 167" descr=""/>
            <p:cNvSpPr/>
            <p:nvPr/>
          </p:nvSpPr>
          <p:spPr>
            <a:xfrm>
              <a:off x="12642132" y="5148690"/>
              <a:ext cx="19050" cy="153035"/>
            </a:xfrm>
            <a:custGeom>
              <a:avLst/>
              <a:gdLst/>
              <a:ahLst/>
              <a:cxnLst/>
              <a:rect l="l" t="t" r="r" b="b"/>
              <a:pathLst>
                <a:path w="19050" h="153035">
                  <a:moveTo>
                    <a:pt x="18934" y="0"/>
                  </a:moveTo>
                  <a:lnTo>
                    <a:pt x="0" y="0"/>
                  </a:lnTo>
                  <a:lnTo>
                    <a:pt x="0" y="152677"/>
                  </a:lnTo>
                  <a:lnTo>
                    <a:pt x="18934" y="152677"/>
                  </a:lnTo>
                  <a:lnTo>
                    <a:pt x="189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2688799" y="5146603"/>
              <a:ext cx="135083" cy="156851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2851615" y="5148690"/>
              <a:ext cx="121216" cy="152677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12996092" y="5287054"/>
              <a:ext cx="32384" cy="57785"/>
            </a:xfrm>
            <a:custGeom>
              <a:avLst/>
              <a:gdLst/>
              <a:ahLst/>
              <a:cxnLst/>
              <a:rect l="l" t="t" r="r" b="b"/>
              <a:pathLst>
                <a:path w="32384" h="57785">
                  <a:moveTo>
                    <a:pt x="31906" y="0"/>
                  </a:moveTo>
                  <a:lnTo>
                    <a:pt x="11629" y="0"/>
                  </a:lnTo>
                  <a:lnTo>
                    <a:pt x="0" y="57402"/>
                  </a:lnTo>
                  <a:lnTo>
                    <a:pt x="15654" y="57402"/>
                  </a:lnTo>
                  <a:lnTo>
                    <a:pt x="31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 descr=""/>
          <p:cNvGrpSpPr/>
          <p:nvPr/>
        </p:nvGrpSpPr>
        <p:grpSpPr>
          <a:xfrm>
            <a:off x="13115737" y="5146604"/>
            <a:ext cx="339725" cy="157480"/>
            <a:chOff x="13115737" y="5146604"/>
            <a:chExt cx="339725" cy="157480"/>
          </a:xfrm>
        </p:grpSpPr>
        <p:sp>
          <p:nvSpPr>
            <p:cNvPr id="172" name="object 172" descr=""/>
            <p:cNvSpPr/>
            <p:nvPr/>
          </p:nvSpPr>
          <p:spPr>
            <a:xfrm>
              <a:off x="13115734" y="5148579"/>
              <a:ext cx="134620" cy="153035"/>
            </a:xfrm>
            <a:custGeom>
              <a:avLst/>
              <a:gdLst/>
              <a:ahLst/>
              <a:cxnLst/>
              <a:rect l="l" t="t" r="r" b="b"/>
              <a:pathLst>
                <a:path w="134619" h="153035">
                  <a:moveTo>
                    <a:pt x="89750" y="135890"/>
                  </a:moveTo>
                  <a:lnTo>
                    <a:pt x="18935" y="135890"/>
                  </a:lnTo>
                  <a:lnTo>
                    <a:pt x="18935" y="0"/>
                  </a:lnTo>
                  <a:lnTo>
                    <a:pt x="0" y="0"/>
                  </a:lnTo>
                  <a:lnTo>
                    <a:pt x="0" y="135890"/>
                  </a:lnTo>
                  <a:lnTo>
                    <a:pt x="0" y="152400"/>
                  </a:lnTo>
                  <a:lnTo>
                    <a:pt x="89750" y="152400"/>
                  </a:lnTo>
                  <a:lnTo>
                    <a:pt x="89750" y="135890"/>
                  </a:lnTo>
                  <a:close/>
                </a:path>
                <a:path w="134619" h="153035">
                  <a:moveTo>
                    <a:pt x="134035" y="114"/>
                  </a:moveTo>
                  <a:lnTo>
                    <a:pt x="115100" y="114"/>
                  </a:lnTo>
                  <a:lnTo>
                    <a:pt x="115100" y="152793"/>
                  </a:lnTo>
                  <a:lnTo>
                    <a:pt x="134035" y="152793"/>
                  </a:lnTo>
                  <a:lnTo>
                    <a:pt x="134035" y="1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277508" y="5146604"/>
              <a:ext cx="130610" cy="156851"/>
            </a:xfrm>
            <a:prstGeom prst="rect">
              <a:avLst/>
            </a:prstGeom>
          </p:spPr>
        </p:pic>
        <p:sp>
          <p:nvSpPr>
            <p:cNvPr id="174" name="object 174" descr=""/>
            <p:cNvSpPr/>
            <p:nvPr/>
          </p:nvSpPr>
          <p:spPr>
            <a:xfrm>
              <a:off x="13436448" y="5233670"/>
              <a:ext cx="19050" cy="67310"/>
            </a:xfrm>
            <a:custGeom>
              <a:avLst/>
              <a:gdLst/>
              <a:ahLst/>
              <a:cxnLst/>
              <a:rect l="l" t="t" r="r" b="b"/>
              <a:pathLst>
                <a:path w="19050" h="67310">
                  <a:moveTo>
                    <a:pt x="0" y="67309"/>
                  </a:moveTo>
                  <a:lnTo>
                    <a:pt x="18935" y="67309"/>
                  </a:lnTo>
                  <a:lnTo>
                    <a:pt x="18935" y="0"/>
                  </a:lnTo>
                  <a:lnTo>
                    <a:pt x="0" y="0"/>
                  </a:lnTo>
                  <a:lnTo>
                    <a:pt x="0" y="67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 descr=""/>
          <p:cNvSpPr/>
          <p:nvPr/>
        </p:nvSpPr>
        <p:spPr>
          <a:xfrm>
            <a:off x="13436448" y="5148579"/>
            <a:ext cx="119380" cy="152400"/>
          </a:xfrm>
          <a:custGeom>
            <a:avLst/>
            <a:gdLst/>
            <a:ahLst/>
            <a:cxnLst/>
            <a:rect l="l" t="t" r="r" b="b"/>
            <a:pathLst>
              <a:path w="119380" h="152400">
                <a:moveTo>
                  <a:pt x="118821" y="0"/>
                </a:moveTo>
                <a:lnTo>
                  <a:pt x="99745" y="0"/>
                </a:lnTo>
                <a:lnTo>
                  <a:pt x="99745" y="68580"/>
                </a:lnTo>
                <a:lnTo>
                  <a:pt x="18935" y="68580"/>
                </a:lnTo>
                <a:lnTo>
                  <a:pt x="18935" y="0"/>
                </a:lnTo>
                <a:lnTo>
                  <a:pt x="0" y="0"/>
                </a:lnTo>
                <a:lnTo>
                  <a:pt x="0" y="68580"/>
                </a:lnTo>
                <a:lnTo>
                  <a:pt x="0" y="85090"/>
                </a:lnTo>
                <a:lnTo>
                  <a:pt x="99745" y="85090"/>
                </a:lnTo>
                <a:lnTo>
                  <a:pt x="99745" y="152400"/>
                </a:lnTo>
                <a:lnTo>
                  <a:pt x="118821" y="152400"/>
                </a:lnTo>
                <a:lnTo>
                  <a:pt x="118821" y="85090"/>
                </a:lnTo>
                <a:lnTo>
                  <a:pt x="118821" y="68580"/>
                </a:lnTo>
                <a:lnTo>
                  <a:pt x="1188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6" name="object 176" descr=""/>
          <p:cNvGrpSpPr/>
          <p:nvPr/>
        </p:nvGrpSpPr>
        <p:grpSpPr>
          <a:xfrm>
            <a:off x="13580626" y="5146604"/>
            <a:ext cx="473075" cy="157480"/>
            <a:chOff x="13580626" y="5146604"/>
            <a:chExt cx="473075" cy="157480"/>
          </a:xfrm>
        </p:grpSpPr>
        <p:sp>
          <p:nvSpPr>
            <p:cNvPr id="177" name="object 177" descr=""/>
            <p:cNvSpPr/>
            <p:nvPr/>
          </p:nvSpPr>
          <p:spPr>
            <a:xfrm>
              <a:off x="13580618" y="5148579"/>
              <a:ext cx="159385" cy="153035"/>
            </a:xfrm>
            <a:custGeom>
              <a:avLst/>
              <a:gdLst/>
              <a:ahLst/>
              <a:cxnLst/>
              <a:rect l="l" t="t" r="r" b="b"/>
              <a:pathLst>
                <a:path w="159384" h="153035">
                  <a:moveTo>
                    <a:pt x="11496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48018" y="16510"/>
                  </a:lnTo>
                  <a:lnTo>
                    <a:pt x="48018" y="152400"/>
                  </a:lnTo>
                  <a:lnTo>
                    <a:pt x="67094" y="152400"/>
                  </a:lnTo>
                  <a:lnTo>
                    <a:pt x="67094" y="16510"/>
                  </a:lnTo>
                  <a:lnTo>
                    <a:pt x="114960" y="16510"/>
                  </a:lnTo>
                  <a:lnTo>
                    <a:pt x="114960" y="0"/>
                  </a:lnTo>
                  <a:close/>
                </a:path>
                <a:path w="159384" h="153035">
                  <a:moveTo>
                    <a:pt x="159245" y="114"/>
                  </a:moveTo>
                  <a:lnTo>
                    <a:pt x="140309" y="114"/>
                  </a:lnTo>
                  <a:lnTo>
                    <a:pt x="140309" y="152793"/>
                  </a:lnTo>
                  <a:lnTo>
                    <a:pt x="159245" y="152793"/>
                  </a:lnTo>
                  <a:lnTo>
                    <a:pt x="159245" y="1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773560" y="5148691"/>
              <a:ext cx="121217" cy="152677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3922509" y="5146604"/>
              <a:ext cx="130610" cy="156851"/>
            </a:xfrm>
            <a:prstGeom prst="rect">
              <a:avLst/>
            </a:prstGeom>
          </p:spPr>
        </p:pic>
      </p:grpSp>
      <p:grpSp>
        <p:nvGrpSpPr>
          <p:cNvPr id="180" name="object 180" descr=""/>
          <p:cNvGrpSpPr/>
          <p:nvPr/>
        </p:nvGrpSpPr>
        <p:grpSpPr>
          <a:xfrm>
            <a:off x="9686568" y="7055672"/>
            <a:ext cx="1548130" cy="147955"/>
            <a:chOff x="9686568" y="7055672"/>
            <a:chExt cx="1548130" cy="147955"/>
          </a:xfrm>
        </p:grpSpPr>
        <p:pic>
          <p:nvPicPr>
            <p:cNvPr id="181" name="object 181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686568" y="7055672"/>
              <a:ext cx="93457" cy="145660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802759" y="7055672"/>
              <a:ext cx="100475" cy="147625"/>
            </a:xfrm>
            <a:prstGeom prst="rect">
              <a:avLst/>
            </a:prstGeom>
          </p:spPr>
        </p:pic>
        <p:sp>
          <p:nvSpPr>
            <p:cNvPr id="183" name="object 183" descr=""/>
            <p:cNvSpPr/>
            <p:nvPr/>
          </p:nvSpPr>
          <p:spPr>
            <a:xfrm>
              <a:off x="9924003" y="7057637"/>
              <a:ext cx="53975" cy="144145"/>
            </a:xfrm>
            <a:custGeom>
              <a:avLst/>
              <a:gdLst/>
              <a:ahLst/>
              <a:cxnLst/>
              <a:rect l="l" t="t" r="r" b="b"/>
              <a:pathLst>
                <a:path w="53975" h="144145">
                  <a:moveTo>
                    <a:pt x="53745" y="0"/>
                  </a:moveTo>
                  <a:lnTo>
                    <a:pt x="35783" y="0"/>
                  </a:lnTo>
                  <a:lnTo>
                    <a:pt x="0" y="23855"/>
                  </a:lnTo>
                  <a:lnTo>
                    <a:pt x="0" y="41817"/>
                  </a:lnTo>
                  <a:lnTo>
                    <a:pt x="34940" y="18663"/>
                  </a:lnTo>
                  <a:lnTo>
                    <a:pt x="35783" y="18663"/>
                  </a:lnTo>
                  <a:lnTo>
                    <a:pt x="35783" y="143695"/>
                  </a:lnTo>
                  <a:lnTo>
                    <a:pt x="53745" y="143695"/>
                  </a:lnTo>
                  <a:lnTo>
                    <a:pt x="53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0016198" y="7057637"/>
              <a:ext cx="96265" cy="145660"/>
            </a:xfrm>
            <a:prstGeom prst="rect">
              <a:avLst/>
            </a:prstGeom>
          </p:spPr>
        </p:pic>
        <p:sp>
          <p:nvSpPr>
            <p:cNvPr id="185" name="object 185" descr=""/>
            <p:cNvSpPr/>
            <p:nvPr/>
          </p:nvSpPr>
          <p:spPr>
            <a:xfrm>
              <a:off x="10136740" y="7176915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4">
                  <a:moveTo>
                    <a:pt x="19926" y="0"/>
                  </a:moveTo>
                  <a:lnTo>
                    <a:pt x="5893" y="0"/>
                  </a:lnTo>
                  <a:lnTo>
                    <a:pt x="0" y="5753"/>
                  </a:lnTo>
                  <a:lnTo>
                    <a:pt x="140" y="12769"/>
                  </a:lnTo>
                  <a:lnTo>
                    <a:pt x="0" y="19786"/>
                  </a:lnTo>
                  <a:lnTo>
                    <a:pt x="5893" y="25539"/>
                  </a:lnTo>
                  <a:lnTo>
                    <a:pt x="12909" y="25539"/>
                  </a:lnTo>
                  <a:lnTo>
                    <a:pt x="19926" y="25539"/>
                  </a:lnTo>
                  <a:lnTo>
                    <a:pt x="25679" y="19786"/>
                  </a:lnTo>
                  <a:lnTo>
                    <a:pt x="25679" y="5753"/>
                  </a:lnTo>
                  <a:lnTo>
                    <a:pt x="19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185715" y="7055672"/>
              <a:ext cx="100474" cy="147625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0309484" y="7055672"/>
              <a:ext cx="100053" cy="147625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10436481" y="7111382"/>
              <a:ext cx="98425" cy="36830"/>
            </a:xfrm>
            <a:custGeom>
              <a:avLst/>
              <a:gdLst/>
              <a:ahLst/>
              <a:cxnLst/>
              <a:rect l="l" t="t" r="r" b="b"/>
              <a:pathLst>
                <a:path w="98425" h="36829">
                  <a:moveTo>
                    <a:pt x="27784" y="0"/>
                  </a:moveTo>
                  <a:lnTo>
                    <a:pt x="17286" y="1791"/>
                  </a:lnTo>
                  <a:lnTo>
                    <a:pt x="8314" y="7489"/>
                  </a:lnTo>
                  <a:lnTo>
                    <a:pt x="2131" y="17582"/>
                  </a:lnTo>
                  <a:lnTo>
                    <a:pt x="0" y="32556"/>
                  </a:lnTo>
                  <a:lnTo>
                    <a:pt x="15435" y="32556"/>
                  </a:lnTo>
                  <a:lnTo>
                    <a:pt x="15154" y="20347"/>
                  </a:lnTo>
                  <a:lnTo>
                    <a:pt x="20768" y="15435"/>
                  </a:lnTo>
                  <a:lnTo>
                    <a:pt x="33257" y="15435"/>
                  </a:lnTo>
                  <a:lnTo>
                    <a:pt x="36485" y="17681"/>
                  </a:lnTo>
                  <a:lnTo>
                    <a:pt x="43361" y="23574"/>
                  </a:lnTo>
                  <a:lnTo>
                    <a:pt x="50506" y="29381"/>
                  </a:lnTo>
                  <a:lnTo>
                    <a:pt x="56955" y="33398"/>
                  </a:lnTo>
                  <a:lnTo>
                    <a:pt x="63272" y="35730"/>
                  </a:lnTo>
                  <a:lnTo>
                    <a:pt x="70023" y="36485"/>
                  </a:lnTo>
                  <a:lnTo>
                    <a:pt x="80543" y="34671"/>
                  </a:lnTo>
                  <a:lnTo>
                    <a:pt x="89564" y="28925"/>
                  </a:lnTo>
                  <a:lnTo>
                    <a:pt x="95795" y="18784"/>
                  </a:lnTo>
                  <a:lnTo>
                    <a:pt x="97948" y="3788"/>
                  </a:lnTo>
                  <a:lnTo>
                    <a:pt x="82371" y="3788"/>
                  </a:lnTo>
                  <a:lnTo>
                    <a:pt x="82653" y="15015"/>
                  </a:lnTo>
                  <a:lnTo>
                    <a:pt x="77460" y="20908"/>
                  </a:lnTo>
                  <a:lnTo>
                    <a:pt x="64550" y="20908"/>
                  </a:lnTo>
                  <a:lnTo>
                    <a:pt x="61322" y="18663"/>
                  </a:lnTo>
                  <a:lnTo>
                    <a:pt x="54446" y="12769"/>
                  </a:lnTo>
                  <a:lnTo>
                    <a:pt x="47301" y="7044"/>
                  </a:lnTo>
                  <a:lnTo>
                    <a:pt x="40852" y="3069"/>
                  </a:lnTo>
                  <a:lnTo>
                    <a:pt x="34535" y="752"/>
                  </a:lnTo>
                  <a:lnTo>
                    <a:pt x="27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0562495" y="7055672"/>
              <a:ext cx="93458" cy="145660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678687" y="7055672"/>
              <a:ext cx="100474" cy="147625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0802736" y="7055672"/>
              <a:ext cx="93458" cy="145660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10919206" y="7057644"/>
              <a:ext cx="117475" cy="145415"/>
            </a:xfrm>
            <a:custGeom>
              <a:avLst/>
              <a:gdLst/>
              <a:ahLst/>
              <a:cxnLst/>
              <a:rect l="l" t="t" r="r" b="b"/>
              <a:pathLst>
                <a:path w="117475" h="145415">
                  <a:moveTo>
                    <a:pt x="53746" y="0"/>
                  </a:moveTo>
                  <a:lnTo>
                    <a:pt x="35775" y="0"/>
                  </a:lnTo>
                  <a:lnTo>
                    <a:pt x="0" y="23850"/>
                  </a:lnTo>
                  <a:lnTo>
                    <a:pt x="0" y="41821"/>
                  </a:lnTo>
                  <a:lnTo>
                    <a:pt x="34937" y="18669"/>
                  </a:lnTo>
                  <a:lnTo>
                    <a:pt x="35775" y="18669"/>
                  </a:lnTo>
                  <a:lnTo>
                    <a:pt x="35775" y="143700"/>
                  </a:lnTo>
                  <a:lnTo>
                    <a:pt x="53746" y="143700"/>
                  </a:lnTo>
                  <a:lnTo>
                    <a:pt x="53746" y="0"/>
                  </a:lnTo>
                  <a:close/>
                </a:path>
                <a:path w="117475" h="145415">
                  <a:moveTo>
                    <a:pt x="117170" y="125031"/>
                  </a:moveTo>
                  <a:lnTo>
                    <a:pt x="111417" y="119278"/>
                  </a:lnTo>
                  <a:lnTo>
                    <a:pt x="97383" y="119278"/>
                  </a:lnTo>
                  <a:lnTo>
                    <a:pt x="91490" y="125031"/>
                  </a:lnTo>
                  <a:lnTo>
                    <a:pt x="91630" y="132041"/>
                  </a:lnTo>
                  <a:lnTo>
                    <a:pt x="91490" y="139065"/>
                  </a:lnTo>
                  <a:lnTo>
                    <a:pt x="97383" y="144818"/>
                  </a:lnTo>
                  <a:lnTo>
                    <a:pt x="104406" y="144818"/>
                  </a:lnTo>
                  <a:lnTo>
                    <a:pt x="111417" y="144818"/>
                  </a:lnTo>
                  <a:lnTo>
                    <a:pt x="117170" y="139065"/>
                  </a:lnTo>
                  <a:lnTo>
                    <a:pt x="117170" y="125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059677" y="7055672"/>
              <a:ext cx="100475" cy="147625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11180920" y="7057637"/>
              <a:ext cx="53975" cy="144145"/>
            </a:xfrm>
            <a:custGeom>
              <a:avLst/>
              <a:gdLst/>
              <a:ahLst/>
              <a:cxnLst/>
              <a:rect l="l" t="t" r="r" b="b"/>
              <a:pathLst>
                <a:path w="53975" h="144145">
                  <a:moveTo>
                    <a:pt x="53745" y="0"/>
                  </a:moveTo>
                  <a:lnTo>
                    <a:pt x="35783" y="0"/>
                  </a:lnTo>
                  <a:lnTo>
                    <a:pt x="0" y="23855"/>
                  </a:lnTo>
                  <a:lnTo>
                    <a:pt x="0" y="41817"/>
                  </a:lnTo>
                  <a:lnTo>
                    <a:pt x="34941" y="18663"/>
                  </a:lnTo>
                  <a:lnTo>
                    <a:pt x="35783" y="18663"/>
                  </a:lnTo>
                  <a:lnTo>
                    <a:pt x="35783" y="143695"/>
                  </a:lnTo>
                  <a:lnTo>
                    <a:pt x="53745" y="143695"/>
                  </a:lnTo>
                  <a:lnTo>
                    <a:pt x="53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5" name="object 195" descr=""/>
          <p:cNvGrpSpPr/>
          <p:nvPr/>
        </p:nvGrpSpPr>
        <p:grpSpPr>
          <a:xfrm>
            <a:off x="9668857" y="7507499"/>
            <a:ext cx="1584325" cy="147955"/>
            <a:chOff x="9668857" y="7507499"/>
            <a:chExt cx="1584325" cy="147955"/>
          </a:xfrm>
        </p:grpSpPr>
        <p:pic>
          <p:nvPicPr>
            <p:cNvPr id="196" name="object 196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668857" y="7507499"/>
              <a:ext cx="93457" cy="145660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785049" y="7507499"/>
              <a:ext cx="100475" cy="147624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9909099" y="7507499"/>
              <a:ext cx="93458" cy="145660"/>
            </a:xfrm>
            <a:prstGeom prst="rect">
              <a:avLst/>
            </a:prstGeom>
          </p:spPr>
        </p:pic>
        <p:sp>
          <p:nvSpPr>
            <p:cNvPr id="199" name="object 199" descr=""/>
            <p:cNvSpPr/>
            <p:nvPr/>
          </p:nvSpPr>
          <p:spPr>
            <a:xfrm>
              <a:off x="10025570" y="7509471"/>
              <a:ext cx="117475" cy="145415"/>
            </a:xfrm>
            <a:custGeom>
              <a:avLst/>
              <a:gdLst/>
              <a:ahLst/>
              <a:cxnLst/>
              <a:rect l="l" t="t" r="r" b="b"/>
              <a:pathLst>
                <a:path w="117475" h="145415">
                  <a:moveTo>
                    <a:pt x="53746" y="0"/>
                  </a:moveTo>
                  <a:lnTo>
                    <a:pt x="35775" y="0"/>
                  </a:lnTo>
                  <a:lnTo>
                    <a:pt x="0" y="23850"/>
                  </a:lnTo>
                  <a:lnTo>
                    <a:pt x="0" y="41821"/>
                  </a:lnTo>
                  <a:lnTo>
                    <a:pt x="34937" y="18669"/>
                  </a:lnTo>
                  <a:lnTo>
                    <a:pt x="35775" y="18669"/>
                  </a:lnTo>
                  <a:lnTo>
                    <a:pt x="35775" y="143700"/>
                  </a:lnTo>
                  <a:lnTo>
                    <a:pt x="53746" y="143700"/>
                  </a:lnTo>
                  <a:lnTo>
                    <a:pt x="53746" y="0"/>
                  </a:lnTo>
                  <a:close/>
                </a:path>
                <a:path w="117475" h="145415">
                  <a:moveTo>
                    <a:pt x="117170" y="125031"/>
                  </a:moveTo>
                  <a:lnTo>
                    <a:pt x="111417" y="119278"/>
                  </a:lnTo>
                  <a:lnTo>
                    <a:pt x="97383" y="119278"/>
                  </a:lnTo>
                  <a:lnTo>
                    <a:pt x="91490" y="125031"/>
                  </a:lnTo>
                  <a:lnTo>
                    <a:pt x="91630" y="132041"/>
                  </a:lnTo>
                  <a:lnTo>
                    <a:pt x="91490" y="139065"/>
                  </a:lnTo>
                  <a:lnTo>
                    <a:pt x="97383" y="144818"/>
                  </a:lnTo>
                  <a:lnTo>
                    <a:pt x="104394" y="144818"/>
                  </a:lnTo>
                  <a:lnTo>
                    <a:pt x="111417" y="144818"/>
                  </a:lnTo>
                  <a:lnTo>
                    <a:pt x="117170" y="139065"/>
                  </a:lnTo>
                  <a:lnTo>
                    <a:pt x="117170" y="125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166040" y="7507499"/>
              <a:ext cx="100475" cy="147624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0289808" y="7507499"/>
              <a:ext cx="100054" cy="147624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10416805" y="7563210"/>
              <a:ext cx="98425" cy="36830"/>
            </a:xfrm>
            <a:custGeom>
              <a:avLst/>
              <a:gdLst/>
              <a:ahLst/>
              <a:cxnLst/>
              <a:rect l="l" t="t" r="r" b="b"/>
              <a:pathLst>
                <a:path w="98425" h="36829">
                  <a:moveTo>
                    <a:pt x="27784" y="0"/>
                  </a:moveTo>
                  <a:lnTo>
                    <a:pt x="17286" y="1791"/>
                  </a:lnTo>
                  <a:lnTo>
                    <a:pt x="8314" y="7489"/>
                  </a:lnTo>
                  <a:lnTo>
                    <a:pt x="2131" y="17582"/>
                  </a:lnTo>
                  <a:lnTo>
                    <a:pt x="0" y="32556"/>
                  </a:lnTo>
                  <a:lnTo>
                    <a:pt x="15436" y="32556"/>
                  </a:lnTo>
                  <a:lnTo>
                    <a:pt x="15154" y="20347"/>
                  </a:lnTo>
                  <a:lnTo>
                    <a:pt x="20768" y="15436"/>
                  </a:lnTo>
                  <a:lnTo>
                    <a:pt x="33257" y="15436"/>
                  </a:lnTo>
                  <a:lnTo>
                    <a:pt x="36484" y="17681"/>
                  </a:lnTo>
                  <a:lnTo>
                    <a:pt x="43361" y="23575"/>
                  </a:lnTo>
                  <a:lnTo>
                    <a:pt x="50506" y="29381"/>
                  </a:lnTo>
                  <a:lnTo>
                    <a:pt x="56955" y="33398"/>
                  </a:lnTo>
                  <a:lnTo>
                    <a:pt x="63272" y="35731"/>
                  </a:lnTo>
                  <a:lnTo>
                    <a:pt x="70023" y="36485"/>
                  </a:lnTo>
                  <a:lnTo>
                    <a:pt x="80543" y="34672"/>
                  </a:lnTo>
                  <a:lnTo>
                    <a:pt x="89564" y="28925"/>
                  </a:lnTo>
                  <a:lnTo>
                    <a:pt x="95795" y="18784"/>
                  </a:lnTo>
                  <a:lnTo>
                    <a:pt x="97948" y="3788"/>
                  </a:lnTo>
                  <a:lnTo>
                    <a:pt x="82372" y="3788"/>
                  </a:lnTo>
                  <a:lnTo>
                    <a:pt x="82653" y="15015"/>
                  </a:lnTo>
                  <a:lnTo>
                    <a:pt x="77461" y="20908"/>
                  </a:lnTo>
                  <a:lnTo>
                    <a:pt x="64550" y="20908"/>
                  </a:lnTo>
                  <a:lnTo>
                    <a:pt x="61322" y="18663"/>
                  </a:lnTo>
                  <a:lnTo>
                    <a:pt x="54446" y="12769"/>
                  </a:lnTo>
                  <a:lnTo>
                    <a:pt x="47301" y="7044"/>
                  </a:lnTo>
                  <a:lnTo>
                    <a:pt x="40852" y="3069"/>
                  </a:lnTo>
                  <a:lnTo>
                    <a:pt x="34535" y="752"/>
                  </a:lnTo>
                  <a:lnTo>
                    <a:pt x="27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542820" y="7507499"/>
              <a:ext cx="93458" cy="145660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659012" y="7507499"/>
              <a:ext cx="100475" cy="147624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0783061" y="7507499"/>
              <a:ext cx="93459" cy="145660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0898973" y="7509464"/>
              <a:ext cx="106788" cy="143695"/>
            </a:xfrm>
            <a:prstGeom prst="rect">
              <a:avLst/>
            </a:prstGeom>
          </p:spPr>
        </p:pic>
        <p:sp>
          <p:nvSpPr>
            <p:cNvPr id="207" name="object 207" descr=""/>
            <p:cNvSpPr/>
            <p:nvPr/>
          </p:nvSpPr>
          <p:spPr>
            <a:xfrm>
              <a:off x="11028635" y="7628743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4">
                  <a:moveTo>
                    <a:pt x="19926" y="0"/>
                  </a:moveTo>
                  <a:lnTo>
                    <a:pt x="5893" y="0"/>
                  </a:lnTo>
                  <a:lnTo>
                    <a:pt x="0" y="5753"/>
                  </a:lnTo>
                  <a:lnTo>
                    <a:pt x="140" y="12769"/>
                  </a:lnTo>
                  <a:lnTo>
                    <a:pt x="0" y="19785"/>
                  </a:lnTo>
                  <a:lnTo>
                    <a:pt x="5893" y="25539"/>
                  </a:lnTo>
                  <a:lnTo>
                    <a:pt x="12909" y="25539"/>
                  </a:lnTo>
                  <a:lnTo>
                    <a:pt x="19926" y="25539"/>
                  </a:lnTo>
                  <a:lnTo>
                    <a:pt x="25679" y="19785"/>
                  </a:lnTo>
                  <a:lnTo>
                    <a:pt x="25679" y="5753"/>
                  </a:lnTo>
                  <a:lnTo>
                    <a:pt x="19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077609" y="7507499"/>
              <a:ext cx="100475" cy="147624"/>
            </a:xfrm>
            <a:prstGeom prst="rect">
              <a:avLst/>
            </a:prstGeom>
          </p:spPr>
        </p:pic>
        <p:sp>
          <p:nvSpPr>
            <p:cNvPr id="209" name="object 209" descr=""/>
            <p:cNvSpPr/>
            <p:nvPr/>
          </p:nvSpPr>
          <p:spPr>
            <a:xfrm>
              <a:off x="11198853" y="7509464"/>
              <a:ext cx="53975" cy="144145"/>
            </a:xfrm>
            <a:custGeom>
              <a:avLst/>
              <a:gdLst/>
              <a:ahLst/>
              <a:cxnLst/>
              <a:rect l="l" t="t" r="r" b="b"/>
              <a:pathLst>
                <a:path w="53975" h="144145">
                  <a:moveTo>
                    <a:pt x="53745" y="0"/>
                  </a:moveTo>
                  <a:lnTo>
                    <a:pt x="35783" y="0"/>
                  </a:lnTo>
                  <a:lnTo>
                    <a:pt x="0" y="23855"/>
                  </a:lnTo>
                  <a:lnTo>
                    <a:pt x="0" y="41817"/>
                  </a:lnTo>
                  <a:lnTo>
                    <a:pt x="34941" y="18663"/>
                  </a:lnTo>
                  <a:lnTo>
                    <a:pt x="35783" y="18663"/>
                  </a:lnTo>
                  <a:lnTo>
                    <a:pt x="35783" y="143695"/>
                  </a:lnTo>
                  <a:lnTo>
                    <a:pt x="53745" y="143695"/>
                  </a:lnTo>
                  <a:lnTo>
                    <a:pt x="53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0" name="object 210" descr=""/>
          <p:cNvGrpSpPr/>
          <p:nvPr/>
        </p:nvGrpSpPr>
        <p:grpSpPr>
          <a:xfrm>
            <a:off x="9666178" y="7936455"/>
            <a:ext cx="1570990" cy="147955"/>
            <a:chOff x="9666178" y="7936455"/>
            <a:chExt cx="1570990" cy="147955"/>
          </a:xfrm>
        </p:grpSpPr>
        <p:pic>
          <p:nvPicPr>
            <p:cNvPr id="211" name="object 211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9666178" y="7936455"/>
              <a:ext cx="93458" cy="145660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782369" y="7936455"/>
              <a:ext cx="100475" cy="147625"/>
            </a:xfrm>
            <a:prstGeom prst="rect">
              <a:avLst/>
            </a:prstGeom>
          </p:spPr>
        </p:pic>
        <p:pic>
          <p:nvPicPr>
            <p:cNvPr id="213" name="object 213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906419" y="7936455"/>
              <a:ext cx="93458" cy="145660"/>
            </a:xfrm>
            <a:prstGeom prst="rect">
              <a:avLst/>
            </a:prstGeom>
          </p:spPr>
        </p:pic>
        <p:pic>
          <p:nvPicPr>
            <p:cNvPr id="214" name="object 214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0022330" y="7938419"/>
              <a:ext cx="106790" cy="143695"/>
            </a:xfrm>
            <a:prstGeom prst="rect">
              <a:avLst/>
            </a:prstGeom>
          </p:spPr>
        </p:pic>
        <p:sp>
          <p:nvSpPr>
            <p:cNvPr id="215" name="object 215" descr=""/>
            <p:cNvSpPr/>
            <p:nvPr/>
          </p:nvSpPr>
          <p:spPr>
            <a:xfrm>
              <a:off x="10151993" y="8057698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4">
                  <a:moveTo>
                    <a:pt x="19926" y="0"/>
                  </a:moveTo>
                  <a:lnTo>
                    <a:pt x="5893" y="0"/>
                  </a:lnTo>
                  <a:lnTo>
                    <a:pt x="0" y="5753"/>
                  </a:lnTo>
                  <a:lnTo>
                    <a:pt x="140" y="12769"/>
                  </a:lnTo>
                  <a:lnTo>
                    <a:pt x="0" y="19786"/>
                  </a:lnTo>
                  <a:lnTo>
                    <a:pt x="5893" y="25539"/>
                  </a:lnTo>
                  <a:lnTo>
                    <a:pt x="12910" y="25539"/>
                  </a:lnTo>
                  <a:lnTo>
                    <a:pt x="19926" y="25539"/>
                  </a:lnTo>
                  <a:lnTo>
                    <a:pt x="25681" y="19786"/>
                  </a:lnTo>
                  <a:lnTo>
                    <a:pt x="25681" y="5753"/>
                  </a:lnTo>
                  <a:lnTo>
                    <a:pt x="19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200968" y="7936455"/>
              <a:ext cx="100475" cy="147625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10322205" y="7938427"/>
              <a:ext cx="191770" cy="144145"/>
            </a:xfrm>
            <a:custGeom>
              <a:avLst/>
              <a:gdLst/>
              <a:ahLst/>
              <a:cxnLst/>
              <a:rect l="l" t="t" r="r" b="b"/>
              <a:pathLst>
                <a:path w="191770" h="144145">
                  <a:moveTo>
                    <a:pt x="53746" y="0"/>
                  </a:moveTo>
                  <a:lnTo>
                    <a:pt x="35788" y="0"/>
                  </a:lnTo>
                  <a:lnTo>
                    <a:pt x="0" y="23850"/>
                  </a:lnTo>
                  <a:lnTo>
                    <a:pt x="0" y="41821"/>
                  </a:lnTo>
                  <a:lnTo>
                    <a:pt x="34937" y="18656"/>
                  </a:lnTo>
                  <a:lnTo>
                    <a:pt x="35788" y="18656"/>
                  </a:lnTo>
                  <a:lnTo>
                    <a:pt x="35788" y="143700"/>
                  </a:lnTo>
                  <a:lnTo>
                    <a:pt x="53746" y="143700"/>
                  </a:lnTo>
                  <a:lnTo>
                    <a:pt x="53746" y="0"/>
                  </a:lnTo>
                  <a:close/>
                </a:path>
                <a:path w="191770" h="144145">
                  <a:moveTo>
                    <a:pt x="191262" y="57531"/>
                  </a:moveTo>
                  <a:lnTo>
                    <a:pt x="175691" y="57531"/>
                  </a:lnTo>
                  <a:lnTo>
                    <a:pt x="175971" y="68757"/>
                  </a:lnTo>
                  <a:lnTo>
                    <a:pt x="170776" y="74650"/>
                  </a:lnTo>
                  <a:lnTo>
                    <a:pt x="157873" y="74650"/>
                  </a:lnTo>
                  <a:lnTo>
                    <a:pt x="154647" y="72402"/>
                  </a:lnTo>
                  <a:lnTo>
                    <a:pt x="147764" y="66509"/>
                  </a:lnTo>
                  <a:lnTo>
                    <a:pt x="140614" y="60794"/>
                  </a:lnTo>
                  <a:lnTo>
                    <a:pt x="134175" y="56819"/>
                  </a:lnTo>
                  <a:lnTo>
                    <a:pt x="127850" y="54495"/>
                  </a:lnTo>
                  <a:lnTo>
                    <a:pt x="121107" y="53746"/>
                  </a:lnTo>
                  <a:lnTo>
                    <a:pt x="110604" y="55537"/>
                  </a:lnTo>
                  <a:lnTo>
                    <a:pt x="101638" y="61239"/>
                  </a:lnTo>
                  <a:lnTo>
                    <a:pt x="95453" y="71323"/>
                  </a:lnTo>
                  <a:lnTo>
                    <a:pt x="93319" y="86296"/>
                  </a:lnTo>
                  <a:lnTo>
                    <a:pt x="108750" y="86296"/>
                  </a:lnTo>
                  <a:lnTo>
                    <a:pt x="108470" y="74091"/>
                  </a:lnTo>
                  <a:lnTo>
                    <a:pt x="114084" y="69176"/>
                  </a:lnTo>
                  <a:lnTo>
                    <a:pt x="126580" y="69176"/>
                  </a:lnTo>
                  <a:lnTo>
                    <a:pt x="129806" y="71424"/>
                  </a:lnTo>
                  <a:lnTo>
                    <a:pt x="136677" y="77317"/>
                  </a:lnTo>
                  <a:lnTo>
                    <a:pt x="143827" y="83121"/>
                  </a:lnTo>
                  <a:lnTo>
                    <a:pt x="150279" y="87147"/>
                  </a:lnTo>
                  <a:lnTo>
                    <a:pt x="156591" y="89471"/>
                  </a:lnTo>
                  <a:lnTo>
                    <a:pt x="163347" y="90233"/>
                  </a:lnTo>
                  <a:lnTo>
                    <a:pt x="173863" y="88417"/>
                  </a:lnTo>
                  <a:lnTo>
                    <a:pt x="182880" y="82664"/>
                  </a:lnTo>
                  <a:lnTo>
                    <a:pt x="189115" y="72529"/>
                  </a:lnTo>
                  <a:lnTo>
                    <a:pt x="191262" y="57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0541543" y="7936455"/>
              <a:ext cx="93458" cy="145660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657735" y="7936455"/>
              <a:ext cx="100475" cy="147625"/>
            </a:xfrm>
            <a:prstGeom prst="rect">
              <a:avLst/>
            </a:prstGeom>
          </p:spPr>
        </p:pic>
        <p:pic>
          <p:nvPicPr>
            <p:cNvPr id="220" name="object 220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0781786" y="7936455"/>
              <a:ext cx="93458" cy="145660"/>
            </a:xfrm>
            <a:prstGeom prst="rect">
              <a:avLst/>
            </a:prstGeom>
          </p:spPr>
        </p:pic>
        <p:pic>
          <p:nvPicPr>
            <p:cNvPr id="221" name="object 221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0895731" y="7938419"/>
              <a:ext cx="94440" cy="143695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11012765" y="8057698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4">
                  <a:moveTo>
                    <a:pt x="19926" y="0"/>
                  </a:moveTo>
                  <a:lnTo>
                    <a:pt x="5893" y="0"/>
                  </a:lnTo>
                  <a:lnTo>
                    <a:pt x="0" y="5753"/>
                  </a:lnTo>
                  <a:lnTo>
                    <a:pt x="140" y="12769"/>
                  </a:lnTo>
                  <a:lnTo>
                    <a:pt x="0" y="19786"/>
                  </a:lnTo>
                  <a:lnTo>
                    <a:pt x="5893" y="25539"/>
                  </a:lnTo>
                  <a:lnTo>
                    <a:pt x="12910" y="25539"/>
                  </a:lnTo>
                  <a:lnTo>
                    <a:pt x="19926" y="25539"/>
                  </a:lnTo>
                  <a:lnTo>
                    <a:pt x="25681" y="19786"/>
                  </a:lnTo>
                  <a:lnTo>
                    <a:pt x="25681" y="5753"/>
                  </a:lnTo>
                  <a:lnTo>
                    <a:pt x="19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3" name="object 22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061740" y="7936455"/>
              <a:ext cx="100475" cy="147625"/>
            </a:xfrm>
            <a:prstGeom prst="rect">
              <a:avLst/>
            </a:prstGeom>
          </p:spPr>
        </p:pic>
        <p:sp>
          <p:nvSpPr>
            <p:cNvPr id="224" name="object 224" descr=""/>
            <p:cNvSpPr/>
            <p:nvPr/>
          </p:nvSpPr>
          <p:spPr>
            <a:xfrm>
              <a:off x="11182983" y="7938419"/>
              <a:ext cx="53975" cy="144145"/>
            </a:xfrm>
            <a:custGeom>
              <a:avLst/>
              <a:gdLst/>
              <a:ahLst/>
              <a:cxnLst/>
              <a:rect l="l" t="t" r="r" b="b"/>
              <a:pathLst>
                <a:path w="53975" h="144145">
                  <a:moveTo>
                    <a:pt x="53745" y="0"/>
                  </a:moveTo>
                  <a:lnTo>
                    <a:pt x="35782" y="0"/>
                  </a:lnTo>
                  <a:lnTo>
                    <a:pt x="0" y="23855"/>
                  </a:lnTo>
                  <a:lnTo>
                    <a:pt x="0" y="41817"/>
                  </a:lnTo>
                  <a:lnTo>
                    <a:pt x="34940" y="18663"/>
                  </a:lnTo>
                  <a:lnTo>
                    <a:pt x="35782" y="18663"/>
                  </a:lnTo>
                  <a:lnTo>
                    <a:pt x="35782" y="143695"/>
                  </a:lnTo>
                  <a:lnTo>
                    <a:pt x="53745" y="143695"/>
                  </a:lnTo>
                  <a:lnTo>
                    <a:pt x="537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5" name="object 225" descr=""/>
          <p:cNvGrpSpPr/>
          <p:nvPr/>
        </p:nvGrpSpPr>
        <p:grpSpPr>
          <a:xfrm>
            <a:off x="11758393" y="7493061"/>
            <a:ext cx="358775" cy="187325"/>
            <a:chOff x="11758393" y="7493061"/>
            <a:chExt cx="358775" cy="187325"/>
          </a:xfrm>
        </p:grpSpPr>
        <p:pic>
          <p:nvPicPr>
            <p:cNvPr id="226" name="object 226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1758393" y="7493061"/>
              <a:ext cx="152975" cy="186969"/>
            </a:xfrm>
            <a:prstGeom prst="rect">
              <a:avLst/>
            </a:prstGeom>
          </p:spPr>
        </p:pic>
        <p:pic>
          <p:nvPicPr>
            <p:cNvPr id="227" name="object 227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1949985" y="7493210"/>
              <a:ext cx="166989" cy="187118"/>
            </a:xfrm>
            <a:prstGeom prst="rect">
              <a:avLst/>
            </a:prstGeom>
          </p:spPr>
        </p:pic>
      </p:grpSp>
      <p:sp>
        <p:nvSpPr>
          <p:cNvPr id="228" name="object 228" descr=""/>
          <p:cNvSpPr/>
          <p:nvPr/>
        </p:nvSpPr>
        <p:spPr>
          <a:xfrm>
            <a:off x="12182539" y="7492174"/>
            <a:ext cx="544830" cy="188595"/>
          </a:xfrm>
          <a:custGeom>
            <a:avLst/>
            <a:gdLst/>
            <a:ahLst/>
            <a:cxnLst/>
            <a:rect l="l" t="t" r="r" b="b"/>
            <a:pathLst>
              <a:path w="544829" h="188595">
                <a:moveTo>
                  <a:pt x="161328" y="64109"/>
                </a:moveTo>
                <a:lnTo>
                  <a:pt x="137325" y="59182"/>
                </a:lnTo>
                <a:lnTo>
                  <a:pt x="116725" y="50177"/>
                </a:lnTo>
                <a:lnTo>
                  <a:pt x="103263" y="38836"/>
                </a:lnTo>
                <a:lnTo>
                  <a:pt x="102133" y="37896"/>
                </a:lnTo>
                <a:lnTo>
                  <a:pt x="96177" y="23114"/>
                </a:lnTo>
                <a:lnTo>
                  <a:pt x="155511" y="23114"/>
                </a:lnTo>
                <a:lnTo>
                  <a:pt x="155511" y="9690"/>
                </a:lnTo>
                <a:lnTo>
                  <a:pt x="15659" y="9690"/>
                </a:lnTo>
                <a:lnTo>
                  <a:pt x="15659" y="23114"/>
                </a:lnTo>
                <a:lnTo>
                  <a:pt x="74701" y="23114"/>
                </a:lnTo>
                <a:lnTo>
                  <a:pt x="68618" y="37896"/>
                </a:lnTo>
                <a:lnTo>
                  <a:pt x="53936" y="50177"/>
                </a:lnTo>
                <a:lnTo>
                  <a:pt x="33401" y="59182"/>
                </a:lnTo>
                <a:lnTo>
                  <a:pt x="9690" y="64109"/>
                </a:lnTo>
                <a:lnTo>
                  <a:pt x="15659" y="77228"/>
                </a:lnTo>
                <a:lnTo>
                  <a:pt x="38100" y="72567"/>
                </a:lnTo>
                <a:lnTo>
                  <a:pt x="58204" y="64439"/>
                </a:lnTo>
                <a:lnTo>
                  <a:pt x="74498" y="53111"/>
                </a:lnTo>
                <a:lnTo>
                  <a:pt x="85432" y="38836"/>
                </a:lnTo>
                <a:lnTo>
                  <a:pt x="96354" y="53111"/>
                </a:lnTo>
                <a:lnTo>
                  <a:pt x="112636" y="64439"/>
                </a:lnTo>
                <a:lnTo>
                  <a:pt x="132765" y="72567"/>
                </a:lnTo>
                <a:lnTo>
                  <a:pt x="155219" y="77228"/>
                </a:lnTo>
                <a:lnTo>
                  <a:pt x="161328" y="64109"/>
                </a:lnTo>
                <a:close/>
              </a:path>
              <a:path w="544829" h="188595">
                <a:moveTo>
                  <a:pt x="170865" y="88557"/>
                </a:moveTo>
                <a:lnTo>
                  <a:pt x="0" y="88557"/>
                </a:lnTo>
                <a:lnTo>
                  <a:pt x="0" y="102285"/>
                </a:lnTo>
                <a:lnTo>
                  <a:pt x="77089" y="102285"/>
                </a:lnTo>
                <a:lnTo>
                  <a:pt x="77089" y="122262"/>
                </a:lnTo>
                <a:lnTo>
                  <a:pt x="53251" y="125272"/>
                </a:lnTo>
                <a:lnTo>
                  <a:pt x="35496" y="131864"/>
                </a:lnTo>
                <a:lnTo>
                  <a:pt x="24409" y="141846"/>
                </a:lnTo>
                <a:lnTo>
                  <a:pt x="20574" y="155054"/>
                </a:lnTo>
                <a:lnTo>
                  <a:pt x="24980" y="169049"/>
                </a:lnTo>
                <a:lnTo>
                  <a:pt x="37731" y="179349"/>
                </a:lnTo>
                <a:lnTo>
                  <a:pt x="58064" y="185699"/>
                </a:lnTo>
                <a:lnTo>
                  <a:pt x="85293" y="187858"/>
                </a:lnTo>
                <a:lnTo>
                  <a:pt x="112344" y="185699"/>
                </a:lnTo>
                <a:lnTo>
                  <a:pt x="132613" y="179349"/>
                </a:lnTo>
                <a:lnTo>
                  <a:pt x="138125" y="174891"/>
                </a:lnTo>
                <a:lnTo>
                  <a:pt x="145364" y="169049"/>
                </a:lnTo>
                <a:lnTo>
                  <a:pt x="149847" y="155054"/>
                </a:lnTo>
                <a:lnTo>
                  <a:pt x="145948" y="141846"/>
                </a:lnTo>
                <a:lnTo>
                  <a:pt x="138264" y="134937"/>
                </a:lnTo>
                <a:lnTo>
                  <a:pt x="134861" y="131864"/>
                </a:lnTo>
                <a:lnTo>
                  <a:pt x="133299" y="131292"/>
                </a:lnTo>
                <a:lnTo>
                  <a:pt x="133299" y="155054"/>
                </a:lnTo>
                <a:lnTo>
                  <a:pt x="129921" y="163461"/>
                </a:lnTo>
                <a:lnTo>
                  <a:pt x="120421" y="169722"/>
                </a:lnTo>
                <a:lnTo>
                  <a:pt x="105346" y="173621"/>
                </a:lnTo>
                <a:lnTo>
                  <a:pt x="85293" y="174891"/>
                </a:lnTo>
                <a:lnTo>
                  <a:pt x="65151" y="173621"/>
                </a:lnTo>
                <a:lnTo>
                  <a:pt x="50063" y="169722"/>
                </a:lnTo>
                <a:lnTo>
                  <a:pt x="40627" y="163461"/>
                </a:lnTo>
                <a:lnTo>
                  <a:pt x="37426" y="155054"/>
                </a:lnTo>
                <a:lnTo>
                  <a:pt x="40627" y="146596"/>
                </a:lnTo>
                <a:lnTo>
                  <a:pt x="50063" y="140296"/>
                </a:lnTo>
                <a:lnTo>
                  <a:pt x="65151" y="136359"/>
                </a:lnTo>
                <a:lnTo>
                  <a:pt x="85293" y="134937"/>
                </a:lnTo>
                <a:lnTo>
                  <a:pt x="105346" y="136359"/>
                </a:lnTo>
                <a:lnTo>
                  <a:pt x="120421" y="140296"/>
                </a:lnTo>
                <a:lnTo>
                  <a:pt x="129921" y="146596"/>
                </a:lnTo>
                <a:lnTo>
                  <a:pt x="133299" y="155054"/>
                </a:lnTo>
                <a:lnTo>
                  <a:pt x="133299" y="131292"/>
                </a:lnTo>
                <a:lnTo>
                  <a:pt x="117182" y="125272"/>
                </a:lnTo>
                <a:lnTo>
                  <a:pt x="93484" y="122262"/>
                </a:lnTo>
                <a:lnTo>
                  <a:pt x="93484" y="102285"/>
                </a:lnTo>
                <a:lnTo>
                  <a:pt x="170865" y="102285"/>
                </a:lnTo>
                <a:lnTo>
                  <a:pt x="170865" y="88557"/>
                </a:lnTo>
                <a:close/>
              </a:path>
              <a:path w="544829" h="188595">
                <a:moveTo>
                  <a:pt x="288061" y="78130"/>
                </a:moveTo>
                <a:lnTo>
                  <a:pt x="284734" y="64173"/>
                </a:lnTo>
                <a:lnTo>
                  <a:pt x="278625" y="57099"/>
                </a:lnTo>
                <a:lnTo>
                  <a:pt x="275551" y="53543"/>
                </a:lnTo>
                <a:lnTo>
                  <a:pt x="272402" y="52031"/>
                </a:lnTo>
                <a:lnTo>
                  <a:pt x="272402" y="78130"/>
                </a:lnTo>
                <a:lnTo>
                  <a:pt x="270205" y="86626"/>
                </a:lnTo>
                <a:lnTo>
                  <a:pt x="264210" y="93116"/>
                </a:lnTo>
                <a:lnTo>
                  <a:pt x="254965" y="97243"/>
                </a:lnTo>
                <a:lnTo>
                  <a:pt x="243039" y="98704"/>
                </a:lnTo>
                <a:lnTo>
                  <a:pt x="230936" y="97243"/>
                </a:lnTo>
                <a:lnTo>
                  <a:pt x="221640" y="93116"/>
                </a:lnTo>
                <a:lnTo>
                  <a:pt x="215696" y="86626"/>
                </a:lnTo>
                <a:lnTo>
                  <a:pt x="213664" y="78130"/>
                </a:lnTo>
                <a:lnTo>
                  <a:pt x="215696" y="69519"/>
                </a:lnTo>
                <a:lnTo>
                  <a:pt x="221640" y="62915"/>
                </a:lnTo>
                <a:lnTo>
                  <a:pt x="230936" y="58674"/>
                </a:lnTo>
                <a:lnTo>
                  <a:pt x="243039" y="57099"/>
                </a:lnTo>
                <a:lnTo>
                  <a:pt x="254965" y="58674"/>
                </a:lnTo>
                <a:lnTo>
                  <a:pt x="264210" y="62915"/>
                </a:lnTo>
                <a:lnTo>
                  <a:pt x="270205" y="69519"/>
                </a:lnTo>
                <a:lnTo>
                  <a:pt x="272402" y="78130"/>
                </a:lnTo>
                <a:lnTo>
                  <a:pt x="272402" y="52031"/>
                </a:lnTo>
                <a:lnTo>
                  <a:pt x="261366" y="46736"/>
                </a:lnTo>
                <a:lnTo>
                  <a:pt x="243039" y="44284"/>
                </a:lnTo>
                <a:lnTo>
                  <a:pt x="224510" y="46736"/>
                </a:lnTo>
                <a:lnTo>
                  <a:pt x="210210" y="53543"/>
                </a:lnTo>
                <a:lnTo>
                  <a:pt x="201041" y="64173"/>
                </a:lnTo>
                <a:lnTo>
                  <a:pt x="197853" y="78130"/>
                </a:lnTo>
                <a:lnTo>
                  <a:pt x="201041" y="92011"/>
                </a:lnTo>
                <a:lnTo>
                  <a:pt x="210210" y="102628"/>
                </a:lnTo>
                <a:lnTo>
                  <a:pt x="224510" y="109423"/>
                </a:lnTo>
                <a:lnTo>
                  <a:pt x="243039" y="111823"/>
                </a:lnTo>
                <a:lnTo>
                  <a:pt x="261366" y="109423"/>
                </a:lnTo>
                <a:lnTo>
                  <a:pt x="275551" y="102628"/>
                </a:lnTo>
                <a:lnTo>
                  <a:pt x="278955" y="98704"/>
                </a:lnTo>
                <a:lnTo>
                  <a:pt x="284734" y="92011"/>
                </a:lnTo>
                <a:lnTo>
                  <a:pt x="288061" y="78130"/>
                </a:lnTo>
                <a:close/>
              </a:path>
              <a:path w="544829" h="188595">
                <a:moveTo>
                  <a:pt x="298792" y="21018"/>
                </a:moveTo>
                <a:lnTo>
                  <a:pt x="251231" y="21018"/>
                </a:lnTo>
                <a:lnTo>
                  <a:pt x="251231" y="0"/>
                </a:lnTo>
                <a:lnTo>
                  <a:pt x="234835" y="0"/>
                </a:lnTo>
                <a:lnTo>
                  <a:pt x="234835" y="21018"/>
                </a:lnTo>
                <a:lnTo>
                  <a:pt x="187121" y="21018"/>
                </a:lnTo>
                <a:lnTo>
                  <a:pt x="187121" y="34442"/>
                </a:lnTo>
                <a:lnTo>
                  <a:pt x="298792" y="34442"/>
                </a:lnTo>
                <a:lnTo>
                  <a:pt x="298792" y="21018"/>
                </a:lnTo>
                <a:close/>
              </a:path>
              <a:path w="544829" h="188595">
                <a:moveTo>
                  <a:pt x="333235" y="128371"/>
                </a:moveTo>
                <a:lnTo>
                  <a:pt x="210527" y="128371"/>
                </a:lnTo>
                <a:lnTo>
                  <a:pt x="210527" y="141935"/>
                </a:lnTo>
                <a:lnTo>
                  <a:pt x="316687" y="141935"/>
                </a:lnTo>
                <a:lnTo>
                  <a:pt x="316687" y="188315"/>
                </a:lnTo>
                <a:lnTo>
                  <a:pt x="333235" y="188315"/>
                </a:lnTo>
                <a:lnTo>
                  <a:pt x="333235" y="128371"/>
                </a:lnTo>
                <a:close/>
              </a:path>
              <a:path w="544829" h="188595">
                <a:moveTo>
                  <a:pt x="361416" y="52933"/>
                </a:moveTo>
                <a:lnTo>
                  <a:pt x="333235" y="52933"/>
                </a:lnTo>
                <a:lnTo>
                  <a:pt x="333235" y="889"/>
                </a:lnTo>
                <a:lnTo>
                  <a:pt x="316687" y="889"/>
                </a:lnTo>
                <a:lnTo>
                  <a:pt x="316687" y="117932"/>
                </a:lnTo>
                <a:lnTo>
                  <a:pt x="333235" y="117932"/>
                </a:lnTo>
                <a:lnTo>
                  <a:pt x="333235" y="66789"/>
                </a:lnTo>
                <a:lnTo>
                  <a:pt x="361416" y="66789"/>
                </a:lnTo>
                <a:lnTo>
                  <a:pt x="361416" y="52933"/>
                </a:lnTo>
                <a:close/>
              </a:path>
              <a:path w="544829" h="188595">
                <a:moveTo>
                  <a:pt x="523938" y="19824"/>
                </a:moveTo>
                <a:lnTo>
                  <a:pt x="391236" y="19824"/>
                </a:lnTo>
                <a:lnTo>
                  <a:pt x="391236" y="33540"/>
                </a:lnTo>
                <a:lnTo>
                  <a:pt x="507530" y="33540"/>
                </a:lnTo>
                <a:lnTo>
                  <a:pt x="507415" y="58902"/>
                </a:lnTo>
                <a:lnTo>
                  <a:pt x="506717" y="77622"/>
                </a:lnTo>
                <a:lnTo>
                  <a:pt x="504774" y="98463"/>
                </a:lnTo>
                <a:lnTo>
                  <a:pt x="500976" y="121805"/>
                </a:lnTo>
                <a:lnTo>
                  <a:pt x="517232" y="123748"/>
                </a:lnTo>
                <a:lnTo>
                  <a:pt x="521017" y="99428"/>
                </a:lnTo>
                <a:lnTo>
                  <a:pt x="522986" y="78143"/>
                </a:lnTo>
                <a:lnTo>
                  <a:pt x="523748" y="58902"/>
                </a:lnTo>
                <a:lnTo>
                  <a:pt x="523938" y="40703"/>
                </a:lnTo>
                <a:lnTo>
                  <a:pt x="523938" y="19824"/>
                </a:lnTo>
                <a:close/>
              </a:path>
              <a:path w="544829" h="188595">
                <a:moveTo>
                  <a:pt x="544207" y="147904"/>
                </a:moveTo>
                <a:lnTo>
                  <a:pt x="478764" y="147904"/>
                </a:lnTo>
                <a:lnTo>
                  <a:pt x="478764" y="86182"/>
                </a:lnTo>
                <a:lnTo>
                  <a:pt x="462508" y="86182"/>
                </a:lnTo>
                <a:lnTo>
                  <a:pt x="462508" y="147904"/>
                </a:lnTo>
                <a:lnTo>
                  <a:pt x="432244" y="147904"/>
                </a:lnTo>
                <a:lnTo>
                  <a:pt x="432244" y="86182"/>
                </a:lnTo>
                <a:lnTo>
                  <a:pt x="415696" y="86182"/>
                </a:lnTo>
                <a:lnTo>
                  <a:pt x="415696" y="147904"/>
                </a:lnTo>
                <a:lnTo>
                  <a:pt x="373341" y="147904"/>
                </a:lnTo>
                <a:lnTo>
                  <a:pt x="373341" y="161772"/>
                </a:lnTo>
                <a:lnTo>
                  <a:pt x="544207" y="161772"/>
                </a:lnTo>
                <a:lnTo>
                  <a:pt x="544207" y="147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9" name="object 229" descr=""/>
          <p:cNvGrpSpPr/>
          <p:nvPr/>
        </p:nvGrpSpPr>
        <p:grpSpPr>
          <a:xfrm>
            <a:off x="11753324" y="7943583"/>
            <a:ext cx="530860" cy="187960"/>
            <a:chOff x="11753324" y="7943583"/>
            <a:chExt cx="530860" cy="187960"/>
          </a:xfrm>
        </p:grpSpPr>
        <p:pic>
          <p:nvPicPr>
            <p:cNvPr id="230" name="object 230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753324" y="7943583"/>
              <a:ext cx="162666" cy="187416"/>
            </a:xfrm>
            <a:prstGeom prst="rect">
              <a:avLst/>
            </a:prstGeom>
          </p:spPr>
        </p:pic>
        <p:pic>
          <p:nvPicPr>
            <p:cNvPr id="231" name="object 231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1950879" y="7943583"/>
              <a:ext cx="147160" cy="186969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2132780" y="7943732"/>
              <a:ext cx="151335" cy="184733"/>
            </a:xfrm>
            <a:prstGeom prst="rect">
              <a:avLst/>
            </a:prstGeom>
          </p:spPr>
        </p:pic>
      </p:grpSp>
      <p:grpSp>
        <p:nvGrpSpPr>
          <p:cNvPr id="233" name="object 233" descr=""/>
          <p:cNvGrpSpPr/>
          <p:nvPr/>
        </p:nvGrpSpPr>
        <p:grpSpPr>
          <a:xfrm>
            <a:off x="12315128" y="7943583"/>
            <a:ext cx="342900" cy="187960"/>
            <a:chOff x="12315128" y="7943583"/>
            <a:chExt cx="342900" cy="187960"/>
          </a:xfrm>
        </p:grpSpPr>
        <p:sp>
          <p:nvSpPr>
            <p:cNvPr id="234" name="object 234" descr=""/>
            <p:cNvSpPr/>
            <p:nvPr/>
          </p:nvSpPr>
          <p:spPr>
            <a:xfrm>
              <a:off x="12315127" y="7954327"/>
              <a:ext cx="172085" cy="177165"/>
            </a:xfrm>
            <a:custGeom>
              <a:avLst/>
              <a:gdLst/>
              <a:ahLst/>
              <a:cxnLst/>
              <a:rect l="l" t="t" r="r" b="b"/>
              <a:pathLst>
                <a:path w="172084" h="177165">
                  <a:moveTo>
                    <a:pt x="155054" y="0"/>
                  </a:moveTo>
                  <a:lnTo>
                    <a:pt x="109880" y="0"/>
                  </a:lnTo>
                  <a:lnTo>
                    <a:pt x="109880" y="13716"/>
                  </a:lnTo>
                  <a:lnTo>
                    <a:pt x="109880" y="64109"/>
                  </a:lnTo>
                  <a:lnTo>
                    <a:pt x="61874" y="64109"/>
                  </a:lnTo>
                  <a:lnTo>
                    <a:pt x="61874" y="13716"/>
                  </a:lnTo>
                  <a:lnTo>
                    <a:pt x="109880" y="13716"/>
                  </a:lnTo>
                  <a:lnTo>
                    <a:pt x="109880" y="0"/>
                  </a:lnTo>
                  <a:lnTo>
                    <a:pt x="16395" y="0"/>
                  </a:lnTo>
                  <a:lnTo>
                    <a:pt x="16395" y="13716"/>
                  </a:lnTo>
                  <a:lnTo>
                    <a:pt x="45326" y="13716"/>
                  </a:lnTo>
                  <a:lnTo>
                    <a:pt x="45326" y="64109"/>
                  </a:lnTo>
                  <a:lnTo>
                    <a:pt x="16992" y="64109"/>
                  </a:lnTo>
                  <a:lnTo>
                    <a:pt x="16992" y="77825"/>
                  </a:lnTo>
                  <a:lnTo>
                    <a:pt x="154317" y="77825"/>
                  </a:lnTo>
                  <a:lnTo>
                    <a:pt x="154317" y="64109"/>
                  </a:lnTo>
                  <a:lnTo>
                    <a:pt x="126136" y="64109"/>
                  </a:lnTo>
                  <a:lnTo>
                    <a:pt x="126136" y="13716"/>
                  </a:lnTo>
                  <a:lnTo>
                    <a:pt x="155054" y="13716"/>
                  </a:lnTo>
                  <a:lnTo>
                    <a:pt x="155054" y="0"/>
                  </a:lnTo>
                  <a:close/>
                </a:path>
                <a:path w="172084" h="177165">
                  <a:moveTo>
                    <a:pt x="171602" y="99593"/>
                  </a:moveTo>
                  <a:lnTo>
                    <a:pt x="0" y="99593"/>
                  </a:lnTo>
                  <a:lnTo>
                    <a:pt x="0" y="113309"/>
                  </a:lnTo>
                  <a:lnTo>
                    <a:pt x="45021" y="113309"/>
                  </a:lnTo>
                  <a:lnTo>
                    <a:pt x="45021" y="176682"/>
                  </a:lnTo>
                  <a:lnTo>
                    <a:pt x="61874" y="176682"/>
                  </a:lnTo>
                  <a:lnTo>
                    <a:pt x="61874" y="113309"/>
                  </a:lnTo>
                  <a:lnTo>
                    <a:pt x="110477" y="113309"/>
                  </a:lnTo>
                  <a:lnTo>
                    <a:pt x="110477" y="176682"/>
                  </a:lnTo>
                  <a:lnTo>
                    <a:pt x="126873" y="176682"/>
                  </a:lnTo>
                  <a:lnTo>
                    <a:pt x="126873" y="113309"/>
                  </a:lnTo>
                  <a:lnTo>
                    <a:pt x="171602" y="113309"/>
                  </a:lnTo>
                  <a:lnTo>
                    <a:pt x="171602" y="995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2510745" y="7943583"/>
              <a:ext cx="146713" cy="187714"/>
            </a:xfrm>
            <a:prstGeom prst="rect">
              <a:avLst/>
            </a:prstGeom>
          </p:spPr>
        </p:pic>
      </p:grpSp>
      <p:sp>
        <p:nvSpPr>
          <p:cNvPr id="236" name="object 236" descr=""/>
          <p:cNvSpPr/>
          <p:nvPr/>
        </p:nvSpPr>
        <p:spPr>
          <a:xfrm>
            <a:off x="12742431" y="7942694"/>
            <a:ext cx="730885" cy="188595"/>
          </a:xfrm>
          <a:custGeom>
            <a:avLst/>
            <a:gdLst/>
            <a:ahLst/>
            <a:cxnLst/>
            <a:rect l="l" t="t" r="r" b="b"/>
            <a:pathLst>
              <a:path w="730884" h="188595">
                <a:moveTo>
                  <a:pt x="150291" y="19824"/>
                </a:moveTo>
                <a:lnTo>
                  <a:pt x="18199" y="19824"/>
                </a:lnTo>
                <a:lnTo>
                  <a:pt x="18199" y="33553"/>
                </a:lnTo>
                <a:lnTo>
                  <a:pt x="133743" y="33553"/>
                </a:lnTo>
                <a:lnTo>
                  <a:pt x="133743" y="38468"/>
                </a:lnTo>
                <a:lnTo>
                  <a:pt x="133553" y="56146"/>
                </a:lnTo>
                <a:lnTo>
                  <a:pt x="132740" y="75755"/>
                </a:lnTo>
                <a:lnTo>
                  <a:pt x="130644" y="97866"/>
                </a:lnTo>
                <a:lnTo>
                  <a:pt x="126593" y="123012"/>
                </a:lnTo>
                <a:lnTo>
                  <a:pt x="143281" y="124942"/>
                </a:lnTo>
                <a:lnTo>
                  <a:pt x="147256" y="98767"/>
                </a:lnTo>
                <a:lnTo>
                  <a:pt x="149301" y="76225"/>
                </a:lnTo>
                <a:lnTo>
                  <a:pt x="150101" y="56426"/>
                </a:lnTo>
                <a:lnTo>
                  <a:pt x="150291" y="38468"/>
                </a:lnTo>
                <a:lnTo>
                  <a:pt x="150291" y="19824"/>
                </a:lnTo>
                <a:close/>
              </a:path>
              <a:path w="730884" h="188595">
                <a:moveTo>
                  <a:pt x="170865" y="147904"/>
                </a:moveTo>
                <a:lnTo>
                  <a:pt x="83350" y="147904"/>
                </a:lnTo>
                <a:lnTo>
                  <a:pt x="83350" y="80962"/>
                </a:lnTo>
                <a:lnTo>
                  <a:pt x="66954" y="80962"/>
                </a:lnTo>
                <a:lnTo>
                  <a:pt x="66954" y="147904"/>
                </a:lnTo>
                <a:lnTo>
                  <a:pt x="0" y="147904"/>
                </a:lnTo>
                <a:lnTo>
                  <a:pt x="0" y="161772"/>
                </a:lnTo>
                <a:lnTo>
                  <a:pt x="170865" y="161772"/>
                </a:lnTo>
                <a:lnTo>
                  <a:pt x="170865" y="147904"/>
                </a:lnTo>
                <a:close/>
              </a:path>
              <a:path w="730884" h="188595">
                <a:moveTo>
                  <a:pt x="336524" y="154165"/>
                </a:moveTo>
                <a:lnTo>
                  <a:pt x="332028" y="139763"/>
                </a:lnTo>
                <a:lnTo>
                  <a:pt x="324269" y="133299"/>
                </a:lnTo>
                <a:lnTo>
                  <a:pt x="319963" y="129717"/>
                </a:lnTo>
                <a:lnTo>
                  <a:pt x="319963" y="154165"/>
                </a:lnTo>
                <a:lnTo>
                  <a:pt x="316598" y="162915"/>
                </a:lnTo>
                <a:lnTo>
                  <a:pt x="307086" y="169379"/>
                </a:lnTo>
                <a:lnTo>
                  <a:pt x="292023" y="173380"/>
                </a:lnTo>
                <a:lnTo>
                  <a:pt x="271957" y="174739"/>
                </a:lnTo>
                <a:lnTo>
                  <a:pt x="251815" y="173380"/>
                </a:lnTo>
                <a:lnTo>
                  <a:pt x="236740" y="169379"/>
                </a:lnTo>
                <a:lnTo>
                  <a:pt x="227304" y="162915"/>
                </a:lnTo>
                <a:lnTo>
                  <a:pt x="224104" y="154165"/>
                </a:lnTo>
                <a:lnTo>
                  <a:pt x="227304" y="145389"/>
                </a:lnTo>
                <a:lnTo>
                  <a:pt x="236740" y="138861"/>
                </a:lnTo>
                <a:lnTo>
                  <a:pt x="251815" y="134772"/>
                </a:lnTo>
                <a:lnTo>
                  <a:pt x="271957" y="133299"/>
                </a:lnTo>
                <a:lnTo>
                  <a:pt x="292023" y="134772"/>
                </a:lnTo>
                <a:lnTo>
                  <a:pt x="307086" y="138861"/>
                </a:lnTo>
                <a:lnTo>
                  <a:pt x="316598" y="145389"/>
                </a:lnTo>
                <a:lnTo>
                  <a:pt x="319963" y="154165"/>
                </a:lnTo>
                <a:lnTo>
                  <a:pt x="319963" y="129717"/>
                </a:lnTo>
                <a:lnTo>
                  <a:pt x="319278" y="129133"/>
                </a:lnTo>
                <a:lnTo>
                  <a:pt x="299008" y="122567"/>
                </a:lnTo>
                <a:lnTo>
                  <a:pt x="271957" y="120319"/>
                </a:lnTo>
                <a:lnTo>
                  <a:pt x="244805" y="122567"/>
                </a:lnTo>
                <a:lnTo>
                  <a:pt x="224447" y="129133"/>
                </a:lnTo>
                <a:lnTo>
                  <a:pt x="211683" y="139763"/>
                </a:lnTo>
                <a:lnTo>
                  <a:pt x="207251" y="154165"/>
                </a:lnTo>
                <a:lnTo>
                  <a:pt x="211683" y="168554"/>
                </a:lnTo>
                <a:lnTo>
                  <a:pt x="224447" y="179120"/>
                </a:lnTo>
                <a:lnTo>
                  <a:pt x="244805" y="185635"/>
                </a:lnTo>
                <a:lnTo>
                  <a:pt x="271957" y="187871"/>
                </a:lnTo>
                <a:lnTo>
                  <a:pt x="299008" y="185635"/>
                </a:lnTo>
                <a:lnTo>
                  <a:pt x="319278" y="179120"/>
                </a:lnTo>
                <a:lnTo>
                  <a:pt x="324561" y="174739"/>
                </a:lnTo>
                <a:lnTo>
                  <a:pt x="332028" y="168554"/>
                </a:lnTo>
                <a:lnTo>
                  <a:pt x="336524" y="154165"/>
                </a:lnTo>
                <a:close/>
              </a:path>
              <a:path w="730884" h="188595">
                <a:moveTo>
                  <a:pt x="337566" y="58597"/>
                </a:moveTo>
                <a:lnTo>
                  <a:pt x="224701" y="58597"/>
                </a:lnTo>
                <a:lnTo>
                  <a:pt x="224701" y="22212"/>
                </a:lnTo>
                <a:lnTo>
                  <a:pt x="336372" y="22212"/>
                </a:lnTo>
                <a:lnTo>
                  <a:pt x="336372" y="8496"/>
                </a:lnTo>
                <a:lnTo>
                  <a:pt x="208292" y="8496"/>
                </a:lnTo>
                <a:lnTo>
                  <a:pt x="208292" y="72161"/>
                </a:lnTo>
                <a:lnTo>
                  <a:pt x="337566" y="72161"/>
                </a:lnTo>
                <a:lnTo>
                  <a:pt x="337566" y="58597"/>
                </a:lnTo>
                <a:close/>
              </a:path>
              <a:path w="730884" h="188595">
                <a:moveTo>
                  <a:pt x="357695" y="90055"/>
                </a:moveTo>
                <a:lnTo>
                  <a:pt x="186677" y="90055"/>
                </a:lnTo>
                <a:lnTo>
                  <a:pt x="186677" y="103924"/>
                </a:lnTo>
                <a:lnTo>
                  <a:pt x="357695" y="103924"/>
                </a:lnTo>
                <a:lnTo>
                  <a:pt x="357695" y="90055"/>
                </a:lnTo>
                <a:close/>
              </a:path>
              <a:path w="730884" h="188595">
                <a:moveTo>
                  <a:pt x="474738" y="78130"/>
                </a:moveTo>
                <a:lnTo>
                  <a:pt x="471411" y="64185"/>
                </a:lnTo>
                <a:lnTo>
                  <a:pt x="465302" y="57099"/>
                </a:lnTo>
                <a:lnTo>
                  <a:pt x="462229" y="53543"/>
                </a:lnTo>
                <a:lnTo>
                  <a:pt x="459079" y="52031"/>
                </a:lnTo>
                <a:lnTo>
                  <a:pt x="459079" y="78130"/>
                </a:lnTo>
                <a:lnTo>
                  <a:pt x="456882" y="86626"/>
                </a:lnTo>
                <a:lnTo>
                  <a:pt x="450875" y="93116"/>
                </a:lnTo>
                <a:lnTo>
                  <a:pt x="441629" y="97256"/>
                </a:lnTo>
                <a:lnTo>
                  <a:pt x="429704" y="98704"/>
                </a:lnTo>
                <a:lnTo>
                  <a:pt x="417614" y="97256"/>
                </a:lnTo>
                <a:lnTo>
                  <a:pt x="408305" y="93116"/>
                </a:lnTo>
                <a:lnTo>
                  <a:pt x="402361" y="86626"/>
                </a:lnTo>
                <a:lnTo>
                  <a:pt x="400329" y="78130"/>
                </a:lnTo>
                <a:lnTo>
                  <a:pt x="402361" y="69519"/>
                </a:lnTo>
                <a:lnTo>
                  <a:pt x="408305" y="62915"/>
                </a:lnTo>
                <a:lnTo>
                  <a:pt x="417614" y="58674"/>
                </a:lnTo>
                <a:lnTo>
                  <a:pt x="429704" y="57099"/>
                </a:lnTo>
                <a:lnTo>
                  <a:pt x="441629" y="58674"/>
                </a:lnTo>
                <a:lnTo>
                  <a:pt x="450875" y="62915"/>
                </a:lnTo>
                <a:lnTo>
                  <a:pt x="456882" y="69519"/>
                </a:lnTo>
                <a:lnTo>
                  <a:pt x="459079" y="78130"/>
                </a:lnTo>
                <a:lnTo>
                  <a:pt x="459079" y="52031"/>
                </a:lnTo>
                <a:lnTo>
                  <a:pt x="448043" y="46736"/>
                </a:lnTo>
                <a:lnTo>
                  <a:pt x="429704" y="44284"/>
                </a:lnTo>
                <a:lnTo>
                  <a:pt x="411175" y="46736"/>
                </a:lnTo>
                <a:lnTo>
                  <a:pt x="396887" y="53543"/>
                </a:lnTo>
                <a:lnTo>
                  <a:pt x="387705" y="64185"/>
                </a:lnTo>
                <a:lnTo>
                  <a:pt x="384530" y="78130"/>
                </a:lnTo>
                <a:lnTo>
                  <a:pt x="387705" y="92011"/>
                </a:lnTo>
                <a:lnTo>
                  <a:pt x="396887" y="102641"/>
                </a:lnTo>
                <a:lnTo>
                  <a:pt x="411175" y="109435"/>
                </a:lnTo>
                <a:lnTo>
                  <a:pt x="429704" y="111823"/>
                </a:lnTo>
                <a:lnTo>
                  <a:pt x="448043" y="109435"/>
                </a:lnTo>
                <a:lnTo>
                  <a:pt x="462229" y="102641"/>
                </a:lnTo>
                <a:lnTo>
                  <a:pt x="465620" y="98704"/>
                </a:lnTo>
                <a:lnTo>
                  <a:pt x="471411" y="92011"/>
                </a:lnTo>
                <a:lnTo>
                  <a:pt x="474738" y="78130"/>
                </a:lnTo>
                <a:close/>
              </a:path>
              <a:path w="730884" h="188595">
                <a:moveTo>
                  <a:pt x="485470" y="21018"/>
                </a:moveTo>
                <a:lnTo>
                  <a:pt x="437908" y="21018"/>
                </a:lnTo>
                <a:lnTo>
                  <a:pt x="437908" y="0"/>
                </a:lnTo>
                <a:lnTo>
                  <a:pt x="421500" y="0"/>
                </a:lnTo>
                <a:lnTo>
                  <a:pt x="421500" y="21018"/>
                </a:lnTo>
                <a:lnTo>
                  <a:pt x="373799" y="21018"/>
                </a:lnTo>
                <a:lnTo>
                  <a:pt x="373799" y="34442"/>
                </a:lnTo>
                <a:lnTo>
                  <a:pt x="485470" y="34442"/>
                </a:lnTo>
                <a:lnTo>
                  <a:pt x="485470" y="21018"/>
                </a:lnTo>
                <a:close/>
              </a:path>
              <a:path w="730884" h="188595">
                <a:moveTo>
                  <a:pt x="519912" y="128371"/>
                </a:moveTo>
                <a:lnTo>
                  <a:pt x="397205" y="128371"/>
                </a:lnTo>
                <a:lnTo>
                  <a:pt x="397205" y="141947"/>
                </a:lnTo>
                <a:lnTo>
                  <a:pt x="503364" y="141947"/>
                </a:lnTo>
                <a:lnTo>
                  <a:pt x="503364" y="188315"/>
                </a:lnTo>
                <a:lnTo>
                  <a:pt x="519912" y="188315"/>
                </a:lnTo>
                <a:lnTo>
                  <a:pt x="519912" y="128371"/>
                </a:lnTo>
                <a:close/>
              </a:path>
              <a:path w="730884" h="188595">
                <a:moveTo>
                  <a:pt x="548093" y="52933"/>
                </a:moveTo>
                <a:lnTo>
                  <a:pt x="519912" y="52933"/>
                </a:lnTo>
                <a:lnTo>
                  <a:pt x="519912" y="901"/>
                </a:lnTo>
                <a:lnTo>
                  <a:pt x="503364" y="901"/>
                </a:lnTo>
                <a:lnTo>
                  <a:pt x="503364" y="117932"/>
                </a:lnTo>
                <a:lnTo>
                  <a:pt x="519912" y="117932"/>
                </a:lnTo>
                <a:lnTo>
                  <a:pt x="519912" y="66802"/>
                </a:lnTo>
                <a:lnTo>
                  <a:pt x="548093" y="66802"/>
                </a:lnTo>
                <a:lnTo>
                  <a:pt x="548093" y="52933"/>
                </a:lnTo>
                <a:close/>
              </a:path>
              <a:path w="730884" h="188595">
                <a:moveTo>
                  <a:pt x="710603" y="19824"/>
                </a:moveTo>
                <a:lnTo>
                  <a:pt x="577913" y="19824"/>
                </a:lnTo>
                <a:lnTo>
                  <a:pt x="577913" y="33553"/>
                </a:lnTo>
                <a:lnTo>
                  <a:pt x="694207" y="33553"/>
                </a:lnTo>
                <a:lnTo>
                  <a:pt x="694093" y="58902"/>
                </a:lnTo>
                <a:lnTo>
                  <a:pt x="693381" y="77622"/>
                </a:lnTo>
                <a:lnTo>
                  <a:pt x="691438" y="98463"/>
                </a:lnTo>
                <a:lnTo>
                  <a:pt x="687641" y="121818"/>
                </a:lnTo>
                <a:lnTo>
                  <a:pt x="703897" y="123748"/>
                </a:lnTo>
                <a:lnTo>
                  <a:pt x="707694" y="99428"/>
                </a:lnTo>
                <a:lnTo>
                  <a:pt x="709650" y="78143"/>
                </a:lnTo>
                <a:lnTo>
                  <a:pt x="710412" y="58902"/>
                </a:lnTo>
                <a:lnTo>
                  <a:pt x="710603" y="40703"/>
                </a:lnTo>
                <a:lnTo>
                  <a:pt x="710603" y="19824"/>
                </a:lnTo>
                <a:close/>
              </a:path>
              <a:path w="730884" h="188595">
                <a:moveTo>
                  <a:pt x="730885" y="147904"/>
                </a:moveTo>
                <a:lnTo>
                  <a:pt x="665429" y="147904"/>
                </a:lnTo>
                <a:lnTo>
                  <a:pt x="665429" y="86182"/>
                </a:lnTo>
                <a:lnTo>
                  <a:pt x="649173" y="86182"/>
                </a:lnTo>
                <a:lnTo>
                  <a:pt x="649173" y="147904"/>
                </a:lnTo>
                <a:lnTo>
                  <a:pt x="618909" y="147904"/>
                </a:lnTo>
                <a:lnTo>
                  <a:pt x="618909" y="86182"/>
                </a:lnTo>
                <a:lnTo>
                  <a:pt x="602361" y="86182"/>
                </a:lnTo>
                <a:lnTo>
                  <a:pt x="602361" y="147904"/>
                </a:lnTo>
                <a:lnTo>
                  <a:pt x="560019" y="147904"/>
                </a:lnTo>
                <a:lnTo>
                  <a:pt x="560019" y="161772"/>
                </a:lnTo>
                <a:lnTo>
                  <a:pt x="730885" y="161772"/>
                </a:lnTo>
                <a:lnTo>
                  <a:pt x="730885" y="147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 descr=""/>
          <p:cNvSpPr/>
          <p:nvPr/>
        </p:nvSpPr>
        <p:spPr>
          <a:xfrm>
            <a:off x="9565756" y="4743549"/>
            <a:ext cx="7543165" cy="0"/>
          </a:xfrm>
          <a:custGeom>
            <a:avLst/>
            <a:gdLst/>
            <a:ahLst/>
            <a:cxnLst/>
            <a:rect l="l" t="t" r="r" b="b"/>
            <a:pathLst>
              <a:path w="7543165" h="0">
                <a:moveTo>
                  <a:pt x="0" y="0"/>
                </a:moveTo>
                <a:lnTo>
                  <a:pt x="7542571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8" name="object 238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338913" y="3630820"/>
            <a:ext cx="3494054" cy="4102099"/>
          </a:xfrm>
          <a:prstGeom prst="rect">
            <a:avLst/>
          </a:prstGeom>
        </p:spPr>
      </p:pic>
      <p:sp>
        <p:nvSpPr>
          <p:cNvPr id="239" name="object 239" descr=""/>
          <p:cNvSpPr/>
          <p:nvPr/>
        </p:nvSpPr>
        <p:spPr>
          <a:xfrm>
            <a:off x="11805044" y="7052309"/>
            <a:ext cx="171450" cy="183515"/>
          </a:xfrm>
          <a:custGeom>
            <a:avLst/>
            <a:gdLst/>
            <a:ahLst/>
            <a:cxnLst/>
            <a:rect l="l" t="t" r="r" b="b"/>
            <a:pathLst>
              <a:path w="171450" h="183515">
                <a:moveTo>
                  <a:pt x="149694" y="120650"/>
                </a:moveTo>
                <a:lnTo>
                  <a:pt x="19977" y="120650"/>
                </a:lnTo>
                <a:lnTo>
                  <a:pt x="19977" y="133350"/>
                </a:lnTo>
                <a:lnTo>
                  <a:pt x="132994" y="133350"/>
                </a:lnTo>
                <a:lnTo>
                  <a:pt x="132994" y="182892"/>
                </a:lnTo>
                <a:lnTo>
                  <a:pt x="149694" y="182892"/>
                </a:lnTo>
                <a:lnTo>
                  <a:pt x="149694" y="133350"/>
                </a:lnTo>
                <a:lnTo>
                  <a:pt x="149694" y="120650"/>
                </a:lnTo>
                <a:close/>
              </a:path>
              <a:path w="171450" h="183515">
                <a:moveTo>
                  <a:pt x="171018" y="87414"/>
                </a:moveTo>
                <a:lnTo>
                  <a:pt x="93637" y="87414"/>
                </a:lnTo>
                <a:lnTo>
                  <a:pt x="93637" y="62230"/>
                </a:lnTo>
                <a:lnTo>
                  <a:pt x="151485" y="62230"/>
                </a:lnTo>
                <a:lnTo>
                  <a:pt x="151485" y="48272"/>
                </a:lnTo>
                <a:lnTo>
                  <a:pt x="39662" y="48272"/>
                </a:lnTo>
                <a:lnTo>
                  <a:pt x="39662" y="0"/>
                </a:lnTo>
                <a:lnTo>
                  <a:pt x="23253" y="0"/>
                </a:lnTo>
                <a:lnTo>
                  <a:pt x="23253" y="48272"/>
                </a:lnTo>
                <a:lnTo>
                  <a:pt x="23253" y="62230"/>
                </a:lnTo>
                <a:lnTo>
                  <a:pt x="77228" y="62230"/>
                </a:lnTo>
                <a:lnTo>
                  <a:pt x="77228" y="87414"/>
                </a:lnTo>
                <a:lnTo>
                  <a:pt x="0" y="87414"/>
                </a:lnTo>
                <a:lnTo>
                  <a:pt x="0" y="100977"/>
                </a:lnTo>
                <a:lnTo>
                  <a:pt x="171018" y="100977"/>
                </a:lnTo>
                <a:lnTo>
                  <a:pt x="171018" y="87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12001107" y="7047738"/>
            <a:ext cx="150495" cy="184150"/>
          </a:xfrm>
          <a:custGeom>
            <a:avLst/>
            <a:gdLst/>
            <a:ahLst/>
            <a:cxnLst/>
            <a:rect l="l" t="t" r="r" b="b"/>
            <a:pathLst>
              <a:path w="150495" h="184150">
                <a:moveTo>
                  <a:pt x="145973" y="52844"/>
                </a:moveTo>
                <a:lnTo>
                  <a:pt x="85140" y="52844"/>
                </a:lnTo>
                <a:lnTo>
                  <a:pt x="85140" y="45770"/>
                </a:lnTo>
                <a:lnTo>
                  <a:pt x="85140" y="45212"/>
                </a:lnTo>
                <a:lnTo>
                  <a:pt x="85140" y="12369"/>
                </a:lnTo>
                <a:lnTo>
                  <a:pt x="68732" y="12369"/>
                </a:lnTo>
                <a:lnTo>
                  <a:pt x="68732" y="45212"/>
                </a:lnTo>
                <a:lnTo>
                  <a:pt x="68732" y="59182"/>
                </a:lnTo>
                <a:lnTo>
                  <a:pt x="68732" y="66802"/>
                </a:lnTo>
                <a:lnTo>
                  <a:pt x="68732" y="93472"/>
                </a:lnTo>
                <a:lnTo>
                  <a:pt x="16548" y="93472"/>
                </a:lnTo>
                <a:lnTo>
                  <a:pt x="16548" y="59182"/>
                </a:lnTo>
                <a:lnTo>
                  <a:pt x="68732" y="59182"/>
                </a:lnTo>
                <a:lnTo>
                  <a:pt x="68732" y="45212"/>
                </a:lnTo>
                <a:lnTo>
                  <a:pt x="16548" y="45212"/>
                </a:lnTo>
                <a:lnTo>
                  <a:pt x="16548" y="12192"/>
                </a:lnTo>
                <a:lnTo>
                  <a:pt x="0" y="12192"/>
                </a:lnTo>
                <a:lnTo>
                  <a:pt x="0" y="106172"/>
                </a:lnTo>
                <a:lnTo>
                  <a:pt x="85140" y="106172"/>
                </a:lnTo>
                <a:lnTo>
                  <a:pt x="85140" y="93472"/>
                </a:lnTo>
                <a:lnTo>
                  <a:pt x="85140" y="66802"/>
                </a:lnTo>
                <a:lnTo>
                  <a:pt x="129425" y="66802"/>
                </a:lnTo>
                <a:lnTo>
                  <a:pt x="129425" y="138658"/>
                </a:lnTo>
                <a:lnTo>
                  <a:pt x="145973" y="138658"/>
                </a:lnTo>
                <a:lnTo>
                  <a:pt x="145973" y="66802"/>
                </a:lnTo>
                <a:lnTo>
                  <a:pt x="145973" y="66497"/>
                </a:lnTo>
                <a:lnTo>
                  <a:pt x="145973" y="59182"/>
                </a:lnTo>
                <a:lnTo>
                  <a:pt x="145973" y="52844"/>
                </a:lnTo>
                <a:close/>
              </a:path>
              <a:path w="150495" h="184150">
                <a:moveTo>
                  <a:pt x="145973" y="0"/>
                </a:moveTo>
                <a:lnTo>
                  <a:pt x="129425" y="0"/>
                </a:lnTo>
                <a:lnTo>
                  <a:pt x="129425" y="52781"/>
                </a:lnTo>
                <a:lnTo>
                  <a:pt x="145973" y="52781"/>
                </a:lnTo>
                <a:lnTo>
                  <a:pt x="145973" y="0"/>
                </a:lnTo>
                <a:close/>
              </a:path>
              <a:path w="150495" h="184150">
                <a:moveTo>
                  <a:pt x="150291" y="169672"/>
                </a:moveTo>
                <a:lnTo>
                  <a:pt x="41452" y="169672"/>
                </a:lnTo>
                <a:lnTo>
                  <a:pt x="41452" y="125222"/>
                </a:lnTo>
                <a:lnTo>
                  <a:pt x="24752" y="125222"/>
                </a:lnTo>
                <a:lnTo>
                  <a:pt x="24752" y="169672"/>
                </a:lnTo>
                <a:lnTo>
                  <a:pt x="24752" y="183642"/>
                </a:lnTo>
                <a:lnTo>
                  <a:pt x="150291" y="183642"/>
                </a:lnTo>
                <a:lnTo>
                  <a:pt x="150291" y="169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12232183" y="7046683"/>
            <a:ext cx="730885" cy="188595"/>
          </a:xfrm>
          <a:custGeom>
            <a:avLst/>
            <a:gdLst/>
            <a:ahLst/>
            <a:cxnLst/>
            <a:rect l="l" t="t" r="r" b="b"/>
            <a:pathLst>
              <a:path w="730884" h="188595">
                <a:moveTo>
                  <a:pt x="161328" y="101396"/>
                </a:moveTo>
                <a:lnTo>
                  <a:pt x="114147" y="81724"/>
                </a:lnTo>
                <a:lnTo>
                  <a:pt x="93929" y="44437"/>
                </a:lnTo>
                <a:lnTo>
                  <a:pt x="155054" y="44437"/>
                </a:lnTo>
                <a:lnTo>
                  <a:pt x="155054" y="30721"/>
                </a:lnTo>
                <a:lnTo>
                  <a:pt x="93637" y="30721"/>
                </a:lnTo>
                <a:lnTo>
                  <a:pt x="93637" y="4927"/>
                </a:lnTo>
                <a:lnTo>
                  <a:pt x="77381" y="4927"/>
                </a:lnTo>
                <a:lnTo>
                  <a:pt x="77381" y="30721"/>
                </a:lnTo>
                <a:lnTo>
                  <a:pt x="15951" y="30721"/>
                </a:lnTo>
                <a:lnTo>
                  <a:pt x="15951" y="44437"/>
                </a:lnTo>
                <a:lnTo>
                  <a:pt x="77228" y="44437"/>
                </a:lnTo>
                <a:lnTo>
                  <a:pt x="71640" y="64871"/>
                </a:lnTo>
                <a:lnTo>
                  <a:pt x="56857" y="81724"/>
                </a:lnTo>
                <a:lnTo>
                  <a:pt x="35344" y="94157"/>
                </a:lnTo>
                <a:lnTo>
                  <a:pt x="9537" y="101396"/>
                </a:lnTo>
                <a:lnTo>
                  <a:pt x="16103" y="114363"/>
                </a:lnTo>
                <a:lnTo>
                  <a:pt x="37947" y="108597"/>
                </a:lnTo>
                <a:lnTo>
                  <a:pt x="57619" y="99263"/>
                </a:lnTo>
                <a:lnTo>
                  <a:pt x="73888" y="86487"/>
                </a:lnTo>
                <a:lnTo>
                  <a:pt x="85509" y="70459"/>
                </a:lnTo>
                <a:lnTo>
                  <a:pt x="97167" y="86487"/>
                </a:lnTo>
                <a:lnTo>
                  <a:pt x="113436" y="99263"/>
                </a:lnTo>
                <a:lnTo>
                  <a:pt x="133096" y="108597"/>
                </a:lnTo>
                <a:lnTo>
                  <a:pt x="154914" y="114363"/>
                </a:lnTo>
                <a:lnTo>
                  <a:pt x="161328" y="101396"/>
                </a:lnTo>
                <a:close/>
              </a:path>
              <a:path w="730884" h="188595">
                <a:moveTo>
                  <a:pt x="171615" y="150749"/>
                </a:moveTo>
                <a:lnTo>
                  <a:pt x="93637" y="150749"/>
                </a:lnTo>
                <a:lnTo>
                  <a:pt x="93637" y="107797"/>
                </a:lnTo>
                <a:lnTo>
                  <a:pt x="77381" y="107797"/>
                </a:lnTo>
                <a:lnTo>
                  <a:pt x="77381" y="150749"/>
                </a:lnTo>
                <a:lnTo>
                  <a:pt x="0" y="150749"/>
                </a:lnTo>
                <a:lnTo>
                  <a:pt x="0" y="164604"/>
                </a:lnTo>
                <a:lnTo>
                  <a:pt x="171615" y="164604"/>
                </a:lnTo>
                <a:lnTo>
                  <a:pt x="171615" y="150749"/>
                </a:lnTo>
                <a:close/>
              </a:path>
              <a:path w="730884" h="188595">
                <a:moveTo>
                  <a:pt x="336511" y="154178"/>
                </a:moveTo>
                <a:lnTo>
                  <a:pt x="332028" y="139763"/>
                </a:lnTo>
                <a:lnTo>
                  <a:pt x="324256" y="133299"/>
                </a:lnTo>
                <a:lnTo>
                  <a:pt x="319963" y="129730"/>
                </a:lnTo>
                <a:lnTo>
                  <a:pt x="319963" y="154178"/>
                </a:lnTo>
                <a:lnTo>
                  <a:pt x="316585" y="162928"/>
                </a:lnTo>
                <a:lnTo>
                  <a:pt x="307086" y="169379"/>
                </a:lnTo>
                <a:lnTo>
                  <a:pt x="292011" y="173380"/>
                </a:lnTo>
                <a:lnTo>
                  <a:pt x="271957" y="174752"/>
                </a:lnTo>
                <a:lnTo>
                  <a:pt x="251815" y="173380"/>
                </a:lnTo>
                <a:lnTo>
                  <a:pt x="236728" y="169379"/>
                </a:lnTo>
                <a:lnTo>
                  <a:pt x="227291" y="162928"/>
                </a:lnTo>
                <a:lnTo>
                  <a:pt x="224091" y="154178"/>
                </a:lnTo>
                <a:lnTo>
                  <a:pt x="227291" y="145402"/>
                </a:lnTo>
                <a:lnTo>
                  <a:pt x="236728" y="138874"/>
                </a:lnTo>
                <a:lnTo>
                  <a:pt x="251815" y="134772"/>
                </a:lnTo>
                <a:lnTo>
                  <a:pt x="271957" y="133299"/>
                </a:lnTo>
                <a:lnTo>
                  <a:pt x="292011" y="134772"/>
                </a:lnTo>
                <a:lnTo>
                  <a:pt x="307086" y="138874"/>
                </a:lnTo>
                <a:lnTo>
                  <a:pt x="316585" y="145402"/>
                </a:lnTo>
                <a:lnTo>
                  <a:pt x="319963" y="154178"/>
                </a:lnTo>
                <a:lnTo>
                  <a:pt x="319963" y="129730"/>
                </a:lnTo>
                <a:lnTo>
                  <a:pt x="319278" y="129146"/>
                </a:lnTo>
                <a:lnTo>
                  <a:pt x="299008" y="122580"/>
                </a:lnTo>
                <a:lnTo>
                  <a:pt x="271957" y="120332"/>
                </a:lnTo>
                <a:lnTo>
                  <a:pt x="244792" y="122580"/>
                </a:lnTo>
                <a:lnTo>
                  <a:pt x="224447" y="129146"/>
                </a:lnTo>
                <a:lnTo>
                  <a:pt x="211670" y="139763"/>
                </a:lnTo>
                <a:lnTo>
                  <a:pt x="207238" y="154178"/>
                </a:lnTo>
                <a:lnTo>
                  <a:pt x="211670" y="168554"/>
                </a:lnTo>
                <a:lnTo>
                  <a:pt x="224447" y="179133"/>
                </a:lnTo>
                <a:lnTo>
                  <a:pt x="244792" y="185648"/>
                </a:lnTo>
                <a:lnTo>
                  <a:pt x="271957" y="187871"/>
                </a:lnTo>
                <a:lnTo>
                  <a:pt x="299008" y="185648"/>
                </a:lnTo>
                <a:lnTo>
                  <a:pt x="319278" y="179133"/>
                </a:lnTo>
                <a:lnTo>
                  <a:pt x="324561" y="174752"/>
                </a:lnTo>
                <a:lnTo>
                  <a:pt x="332028" y="168554"/>
                </a:lnTo>
                <a:lnTo>
                  <a:pt x="336511" y="154178"/>
                </a:lnTo>
                <a:close/>
              </a:path>
              <a:path w="730884" h="188595">
                <a:moveTo>
                  <a:pt x="337553" y="58597"/>
                </a:moveTo>
                <a:lnTo>
                  <a:pt x="224688" y="58597"/>
                </a:lnTo>
                <a:lnTo>
                  <a:pt x="224688" y="22225"/>
                </a:lnTo>
                <a:lnTo>
                  <a:pt x="336359" y="22225"/>
                </a:lnTo>
                <a:lnTo>
                  <a:pt x="336359" y="8509"/>
                </a:lnTo>
                <a:lnTo>
                  <a:pt x="208292" y="8509"/>
                </a:lnTo>
                <a:lnTo>
                  <a:pt x="208292" y="72174"/>
                </a:lnTo>
                <a:lnTo>
                  <a:pt x="337553" y="72174"/>
                </a:lnTo>
                <a:lnTo>
                  <a:pt x="337553" y="58597"/>
                </a:lnTo>
                <a:close/>
              </a:path>
              <a:path w="730884" h="188595">
                <a:moveTo>
                  <a:pt x="357682" y="90055"/>
                </a:moveTo>
                <a:lnTo>
                  <a:pt x="186664" y="90055"/>
                </a:lnTo>
                <a:lnTo>
                  <a:pt x="186664" y="103924"/>
                </a:lnTo>
                <a:lnTo>
                  <a:pt x="357682" y="103924"/>
                </a:lnTo>
                <a:lnTo>
                  <a:pt x="357682" y="90055"/>
                </a:lnTo>
                <a:close/>
              </a:path>
              <a:path w="730884" h="188595">
                <a:moveTo>
                  <a:pt x="474726" y="78130"/>
                </a:moveTo>
                <a:lnTo>
                  <a:pt x="471398" y="64185"/>
                </a:lnTo>
                <a:lnTo>
                  <a:pt x="465289" y="57111"/>
                </a:lnTo>
                <a:lnTo>
                  <a:pt x="462216" y="53543"/>
                </a:lnTo>
                <a:lnTo>
                  <a:pt x="459066" y="52044"/>
                </a:lnTo>
                <a:lnTo>
                  <a:pt x="459066" y="78130"/>
                </a:lnTo>
                <a:lnTo>
                  <a:pt x="456869" y="86626"/>
                </a:lnTo>
                <a:lnTo>
                  <a:pt x="450875" y="93116"/>
                </a:lnTo>
                <a:lnTo>
                  <a:pt x="441629" y="97256"/>
                </a:lnTo>
                <a:lnTo>
                  <a:pt x="429704" y="98704"/>
                </a:lnTo>
                <a:lnTo>
                  <a:pt x="417601" y="97256"/>
                </a:lnTo>
                <a:lnTo>
                  <a:pt x="408305" y="93116"/>
                </a:lnTo>
                <a:lnTo>
                  <a:pt x="402361" y="86626"/>
                </a:lnTo>
                <a:lnTo>
                  <a:pt x="400329" y="78130"/>
                </a:lnTo>
                <a:lnTo>
                  <a:pt x="402361" y="69519"/>
                </a:lnTo>
                <a:lnTo>
                  <a:pt x="408305" y="62928"/>
                </a:lnTo>
                <a:lnTo>
                  <a:pt x="417601" y="58674"/>
                </a:lnTo>
                <a:lnTo>
                  <a:pt x="429704" y="57111"/>
                </a:lnTo>
                <a:lnTo>
                  <a:pt x="441629" y="58674"/>
                </a:lnTo>
                <a:lnTo>
                  <a:pt x="450875" y="62928"/>
                </a:lnTo>
                <a:lnTo>
                  <a:pt x="456869" y="69519"/>
                </a:lnTo>
                <a:lnTo>
                  <a:pt x="459066" y="78130"/>
                </a:lnTo>
                <a:lnTo>
                  <a:pt x="459066" y="52044"/>
                </a:lnTo>
                <a:lnTo>
                  <a:pt x="448030" y="46748"/>
                </a:lnTo>
                <a:lnTo>
                  <a:pt x="429704" y="44284"/>
                </a:lnTo>
                <a:lnTo>
                  <a:pt x="411175" y="46748"/>
                </a:lnTo>
                <a:lnTo>
                  <a:pt x="396875" y="53543"/>
                </a:lnTo>
                <a:lnTo>
                  <a:pt x="387705" y="64185"/>
                </a:lnTo>
                <a:lnTo>
                  <a:pt x="384517" y="78130"/>
                </a:lnTo>
                <a:lnTo>
                  <a:pt x="387705" y="92011"/>
                </a:lnTo>
                <a:lnTo>
                  <a:pt x="396875" y="102641"/>
                </a:lnTo>
                <a:lnTo>
                  <a:pt x="411175" y="109435"/>
                </a:lnTo>
                <a:lnTo>
                  <a:pt x="429704" y="111823"/>
                </a:lnTo>
                <a:lnTo>
                  <a:pt x="448030" y="109435"/>
                </a:lnTo>
                <a:lnTo>
                  <a:pt x="462216" y="102641"/>
                </a:lnTo>
                <a:lnTo>
                  <a:pt x="465620" y="98704"/>
                </a:lnTo>
                <a:lnTo>
                  <a:pt x="471398" y="92011"/>
                </a:lnTo>
                <a:lnTo>
                  <a:pt x="474726" y="78130"/>
                </a:lnTo>
                <a:close/>
              </a:path>
              <a:path w="730884" h="188595">
                <a:moveTo>
                  <a:pt x="485457" y="21031"/>
                </a:moveTo>
                <a:lnTo>
                  <a:pt x="437896" y="21031"/>
                </a:lnTo>
                <a:lnTo>
                  <a:pt x="437896" y="0"/>
                </a:lnTo>
                <a:lnTo>
                  <a:pt x="421500" y="0"/>
                </a:lnTo>
                <a:lnTo>
                  <a:pt x="421500" y="21031"/>
                </a:lnTo>
                <a:lnTo>
                  <a:pt x="373786" y="21031"/>
                </a:lnTo>
                <a:lnTo>
                  <a:pt x="373786" y="34442"/>
                </a:lnTo>
                <a:lnTo>
                  <a:pt x="485457" y="34442"/>
                </a:lnTo>
                <a:lnTo>
                  <a:pt x="485457" y="21031"/>
                </a:lnTo>
                <a:close/>
              </a:path>
              <a:path w="730884" h="188595">
                <a:moveTo>
                  <a:pt x="519899" y="128384"/>
                </a:moveTo>
                <a:lnTo>
                  <a:pt x="397192" y="128384"/>
                </a:lnTo>
                <a:lnTo>
                  <a:pt x="397192" y="141947"/>
                </a:lnTo>
                <a:lnTo>
                  <a:pt x="503351" y="141947"/>
                </a:lnTo>
                <a:lnTo>
                  <a:pt x="503351" y="188315"/>
                </a:lnTo>
                <a:lnTo>
                  <a:pt x="519899" y="188315"/>
                </a:lnTo>
                <a:lnTo>
                  <a:pt x="519899" y="128384"/>
                </a:lnTo>
                <a:close/>
              </a:path>
              <a:path w="730884" h="188595">
                <a:moveTo>
                  <a:pt x="548081" y="52933"/>
                </a:moveTo>
                <a:lnTo>
                  <a:pt x="519899" y="52933"/>
                </a:lnTo>
                <a:lnTo>
                  <a:pt x="519899" y="901"/>
                </a:lnTo>
                <a:lnTo>
                  <a:pt x="503351" y="901"/>
                </a:lnTo>
                <a:lnTo>
                  <a:pt x="503351" y="117944"/>
                </a:lnTo>
                <a:lnTo>
                  <a:pt x="519899" y="117944"/>
                </a:lnTo>
                <a:lnTo>
                  <a:pt x="519899" y="66802"/>
                </a:lnTo>
                <a:lnTo>
                  <a:pt x="548081" y="66802"/>
                </a:lnTo>
                <a:lnTo>
                  <a:pt x="548081" y="52933"/>
                </a:lnTo>
                <a:close/>
              </a:path>
              <a:path w="730884" h="188595">
                <a:moveTo>
                  <a:pt x="710603" y="19837"/>
                </a:moveTo>
                <a:lnTo>
                  <a:pt x="577900" y="19837"/>
                </a:lnTo>
                <a:lnTo>
                  <a:pt x="577900" y="33553"/>
                </a:lnTo>
                <a:lnTo>
                  <a:pt x="694194" y="33553"/>
                </a:lnTo>
                <a:lnTo>
                  <a:pt x="694080" y="58902"/>
                </a:lnTo>
                <a:lnTo>
                  <a:pt x="693381" y="77635"/>
                </a:lnTo>
                <a:lnTo>
                  <a:pt x="691426" y="98475"/>
                </a:lnTo>
                <a:lnTo>
                  <a:pt x="687641" y="121818"/>
                </a:lnTo>
                <a:lnTo>
                  <a:pt x="703897" y="123761"/>
                </a:lnTo>
                <a:lnTo>
                  <a:pt x="707682" y="99441"/>
                </a:lnTo>
                <a:lnTo>
                  <a:pt x="709650" y="78155"/>
                </a:lnTo>
                <a:lnTo>
                  <a:pt x="710412" y="58902"/>
                </a:lnTo>
                <a:lnTo>
                  <a:pt x="710603" y="40703"/>
                </a:lnTo>
                <a:lnTo>
                  <a:pt x="710603" y="19837"/>
                </a:lnTo>
                <a:close/>
              </a:path>
              <a:path w="730884" h="188595">
                <a:moveTo>
                  <a:pt x="730872" y="147904"/>
                </a:moveTo>
                <a:lnTo>
                  <a:pt x="665429" y="147904"/>
                </a:lnTo>
                <a:lnTo>
                  <a:pt x="665429" y="86182"/>
                </a:lnTo>
                <a:lnTo>
                  <a:pt x="649173" y="86182"/>
                </a:lnTo>
                <a:lnTo>
                  <a:pt x="649173" y="147904"/>
                </a:lnTo>
                <a:lnTo>
                  <a:pt x="618909" y="147904"/>
                </a:lnTo>
                <a:lnTo>
                  <a:pt x="618909" y="86182"/>
                </a:lnTo>
                <a:lnTo>
                  <a:pt x="602348" y="86182"/>
                </a:lnTo>
                <a:lnTo>
                  <a:pt x="602348" y="147904"/>
                </a:lnTo>
                <a:lnTo>
                  <a:pt x="560006" y="147904"/>
                </a:lnTo>
                <a:lnTo>
                  <a:pt x="560006" y="161772"/>
                </a:lnTo>
                <a:lnTo>
                  <a:pt x="730872" y="161772"/>
                </a:lnTo>
                <a:lnTo>
                  <a:pt x="730872" y="1479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4446" y="518746"/>
            <a:ext cx="17479645" cy="9250045"/>
          </a:xfrm>
          <a:custGeom>
            <a:avLst/>
            <a:gdLst/>
            <a:ahLst/>
            <a:cxnLst/>
            <a:rect l="l" t="t" r="r" b="b"/>
            <a:pathLst>
              <a:path w="17479645" h="9250045">
                <a:moveTo>
                  <a:pt x="17479071" y="9249507"/>
                </a:moveTo>
                <a:lnTo>
                  <a:pt x="0" y="9249507"/>
                </a:lnTo>
                <a:lnTo>
                  <a:pt x="0" y="0"/>
                </a:lnTo>
                <a:lnTo>
                  <a:pt x="17479071" y="0"/>
                </a:lnTo>
                <a:lnTo>
                  <a:pt x="17479071" y="9249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09318" y="524746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860970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4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09318" y="9745670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0446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5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85762" y="500062"/>
            <a:ext cx="135255" cy="127635"/>
            <a:chOff x="385762" y="500062"/>
            <a:chExt cx="135255" cy="127635"/>
          </a:xfrm>
        </p:grpSpPr>
        <p:sp>
          <p:nvSpPr>
            <p:cNvPr id="9" name="object 9" descr=""/>
            <p:cNvSpPr/>
            <p:nvPr/>
          </p:nvSpPr>
          <p:spPr>
            <a:xfrm>
              <a:off x="402343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5762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4" h="127634">
                  <a:moveTo>
                    <a:pt x="62237" y="65950"/>
                  </a:moveTo>
                  <a:lnTo>
                    <a:pt x="3711" y="65950"/>
                  </a:lnTo>
                  <a:lnTo>
                    <a:pt x="0" y="62238"/>
                  </a:lnTo>
                  <a:lnTo>
                    <a:pt x="0" y="3711"/>
                  </a:lnTo>
                  <a:lnTo>
                    <a:pt x="3711" y="0"/>
                  </a:lnTo>
                  <a:lnTo>
                    <a:pt x="62238" y="0"/>
                  </a:lnTo>
                  <a:lnTo>
                    <a:pt x="65950" y="3711"/>
                  </a:lnTo>
                  <a:lnTo>
                    <a:pt x="65950" y="16581"/>
                  </a:lnTo>
                  <a:lnTo>
                    <a:pt x="16581" y="16581"/>
                  </a:lnTo>
                  <a:lnTo>
                    <a:pt x="16581" y="49368"/>
                  </a:lnTo>
                  <a:lnTo>
                    <a:pt x="65949" y="49368"/>
                  </a:lnTo>
                  <a:lnTo>
                    <a:pt x="65949" y="62238"/>
                  </a:lnTo>
                  <a:lnTo>
                    <a:pt x="62237" y="65950"/>
                  </a:lnTo>
                  <a:close/>
                </a:path>
                <a:path w="135254" h="127634">
                  <a:moveTo>
                    <a:pt x="65949" y="49368"/>
                  </a:moveTo>
                  <a:lnTo>
                    <a:pt x="49369" y="49368"/>
                  </a:lnTo>
                  <a:lnTo>
                    <a:pt x="49369" y="16581"/>
                  </a:lnTo>
                  <a:lnTo>
                    <a:pt x="65950" y="16581"/>
                  </a:lnTo>
                  <a:lnTo>
                    <a:pt x="65950" y="24684"/>
                  </a:lnTo>
                  <a:lnTo>
                    <a:pt x="134786" y="24684"/>
                  </a:lnTo>
                  <a:lnTo>
                    <a:pt x="134786" y="41265"/>
                  </a:lnTo>
                  <a:lnTo>
                    <a:pt x="65949" y="41265"/>
                  </a:lnTo>
                  <a:lnTo>
                    <a:pt x="65949" y="49368"/>
                  </a:lnTo>
                  <a:close/>
                </a:path>
                <a:path w="135254" h="127634">
                  <a:moveTo>
                    <a:pt x="41265" y="127317"/>
                  </a:moveTo>
                  <a:lnTo>
                    <a:pt x="24684" y="127317"/>
                  </a:lnTo>
                  <a:lnTo>
                    <a:pt x="24684" y="65950"/>
                  </a:lnTo>
                  <a:lnTo>
                    <a:pt x="41265" y="65950"/>
                  </a:lnTo>
                  <a:lnTo>
                    <a:pt x="41265" y="1273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7767448" y="500062"/>
            <a:ext cx="135255" cy="127635"/>
            <a:chOff x="17767448" y="500062"/>
            <a:chExt cx="135255" cy="127635"/>
          </a:xfrm>
        </p:grpSpPr>
        <p:sp>
          <p:nvSpPr>
            <p:cNvPr id="12" name="object 12" descr=""/>
            <p:cNvSpPr/>
            <p:nvPr/>
          </p:nvSpPr>
          <p:spPr>
            <a:xfrm>
              <a:off x="17852866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767448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5" h="127634">
                  <a:moveTo>
                    <a:pt x="131075" y="65949"/>
                  </a:moveTo>
                  <a:lnTo>
                    <a:pt x="72548" y="65949"/>
                  </a:lnTo>
                  <a:lnTo>
                    <a:pt x="68836" y="62237"/>
                  </a:lnTo>
                  <a:lnTo>
                    <a:pt x="68836" y="41265"/>
                  </a:lnTo>
                  <a:lnTo>
                    <a:pt x="0" y="41265"/>
                  </a:lnTo>
                  <a:lnTo>
                    <a:pt x="0" y="24684"/>
                  </a:lnTo>
                  <a:lnTo>
                    <a:pt x="68836" y="24684"/>
                  </a:lnTo>
                  <a:lnTo>
                    <a:pt x="68836" y="3711"/>
                  </a:lnTo>
                  <a:lnTo>
                    <a:pt x="72548" y="0"/>
                  </a:lnTo>
                  <a:lnTo>
                    <a:pt x="131075" y="0"/>
                  </a:lnTo>
                  <a:lnTo>
                    <a:pt x="134787" y="3711"/>
                  </a:lnTo>
                  <a:lnTo>
                    <a:pt x="134787" y="16581"/>
                  </a:lnTo>
                  <a:lnTo>
                    <a:pt x="85419" y="16581"/>
                  </a:lnTo>
                  <a:lnTo>
                    <a:pt x="85419" y="49369"/>
                  </a:lnTo>
                  <a:lnTo>
                    <a:pt x="134786" y="49369"/>
                  </a:lnTo>
                  <a:lnTo>
                    <a:pt x="134786" y="62237"/>
                  </a:lnTo>
                  <a:lnTo>
                    <a:pt x="131075" y="65949"/>
                  </a:lnTo>
                  <a:close/>
                </a:path>
                <a:path w="135255" h="127634">
                  <a:moveTo>
                    <a:pt x="134786" y="49369"/>
                  </a:moveTo>
                  <a:lnTo>
                    <a:pt x="118207" y="49369"/>
                  </a:lnTo>
                  <a:lnTo>
                    <a:pt x="118207" y="16581"/>
                  </a:lnTo>
                  <a:lnTo>
                    <a:pt x="134787" y="16581"/>
                  </a:lnTo>
                  <a:lnTo>
                    <a:pt x="134786" y="49369"/>
                  </a:lnTo>
                  <a:close/>
                </a:path>
                <a:path w="135255" h="127634">
                  <a:moveTo>
                    <a:pt x="110102" y="127315"/>
                  </a:moveTo>
                  <a:lnTo>
                    <a:pt x="93520" y="127315"/>
                  </a:lnTo>
                  <a:lnTo>
                    <a:pt x="93520" y="65949"/>
                  </a:lnTo>
                  <a:lnTo>
                    <a:pt x="110102" y="65949"/>
                  </a:lnTo>
                  <a:lnTo>
                    <a:pt x="110102" y="127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762" y="9644587"/>
            <a:ext cx="134787" cy="1423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7450" y="9644587"/>
            <a:ext cx="134787" cy="142348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79935" y="8856122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79935" y="1430877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79935" y="2596049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9144000" y="3046801"/>
            <a:ext cx="0" cy="5358765"/>
          </a:xfrm>
          <a:custGeom>
            <a:avLst/>
            <a:gdLst/>
            <a:ahLst/>
            <a:cxnLst/>
            <a:rect l="l" t="t" r="r" b="b"/>
            <a:pathLst>
              <a:path w="0" h="5358765">
                <a:moveTo>
                  <a:pt x="0" y="5358567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0613" y="9185752"/>
            <a:ext cx="136609" cy="175339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6029007" y="9190990"/>
            <a:ext cx="511809" cy="170180"/>
          </a:xfrm>
          <a:custGeom>
            <a:avLst/>
            <a:gdLst/>
            <a:ahLst/>
            <a:cxnLst/>
            <a:rect l="l" t="t" r="r" b="b"/>
            <a:pathLst>
              <a:path w="511809" h="170179">
                <a:moveTo>
                  <a:pt x="139204" y="27940"/>
                </a:moveTo>
                <a:lnTo>
                  <a:pt x="33604" y="27940"/>
                </a:lnTo>
                <a:lnTo>
                  <a:pt x="33604" y="2540"/>
                </a:lnTo>
                <a:lnTo>
                  <a:pt x="21183" y="2540"/>
                </a:lnTo>
                <a:lnTo>
                  <a:pt x="21183" y="27940"/>
                </a:lnTo>
                <a:lnTo>
                  <a:pt x="21183" y="38100"/>
                </a:lnTo>
                <a:lnTo>
                  <a:pt x="21183" y="67310"/>
                </a:lnTo>
                <a:lnTo>
                  <a:pt x="21183" y="77470"/>
                </a:lnTo>
                <a:lnTo>
                  <a:pt x="139204" y="77470"/>
                </a:lnTo>
                <a:lnTo>
                  <a:pt x="139204" y="67310"/>
                </a:lnTo>
                <a:lnTo>
                  <a:pt x="33604" y="67310"/>
                </a:lnTo>
                <a:lnTo>
                  <a:pt x="33604" y="38100"/>
                </a:lnTo>
                <a:lnTo>
                  <a:pt x="126707" y="38100"/>
                </a:lnTo>
                <a:lnTo>
                  <a:pt x="126707" y="66687"/>
                </a:lnTo>
                <a:lnTo>
                  <a:pt x="139204" y="66687"/>
                </a:lnTo>
                <a:lnTo>
                  <a:pt x="139204" y="38100"/>
                </a:lnTo>
                <a:lnTo>
                  <a:pt x="139204" y="27940"/>
                </a:lnTo>
                <a:close/>
              </a:path>
              <a:path w="511809" h="170179">
                <a:moveTo>
                  <a:pt x="139204" y="2133"/>
                </a:moveTo>
                <a:lnTo>
                  <a:pt x="126707" y="2133"/>
                </a:lnTo>
                <a:lnTo>
                  <a:pt x="126707" y="27673"/>
                </a:lnTo>
                <a:lnTo>
                  <a:pt x="139204" y="27673"/>
                </a:lnTo>
                <a:lnTo>
                  <a:pt x="139204" y="2133"/>
                </a:lnTo>
                <a:close/>
              </a:path>
              <a:path w="511809" h="170179">
                <a:moveTo>
                  <a:pt x="160324" y="99593"/>
                </a:moveTo>
                <a:lnTo>
                  <a:pt x="0" y="99593"/>
                </a:lnTo>
                <a:lnTo>
                  <a:pt x="0" y="109982"/>
                </a:lnTo>
                <a:lnTo>
                  <a:pt x="73660" y="109982"/>
                </a:lnTo>
                <a:lnTo>
                  <a:pt x="73660" y="169900"/>
                </a:lnTo>
                <a:lnTo>
                  <a:pt x="85940" y="169900"/>
                </a:lnTo>
                <a:lnTo>
                  <a:pt x="85940" y="109982"/>
                </a:lnTo>
                <a:lnTo>
                  <a:pt x="160324" y="109982"/>
                </a:lnTo>
                <a:lnTo>
                  <a:pt x="160324" y="99593"/>
                </a:lnTo>
                <a:close/>
              </a:path>
              <a:path w="511809" h="170179">
                <a:moveTo>
                  <a:pt x="314464" y="317"/>
                </a:moveTo>
                <a:lnTo>
                  <a:pt x="301980" y="317"/>
                </a:lnTo>
                <a:lnTo>
                  <a:pt x="301980" y="24130"/>
                </a:lnTo>
                <a:lnTo>
                  <a:pt x="209931" y="24130"/>
                </a:lnTo>
                <a:lnTo>
                  <a:pt x="209931" y="0"/>
                </a:lnTo>
                <a:lnTo>
                  <a:pt x="197434" y="0"/>
                </a:lnTo>
                <a:lnTo>
                  <a:pt x="197434" y="24130"/>
                </a:lnTo>
                <a:lnTo>
                  <a:pt x="197434" y="34290"/>
                </a:lnTo>
                <a:lnTo>
                  <a:pt x="197434" y="59690"/>
                </a:lnTo>
                <a:lnTo>
                  <a:pt x="197434" y="69850"/>
                </a:lnTo>
                <a:lnTo>
                  <a:pt x="314464" y="69850"/>
                </a:lnTo>
                <a:lnTo>
                  <a:pt x="314464" y="59690"/>
                </a:lnTo>
                <a:lnTo>
                  <a:pt x="209931" y="59690"/>
                </a:lnTo>
                <a:lnTo>
                  <a:pt x="209931" y="34290"/>
                </a:lnTo>
                <a:lnTo>
                  <a:pt x="301980" y="34290"/>
                </a:lnTo>
                <a:lnTo>
                  <a:pt x="301980" y="59245"/>
                </a:lnTo>
                <a:lnTo>
                  <a:pt x="314464" y="59245"/>
                </a:lnTo>
                <a:lnTo>
                  <a:pt x="314464" y="34290"/>
                </a:lnTo>
                <a:lnTo>
                  <a:pt x="314464" y="34124"/>
                </a:lnTo>
                <a:lnTo>
                  <a:pt x="314464" y="24307"/>
                </a:lnTo>
                <a:lnTo>
                  <a:pt x="314464" y="24130"/>
                </a:lnTo>
                <a:lnTo>
                  <a:pt x="314464" y="317"/>
                </a:lnTo>
                <a:close/>
              </a:path>
              <a:path w="511809" h="170179">
                <a:moveTo>
                  <a:pt x="318122" y="154940"/>
                </a:moveTo>
                <a:lnTo>
                  <a:pt x="209219" y="154940"/>
                </a:lnTo>
                <a:lnTo>
                  <a:pt x="209219" y="118110"/>
                </a:lnTo>
                <a:lnTo>
                  <a:pt x="196875" y="118110"/>
                </a:lnTo>
                <a:lnTo>
                  <a:pt x="196875" y="154940"/>
                </a:lnTo>
                <a:lnTo>
                  <a:pt x="196875" y="165100"/>
                </a:lnTo>
                <a:lnTo>
                  <a:pt x="318122" y="165100"/>
                </a:lnTo>
                <a:lnTo>
                  <a:pt x="318122" y="154940"/>
                </a:lnTo>
                <a:close/>
              </a:path>
              <a:path w="511809" h="170179">
                <a:moveTo>
                  <a:pt x="336003" y="88226"/>
                </a:moveTo>
                <a:lnTo>
                  <a:pt x="175679" y="88226"/>
                </a:lnTo>
                <a:lnTo>
                  <a:pt x="175679" y="98755"/>
                </a:lnTo>
                <a:lnTo>
                  <a:pt x="250482" y="98755"/>
                </a:lnTo>
                <a:lnTo>
                  <a:pt x="250482" y="135026"/>
                </a:lnTo>
                <a:lnTo>
                  <a:pt x="262902" y="135026"/>
                </a:lnTo>
                <a:lnTo>
                  <a:pt x="262902" y="98755"/>
                </a:lnTo>
                <a:lnTo>
                  <a:pt x="336003" y="98755"/>
                </a:lnTo>
                <a:lnTo>
                  <a:pt x="336003" y="88226"/>
                </a:lnTo>
                <a:close/>
              </a:path>
              <a:path w="511809" h="170179">
                <a:moveTo>
                  <a:pt x="492620" y="35458"/>
                </a:moveTo>
                <a:lnTo>
                  <a:pt x="488315" y="20929"/>
                </a:lnTo>
                <a:lnTo>
                  <a:pt x="479920" y="13550"/>
                </a:lnTo>
                <a:lnTo>
                  <a:pt x="479920" y="35458"/>
                </a:lnTo>
                <a:lnTo>
                  <a:pt x="476453" y="45504"/>
                </a:lnTo>
                <a:lnTo>
                  <a:pt x="466623" y="53111"/>
                </a:lnTo>
                <a:lnTo>
                  <a:pt x="451294" y="57924"/>
                </a:lnTo>
                <a:lnTo>
                  <a:pt x="431292" y="59601"/>
                </a:lnTo>
                <a:lnTo>
                  <a:pt x="411327" y="57924"/>
                </a:lnTo>
                <a:lnTo>
                  <a:pt x="395998" y="53111"/>
                </a:lnTo>
                <a:lnTo>
                  <a:pt x="386194" y="45504"/>
                </a:lnTo>
                <a:lnTo>
                  <a:pt x="382803" y="35458"/>
                </a:lnTo>
                <a:lnTo>
                  <a:pt x="386194" y="25527"/>
                </a:lnTo>
                <a:lnTo>
                  <a:pt x="395998" y="17957"/>
                </a:lnTo>
                <a:lnTo>
                  <a:pt x="411327" y="13119"/>
                </a:lnTo>
                <a:lnTo>
                  <a:pt x="431292" y="11391"/>
                </a:lnTo>
                <a:lnTo>
                  <a:pt x="451294" y="13119"/>
                </a:lnTo>
                <a:lnTo>
                  <a:pt x="466623" y="17957"/>
                </a:lnTo>
                <a:lnTo>
                  <a:pt x="476453" y="25527"/>
                </a:lnTo>
                <a:lnTo>
                  <a:pt x="479920" y="35458"/>
                </a:lnTo>
                <a:lnTo>
                  <a:pt x="479920" y="13550"/>
                </a:lnTo>
                <a:lnTo>
                  <a:pt x="477481" y="11391"/>
                </a:lnTo>
                <a:lnTo>
                  <a:pt x="476034" y="10121"/>
                </a:lnTo>
                <a:lnTo>
                  <a:pt x="456704" y="3378"/>
                </a:lnTo>
                <a:lnTo>
                  <a:pt x="431292" y="1079"/>
                </a:lnTo>
                <a:lnTo>
                  <a:pt x="405803" y="3378"/>
                </a:lnTo>
                <a:lnTo>
                  <a:pt x="386461" y="10121"/>
                </a:lnTo>
                <a:lnTo>
                  <a:pt x="374192" y="20929"/>
                </a:lnTo>
                <a:lnTo>
                  <a:pt x="369900" y="35458"/>
                </a:lnTo>
                <a:lnTo>
                  <a:pt x="374192" y="50050"/>
                </a:lnTo>
                <a:lnTo>
                  <a:pt x="386461" y="60921"/>
                </a:lnTo>
                <a:lnTo>
                  <a:pt x="405803" y="67703"/>
                </a:lnTo>
                <a:lnTo>
                  <a:pt x="431292" y="70053"/>
                </a:lnTo>
                <a:lnTo>
                  <a:pt x="456704" y="67703"/>
                </a:lnTo>
                <a:lnTo>
                  <a:pt x="476034" y="60921"/>
                </a:lnTo>
                <a:lnTo>
                  <a:pt x="477520" y="59601"/>
                </a:lnTo>
                <a:lnTo>
                  <a:pt x="488315" y="50050"/>
                </a:lnTo>
                <a:lnTo>
                  <a:pt x="492620" y="35458"/>
                </a:lnTo>
                <a:close/>
              </a:path>
              <a:path w="511809" h="170179">
                <a:moveTo>
                  <a:pt x="493522" y="155092"/>
                </a:moveTo>
                <a:lnTo>
                  <a:pt x="385330" y="155092"/>
                </a:lnTo>
                <a:lnTo>
                  <a:pt x="385330" y="114960"/>
                </a:lnTo>
                <a:lnTo>
                  <a:pt x="372706" y="114960"/>
                </a:lnTo>
                <a:lnTo>
                  <a:pt x="372706" y="165684"/>
                </a:lnTo>
                <a:lnTo>
                  <a:pt x="493522" y="165684"/>
                </a:lnTo>
                <a:lnTo>
                  <a:pt x="493522" y="155092"/>
                </a:lnTo>
                <a:close/>
              </a:path>
              <a:path w="511809" h="170179">
                <a:moveTo>
                  <a:pt x="511213" y="87947"/>
                </a:moveTo>
                <a:lnTo>
                  <a:pt x="351650" y="87947"/>
                </a:lnTo>
                <a:lnTo>
                  <a:pt x="351650" y="98336"/>
                </a:lnTo>
                <a:lnTo>
                  <a:pt x="511213" y="98336"/>
                </a:lnTo>
                <a:lnTo>
                  <a:pt x="511213" y="879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6606232" y="9185752"/>
            <a:ext cx="509905" cy="175895"/>
            <a:chOff x="6606232" y="9185752"/>
            <a:chExt cx="509905" cy="175895"/>
          </a:xfrm>
        </p:grpSpPr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6232" y="9185752"/>
              <a:ext cx="141450" cy="17533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0940" y="9185822"/>
              <a:ext cx="148467" cy="17084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56561" y="9192418"/>
              <a:ext cx="159552" cy="168463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7182205" y="9185752"/>
            <a:ext cx="318770" cy="175260"/>
            <a:chOff x="7182205" y="9185752"/>
            <a:chExt cx="318770" cy="175260"/>
          </a:xfrm>
        </p:grpSpPr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82205" y="9185752"/>
              <a:ext cx="148327" cy="17512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61474" y="9185962"/>
              <a:ext cx="139485" cy="172392"/>
            </a:xfrm>
            <a:prstGeom prst="rect">
              <a:avLst/>
            </a:prstGeom>
          </p:spPr>
        </p:pic>
      </p:grpSp>
      <p:sp>
        <p:nvSpPr>
          <p:cNvPr id="29" name="object 29" descr=""/>
          <p:cNvSpPr/>
          <p:nvPr/>
        </p:nvSpPr>
        <p:spPr>
          <a:xfrm>
            <a:off x="7532662" y="9199880"/>
            <a:ext cx="511175" cy="138430"/>
          </a:xfrm>
          <a:custGeom>
            <a:avLst/>
            <a:gdLst/>
            <a:ahLst/>
            <a:cxnLst/>
            <a:rect l="l" t="t" r="r" b="b"/>
            <a:pathLst>
              <a:path w="511175" h="138429">
                <a:moveTo>
                  <a:pt x="144399" y="4330"/>
                </a:moveTo>
                <a:lnTo>
                  <a:pt x="103212" y="4330"/>
                </a:lnTo>
                <a:lnTo>
                  <a:pt x="103212" y="14922"/>
                </a:lnTo>
                <a:lnTo>
                  <a:pt x="103212" y="78841"/>
                </a:lnTo>
                <a:lnTo>
                  <a:pt x="55994" y="78841"/>
                </a:lnTo>
                <a:lnTo>
                  <a:pt x="55994" y="14922"/>
                </a:lnTo>
                <a:lnTo>
                  <a:pt x="103212" y="14922"/>
                </a:lnTo>
                <a:lnTo>
                  <a:pt x="103212" y="4330"/>
                </a:lnTo>
                <a:lnTo>
                  <a:pt x="14744" y="4330"/>
                </a:lnTo>
                <a:lnTo>
                  <a:pt x="14744" y="14922"/>
                </a:lnTo>
                <a:lnTo>
                  <a:pt x="43573" y="14922"/>
                </a:lnTo>
                <a:lnTo>
                  <a:pt x="43573" y="78841"/>
                </a:lnTo>
                <a:lnTo>
                  <a:pt x="14884" y="78841"/>
                </a:lnTo>
                <a:lnTo>
                  <a:pt x="14884" y="89154"/>
                </a:lnTo>
                <a:lnTo>
                  <a:pt x="144119" y="89154"/>
                </a:lnTo>
                <a:lnTo>
                  <a:pt x="144119" y="78841"/>
                </a:lnTo>
                <a:lnTo>
                  <a:pt x="115493" y="78841"/>
                </a:lnTo>
                <a:lnTo>
                  <a:pt x="115493" y="14922"/>
                </a:lnTo>
                <a:lnTo>
                  <a:pt x="144399" y="14922"/>
                </a:lnTo>
                <a:lnTo>
                  <a:pt x="144399" y="4330"/>
                </a:lnTo>
                <a:close/>
              </a:path>
              <a:path w="511175" h="138429">
                <a:moveTo>
                  <a:pt x="160324" y="126771"/>
                </a:moveTo>
                <a:lnTo>
                  <a:pt x="0" y="126771"/>
                </a:lnTo>
                <a:lnTo>
                  <a:pt x="0" y="137718"/>
                </a:lnTo>
                <a:lnTo>
                  <a:pt x="160324" y="137718"/>
                </a:lnTo>
                <a:lnTo>
                  <a:pt x="160324" y="126771"/>
                </a:lnTo>
                <a:close/>
              </a:path>
              <a:path w="511175" h="138429">
                <a:moveTo>
                  <a:pt x="336016" y="128270"/>
                </a:moveTo>
                <a:lnTo>
                  <a:pt x="261505" y="128270"/>
                </a:lnTo>
                <a:lnTo>
                  <a:pt x="261505" y="92710"/>
                </a:lnTo>
                <a:lnTo>
                  <a:pt x="319328" y="92710"/>
                </a:lnTo>
                <a:lnTo>
                  <a:pt x="319328" y="82550"/>
                </a:lnTo>
                <a:lnTo>
                  <a:pt x="208673" y="82550"/>
                </a:lnTo>
                <a:lnTo>
                  <a:pt x="208673" y="50800"/>
                </a:lnTo>
                <a:lnTo>
                  <a:pt x="315252" y="50800"/>
                </a:lnTo>
                <a:lnTo>
                  <a:pt x="315252" y="40640"/>
                </a:lnTo>
                <a:lnTo>
                  <a:pt x="315252" y="10160"/>
                </a:lnTo>
                <a:lnTo>
                  <a:pt x="315252" y="0"/>
                </a:lnTo>
                <a:lnTo>
                  <a:pt x="195757" y="0"/>
                </a:lnTo>
                <a:lnTo>
                  <a:pt x="195757" y="10160"/>
                </a:lnTo>
                <a:lnTo>
                  <a:pt x="302907" y="10160"/>
                </a:lnTo>
                <a:lnTo>
                  <a:pt x="302907" y="40640"/>
                </a:lnTo>
                <a:lnTo>
                  <a:pt x="196329" y="40640"/>
                </a:lnTo>
                <a:lnTo>
                  <a:pt x="196329" y="50800"/>
                </a:lnTo>
                <a:lnTo>
                  <a:pt x="196329" y="82550"/>
                </a:lnTo>
                <a:lnTo>
                  <a:pt x="196329" y="92710"/>
                </a:lnTo>
                <a:lnTo>
                  <a:pt x="249161" y="92710"/>
                </a:lnTo>
                <a:lnTo>
                  <a:pt x="249161" y="128270"/>
                </a:lnTo>
                <a:lnTo>
                  <a:pt x="175691" y="128270"/>
                </a:lnTo>
                <a:lnTo>
                  <a:pt x="175691" y="138430"/>
                </a:lnTo>
                <a:lnTo>
                  <a:pt x="336016" y="138430"/>
                </a:lnTo>
                <a:lnTo>
                  <a:pt x="336016" y="128270"/>
                </a:lnTo>
                <a:close/>
              </a:path>
              <a:path w="511175" h="138429">
                <a:moveTo>
                  <a:pt x="488835" y="5448"/>
                </a:moveTo>
                <a:lnTo>
                  <a:pt x="369138" y="5448"/>
                </a:lnTo>
                <a:lnTo>
                  <a:pt x="369138" y="15976"/>
                </a:lnTo>
                <a:lnTo>
                  <a:pt x="476631" y="15976"/>
                </a:lnTo>
                <a:lnTo>
                  <a:pt x="476631" y="21869"/>
                </a:lnTo>
                <a:lnTo>
                  <a:pt x="476478" y="38608"/>
                </a:lnTo>
                <a:lnTo>
                  <a:pt x="475653" y="58000"/>
                </a:lnTo>
                <a:lnTo>
                  <a:pt x="473506" y="80149"/>
                </a:lnTo>
                <a:lnTo>
                  <a:pt x="469328" y="105714"/>
                </a:lnTo>
                <a:lnTo>
                  <a:pt x="482168" y="107124"/>
                </a:lnTo>
                <a:lnTo>
                  <a:pt x="486029" y="80492"/>
                </a:lnTo>
                <a:lnTo>
                  <a:pt x="488010" y="58000"/>
                </a:lnTo>
                <a:lnTo>
                  <a:pt x="488734" y="38760"/>
                </a:lnTo>
                <a:lnTo>
                  <a:pt x="488835" y="5448"/>
                </a:lnTo>
                <a:close/>
              </a:path>
              <a:path w="511175" h="138429">
                <a:moveTo>
                  <a:pt x="510946" y="123685"/>
                </a:moveTo>
                <a:lnTo>
                  <a:pt x="351383" y="123685"/>
                </a:lnTo>
                <a:lnTo>
                  <a:pt x="351383" y="134340"/>
                </a:lnTo>
                <a:lnTo>
                  <a:pt x="510946" y="134340"/>
                </a:lnTo>
                <a:lnTo>
                  <a:pt x="510946" y="123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8191655" y="9261529"/>
            <a:ext cx="12700" cy="99695"/>
          </a:xfrm>
          <a:custGeom>
            <a:avLst/>
            <a:gdLst/>
            <a:ahLst/>
            <a:cxnLst/>
            <a:rect l="l" t="t" r="r" b="b"/>
            <a:pathLst>
              <a:path w="12700" h="99695">
                <a:moveTo>
                  <a:pt x="12348" y="0"/>
                </a:moveTo>
                <a:lnTo>
                  <a:pt x="0" y="0"/>
                </a:lnTo>
                <a:lnTo>
                  <a:pt x="0" y="99562"/>
                </a:lnTo>
                <a:lnTo>
                  <a:pt x="12348" y="99562"/>
                </a:lnTo>
                <a:lnTo>
                  <a:pt x="12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8067113" y="9185752"/>
            <a:ext cx="311150" cy="175895"/>
            <a:chOff x="8067113" y="9185752"/>
            <a:chExt cx="311150" cy="175895"/>
          </a:xfrm>
        </p:grpSpPr>
        <p:sp>
          <p:nvSpPr>
            <p:cNvPr id="32" name="object 32" descr=""/>
            <p:cNvSpPr/>
            <p:nvPr/>
          </p:nvSpPr>
          <p:spPr>
            <a:xfrm>
              <a:off x="8067104" y="9185757"/>
              <a:ext cx="137160" cy="130175"/>
            </a:xfrm>
            <a:custGeom>
              <a:avLst/>
              <a:gdLst/>
              <a:ahLst/>
              <a:cxnLst/>
              <a:rect l="l" t="t" r="r" b="b"/>
              <a:pathLst>
                <a:path w="137159" h="130175">
                  <a:moveTo>
                    <a:pt x="136893" y="0"/>
                  </a:moveTo>
                  <a:lnTo>
                    <a:pt x="124548" y="0"/>
                  </a:lnTo>
                  <a:lnTo>
                    <a:pt x="124548" y="64922"/>
                  </a:lnTo>
                  <a:lnTo>
                    <a:pt x="78511" y="64922"/>
                  </a:lnTo>
                  <a:lnTo>
                    <a:pt x="78511" y="28092"/>
                  </a:lnTo>
                  <a:lnTo>
                    <a:pt x="78511" y="17932"/>
                  </a:lnTo>
                  <a:lnTo>
                    <a:pt x="66306" y="17932"/>
                  </a:lnTo>
                  <a:lnTo>
                    <a:pt x="66306" y="28092"/>
                  </a:lnTo>
                  <a:lnTo>
                    <a:pt x="66306" y="64922"/>
                  </a:lnTo>
                  <a:lnTo>
                    <a:pt x="66306" y="76352"/>
                  </a:lnTo>
                  <a:lnTo>
                    <a:pt x="66306" y="119532"/>
                  </a:lnTo>
                  <a:lnTo>
                    <a:pt x="12357" y="119532"/>
                  </a:lnTo>
                  <a:lnTo>
                    <a:pt x="12357" y="28092"/>
                  </a:lnTo>
                  <a:lnTo>
                    <a:pt x="66306" y="28092"/>
                  </a:lnTo>
                  <a:lnTo>
                    <a:pt x="66306" y="17932"/>
                  </a:lnTo>
                  <a:lnTo>
                    <a:pt x="0" y="17932"/>
                  </a:lnTo>
                  <a:lnTo>
                    <a:pt x="0" y="28092"/>
                  </a:lnTo>
                  <a:lnTo>
                    <a:pt x="0" y="119532"/>
                  </a:lnTo>
                  <a:lnTo>
                    <a:pt x="0" y="129692"/>
                  </a:lnTo>
                  <a:lnTo>
                    <a:pt x="78511" y="129692"/>
                  </a:lnTo>
                  <a:lnTo>
                    <a:pt x="78511" y="119532"/>
                  </a:lnTo>
                  <a:lnTo>
                    <a:pt x="78511" y="76352"/>
                  </a:lnTo>
                  <a:lnTo>
                    <a:pt x="136893" y="76352"/>
                  </a:lnTo>
                  <a:lnTo>
                    <a:pt x="136893" y="65189"/>
                  </a:lnTo>
                  <a:lnTo>
                    <a:pt x="136893" y="64922"/>
                  </a:lnTo>
                  <a:lnTo>
                    <a:pt x="1368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36490" y="9185752"/>
              <a:ext cx="141450" cy="175339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8459042" y="9185962"/>
            <a:ext cx="320675" cy="175260"/>
            <a:chOff x="8459042" y="9185962"/>
            <a:chExt cx="320675" cy="175260"/>
          </a:xfrm>
        </p:grpSpPr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59042" y="9185962"/>
              <a:ext cx="149028" cy="17491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37820" y="9185962"/>
              <a:ext cx="141871" cy="172392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8860372" y="9185752"/>
            <a:ext cx="499745" cy="175260"/>
            <a:chOff x="8860372" y="9185752"/>
            <a:chExt cx="499745" cy="175260"/>
          </a:xfrm>
        </p:grpSpPr>
        <p:sp>
          <p:nvSpPr>
            <p:cNvPr id="38" name="object 38" descr=""/>
            <p:cNvSpPr/>
            <p:nvPr/>
          </p:nvSpPr>
          <p:spPr>
            <a:xfrm>
              <a:off x="8875103" y="9204210"/>
              <a:ext cx="130175" cy="85090"/>
            </a:xfrm>
            <a:custGeom>
              <a:avLst/>
              <a:gdLst/>
              <a:ahLst/>
              <a:cxnLst/>
              <a:rect l="l" t="t" r="r" b="b"/>
              <a:pathLst>
                <a:path w="130175" h="85090">
                  <a:moveTo>
                    <a:pt x="129654" y="0"/>
                  </a:moveTo>
                  <a:lnTo>
                    <a:pt x="88468" y="0"/>
                  </a:lnTo>
                  <a:lnTo>
                    <a:pt x="88468" y="10591"/>
                  </a:lnTo>
                  <a:lnTo>
                    <a:pt x="88468" y="74510"/>
                  </a:lnTo>
                  <a:lnTo>
                    <a:pt x="41249" y="74510"/>
                  </a:lnTo>
                  <a:lnTo>
                    <a:pt x="41249" y="10591"/>
                  </a:lnTo>
                  <a:lnTo>
                    <a:pt x="88468" y="10591"/>
                  </a:lnTo>
                  <a:lnTo>
                    <a:pt x="88468" y="0"/>
                  </a:lnTo>
                  <a:lnTo>
                    <a:pt x="0" y="0"/>
                  </a:lnTo>
                  <a:lnTo>
                    <a:pt x="0" y="10591"/>
                  </a:lnTo>
                  <a:lnTo>
                    <a:pt x="28829" y="10591"/>
                  </a:lnTo>
                  <a:lnTo>
                    <a:pt x="28829" y="74510"/>
                  </a:lnTo>
                  <a:lnTo>
                    <a:pt x="139" y="74510"/>
                  </a:lnTo>
                  <a:lnTo>
                    <a:pt x="139" y="84823"/>
                  </a:lnTo>
                  <a:lnTo>
                    <a:pt x="129374" y="84823"/>
                  </a:lnTo>
                  <a:lnTo>
                    <a:pt x="129374" y="74510"/>
                  </a:lnTo>
                  <a:lnTo>
                    <a:pt x="100749" y="74510"/>
                  </a:lnTo>
                  <a:lnTo>
                    <a:pt x="100749" y="10591"/>
                  </a:lnTo>
                  <a:lnTo>
                    <a:pt x="129654" y="10591"/>
                  </a:lnTo>
                  <a:lnTo>
                    <a:pt x="1296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60372" y="9185752"/>
              <a:ext cx="499427" cy="175129"/>
            </a:xfrm>
            <a:prstGeom prst="rect">
              <a:avLst/>
            </a:prstGeom>
          </p:spPr>
        </p:pic>
      </p:grpSp>
      <p:sp>
        <p:nvSpPr>
          <p:cNvPr id="40" name="object 40" descr=""/>
          <p:cNvSpPr/>
          <p:nvPr/>
        </p:nvSpPr>
        <p:spPr>
          <a:xfrm>
            <a:off x="9387433" y="9201150"/>
            <a:ext cx="160655" cy="136525"/>
          </a:xfrm>
          <a:custGeom>
            <a:avLst/>
            <a:gdLst/>
            <a:ahLst/>
            <a:cxnLst/>
            <a:rect l="l" t="t" r="r" b="b"/>
            <a:pathLst>
              <a:path w="160654" h="136525">
                <a:moveTo>
                  <a:pt x="141452" y="80010"/>
                </a:moveTo>
                <a:lnTo>
                  <a:pt x="33959" y="80010"/>
                </a:lnTo>
                <a:lnTo>
                  <a:pt x="33959" y="49530"/>
                </a:lnTo>
                <a:lnTo>
                  <a:pt x="135699" y="49530"/>
                </a:lnTo>
                <a:lnTo>
                  <a:pt x="135699" y="39370"/>
                </a:lnTo>
                <a:lnTo>
                  <a:pt x="33959" y="39370"/>
                </a:lnTo>
                <a:lnTo>
                  <a:pt x="33959" y="11430"/>
                </a:lnTo>
                <a:lnTo>
                  <a:pt x="139344" y="11430"/>
                </a:lnTo>
                <a:lnTo>
                  <a:pt x="139344" y="0"/>
                </a:lnTo>
                <a:lnTo>
                  <a:pt x="21336" y="0"/>
                </a:lnTo>
                <a:lnTo>
                  <a:pt x="21336" y="11430"/>
                </a:lnTo>
                <a:lnTo>
                  <a:pt x="21336" y="39370"/>
                </a:lnTo>
                <a:lnTo>
                  <a:pt x="21336" y="49530"/>
                </a:lnTo>
                <a:lnTo>
                  <a:pt x="21336" y="80010"/>
                </a:lnTo>
                <a:lnTo>
                  <a:pt x="21336" y="91440"/>
                </a:lnTo>
                <a:lnTo>
                  <a:pt x="141452" y="91440"/>
                </a:lnTo>
                <a:lnTo>
                  <a:pt x="141452" y="80010"/>
                </a:lnTo>
                <a:close/>
              </a:path>
              <a:path w="160654" h="136525">
                <a:moveTo>
                  <a:pt x="160324" y="125361"/>
                </a:moveTo>
                <a:lnTo>
                  <a:pt x="0" y="125361"/>
                </a:lnTo>
                <a:lnTo>
                  <a:pt x="0" y="136093"/>
                </a:lnTo>
                <a:lnTo>
                  <a:pt x="160324" y="136093"/>
                </a:lnTo>
                <a:lnTo>
                  <a:pt x="160324" y="125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21435" y="9185752"/>
            <a:ext cx="145309" cy="174497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9839640" y="9185752"/>
            <a:ext cx="338455" cy="175260"/>
            <a:chOff x="9839640" y="9185752"/>
            <a:chExt cx="338455" cy="175260"/>
          </a:xfrm>
        </p:grpSpPr>
        <p:pic>
          <p:nvPicPr>
            <p:cNvPr id="43" name="object 4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39640" y="9185752"/>
              <a:ext cx="141169" cy="17512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20452" y="9185752"/>
              <a:ext cx="157097" cy="175129"/>
            </a:xfrm>
            <a:prstGeom prst="rect">
              <a:avLst/>
            </a:prstGeom>
          </p:spPr>
        </p:pic>
      </p:grpSp>
      <p:grpSp>
        <p:nvGrpSpPr>
          <p:cNvPr id="45" name="object 45" descr=""/>
          <p:cNvGrpSpPr/>
          <p:nvPr/>
        </p:nvGrpSpPr>
        <p:grpSpPr>
          <a:xfrm>
            <a:off x="10237330" y="9185752"/>
            <a:ext cx="499745" cy="175260"/>
            <a:chOff x="10237330" y="9185752"/>
            <a:chExt cx="499745" cy="175260"/>
          </a:xfrm>
        </p:grpSpPr>
        <p:sp>
          <p:nvSpPr>
            <p:cNvPr id="46" name="object 46" descr=""/>
            <p:cNvSpPr/>
            <p:nvPr/>
          </p:nvSpPr>
          <p:spPr>
            <a:xfrm>
              <a:off x="10252062" y="9204210"/>
              <a:ext cx="130175" cy="85090"/>
            </a:xfrm>
            <a:custGeom>
              <a:avLst/>
              <a:gdLst/>
              <a:ahLst/>
              <a:cxnLst/>
              <a:rect l="l" t="t" r="r" b="b"/>
              <a:pathLst>
                <a:path w="130175" h="85090">
                  <a:moveTo>
                    <a:pt x="129654" y="0"/>
                  </a:moveTo>
                  <a:lnTo>
                    <a:pt x="88468" y="0"/>
                  </a:lnTo>
                  <a:lnTo>
                    <a:pt x="88468" y="10591"/>
                  </a:lnTo>
                  <a:lnTo>
                    <a:pt x="88468" y="74510"/>
                  </a:lnTo>
                  <a:lnTo>
                    <a:pt x="41249" y="74510"/>
                  </a:lnTo>
                  <a:lnTo>
                    <a:pt x="41249" y="10591"/>
                  </a:lnTo>
                  <a:lnTo>
                    <a:pt x="88468" y="10591"/>
                  </a:lnTo>
                  <a:lnTo>
                    <a:pt x="88468" y="0"/>
                  </a:lnTo>
                  <a:lnTo>
                    <a:pt x="0" y="0"/>
                  </a:lnTo>
                  <a:lnTo>
                    <a:pt x="0" y="10591"/>
                  </a:lnTo>
                  <a:lnTo>
                    <a:pt x="28829" y="10591"/>
                  </a:lnTo>
                  <a:lnTo>
                    <a:pt x="28829" y="74510"/>
                  </a:lnTo>
                  <a:lnTo>
                    <a:pt x="139" y="74510"/>
                  </a:lnTo>
                  <a:lnTo>
                    <a:pt x="139" y="84823"/>
                  </a:lnTo>
                  <a:lnTo>
                    <a:pt x="129374" y="84823"/>
                  </a:lnTo>
                  <a:lnTo>
                    <a:pt x="129374" y="74510"/>
                  </a:lnTo>
                  <a:lnTo>
                    <a:pt x="100749" y="74510"/>
                  </a:lnTo>
                  <a:lnTo>
                    <a:pt x="100749" y="10591"/>
                  </a:lnTo>
                  <a:lnTo>
                    <a:pt x="129654" y="10591"/>
                  </a:lnTo>
                  <a:lnTo>
                    <a:pt x="1296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237330" y="9185752"/>
              <a:ext cx="499427" cy="175129"/>
            </a:xfrm>
            <a:prstGeom prst="rect">
              <a:avLst/>
            </a:prstGeom>
          </p:spPr>
        </p:pic>
      </p:grpSp>
      <p:sp>
        <p:nvSpPr>
          <p:cNvPr id="48" name="object 48" descr=""/>
          <p:cNvSpPr/>
          <p:nvPr/>
        </p:nvSpPr>
        <p:spPr>
          <a:xfrm>
            <a:off x="10764393" y="9201150"/>
            <a:ext cx="160655" cy="136525"/>
          </a:xfrm>
          <a:custGeom>
            <a:avLst/>
            <a:gdLst/>
            <a:ahLst/>
            <a:cxnLst/>
            <a:rect l="l" t="t" r="r" b="b"/>
            <a:pathLst>
              <a:path w="160654" h="136525">
                <a:moveTo>
                  <a:pt x="141452" y="80010"/>
                </a:moveTo>
                <a:lnTo>
                  <a:pt x="33959" y="80010"/>
                </a:lnTo>
                <a:lnTo>
                  <a:pt x="33959" y="49530"/>
                </a:lnTo>
                <a:lnTo>
                  <a:pt x="135699" y="49530"/>
                </a:lnTo>
                <a:lnTo>
                  <a:pt x="135699" y="39370"/>
                </a:lnTo>
                <a:lnTo>
                  <a:pt x="33959" y="39370"/>
                </a:lnTo>
                <a:lnTo>
                  <a:pt x="33959" y="11430"/>
                </a:lnTo>
                <a:lnTo>
                  <a:pt x="139344" y="11430"/>
                </a:lnTo>
                <a:lnTo>
                  <a:pt x="139344" y="0"/>
                </a:lnTo>
                <a:lnTo>
                  <a:pt x="21336" y="0"/>
                </a:lnTo>
                <a:lnTo>
                  <a:pt x="21336" y="11430"/>
                </a:lnTo>
                <a:lnTo>
                  <a:pt x="21336" y="39370"/>
                </a:lnTo>
                <a:lnTo>
                  <a:pt x="21336" y="49530"/>
                </a:lnTo>
                <a:lnTo>
                  <a:pt x="21336" y="80010"/>
                </a:lnTo>
                <a:lnTo>
                  <a:pt x="21336" y="91440"/>
                </a:lnTo>
                <a:lnTo>
                  <a:pt x="141452" y="91440"/>
                </a:lnTo>
                <a:lnTo>
                  <a:pt x="141452" y="80010"/>
                </a:lnTo>
                <a:close/>
              </a:path>
              <a:path w="160654" h="136525">
                <a:moveTo>
                  <a:pt x="160324" y="125361"/>
                </a:moveTo>
                <a:lnTo>
                  <a:pt x="0" y="125361"/>
                </a:lnTo>
                <a:lnTo>
                  <a:pt x="0" y="136093"/>
                </a:lnTo>
                <a:lnTo>
                  <a:pt x="160324" y="136093"/>
                </a:lnTo>
                <a:lnTo>
                  <a:pt x="160324" y="125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11001199" y="9185962"/>
            <a:ext cx="443865" cy="189230"/>
            <a:chOff x="11001199" y="9185962"/>
            <a:chExt cx="443865" cy="189230"/>
          </a:xfrm>
        </p:grpSpPr>
        <p:pic>
          <p:nvPicPr>
            <p:cNvPr id="50" name="object 5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001199" y="9185962"/>
              <a:ext cx="201862" cy="188670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232811" y="9185962"/>
              <a:ext cx="141871" cy="172392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1407449" y="9195013"/>
              <a:ext cx="37465" cy="179705"/>
            </a:xfrm>
            <a:custGeom>
              <a:avLst/>
              <a:gdLst/>
              <a:ahLst/>
              <a:cxnLst/>
              <a:rect l="l" t="t" r="r" b="b"/>
              <a:pathLst>
                <a:path w="37465" h="179704">
                  <a:moveTo>
                    <a:pt x="12278" y="0"/>
                  </a:moveTo>
                  <a:lnTo>
                    <a:pt x="0" y="0"/>
                  </a:lnTo>
                  <a:lnTo>
                    <a:pt x="9393" y="18522"/>
                  </a:lnTo>
                  <a:lnTo>
                    <a:pt x="16786" y="40774"/>
                  </a:lnTo>
                  <a:lnTo>
                    <a:pt x="21627" y="65091"/>
                  </a:lnTo>
                  <a:lnTo>
                    <a:pt x="23363" y="89809"/>
                  </a:lnTo>
                  <a:lnTo>
                    <a:pt x="21627" y="114528"/>
                  </a:lnTo>
                  <a:lnTo>
                    <a:pt x="16786" y="138845"/>
                  </a:lnTo>
                  <a:lnTo>
                    <a:pt x="9393" y="161097"/>
                  </a:lnTo>
                  <a:lnTo>
                    <a:pt x="0" y="179619"/>
                  </a:lnTo>
                  <a:lnTo>
                    <a:pt x="12278" y="179619"/>
                  </a:lnTo>
                  <a:lnTo>
                    <a:pt x="23000" y="159410"/>
                  </a:lnTo>
                  <a:lnTo>
                    <a:pt x="30854" y="137714"/>
                  </a:lnTo>
                  <a:lnTo>
                    <a:pt x="35682" y="114518"/>
                  </a:lnTo>
                  <a:lnTo>
                    <a:pt x="37326" y="89809"/>
                  </a:lnTo>
                  <a:lnTo>
                    <a:pt x="35682" y="65180"/>
                  </a:lnTo>
                  <a:lnTo>
                    <a:pt x="30854" y="42010"/>
                  </a:lnTo>
                  <a:lnTo>
                    <a:pt x="23000" y="20288"/>
                  </a:lnTo>
                  <a:lnTo>
                    <a:pt x="122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11520989" y="9185752"/>
            <a:ext cx="906780" cy="175895"/>
            <a:chOff x="11520989" y="9185752"/>
            <a:chExt cx="906780" cy="175895"/>
          </a:xfrm>
        </p:grpSpPr>
        <p:sp>
          <p:nvSpPr>
            <p:cNvPr id="54" name="object 54" descr=""/>
            <p:cNvSpPr/>
            <p:nvPr/>
          </p:nvSpPr>
          <p:spPr>
            <a:xfrm>
              <a:off x="11520983" y="9190990"/>
              <a:ext cx="336550" cy="170180"/>
            </a:xfrm>
            <a:custGeom>
              <a:avLst/>
              <a:gdLst/>
              <a:ahLst/>
              <a:cxnLst/>
              <a:rect l="l" t="t" r="r" b="b"/>
              <a:pathLst>
                <a:path w="336550" h="170179">
                  <a:moveTo>
                    <a:pt x="139204" y="27940"/>
                  </a:moveTo>
                  <a:lnTo>
                    <a:pt x="33604" y="27940"/>
                  </a:lnTo>
                  <a:lnTo>
                    <a:pt x="33604" y="2540"/>
                  </a:lnTo>
                  <a:lnTo>
                    <a:pt x="21196" y="2540"/>
                  </a:lnTo>
                  <a:lnTo>
                    <a:pt x="21196" y="27940"/>
                  </a:lnTo>
                  <a:lnTo>
                    <a:pt x="21196" y="38100"/>
                  </a:lnTo>
                  <a:lnTo>
                    <a:pt x="21196" y="67310"/>
                  </a:lnTo>
                  <a:lnTo>
                    <a:pt x="21196" y="77470"/>
                  </a:lnTo>
                  <a:lnTo>
                    <a:pt x="139204" y="77470"/>
                  </a:lnTo>
                  <a:lnTo>
                    <a:pt x="139204" y="67310"/>
                  </a:lnTo>
                  <a:lnTo>
                    <a:pt x="33604" y="67310"/>
                  </a:lnTo>
                  <a:lnTo>
                    <a:pt x="33604" y="38100"/>
                  </a:lnTo>
                  <a:lnTo>
                    <a:pt x="126720" y="38100"/>
                  </a:lnTo>
                  <a:lnTo>
                    <a:pt x="126720" y="66687"/>
                  </a:lnTo>
                  <a:lnTo>
                    <a:pt x="139204" y="66687"/>
                  </a:lnTo>
                  <a:lnTo>
                    <a:pt x="139204" y="38100"/>
                  </a:lnTo>
                  <a:lnTo>
                    <a:pt x="139204" y="27940"/>
                  </a:lnTo>
                  <a:close/>
                </a:path>
                <a:path w="336550" h="170179">
                  <a:moveTo>
                    <a:pt x="139204" y="2133"/>
                  </a:moveTo>
                  <a:lnTo>
                    <a:pt x="126720" y="2133"/>
                  </a:lnTo>
                  <a:lnTo>
                    <a:pt x="126720" y="27673"/>
                  </a:lnTo>
                  <a:lnTo>
                    <a:pt x="139204" y="27673"/>
                  </a:lnTo>
                  <a:lnTo>
                    <a:pt x="139204" y="2133"/>
                  </a:lnTo>
                  <a:close/>
                </a:path>
                <a:path w="336550" h="170179">
                  <a:moveTo>
                    <a:pt x="160324" y="99593"/>
                  </a:moveTo>
                  <a:lnTo>
                    <a:pt x="0" y="99593"/>
                  </a:lnTo>
                  <a:lnTo>
                    <a:pt x="0" y="109982"/>
                  </a:lnTo>
                  <a:lnTo>
                    <a:pt x="73672" y="109982"/>
                  </a:lnTo>
                  <a:lnTo>
                    <a:pt x="73672" y="169900"/>
                  </a:lnTo>
                  <a:lnTo>
                    <a:pt x="85953" y="169900"/>
                  </a:lnTo>
                  <a:lnTo>
                    <a:pt x="85953" y="109982"/>
                  </a:lnTo>
                  <a:lnTo>
                    <a:pt x="160324" y="109982"/>
                  </a:lnTo>
                  <a:lnTo>
                    <a:pt x="160324" y="99593"/>
                  </a:lnTo>
                  <a:close/>
                </a:path>
                <a:path w="336550" h="170179">
                  <a:moveTo>
                    <a:pt x="314477" y="317"/>
                  </a:moveTo>
                  <a:lnTo>
                    <a:pt x="301980" y="317"/>
                  </a:lnTo>
                  <a:lnTo>
                    <a:pt x="301980" y="24130"/>
                  </a:lnTo>
                  <a:lnTo>
                    <a:pt x="209931" y="24130"/>
                  </a:lnTo>
                  <a:lnTo>
                    <a:pt x="209931" y="0"/>
                  </a:lnTo>
                  <a:lnTo>
                    <a:pt x="197446" y="0"/>
                  </a:lnTo>
                  <a:lnTo>
                    <a:pt x="197446" y="24130"/>
                  </a:lnTo>
                  <a:lnTo>
                    <a:pt x="197446" y="34290"/>
                  </a:lnTo>
                  <a:lnTo>
                    <a:pt x="197446" y="59690"/>
                  </a:lnTo>
                  <a:lnTo>
                    <a:pt x="197446" y="69850"/>
                  </a:lnTo>
                  <a:lnTo>
                    <a:pt x="314477" y="69850"/>
                  </a:lnTo>
                  <a:lnTo>
                    <a:pt x="314477" y="59690"/>
                  </a:lnTo>
                  <a:lnTo>
                    <a:pt x="209931" y="59690"/>
                  </a:lnTo>
                  <a:lnTo>
                    <a:pt x="209931" y="34290"/>
                  </a:lnTo>
                  <a:lnTo>
                    <a:pt x="301980" y="34290"/>
                  </a:lnTo>
                  <a:lnTo>
                    <a:pt x="301980" y="59245"/>
                  </a:lnTo>
                  <a:lnTo>
                    <a:pt x="314477" y="59245"/>
                  </a:lnTo>
                  <a:lnTo>
                    <a:pt x="314477" y="34290"/>
                  </a:lnTo>
                  <a:lnTo>
                    <a:pt x="314477" y="34124"/>
                  </a:lnTo>
                  <a:lnTo>
                    <a:pt x="314477" y="24307"/>
                  </a:lnTo>
                  <a:lnTo>
                    <a:pt x="314477" y="24130"/>
                  </a:lnTo>
                  <a:lnTo>
                    <a:pt x="314477" y="317"/>
                  </a:lnTo>
                  <a:close/>
                </a:path>
                <a:path w="336550" h="170179">
                  <a:moveTo>
                    <a:pt x="318122" y="154940"/>
                  </a:moveTo>
                  <a:lnTo>
                    <a:pt x="209232" y="154940"/>
                  </a:lnTo>
                  <a:lnTo>
                    <a:pt x="209232" y="118110"/>
                  </a:lnTo>
                  <a:lnTo>
                    <a:pt x="196875" y="118110"/>
                  </a:lnTo>
                  <a:lnTo>
                    <a:pt x="196875" y="154940"/>
                  </a:lnTo>
                  <a:lnTo>
                    <a:pt x="196875" y="165100"/>
                  </a:lnTo>
                  <a:lnTo>
                    <a:pt x="318122" y="165100"/>
                  </a:lnTo>
                  <a:lnTo>
                    <a:pt x="318122" y="154940"/>
                  </a:lnTo>
                  <a:close/>
                </a:path>
                <a:path w="336550" h="170179">
                  <a:moveTo>
                    <a:pt x="336016" y="88226"/>
                  </a:moveTo>
                  <a:lnTo>
                    <a:pt x="175691" y="88226"/>
                  </a:lnTo>
                  <a:lnTo>
                    <a:pt x="175691" y="98755"/>
                  </a:lnTo>
                  <a:lnTo>
                    <a:pt x="250482" y="98755"/>
                  </a:lnTo>
                  <a:lnTo>
                    <a:pt x="250482" y="135026"/>
                  </a:lnTo>
                  <a:lnTo>
                    <a:pt x="262902" y="135026"/>
                  </a:lnTo>
                  <a:lnTo>
                    <a:pt x="262902" y="98755"/>
                  </a:lnTo>
                  <a:lnTo>
                    <a:pt x="336016" y="98755"/>
                  </a:lnTo>
                  <a:lnTo>
                    <a:pt x="336016" y="882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877142" y="9185752"/>
              <a:ext cx="139485" cy="172603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060340" y="9185752"/>
              <a:ext cx="131346" cy="175129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231961" y="9185752"/>
              <a:ext cx="195616" cy="175339"/>
            </a:xfrm>
            <a:prstGeom prst="rect">
              <a:avLst/>
            </a:prstGeom>
          </p:spPr>
        </p:pic>
      </p:grpSp>
      <p:grpSp>
        <p:nvGrpSpPr>
          <p:cNvPr id="58" name="object 58" descr=""/>
          <p:cNvGrpSpPr/>
          <p:nvPr/>
        </p:nvGrpSpPr>
        <p:grpSpPr>
          <a:xfrm>
            <a:off x="7879274" y="916028"/>
            <a:ext cx="149860" cy="129539"/>
            <a:chOff x="7879274" y="916028"/>
            <a:chExt cx="149860" cy="129539"/>
          </a:xfrm>
        </p:grpSpPr>
        <p:pic>
          <p:nvPicPr>
            <p:cNvPr id="59" name="object 5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79274" y="916028"/>
              <a:ext cx="104614" cy="12917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8016353" y="985519"/>
              <a:ext cx="12700" cy="58419"/>
            </a:xfrm>
            <a:custGeom>
              <a:avLst/>
              <a:gdLst/>
              <a:ahLst/>
              <a:cxnLst/>
              <a:rect l="l" t="t" r="r" b="b"/>
              <a:pathLst>
                <a:path w="12700" h="58419">
                  <a:moveTo>
                    <a:pt x="0" y="58420"/>
                  </a:moveTo>
                  <a:lnTo>
                    <a:pt x="12339" y="58420"/>
                  </a:lnTo>
                  <a:lnTo>
                    <a:pt x="12339" y="0"/>
                  </a:lnTo>
                  <a:lnTo>
                    <a:pt x="0" y="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8016354" y="916028"/>
            <a:ext cx="283210" cy="129539"/>
            <a:chOff x="8016354" y="916028"/>
            <a:chExt cx="283210" cy="129539"/>
          </a:xfrm>
        </p:grpSpPr>
        <p:sp>
          <p:nvSpPr>
            <p:cNvPr id="62" name="object 62" descr=""/>
            <p:cNvSpPr/>
            <p:nvPr/>
          </p:nvSpPr>
          <p:spPr>
            <a:xfrm>
              <a:off x="8016342" y="918209"/>
              <a:ext cx="95250" cy="125730"/>
            </a:xfrm>
            <a:custGeom>
              <a:avLst/>
              <a:gdLst/>
              <a:ahLst/>
              <a:cxnLst/>
              <a:rect l="l" t="t" r="r" b="b"/>
              <a:pathLst>
                <a:path w="95250" h="125730">
                  <a:moveTo>
                    <a:pt x="95110" y="0"/>
                  </a:moveTo>
                  <a:lnTo>
                    <a:pt x="82702" y="0"/>
                  </a:lnTo>
                  <a:lnTo>
                    <a:pt x="82702" y="57150"/>
                  </a:lnTo>
                  <a:lnTo>
                    <a:pt x="12344" y="57150"/>
                  </a:lnTo>
                  <a:lnTo>
                    <a:pt x="12344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67310"/>
                  </a:lnTo>
                  <a:lnTo>
                    <a:pt x="82702" y="67310"/>
                  </a:lnTo>
                  <a:lnTo>
                    <a:pt x="82702" y="125730"/>
                  </a:lnTo>
                  <a:lnTo>
                    <a:pt x="95110" y="125730"/>
                  </a:lnTo>
                  <a:lnTo>
                    <a:pt x="95110" y="67310"/>
                  </a:lnTo>
                  <a:lnTo>
                    <a:pt x="95110" y="57150"/>
                  </a:lnTo>
                  <a:lnTo>
                    <a:pt x="95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144654" y="916028"/>
              <a:ext cx="109280" cy="129171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8287135" y="917747"/>
              <a:ext cx="12700" cy="125730"/>
            </a:xfrm>
            <a:custGeom>
              <a:avLst/>
              <a:gdLst/>
              <a:ahLst/>
              <a:cxnLst/>
              <a:rect l="l" t="t" r="r" b="b"/>
              <a:pathLst>
                <a:path w="12700" h="125730">
                  <a:moveTo>
                    <a:pt x="12340" y="0"/>
                  </a:moveTo>
                  <a:lnTo>
                    <a:pt x="0" y="0"/>
                  </a:lnTo>
                  <a:lnTo>
                    <a:pt x="0" y="125734"/>
                  </a:lnTo>
                  <a:lnTo>
                    <a:pt x="12340" y="125734"/>
                  </a:lnTo>
                  <a:lnTo>
                    <a:pt x="12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/>
          <p:nvPr/>
        </p:nvSpPr>
        <p:spPr>
          <a:xfrm>
            <a:off x="8389773" y="985519"/>
            <a:ext cx="12700" cy="58419"/>
          </a:xfrm>
          <a:custGeom>
            <a:avLst/>
            <a:gdLst/>
            <a:ahLst/>
            <a:cxnLst/>
            <a:rect l="l" t="t" r="r" b="b"/>
            <a:pathLst>
              <a:path w="12700" h="58419">
                <a:moveTo>
                  <a:pt x="0" y="58420"/>
                </a:moveTo>
                <a:lnTo>
                  <a:pt x="12339" y="58420"/>
                </a:lnTo>
                <a:lnTo>
                  <a:pt x="12339" y="0"/>
                </a:lnTo>
                <a:lnTo>
                  <a:pt x="0" y="0"/>
                </a:lnTo>
                <a:lnTo>
                  <a:pt x="0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 descr=""/>
          <p:cNvGrpSpPr/>
          <p:nvPr/>
        </p:nvGrpSpPr>
        <p:grpSpPr>
          <a:xfrm>
            <a:off x="8389773" y="917747"/>
            <a:ext cx="485775" cy="128270"/>
            <a:chOff x="8389773" y="917747"/>
            <a:chExt cx="485775" cy="128270"/>
          </a:xfrm>
        </p:grpSpPr>
        <p:sp>
          <p:nvSpPr>
            <p:cNvPr id="67" name="object 67" descr=""/>
            <p:cNvSpPr/>
            <p:nvPr/>
          </p:nvSpPr>
          <p:spPr>
            <a:xfrm>
              <a:off x="8389772" y="918209"/>
              <a:ext cx="95250" cy="125730"/>
            </a:xfrm>
            <a:custGeom>
              <a:avLst/>
              <a:gdLst/>
              <a:ahLst/>
              <a:cxnLst/>
              <a:rect l="l" t="t" r="r" b="b"/>
              <a:pathLst>
                <a:path w="95250" h="125730">
                  <a:moveTo>
                    <a:pt x="95097" y="0"/>
                  </a:moveTo>
                  <a:lnTo>
                    <a:pt x="82689" y="0"/>
                  </a:lnTo>
                  <a:lnTo>
                    <a:pt x="82689" y="57150"/>
                  </a:lnTo>
                  <a:lnTo>
                    <a:pt x="12331" y="57150"/>
                  </a:lnTo>
                  <a:lnTo>
                    <a:pt x="12331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67310"/>
                  </a:lnTo>
                  <a:lnTo>
                    <a:pt x="82689" y="67310"/>
                  </a:lnTo>
                  <a:lnTo>
                    <a:pt x="82689" y="125730"/>
                  </a:lnTo>
                  <a:lnTo>
                    <a:pt x="95097" y="125730"/>
                  </a:lnTo>
                  <a:lnTo>
                    <a:pt x="95097" y="67310"/>
                  </a:lnTo>
                  <a:lnTo>
                    <a:pt x="95097" y="57150"/>
                  </a:lnTo>
                  <a:lnTo>
                    <a:pt x="950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11995" y="917747"/>
              <a:ext cx="103141" cy="125734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42260" y="917747"/>
              <a:ext cx="95896" cy="127882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776883" y="917747"/>
              <a:ext cx="98291" cy="125734"/>
            </a:xfrm>
            <a:prstGeom prst="rect">
              <a:avLst/>
            </a:prstGeom>
          </p:spPr>
        </p:pic>
      </p:grpSp>
      <p:grpSp>
        <p:nvGrpSpPr>
          <p:cNvPr id="71" name="object 71" descr=""/>
          <p:cNvGrpSpPr/>
          <p:nvPr/>
        </p:nvGrpSpPr>
        <p:grpSpPr>
          <a:xfrm>
            <a:off x="8959941" y="915967"/>
            <a:ext cx="361950" cy="130175"/>
            <a:chOff x="8959941" y="915967"/>
            <a:chExt cx="361950" cy="130175"/>
          </a:xfrm>
        </p:grpSpPr>
        <p:pic>
          <p:nvPicPr>
            <p:cNvPr id="72" name="object 7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959941" y="915967"/>
              <a:ext cx="87669" cy="129663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075164" y="916028"/>
              <a:ext cx="109280" cy="129171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212121" y="916028"/>
              <a:ext cx="109279" cy="129171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9406121" y="916028"/>
            <a:ext cx="339090" cy="129539"/>
            <a:chOff x="9406121" y="916028"/>
            <a:chExt cx="339090" cy="129539"/>
          </a:xfrm>
        </p:grpSpPr>
        <p:pic>
          <p:nvPicPr>
            <p:cNvPr id="76" name="object 7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406121" y="917747"/>
              <a:ext cx="82021" cy="125734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515082" y="916028"/>
              <a:ext cx="109280" cy="129171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57564" y="917747"/>
              <a:ext cx="87240" cy="125734"/>
            </a:xfrm>
            <a:prstGeom prst="rect">
              <a:avLst/>
            </a:prstGeom>
          </p:spPr>
        </p:pic>
      </p:grpSp>
      <p:grpSp>
        <p:nvGrpSpPr>
          <p:cNvPr id="79" name="object 79" descr=""/>
          <p:cNvGrpSpPr/>
          <p:nvPr/>
        </p:nvGrpSpPr>
        <p:grpSpPr>
          <a:xfrm>
            <a:off x="9765541" y="916028"/>
            <a:ext cx="626110" cy="129539"/>
            <a:chOff x="9765541" y="916028"/>
            <a:chExt cx="626110" cy="129539"/>
          </a:xfrm>
        </p:grpSpPr>
        <p:sp>
          <p:nvSpPr>
            <p:cNvPr id="80" name="object 80" descr=""/>
            <p:cNvSpPr/>
            <p:nvPr/>
          </p:nvSpPr>
          <p:spPr>
            <a:xfrm>
              <a:off x="9765538" y="918209"/>
              <a:ext cx="196850" cy="125730"/>
            </a:xfrm>
            <a:custGeom>
              <a:avLst/>
              <a:gdLst/>
              <a:ahLst/>
              <a:cxnLst/>
              <a:rect l="l" t="t" r="r" b="b"/>
              <a:pathLst>
                <a:path w="196850" h="125730">
                  <a:moveTo>
                    <a:pt x="9196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9839" y="10160"/>
                  </a:lnTo>
                  <a:lnTo>
                    <a:pt x="39839" y="125730"/>
                  </a:lnTo>
                  <a:lnTo>
                    <a:pt x="52247" y="125730"/>
                  </a:lnTo>
                  <a:lnTo>
                    <a:pt x="52247" y="10160"/>
                  </a:lnTo>
                  <a:lnTo>
                    <a:pt x="91960" y="10160"/>
                  </a:lnTo>
                  <a:lnTo>
                    <a:pt x="91960" y="0"/>
                  </a:lnTo>
                  <a:close/>
                </a:path>
                <a:path w="196850" h="125730">
                  <a:moveTo>
                    <a:pt x="196570" y="0"/>
                  </a:moveTo>
                  <a:lnTo>
                    <a:pt x="123202" y="0"/>
                  </a:lnTo>
                  <a:lnTo>
                    <a:pt x="123202" y="10160"/>
                  </a:lnTo>
                  <a:lnTo>
                    <a:pt x="123202" y="57150"/>
                  </a:lnTo>
                  <a:lnTo>
                    <a:pt x="123202" y="67310"/>
                  </a:lnTo>
                  <a:lnTo>
                    <a:pt x="123202" y="125730"/>
                  </a:lnTo>
                  <a:lnTo>
                    <a:pt x="135547" y="125730"/>
                  </a:lnTo>
                  <a:lnTo>
                    <a:pt x="135547" y="67310"/>
                  </a:lnTo>
                  <a:lnTo>
                    <a:pt x="190855" y="67310"/>
                  </a:lnTo>
                  <a:lnTo>
                    <a:pt x="190855" y="57150"/>
                  </a:lnTo>
                  <a:lnTo>
                    <a:pt x="135547" y="57150"/>
                  </a:lnTo>
                  <a:lnTo>
                    <a:pt x="135547" y="10160"/>
                  </a:lnTo>
                  <a:lnTo>
                    <a:pt x="196570" y="10160"/>
                  </a:lnTo>
                  <a:lnTo>
                    <a:pt x="1965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90586" y="916028"/>
              <a:ext cx="109280" cy="129171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0133063" y="917752"/>
              <a:ext cx="116205" cy="126364"/>
            </a:xfrm>
            <a:custGeom>
              <a:avLst/>
              <a:gdLst/>
              <a:ahLst/>
              <a:cxnLst/>
              <a:rect l="l" t="t" r="r" b="b"/>
              <a:pathLst>
                <a:path w="116204" h="126365">
                  <a:moveTo>
                    <a:pt x="71958" y="114757"/>
                  </a:moveTo>
                  <a:lnTo>
                    <a:pt x="12344" y="114757"/>
                  </a:lnTo>
                  <a:lnTo>
                    <a:pt x="12344" y="457"/>
                  </a:lnTo>
                  <a:lnTo>
                    <a:pt x="0" y="457"/>
                  </a:lnTo>
                  <a:lnTo>
                    <a:pt x="0" y="114757"/>
                  </a:lnTo>
                  <a:lnTo>
                    <a:pt x="0" y="126187"/>
                  </a:lnTo>
                  <a:lnTo>
                    <a:pt x="71958" y="126187"/>
                  </a:lnTo>
                  <a:lnTo>
                    <a:pt x="71958" y="114757"/>
                  </a:lnTo>
                  <a:close/>
                </a:path>
                <a:path w="116204" h="126365">
                  <a:moveTo>
                    <a:pt x="115595" y="0"/>
                  </a:moveTo>
                  <a:lnTo>
                    <a:pt x="103251" y="0"/>
                  </a:lnTo>
                  <a:lnTo>
                    <a:pt x="103251" y="125730"/>
                  </a:lnTo>
                  <a:lnTo>
                    <a:pt x="115595" y="125730"/>
                  </a:lnTo>
                  <a:lnTo>
                    <a:pt x="115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281861" y="916028"/>
              <a:ext cx="109280" cy="129171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7581328" y="1803755"/>
            <a:ext cx="323850" cy="219710"/>
          </a:xfrm>
          <a:custGeom>
            <a:avLst/>
            <a:gdLst/>
            <a:ahLst/>
            <a:cxnLst/>
            <a:rect l="l" t="t" r="r" b="b"/>
            <a:pathLst>
              <a:path w="323850" h="219710">
                <a:moveTo>
                  <a:pt x="323608" y="0"/>
                </a:moveTo>
                <a:lnTo>
                  <a:pt x="209461" y="0"/>
                </a:lnTo>
                <a:lnTo>
                  <a:pt x="209461" y="42316"/>
                </a:lnTo>
                <a:lnTo>
                  <a:pt x="209461" y="177800"/>
                </a:lnTo>
                <a:lnTo>
                  <a:pt x="113804" y="177800"/>
                </a:lnTo>
                <a:lnTo>
                  <a:pt x="113804" y="42316"/>
                </a:lnTo>
                <a:lnTo>
                  <a:pt x="209461" y="42316"/>
                </a:lnTo>
                <a:lnTo>
                  <a:pt x="209461" y="0"/>
                </a:lnTo>
                <a:lnTo>
                  <a:pt x="0" y="0"/>
                </a:lnTo>
                <a:lnTo>
                  <a:pt x="0" y="42316"/>
                </a:lnTo>
                <a:lnTo>
                  <a:pt x="61645" y="42316"/>
                </a:lnTo>
                <a:lnTo>
                  <a:pt x="61645" y="177800"/>
                </a:lnTo>
                <a:lnTo>
                  <a:pt x="1333" y="177800"/>
                </a:lnTo>
                <a:lnTo>
                  <a:pt x="1333" y="219456"/>
                </a:lnTo>
                <a:lnTo>
                  <a:pt x="321945" y="219456"/>
                </a:lnTo>
                <a:lnTo>
                  <a:pt x="321945" y="177800"/>
                </a:lnTo>
                <a:lnTo>
                  <a:pt x="261124" y="177800"/>
                </a:lnTo>
                <a:lnTo>
                  <a:pt x="261124" y="42316"/>
                </a:lnTo>
                <a:lnTo>
                  <a:pt x="323608" y="42316"/>
                </a:lnTo>
                <a:lnTo>
                  <a:pt x="323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7549489" y="1764423"/>
            <a:ext cx="1198880" cy="426084"/>
          </a:xfrm>
          <a:custGeom>
            <a:avLst/>
            <a:gdLst/>
            <a:ahLst/>
            <a:cxnLst/>
            <a:rect l="l" t="t" r="r" b="b"/>
            <a:pathLst>
              <a:path w="1198879" h="426085">
                <a:moveTo>
                  <a:pt x="389445" y="330606"/>
                </a:moveTo>
                <a:lnTo>
                  <a:pt x="0" y="330606"/>
                </a:lnTo>
                <a:lnTo>
                  <a:pt x="0" y="374434"/>
                </a:lnTo>
                <a:lnTo>
                  <a:pt x="389445" y="374434"/>
                </a:lnTo>
                <a:lnTo>
                  <a:pt x="389445" y="330606"/>
                </a:lnTo>
                <a:close/>
              </a:path>
              <a:path w="1198879" h="426085">
                <a:moveTo>
                  <a:pt x="806704" y="333616"/>
                </a:moveTo>
                <a:lnTo>
                  <a:pt x="637070" y="333616"/>
                </a:lnTo>
                <a:lnTo>
                  <a:pt x="637070" y="263766"/>
                </a:lnTo>
                <a:lnTo>
                  <a:pt x="770382" y="263766"/>
                </a:lnTo>
                <a:lnTo>
                  <a:pt x="770382" y="220586"/>
                </a:lnTo>
                <a:lnTo>
                  <a:pt x="515759" y="220586"/>
                </a:lnTo>
                <a:lnTo>
                  <a:pt x="515759" y="165976"/>
                </a:lnTo>
                <a:lnTo>
                  <a:pt x="760552" y="165976"/>
                </a:lnTo>
                <a:lnTo>
                  <a:pt x="760552" y="124066"/>
                </a:lnTo>
                <a:lnTo>
                  <a:pt x="760552" y="70726"/>
                </a:lnTo>
                <a:lnTo>
                  <a:pt x="760552" y="28816"/>
                </a:lnTo>
                <a:lnTo>
                  <a:pt x="462762" y="28816"/>
                </a:lnTo>
                <a:lnTo>
                  <a:pt x="462762" y="70726"/>
                </a:lnTo>
                <a:lnTo>
                  <a:pt x="708723" y="70726"/>
                </a:lnTo>
                <a:lnTo>
                  <a:pt x="708723" y="124066"/>
                </a:lnTo>
                <a:lnTo>
                  <a:pt x="463435" y="124066"/>
                </a:lnTo>
                <a:lnTo>
                  <a:pt x="463435" y="165976"/>
                </a:lnTo>
                <a:lnTo>
                  <a:pt x="463435" y="220586"/>
                </a:lnTo>
                <a:lnTo>
                  <a:pt x="463435" y="263766"/>
                </a:lnTo>
                <a:lnTo>
                  <a:pt x="585076" y="263766"/>
                </a:lnTo>
                <a:lnTo>
                  <a:pt x="585076" y="333616"/>
                </a:lnTo>
                <a:lnTo>
                  <a:pt x="417271" y="333616"/>
                </a:lnTo>
                <a:lnTo>
                  <a:pt x="417271" y="376796"/>
                </a:lnTo>
                <a:lnTo>
                  <a:pt x="806704" y="376796"/>
                </a:lnTo>
                <a:lnTo>
                  <a:pt x="806704" y="333616"/>
                </a:lnTo>
                <a:close/>
              </a:path>
              <a:path w="1198879" h="426085">
                <a:moveTo>
                  <a:pt x="1045832" y="204635"/>
                </a:moveTo>
                <a:lnTo>
                  <a:pt x="1010373" y="184264"/>
                </a:lnTo>
                <a:lnTo>
                  <a:pt x="970826" y="125260"/>
                </a:lnTo>
                <a:lnTo>
                  <a:pt x="966012" y="91478"/>
                </a:lnTo>
                <a:lnTo>
                  <a:pt x="966012" y="74485"/>
                </a:lnTo>
                <a:lnTo>
                  <a:pt x="1033500" y="74485"/>
                </a:lnTo>
                <a:lnTo>
                  <a:pt x="1033500" y="32321"/>
                </a:lnTo>
                <a:lnTo>
                  <a:pt x="843534" y="32321"/>
                </a:lnTo>
                <a:lnTo>
                  <a:pt x="843534" y="74485"/>
                </a:lnTo>
                <a:lnTo>
                  <a:pt x="915187" y="74485"/>
                </a:lnTo>
                <a:lnTo>
                  <a:pt x="915136" y="91478"/>
                </a:lnTo>
                <a:lnTo>
                  <a:pt x="910094" y="127457"/>
                </a:lnTo>
                <a:lnTo>
                  <a:pt x="894613" y="161721"/>
                </a:lnTo>
                <a:lnTo>
                  <a:pt x="868362" y="191122"/>
                </a:lnTo>
                <a:lnTo>
                  <a:pt x="831037" y="212801"/>
                </a:lnTo>
                <a:lnTo>
                  <a:pt x="858697" y="254127"/>
                </a:lnTo>
                <a:lnTo>
                  <a:pt x="886472" y="239217"/>
                </a:lnTo>
                <a:lnTo>
                  <a:pt x="909396" y="219760"/>
                </a:lnTo>
                <a:lnTo>
                  <a:pt x="927633" y="196481"/>
                </a:lnTo>
                <a:lnTo>
                  <a:pt x="941349" y="170141"/>
                </a:lnTo>
                <a:lnTo>
                  <a:pt x="954493" y="193598"/>
                </a:lnTo>
                <a:lnTo>
                  <a:pt x="971765" y="214299"/>
                </a:lnTo>
                <a:lnTo>
                  <a:pt x="993279" y="231622"/>
                </a:lnTo>
                <a:lnTo>
                  <a:pt x="1019175" y="244957"/>
                </a:lnTo>
                <a:lnTo>
                  <a:pt x="1045832" y="204635"/>
                </a:lnTo>
                <a:close/>
              </a:path>
              <a:path w="1198879" h="426085">
                <a:moveTo>
                  <a:pt x="1114818" y="8826"/>
                </a:moveTo>
                <a:lnTo>
                  <a:pt x="1064996" y="8826"/>
                </a:lnTo>
                <a:lnTo>
                  <a:pt x="1064996" y="106654"/>
                </a:lnTo>
                <a:lnTo>
                  <a:pt x="1011669" y="106654"/>
                </a:lnTo>
                <a:lnTo>
                  <a:pt x="1011669" y="149479"/>
                </a:lnTo>
                <a:lnTo>
                  <a:pt x="1064996" y="149479"/>
                </a:lnTo>
                <a:lnTo>
                  <a:pt x="1064996" y="256959"/>
                </a:lnTo>
                <a:lnTo>
                  <a:pt x="1114818" y="256959"/>
                </a:lnTo>
                <a:lnTo>
                  <a:pt x="1114818" y="8826"/>
                </a:lnTo>
                <a:close/>
              </a:path>
              <a:path w="1198879" h="426085">
                <a:moveTo>
                  <a:pt x="1198803" y="276288"/>
                </a:moveTo>
                <a:lnTo>
                  <a:pt x="907021" y="276288"/>
                </a:lnTo>
                <a:lnTo>
                  <a:pt x="907021" y="318274"/>
                </a:lnTo>
                <a:lnTo>
                  <a:pt x="1146644" y="318274"/>
                </a:lnTo>
                <a:lnTo>
                  <a:pt x="1146644" y="425589"/>
                </a:lnTo>
                <a:lnTo>
                  <a:pt x="1198803" y="425589"/>
                </a:lnTo>
                <a:lnTo>
                  <a:pt x="1198803" y="276288"/>
                </a:lnTo>
                <a:close/>
              </a:path>
              <a:path w="1198879" h="426085">
                <a:moveTo>
                  <a:pt x="1198803" y="0"/>
                </a:moveTo>
                <a:lnTo>
                  <a:pt x="1148981" y="0"/>
                </a:lnTo>
                <a:lnTo>
                  <a:pt x="1148981" y="259626"/>
                </a:lnTo>
                <a:lnTo>
                  <a:pt x="1198803" y="259626"/>
                </a:lnTo>
                <a:lnTo>
                  <a:pt x="1198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8848776" y="1798319"/>
            <a:ext cx="299085" cy="231140"/>
          </a:xfrm>
          <a:custGeom>
            <a:avLst/>
            <a:gdLst/>
            <a:ahLst/>
            <a:cxnLst/>
            <a:rect l="l" t="t" r="r" b="b"/>
            <a:pathLst>
              <a:path w="299084" h="231139">
                <a:moveTo>
                  <a:pt x="298792" y="189230"/>
                </a:moveTo>
                <a:lnTo>
                  <a:pt x="53162" y="189230"/>
                </a:lnTo>
                <a:lnTo>
                  <a:pt x="53162" y="134620"/>
                </a:lnTo>
                <a:lnTo>
                  <a:pt x="285292" y="134620"/>
                </a:lnTo>
                <a:lnTo>
                  <a:pt x="285292" y="92710"/>
                </a:lnTo>
                <a:lnTo>
                  <a:pt x="53162" y="92710"/>
                </a:lnTo>
                <a:lnTo>
                  <a:pt x="53162" y="41910"/>
                </a:lnTo>
                <a:lnTo>
                  <a:pt x="294957" y="41910"/>
                </a:lnTo>
                <a:lnTo>
                  <a:pt x="294957" y="0"/>
                </a:lnTo>
                <a:lnTo>
                  <a:pt x="0" y="0"/>
                </a:lnTo>
                <a:lnTo>
                  <a:pt x="0" y="41910"/>
                </a:lnTo>
                <a:lnTo>
                  <a:pt x="0" y="92710"/>
                </a:lnTo>
                <a:lnTo>
                  <a:pt x="0" y="134620"/>
                </a:lnTo>
                <a:lnTo>
                  <a:pt x="0" y="189230"/>
                </a:lnTo>
                <a:lnTo>
                  <a:pt x="0" y="231140"/>
                </a:lnTo>
                <a:lnTo>
                  <a:pt x="298792" y="231140"/>
                </a:lnTo>
                <a:lnTo>
                  <a:pt x="298792" y="189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8801295" y="2095695"/>
            <a:ext cx="389890" cy="43180"/>
          </a:xfrm>
          <a:custGeom>
            <a:avLst/>
            <a:gdLst/>
            <a:ahLst/>
            <a:cxnLst/>
            <a:rect l="l" t="t" r="r" b="b"/>
            <a:pathLst>
              <a:path w="389890" h="43180">
                <a:moveTo>
                  <a:pt x="389435" y="0"/>
                </a:moveTo>
                <a:lnTo>
                  <a:pt x="0" y="0"/>
                </a:lnTo>
                <a:lnTo>
                  <a:pt x="0" y="42826"/>
                </a:lnTo>
                <a:lnTo>
                  <a:pt x="389435" y="42826"/>
                </a:lnTo>
                <a:lnTo>
                  <a:pt x="38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9248382" y="1764753"/>
            <a:ext cx="514984" cy="456565"/>
          </a:xfrm>
          <a:custGeom>
            <a:avLst/>
            <a:gdLst/>
            <a:ahLst/>
            <a:cxnLst/>
            <a:rect l="l" t="t" r="r" b="b"/>
            <a:pathLst>
              <a:path w="514984" h="456564">
                <a:moveTo>
                  <a:pt x="122313" y="32499"/>
                </a:moveTo>
                <a:lnTo>
                  <a:pt x="65989" y="32499"/>
                </a:lnTo>
                <a:lnTo>
                  <a:pt x="42303" y="69316"/>
                </a:lnTo>
                <a:lnTo>
                  <a:pt x="23825" y="108724"/>
                </a:lnTo>
                <a:lnTo>
                  <a:pt x="10604" y="150901"/>
                </a:lnTo>
                <a:lnTo>
                  <a:pt x="2654" y="196037"/>
                </a:lnTo>
                <a:lnTo>
                  <a:pt x="0" y="244297"/>
                </a:lnTo>
                <a:lnTo>
                  <a:pt x="2654" y="292620"/>
                </a:lnTo>
                <a:lnTo>
                  <a:pt x="10604" y="337756"/>
                </a:lnTo>
                <a:lnTo>
                  <a:pt x="23825" y="379907"/>
                </a:lnTo>
                <a:lnTo>
                  <a:pt x="42303" y="419290"/>
                </a:lnTo>
                <a:lnTo>
                  <a:pt x="65989" y="456095"/>
                </a:lnTo>
                <a:lnTo>
                  <a:pt x="122313" y="456095"/>
                </a:lnTo>
                <a:lnTo>
                  <a:pt x="98742" y="415569"/>
                </a:lnTo>
                <a:lnTo>
                  <a:pt x="79692" y="363385"/>
                </a:lnTo>
                <a:lnTo>
                  <a:pt x="66967" y="304596"/>
                </a:lnTo>
                <a:lnTo>
                  <a:pt x="62318" y="244297"/>
                </a:lnTo>
                <a:lnTo>
                  <a:pt x="66967" y="184061"/>
                </a:lnTo>
                <a:lnTo>
                  <a:pt x="79692" y="125272"/>
                </a:lnTo>
                <a:lnTo>
                  <a:pt x="98742" y="73037"/>
                </a:lnTo>
                <a:lnTo>
                  <a:pt x="122313" y="32499"/>
                </a:lnTo>
                <a:close/>
              </a:path>
              <a:path w="514984" h="456564">
                <a:moveTo>
                  <a:pt x="347281" y="179311"/>
                </a:moveTo>
                <a:lnTo>
                  <a:pt x="340347" y="148018"/>
                </a:lnTo>
                <a:lnTo>
                  <a:pt x="335203" y="141478"/>
                </a:lnTo>
                <a:lnTo>
                  <a:pt x="321195" y="123685"/>
                </a:lnTo>
                <a:lnTo>
                  <a:pt x="299783" y="112166"/>
                </a:lnTo>
                <a:lnTo>
                  <a:pt x="299783" y="179311"/>
                </a:lnTo>
                <a:lnTo>
                  <a:pt x="296506" y="194449"/>
                </a:lnTo>
                <a:lnTo>
                  <a:pt x="287261" y="205828"/>
                </a:lnTo>
                <a:lnTo>
                  <a:pt x="272999" y="212979"/>
                </a:lnTo>
                <a:lnTo>
                  <a:pt x="254622" y="215468"/>
                </a:lnTo>
                <a:lnTo>
                  <a:pt x="236372" y="212979"/>
                </a:lnTo>
                <a:lnTo>
                  <a:pt x="222211" y="205828"/>
                </a:lnTo>
                <a:lnTo>
                  <a:pt x="213055" y="194449"/>
                </a:lnTo>
                <a:lnTo>
                  <a:pt x="209804" y="179311"/>
                </a:lnTo>
                <a:lnTo>
                  <a:pt x="213055" y="163296"/>
                </a:lnTo>
                <a:lnTo>
                  <a:pt x="222211" y="151460"/>
                </a:lnTo>
                <a:lnTo>
                  <a:pt x="236372" y="144081"/>
                </a:lnTo>
                <a:lnTo>
                  <a:pt x="254622" y="141478"/>
                </a:lnTo>
                <a:lnTo>
                  <a:pt x="272999" y="144081"/>
                </a:lnTo>
                <a:lnTo>
                  <a:pt x="287261" y="151460"/>
                </a:lnTo>
                <a:lnTo>
                  <a:pt x="296506" y="163296"/>
                </a:lnTo>
                <a:lnTo>
                  <a:pt x="299783" y="179311"/>
                </a:lnTo>
                <a:lnTo>
                  <a:pt x="299783" y="112166"/>
                </a:lnTo>
                <a:lnTo>
                  <a:pt x="291922" y="107924"/>
                </a:lnTo>
                <a:lnTo>
                  <a:pt x="254622" y="102323"/>
                </a:lnTo>
                <a:lnTo>
                  <a:pt x="217779" y="107924"/>
                </a:lnTo>
                <a:lnTo>
                  <a:pt x="188734" y="123685"/>
                </a:lnTo>
                <a:lnTo>
                  <a:pt x="169722" y="148018"/>
                </a:lnTo>
                <a:lnTo>
                  <a:pt x="162979" y="179311"/>
                </a:lnTo>
                <a:lnTo>
                  <a:pt x="169722" y="209727"/>
                </a:lnTo>
                <a:lnTo>
                  <a:pt x="188734" y="233438"/>
                </a:lnTo>
                <a:lnTo>
                  <a:pt x="217779" y="248881"/>
                </a:lnTo>
                <a:lnTo>
                  <a:pt x="254622" y="254457"/>
                </a:lnTo>
                <a:lnTo>
                  <a:pt x="291922" y="248881"/>
                </a:lnTo>
                <a:lnTo>
                  <a:pt x="321195" y="233438"/>
                </a:lnTo>
                <a:lnTo>
                  <a:pt x="335711" y="215468"/>
                </a:lnTo>
                <a:lnTo>
                  <a:pt x="340347" y="209727"/>
                </a:lnTo>
                <a:lnTo>
                  <a:pt x="347281" y="179311"/>
                </a:lnTo>
                <a:close/>
              </a:path>
              <a:path w="514984" h="456564">
                <a:moveTo>
                  <a:pt x="360273" y="45326"/>
                </a:moveTo>
                <a:lnTo>
                  <a:pt x="280619" y="45326"/>
                </a:lnTo>
                <a:lnTo>
                  <a:pt x="280619" y="2336"/>
                </a:lnTo>
                <a:lnTo>
                  <a:pt x="228625" y="2336"/>
                </a:lnTo>
                <a:lnTo>
                  <a:pt x="228625" y="45326"/>
                </a:lnTo>
                <a:lnTo>
                  <a:pt x="148145" y="45326"/>
                </a:lnTo>
                <a:lnTo>
                  <a:pt x="148145" y="86487"/>
                </a:lnTo>
                <a:lnTo>
                  <a:pt x="360273" y="86487"/>
                </a:lnTo>
                <a:lnTo>
                  <a:pt x="360273" y="45326"/>
                </a:lnTo>
                <a:close/>
              </a:path>
              <a:path w="514984" h="456564">
                <a:moveTo>
                  <a:pt x="514743" y="286956"/>
                </a:moveTo>
                <a:lnTo>
                  <a:pt x="222961" y="286956"/>
                </a:lnTo>
                <a:lnTo>
                  <a:pt x="222961" y="328777"/>
                </a:lnTo>
                <a:lnTo>
                  <a:pt x="462584" y="328777"/>
                </a:lnTo>
                <a:lnTo>
                  <a:pt x="462584" y="425259"/>
                </a:lnTo>
                <a:lnTo>
                  <a:pt x="514743" y="425259"/>
                </a:lnTo>
                <a:lnTo>
                  <a:pt x="514743" y="286956"/>
                </a:lnTo>
                <a:close/>
              </a:path>
              <a:path w="514984" h="456564">
                <a:moveTo>
                  <a:pt x="514743" y="0"/>
                </a:moveTo>
                <a:lnTo>
                  <a:pt x="464921" y="0"/>
                </a:lnTo>
                <a:lnTo>
                  <a:pt x="464921" y="114820"/>
                </a:lnTo>
                <a:lnTo>
                  <a:pt x="424599" y="114820"/>
                </a:lnTo>
                <a:lnTo>
                  <a:pt x="424599" y="6997"/>
                </a:lnTo>
                <a:lnTo>
                  <a:pt x="374942" y="6997"/>
                </a:lnTo>
                <a:lnTo>
                  <a:pt x="374942" y="263131"/>
                </a:lnTo>
                <a:lnTo>
                  <a:pt x="424599" y="263131"/>
                </a:lnTo>
                <a:lnTo>
                  <a:pt x="424599" y="157480"/>
                </a:lnTo>
                <a:lnTo>
                  <a:pt x="464921" y="157480"/>
                </a:lnTo>
                <a:lnTo>
                  <a:pt x="464921" y="265620"/>
                </a:lnTo>
                <a:lnTo>
                  <a:pt x="514743" y="265620"/>
                </a:lnTo>
                <a:lnTo>
                  <a:pt x="514743" y="157480"/>
                </a:lnTo>
                <a:lnTo>
                  <a:pt x="514743" y="114820"/>
                </a:lnTo>
                <a:lnTo>
                  <a:pt x="514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9816127" y="1764750"/>
            <a:ext cx="354965" cy="420370"/>
          </a:xfrm>
          <a:custGeom>
            <a:avLst/>
            <a:gdLst/>
            <a:ahLst/>
            <a:cxnLst/>
            <a:rect l="l" t="t" r="r" b="b"/>
            <a:pathLst>
              <a:path w="354965" h="420369">
                <a:moveTo>
                  <a:pt x="354608" y="0"/>
                </a:moveTo>
                <a:lnTo>
                  <a:pt x="302116" y="0"/>
                </a:lnTo>
                <a:lnTo>
                  <a:pt x="302116" y="240793"/>
                </a:lnTo>
                <a:lnTo>
                  <a:pt x="354608" y="240793"/>
                </a:lnTo>
                <a:lnTo>
                  <a:pt x="354608" y="0"/>
                </a:lnTo>
                <a:close/>
              </a:path>
              <a:path w="354965" h="420369">
                <a:moveTo>
                  <a:pt x="158973" y="15831"/>
                </a:moveTo>
                <a:lnTo>
                  <a:pt x="104815" y="15831"/>
                </a:lnTo>
                <a:lnTo>
                  <a:pt x="104815" y="57323"/>
                </a:lnTo>
                <a:lnTo>
                  <a:pt x="98163" y="98801"/>
                </a:lnTo>
                <a:lnTo>
                  <a:pt x="78340" y="136935"/>
                </a:lnTo>
                <a:lnTo>
                  <a:pt x="45552" y="168633"/>
                </a:lnTo>
                <a:lnTo>
                  <a:pt x="0" y="190801"/>
                </a:lnTo>
                <a:lnTo>
                  <a:pt x="25996" y="232128"/>
                </a:lnTo>
                <a:lnTo>
                  <a:pt x="61398" y="216245"/>
                </a:lnTo>
                <a:lnTo>
                  <a:pt x="91005" y="194426"/>
                </a:lnTo>
                <a:lnTo>
                  <a:pt x="114645" y="167545"/>
                </a:lnTo>
                <a:lnTo>
                  <a:pt x="132145" y="136477"/>
                </a:lnTo>
                <a:lnTo>
                  <a:pt x="188860" y="136477"/>
                </a:lnTo>
                <a:lnTo>
                  <a:pt x="185115" y="133019"/>
                </a:lnTo>
                <a:lnTo>
                  <a:pt x="165475" y="97077"/>
                </a:lnTo>
                <a:lnTo>
                  <a:pt x="158973" y="57323"/>
                </a:lnTo>
                <a:lnTo>
                  <a:pt x="158973" y="15831"/>
                </a:lnTo>
                <a:close/>
              </a:path>
              <a:path w="354965" h="420369">
                <a:moveTo>
                  <a:pt x="188860" y="136477"/>
                </a:moveTo>
                <a:lnTo>
                  <a:pt x="132145" y="136477"/>
                </a:lnTo>
                <a:lnTo>
                  <a:pt x="149582" y="165170"/>
                </a:lnTo>
                <a:lnTo>
                  <a:pt x="172784" y="189802"/>
                </a:lnTo>
                <a:lnTo>
                  <a:pt x="201579" y="209684"/>
                </a:lnTo>
                <a:lnTo>
                  <a:pt x="235794" y="224130"/>
                </a:lnTo>
                <a:lnTo>
                  <a:pt x="261623" y="183969"/>
                </a:lnTo>
                <a:lnTo>
                  <a:pt x="217346" y="162775"/>
                </a:lnTo>
                <a:lnTo>
                  <a:pt x="188860" y="136477"/>
                </a:lnTo>
                <a:close/>
              </a:path>
              <a:path w="354965" h="420369">
                <a:moveTo>
                  <a:pt x="354608" y="261956"/>
                </a:moveTo>
                <a:lnTo>
                  <a:pt x="72154" y="261956"/>
                </a:lnTo>
                <a:lnTo>
                  <a:pt x="72154" y="420263"/>
                </a:lnTo>
                <a:lnTo>
                  <a:pt x="354608" y="420263"/>
                </a:lnTo>
                <a:lnTo>
                  <a:pt x="354608" y="377937"/>
                </a:lnTo>
                <a:lnTo>
                  <a:pt x="123813" y="377937"/>
                </a:lnTo>
                <a:lnTo>
                  <a:pt x="123813" y="303616"/>
                </a:lnTo>
                <a:lnTo>
                  <a:pt x="354608" y="303616"/>
                </a:lnTo>
                <a:lnTo>
                  <a:pt x="354608" y="261956"/>
                </a:lnTo>
                <a:close/>
              </a:path>
              <a:path w="354965" h="420369">
                <a:moveTo>
                  <a:pt x="354608" y="303616"/>
                </a:moveTo>
                <a:lnTo>
                  <a:pt x="303283" y="303616"/>
                </a:lnTo>
                <a:lnTo>
                  <a:pt x="303283" y="377937"/>
                </a:lnTo>
                <a:lnTo>
                  <a:pt x="354608" y="377937"/>
                </a:lnTo>
                <a:lnTo>
                  <a:pt x="354608" y="303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0233224" y="1797244"/>
            <a:ext cx="122555" cy="424180"/>
          </a:xfrm>
          <a:custGeom>
            <a:avLst/>
            <a:gdLst/>
            <a:ahLst/>
            <a:cxnLst/>
            <a:rect l="l" t="t" r="r" b="b"/>
            <a:pathLst>
              <a:path w="122554" h="424180">
                <a:moveTo>
                  <a:pt x="56324" y="0"/>
                </a:moveTo>
                <a:lnTo>
                  <a:pt x="0" y="0"/>
                </a:lnTo>
                <a:lnTo>
                  <a:pt x="23574" y="40545"/>
                </a:lnTo>
                <a:lnTo>
                  <a:pt x="42618" y="92776"/>
                </a:lnTo>
                <a:lnTo>
                  <a:pt x="55350" y="151569"/>
                </a:lnTo>
                <a:lnTo>
                  <a:pt x="59990" y="211798"/>
                </a:lnTo>
                <a:lnTo>
                  <a:pt x="55350" y="272098"/>
                </a:lnTo>
                <a:lnTo>
                  <a:pt x="42618" y="330883"/>
                </a:lnTo>
                <a:lnTo>
                  <a:pt x="23574" y="383074"/>
                </a:lnTo>
                <a:lnTo>
                  <a:pt x="0" y="423596"/>
                </a:lnTo>
                <a:lnTo>
                  <a:pt x="56324" y="423596"/>
                </a:lnTo>
                <a:lnTo>
                  <a:pt x="80016" y="386788"/>
                </a:lnTo>
                <a:lnTo>
                  <a:pt x="98485" y="347412"/>
                </a:lnTo>
                <a:lnTo>
                  <a:pt x="111707" y="305260"/>
                </a:lnTo>
                <a:lnTo>
                  <a:pt x="119657" y="260125"/>
                </a:lnTo>
                <a:lnTo>
                  <a:pt x="122313" y="211798"/>
                </a:lnTo>
                <a:lnTo>
                  <a:pt x="119657" y="163535"/>
                </a:lnTo>
                <a:lnTo>
                  <a:pt x="111707" y="118408"/>
                </a:lnTo>
                <a:lnTo>
                  <a:pt x="98485" y="76232"/>
                </a:lnTo>
                <a:lnTo>
                  <a:pt x="80016" y="36824"/>
                </a:lnTo>
                <a:lnTo>
                  <a:pt x="56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0536866" y="1807076"/>
            <a:ext cx="143510" cy="341630"/>
          </a:xfrm>
          <a:custGeom>
            <a:avLst/>
            <a:gdLst/>
            <a:ahLst/>
            <a:cxnLst/>
            <a:rect l="l" t="t" r="r" b="b"/>
            <a:pathLst>
              <a:path w="143509" h="341630">
                <a:moveTo>
                  <a:pt x="143477" y="0"/>
                </a:moveTo>
                <a:lnTo>
                  <a:pt x="84652" y="0"/>
                </a:lnTo>
                <a:lnTo>
                  <a:pt x="0" y="54657"/>
                </a:lnTo>
                <a:lnTo>
                  <a:pt x="0" y="110814"/>
                </a:lnTo>
                <a:lnTo>
                  <a:pt x="79820" y="59823"/>
                </a:lnTo>
                <a:lnTo>
                  <a:pt x="81820" y="59823"/>
                </a:lnTo>
                <a:lnTo>
                  <a:pt x="81820" y="341276"/>
                </a:lnTo>
                <a:lnTo>
                  <a:pt x="143477" y="341276"/>
                </a:lnTo>
                <a:lnTo>
                  <a:pt x="1434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2" name="object 9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6857144" y="1701158"/>
            <a:ext cx="223976" cy="139450"/>
          </a:xfrm>
          <a:prstGeom prst="rect">
            <a:avLst/>
          </a:prstGeom>
        </p:spPr>
      </p:pic>
      <p:grpSp>
        <p:nvGrpSpPr>
          <p:cNvPr id="93" name="object 93" descr=""/>
          <p:cNvGrpSpPr/>
          <p:nvPr/>
        </p:nvGrpSpPr>
        <p:grpSpPr>
          <a:xfrm>
            <a:off x="1179671" y="7360739"/>
            <a:ext cx="7543165" cy="629285"/>
            <a:chOff x="1179671" y="7360739"/>
            <a:chExt cx="7543165" cy="629285"/>
          </a:xfrm>
        </p:grpSpPr>
        <p:sp>
          <p:nvSpPr>
            <p:cNvPr id="94" name="object 94" descr=""/>
            <p:cNvSpPr/>
            <p:nvPr/>
          </p:nvSpPr>
          <p:spPr>
            <a:xfrm>
              <a:off x="1179671" y="7379837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179671" y="7360739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179671" y="797620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845861" y="7566502"/>
              <a:ext cx="175550" cy="201598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048723" y="7566660"/>
              <a:ext cx="164341" cy="199072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294305" y="7566502"/>
              <a:ext cx="373517" cy="201598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004354" y="7566502"/>
              <a:ext cx="161420" cy="202072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756405" y="7566502"/>
              <a:ext cx="169077" cy="20112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195297" y="7566502"/>
              <a:ext cx="453163" cy="206177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870660" y="7564924"/>
              <a:ext cx="187390" cy="201519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675613" y="7566502"/>
              <a:ext cx="166235" cy="201598"/>
            </a:xfrm>
            <a:prstGeom prst="rect">
              <a:avLst/>
            </a:prstGeom>
          </p:spPr>
        </p:pic>
      </p:grpSp>
      <p:sp>
        <p:nvSpPr>
          <p:cNvPr id="105" name="object 105" descr=""/>
          <p:cNvSpPr/>
          <p:nvPr/>
        </p:nvSpPr>
        <p:spPr>
          <a:xfrm>
            <a:off x="9565492" y="6436816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6" name="object 106" descr=""/>
          <p:cNvGrpSpPr/>
          <p:nvPr/>
        </p:nvGrpSpPr>
        <p:grpSpPr>
          <a:xfrm>
            <a:off x="9565492" y="6455913"/>
            <a:ext cx="7543165" cy="610235"/>
            <a:chOff x="9565492" y="6455913"/>
            <a:chExt cx="7543165" cy="610235"/>
          </a:xfrm>
        </p:grpSpPr>
        <p:sp>
          <p:nvSpPr>
            <p:cNvPr id="107" name="object 107" descr=""/>
            <p:cNvSpPr/>
            <p:nvPr/>
          </p:nvSpPr>
          <p:spPr>
            <a:xfrm>
              <a:off x="9565492" y="7052277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565492" y="6455913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920895" y="6642579"/>
              <a:ext cx="371465" cy="201598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370049" y="6642579"/>
              <a:ext cx="173892" cy="201598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570859" y="6642579"/>
              <a:ext cx="171445" cy="199704"/>
            </a:xfrm>
            <a:prstGeom prst="rect">
              <a:avLst/>
            </a:prstGeom>
          </p:spPr>
        </p:pic>
      </p:grpSp>
      <p:pic>
        <p:nvPicPr>
          <p:cNvPr id="112" name="object 112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573211" y="7267187"/>
            <a:ext cx="159013" cy="181602"/>
          </a:xfrm>
          <a:prstGeom prst="rect">
            <a:avLst/>
          </a:prstGeom>
        </p:spPr>
      </p:pic>
      <p:pic>
        <p:nvPicPr>
          <p:cNvPr id="113" name="object 113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9813945" y="7267410"/>
            <a:ext cx="157597" cy="181378"/>
          </a:xfrm>
          <a:prstGeom prst="rect">
            <a:avLst/>
          </a:prstGeom>
        </p:spPr>
      </p:pic>
      <p:pic>
        <p:nvPicPr>
          <p:cNvPr id="114" name="object 114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0237506" y="7267187"/>
            <a:ext cx="153124" cy="186298"/>
          </a:xfrm>
          <a:prstGeom prst="rect">
            <a:avLst/>
          </a:prstGeom>
        </p:spPr>
      </p:pic>
      <p:pic>
        <p:nvPicPr>
          <p:cNvPr id="115" name="object 115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9998826" y="7266590"/>
            <a:ext cx="173625" cy="182198"/>
          </a:xfrm>
          <a:prstGeom prst="rect">
            <a:avLst/>
          </a:prstGeom>
        </p:spPr>
      </p:pic>
      <p:sp>
        <p:nvSpPr>
          <p:cNvPr id="116" name="object 116" descr=""/>
          <p:cNvSpPr/>
          <p:nvPr/>
        </p:nvSpPr>
        <p:spPr>
          <a:xfrm>
            <a:off x="10476738" y="7273163"/>
            <a:ext cx="169545" cy="90170"/>
          </a:xfrm>
          <a:custGeom>
            <a:avLst/>
            <a:gdLst/>
            <a:ahLst/>
            <a:cxnLst/>
            <a:rect l="l" t="t" r="r" b="b"/>
            <a:pathLst>
              <a:path w="169545" h="90170">
                <a:moveTo>
                  <a:pt x="152984" y="0"/>
                </a:moveTo>
                <a:lnTo>
                  <a:pt x="109664" y="0"/>
                </a:lnTo>
                <a:lnTo>
                  <a:pt x="109664" y="10731"/>
                </a:lnTo>
                <a:lnTo>
                  <a:pt x="109664" y="50609"/>
                </a:lnTo>
                <a:lnTo>
                  <a:pt x="59499" y="50609"/>
                </a:lnTo>
                <a:lnTo>
                  <a:pt x="59499" y="10731"/>
                </a:lnTo>
                <a:lnTo>
                  <a:pt x="109664" y="10731"/>
                </a:lnTo>
                <a:lnTo>
                  <a:pt x="109664" y="0"/>
                </a:lnTo>
                <a:lnTo>
                  <a:pt x="16179" y="0"/>
                </a:lnTo>
                <a:lnTo>
                  <a:pt x="16179" y="10731"/>
                </a:lnTo>
                <a:lnTo>
                  <a:pt x="46304" y="10731"/>
                </a:lnTo>
                <a:lnTo>
                  <a:pt x="46304" y="50609"/>
                </a:lnTo>
                <a:lnTo>
                  <a:pt x="16560" y="50609"/>
                </a:lnTo>
                <a:lnTo>
                  <a:pt x="16560" y="61201"/>
                </a:lnTo>
                <a:lnTo>
                  <a:pt x="152527" y="61201"/>
                </a:lnTo>
                <a:lnTo>
                  <a:pt x="152527" y="50609"/>
                </a:lnTo>
                <a:lnTo>
                  <a:pt x="122936" y="50609"/>
                </a:lnTo>
                <a:lnTo>
                  <a:pt x="122936" y="10731"/>
                </a:lnTo>
                <a:lnTo>
                  <a:pt x="152984" y="10731"/>
                </a:lnTo>
                <a:lnTo>
                  <a:pt x="152984" y="0"/>
                </a:lnTo>
                <a:close/>
              </a:path>
              <a:path w="169545" h="90170">
                <a:moveTo>
                  <a:pt x="169532" y="78714"/>
                </a:moveTo>
                <a:lnTo>
                  <a:pt x="0" y="78714"/>
                </a:lnTo>
                <a:lnTo>
                  <a:pt x="0" y="89750"/>
                </a:lnTo>
                <a:lnTo>
                  <a:pt x="169532" y="89750"/>
                </a:lnTo>
                <a:lnTo>
                  <a:pt x="169532" y="787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7" name="object 117" descr=""/>
          <p:cNvGrpSpPr/>
          <p:nvPr/>
        </p:nvGrpSpPr>
        <p:grpSpPr>
          <a:xfrm>
            <a:off x="10497697" y="7267187"/>
            <a:ext cx="692785" cy="186690"/>
            <a:chOff x="10497697" y="7267187"/>
            <a:chExt cx="692785" cy="186690"/>
          </a:xfrm>
        </p:grpSpPr>
        <p:sp>
          <p:nvSpPr>
            <p:cNvPr id="118" name="object 118" descr=""/>
            <p:cNvSpPr/>
            <p:nvPr/>
          </p:nvSpPr>
          <p:spPr>
            <a:xfrm>
              <a:off x="10497693" y="7381240"/>
              <a:ext cx="132715" cy="69850"/>
            </a:xfrm>
            <a:custGeom>
              <a:avLst/>
              <a:gdLst/>
              <a:ahLst/>
              <a:cxnLst/>
              <a:rect l="l" t="t" r="r" b="b"/>
              <a:pathLst>
                <a:path w="132715" h="69850">
                  <a:moveTo>
                    <a:pt x="132168" y="58420"/>
                  </a:moveTo>
                  <a:lnTo>
                    <a:pt x="13487" y="58420"/>
                  </a:lnTo>
                  <a:lnTo>
                    <a:pt x="13487" y="39370"/>
                  </a:lnTo>
                  <a:lnTo>
                    <a:pt x="126365" y="39370"/>
                  </a:lnTo>
                  <a:lnTo>
                    <a:pt x="126365" y="29210"/>
                  </a:lnTo>
                  <a:lnTo>
                    <a:pt x="126365" y="10160"/>
                  </a:lnTo>
                  <a:lnTo>
                    <a:pt x="126365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113309" y="10160"/>
                  </a:lnTo>
                  <a:lnTo>
                    <a:pt x="113309" y="29210"/>
                  </a:lnTo>
                  <a:lnTo>
                    <a:pt x="520" y="29210"/>
                  </a:lnTo>
                  <a:lnTo>
                    <a:pt x="520" y="39370"/>
                  </a:lnTo>
                  <a:lnTo>
                    <a:pt x="520" y="58420"/>
                  </a:lnTo>
                  <a:lnTo>
                    <a:pt x="520" y="69850"/>
                  </a:lnTo>
                  <a:lnTo>
                    <a:pt x="132168" y="69850"/>
                  </a:lnTo>
                  <a:lnTo>
                    <a:pt x="132168" y="58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669608" y="7267187"/>
              <a:ext cx="152229" cy="186074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857546" y="7267187"/>
              <a:ext cx="145147" cy="186298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040341" y="7267187"/>
              <a:ext cx="149694" cy="186298"/>
            </a:xfrm>
            <a:prstGeom prst="rect">
              <a:avLst/>
            </a:prstGeom>
          </p:spPr>
        </p:pic>
      </p:grpSp>
      <p:pic>
        <p:nvPicPr>
          <p:cNvPr id="122" name="object 122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1285126" y="7267187"/>
            <a:ext cx="154391" cy="185404"/>
          </a:xfrm>
          <a:prstGeom prst="rect">
            <a:avLst/>
          </a:prstGeom>
        </p:spPr>
      </p:pic>
      <p:pic>
        <p:nvPicPr>
          <p:cNvPr id="123" name="object 123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1518703" y="7267410"/>
            <a:ext cx="154242" cy="181378"/>
          </a:xfrm>
          <a:prstGeom prst="rect">
            <a:avLst/>
          </a:prstGeom>
        </p:spPr>
      </p:pic>
      <p:grpSp>
        <p:nvGrpSpPr>
          <p:cNvPr id="124" name="object 124" descr=""/>
          <p:cNvGrpSpPr/>
          <p:nvPr/>
        </p:nvGrpSpPr>
        <p:grpSpPr>
          <a:xfrm>
            <a:off x="11709772" y="7267187"/>
            <a:ext cx="517525" cy="186690"/>
            <a:chOff x="11709772" y="7267187"/>
            <a:chExt cx="517525" cy="186690"/>
          </a:xfrm>
        </p:grpSpPr>
        <p:sp>
          <p:nvSpPr>
            <p:cNvPr id="125" name="object 125" descr=""/>
            <p:cNvSpPr/>
            <p:nvPr/>
          </p:nvSpPr>
          <p:spPr>
            <a:xfrm>
              <a:off x="11709768" y="7267194"/>
              <a:ext cx="347980" cy="181610"/>
            </a:xfrm>
            <a:custGeom>
              <a:avLst/>
              <a:gdLst/>
              <a:ahLst/>
              <a:cxnLst/>
              <a:rect l="l" t="t" r="r" b="b"/>
              <a:pathLst>
                <a:path w="347979" h="181609">
                  <a:moveTo>
                    <a:pt x="71869" y="15138"/>
                  </a:moveTo>
                  <a:lnTo>
                    <a:pt x="59270" y="15138"/>
                  </a:lnTo>
                  <a:lnTo>
                    <a:pt x="59270" y="47637"/>
                  </a:lnTo>
                  <a:lnTo>
                    <a:pt x="71869" y="47637"/>
                  </a:lnTo>
                  <a:lnTo>
                    <a:pt x="71869" y="15138"/>
                  </a:lnTo>
                  <a:close/>
                </a:path>
                <a:path w="347979" h="181609">
                  <a:moveTo>
                    <a:pt x="113309" y="66052"/>
                  </a:moveTo>
                  <a:lnTo>
                    <a:pt x="100495" y="66052"/>
                  </a:lnTo>
                  <a:lnTo>
                    <a:pt x="100495" y="136055"/>
                  </a:lnTo>
                  <a:lnTo>
                    <a:pt x="113309" y="136055"/>
                  </a:lnTo>
                  <a:lnTo>
                    <a:pt x="113309" y="66052"/>
                  </a:lnTo>
                  <a:close/>
                </a:path>
                <a:path w="347979" h="181609">
                  <a:moveTo>
                    <a:pt x="113309" y="3949"/>
                  </a:moveTo>
                  <a:lnTo>
                    <a:pt x="100495" y="3949"/>
                  </a:lnTo>
                  <a:lnTo>
                    <a:pt x="100495" y="54356"/>
                  </a:lnTo>
                  <a:lnTo>
                    <a:pt x="71869" y="54356"/>
                  </a:lnTo>
                  <a:lnTo>
                    <a:pt x="71869" y="48006"/>
                  </a:lnTo>
                  <a:lnTo>
                    <a:pt x="59270" y="48006"/>
                  </a:lnTo>
                  <a:lnTo>
                    <a:pt x="59270" y="58166"/>
                  </a:lnTo>
                  <a:lnTo>
                    <a:pt x="59270" y="65786"/>
                  </a:lnTo>
                  <a:lnTo>
                    <a:pt x="59270" y="93726"/>
                  </a:lnTo>
                  <a:lnTo>
                    <a:pt x="12674" y="93726"/>
                  </a:lnTo>
                  <a:lnTo>
                    <a:pt x="12674" y="58166"/>
                  </a:lnTo>
                  <a:lnTo>
                    <a:pt x="59270" y="58166"/>
                  </a:lnTo>
                  <a:lnTo>
                    <a:pt x="59270" y="48006"/>
                  </a:lnTo>
                  <a:lnTo>
                    <a:pt x="12674" y="48006"/>
                  </a:lnTo>
                  <a:lnTo>
                    <a:pt x="12674" y="14998"/>
                  </a:lnTo>
                  <a:lnTo>
                    <a:pt x="0" y="14998"/>
                  </a:lnTo>
                  <a:lnTo>
                    <a:pt x="0" y="105156"/>
                  </a:lnTo>
                  <a:lnTo>
                    <a:pt x="71869" y="105156"/>
                  </a:lnTo>
                  <a:lnTo>
                    <a:pt x="71869" y="93726"/>
                  </a:lnTo>
                  <a:lnTo>
                    <a:pt x="71869" y="65786"/>
                  </a:lnTo>
                  <a:lnTo>
                    <a:pt x="113309" y="65786"/>
                  </a:lnTo>
                  <a:lnTo>
                    <a:pt x="113309" y="58166"/>
                  </a:lnTo>
                  <a:lnTo>
                    <a:pt x="113309" y="54787"/>
                  </a:lnTo>
                  <a:lnTo>
                    <a:pt x="113309" y="54356"/>
                  </a:lnTo>
                  <a:lnTo>
                    <a:pt x="113309" y="3949"/>
                  </a:lnTo>
                  <a:close/>
                </a:path>
                <a:path w="347979" h="181609">
                  <a:moveTo>
                    <a:pt x="148132" y="0"/>
                  </a:moveTo>
                  <a:lnTo>
                    <a:pt x="135534" y="0"/>
                  </a:lnTo>
                  <a:lnTo>
                    <a:pt x="135534" y="141566"/>
                  </a:lnTo>
                  <a:lnTo>
                    <a:pt x="148132" y="141566"/>
                  </a:lnTo>
                  <a:lnTo>
                    <a:pt x="148132" y="0"/>
                  </a:lnTo>
                  <a:close/>
                </a:path>
                <a:path w="347979" h="181609">
                  <a:moveTo>
                    <a:pt x="154241" y="169926"/>
                  </a:moveTo>
                  <a:lnTo>
                    <a:pt x="40779" y="169926"/>
                  </a:lnTo>
                  <a:lnTo>
                    <a:pt x="40779" y="121666"/>
                  </a:lnTo>
                  <a:lnTo>
                    <a:pt x="27508" y="121666"/>
                  </a:lnTo>
                  <a:lnTo>
                    <a:pt x="27508" y="169926"/>
                  </a:lnTo>
                  <a:lnTo>
                    <a:pt x="27508" y="181356"/>
                  </a:lnTo>
                  <a:lnTo>
                    <a:pt x="154241" y="181356"/>
                  </a:lnTo>
                  <a:lnTo>
                    <a:pt x="154241" y="169926"/>
                  </a:lnTo>
                  <a:close/>
                </a:path>
                <a:path w="347979" h="181609">
                  <a:moveTo>
                    <a:pt x="347840" y="150876"/>
                  </a:moveTo>
                  <a:lnTo>
                    <a:pt x="268820" y="150876"/>
                  </a:lnTo>
                  <a:lnTo>
                    <a:pt x="268820" y="108966"/>
                  </a:lnTo>
                  <a:lnTo>
                    <a:pt x="327787" y="108966"/>
                  </a:lnTo>
                  <a:lnTo>
                    <a:pt x="327787" y="98806"/>
                  </a:lnTo>
                  <a:lnTo>
                    <a:pt x="213575" y="98806"/>
                  </a:lnTo>
                  <a:lnTo>
                    <a:pt x="213575" y="67056"/>
                  </a:lnTo>
                  <a:lnTo>
                    <a:pt x="321678" y="67056"/>
                  </a:lnTo>
                  <a:lnTo>
                    <a:pt x="321678" y="56896"/>
                  </a:lnTo>
                  <a:lnTo>
                    <a:pt x="213575" y="56896"/>
                  </a:lnTo>
                  <a:lnTo>
                    <a:pt x="213575" y="27686"/>
                  </a:lnTo>
                  <a:lnTo>
                    <a:pt x="325551" y="27686"/>
                  </a:lnTo>
                  <a:lnTo>
                    <a:pt x="325551" y="16256"/>
                  </a:lnTo>
                  <a:lnTo>
                    <a:pt x="200164" y="16256"/>
                  </a:lnTo>
                  <a:lnTo>
                    <a:pt x="200164" y="27686"/>
                  </a:lnTo>
                  <a:lnTo>
                    <a:pt x="200164" y="56896"/>
                  </a:lnTo>
                  <a:lnTo>
                    <a:pt x="200164" y="67056"/>
                  </a:lnTo>
                  <a:lnTo>
                    <a:pt x="200164" y="98806"/>
                  </a:lnTo>
                  <a:lnTo>
                    <a:pt x="200164" y="108966"/>
                  </a:lnTo>
                  <a:lnTo>
                    <a:pt x="255549" y="108966"/>
                  </a:lnTo>
                  <a:lnTo>
                    <a:pt x="255549" y="150876"/>
                  </a:lnTo>
                  <a:lnTo>
                    <a:pt x="177495" y="150876"/>
                  </a:lnTo>
                  <a:lnTo>
                    <a:pt x="177495" y="162306"/>
                  </a:lnTo>
                  <a:lnTo>
                    <a:pt x="347840" y="162306"/>
                  </a:lnTo>
                  <a:lnTo>
                    <a:pt x="347840" y="150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084681" y="7267187"/>
              <a:ext cx="142165" cy="186298"/>
            </a:xfrm>
            <a:prstGeom prst="rect">
              <a:avLst/>
            </a:prstGeom>
          </p:spPr>
        </p:pic>
      </p:grpSp>
      <p:grpSp>
        <p:nvGrpSpPr>
          <p:cNvPr id="127" name="object 127" descr=""/>
          <p:cNvGrpSpPr/>
          <p:nvPr/>
        </p:nvGrpSpPr>
        <p:grpSpPr>
          <a:xfrm>
            <a:off x="12320296" y="7267187"/>
            <a:ext cx="519430" cy="186690"/>
            <a:chOff x="12320296" y="7267187"/>
            <a:chExt cx="519430" cy="186690"/>
          </a:xfrm>
        </p:grpSpPr>
        <p:pic>
          <p:nvPicPr>
            <p:cNvPr id="128" name="object 128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320296" y="7267187"/>
              <a:ext cx="150812" cy="186074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506670" y="7267187"/>
              <a:ext cx="145147" cy="186298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694534" y="7267187"/>
              <a:ext cx="144624" cy="186298"/>
            </a:xfrm>
            <a:prstGeom prst="rect">
              <a:avLst/>
            </a:prstGeom>
          </p:spPr>
        </p:pic>
      </p:grpSp>
      <p:grpSp>
        <p:nvGrpSpPr>
          <p:cNvPr id="131" name="object 131" descr=""/>
          <p:cNvGrpSpPr/>
          <p:nvPr/>
        </p:nvGrpSpPr>
        <p:grpSpPr>
          <a:xfrm>
            <a:off x="12924376" y="7267187"/>
            <a:ext cx="548005" cy="186690"/>
            <a:chOff x="12924376" y="7267187"/>
            <a:chExt cx="548005" cy="186690"/>
          </a:xfrm>
        </p:grpSpPr>
        <p:pic>
          <p:nvPicPr>
            <p:cNvPr id="132" name="object 132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924376" y="7271660"/>
              <a:ext cx="170345" cy="15729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3114029" y="7267187"/>
              <a:ext cx="149993" cy="186074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295332" y="7267187"/>
              <a:ext cx="176682" cy="186074"/>
            </a:xfrm>
            <a:prstGeom prst="rect">
              <a:avLst/>
            </a:prstGeom>
          </p:spPr>
        </p:pic>
      </p:grpSp>
      <p:grpSp>
        <p:nvGrpSpPr>
          <p:cNvPr id="135" name="object 135" descr=""/>
          <p:cNvGrpSpPr/>
          <p:nvPr/>
        </p:nvGrpSpPr>
        <p:grpSpPr>
          <a:xfrm>
            <a:off x="13536059" y="7267187"/>
            <a:ext cx="345440" cy="186690"/>
            <a:chOff x="13536059" y="7267187"/>
            <a:chExt cx="345440" cy="186690"/>
          </a:xfrm>
        </p:grpSpPr>
        <p:sp>
          <p:nvSpPr>
            <p:cNvPr id="136" name="object 136" descr=""/>
            <p:cNvSpPr/>
            <p:nvPr/>
          </p:nvSpPr>
          <p:spPr>
            <a:xfrm>
              <a:off x="13558571" y="7275830"/>
              <a:ext cx="125730" cy="64769"/>
            </a:xfrm>
            <a:custGeom>
              <a:avLst/>
              <a:gdLst/>
              <a:ahLst/>
              <a:cxnLst/>
              <a:rect l="l" t="t" r="r" b="b"/>
              <a:pathLst>
                <a:path w="125730" h="64770">
                  <a:moveTo>
                    <a:pt x="12546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53352"/>
                  </a:lnTo>
                  <a:lnTo>
                    <a:pt x="0" y="64770"/>
                  </a:lnTo>
                  <a:lnTo>
                    <a:pt x="125463" y="64770"/>
                  </a:lnTo>
                  <a:lnTo>
                    <a:pt x="125463" y="53390"/>
                  </a:lnTo>
                  <a:lnTo>
                    <a:pt x="125463" y="11493"/>
                  </a:lnTo>
                  <a:lnTo>
                    <a:pt x="112268" y="11493"/>
                  </a:lnTo>
                  <a:lnTo>
                    <a:pt x="112268" y="53352"/>
                  </a:lnTo>
                  <a:lnTo>
                    <a:pt x="12966" y="53352"/>
                  </a:lnTo>
                  <a:lnTo>
                    <a:pt x="12966" y="11430"/>
                  </a:lnTo>
                  <a:lnTo>
                    <a:pt x="125463" y="11430"/>
                  </a:lnTo>
                  <a:lnTo>
                    <a:pt x="1254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536059" y="7267187"/>
              <a:ext cx="345387" cy="186074"/>
            </a:xfrm>
            <a:prstGeom prst="rect">
              <a:avLst/>
            </a:prstGeom>
          </p:spPr>
        </p:pic>
      </p:grpSp>
      <p:pic>
        <p:nvPicPr>
          <p:cNvPr id="138" name="object 138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3970430" y="7266940"/>
            <a:ext cx="336366" cy="185725"/>
          </a:xfrm>
          <a:prstGeom prst="rect">
            <a:avLst/>
          </a:prstGeom>
        </p:spPr>
      </p:pic>
      <p:pic>
        <p:nvPicPr>
          <p:cNvPr id="139" name="object 139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9590134" y="7669980"/>
            <a:ext cx="153422" cy="134039"/>
          </a:xfrm>
          <a:prstGeom prst="rect">
            <a:avLst/>
          </a:prstGeom>
        </p:spPr>
      </p:pic>
      <p:grpSp>
        <p:nvGrpSpPr>
          <p:cNvPr id="140" name="object 140" descr=""/>
          <p:cNvGrpSpPr/>
          <p:nvPr/>
        </p:nvGrpSpPr>
        <p:grpSpPr>
          <a:xfrm>
            <a:off x="9850777" y="7634197"/>
            <a:ext cx="347980" cy="186690"/>
            <a:chOff x="9850777" y="7634197"/>
            <a:chExt cx="347980" cy="186690"/>
          </a:xfrm>
        </p:grpSpPr>
        <p:pic>
          <p:nvPicPr>
            <p:cNvPr id="141" name="object 141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850777" y="7634197"/>
              <a:ext cx="158193" cy="186074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0041324" y="7634197"/>
              <a:ext cx="157000" cy="184211"/>
            </a:xfrm>
            <a:prstGeom prst="rect">
              <a:avLst/>
            </a:prstGeom>
          </p:spPr>
        </p:pic>
      </p:grpSp>
      <p:sp>
        <p:nvSpPr>
          <p:cNvPr id="143" name="object 143" descr=""/>
          <p:cNvSpPr/>
          <p:nvPr/>
        </p:nvSpPr>
        <p:spPr>
          <a:xfrm>
            <a:off x="9579548" y="8098792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70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4" name="object 144" descr=""/>
          <p:cNvGrpSpPr/>
          <p:nvPr/>
        </p:nvGrpSpPr>
        <p:grpSpPr>
          <a:xfrm>
            <a:off x="9727641" y="8016042"/>
            <a:ext cx="422275" cy="157480"/>
            <a:chOff x="9727641" y="8016042"/>
            <a:chExt cx="422275" cy="157480"/>
          </a:xfrm>
        </p:grpSpPr>
        <p:pic>
          <p:nvPicPr>
            <p:cNvPr id="145" name="object 145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727641" y="8018129"/>
              <a:ext cx="117638" cy="152676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868091" y="8016042"/>
              <a:ext cx="132697" cy="156851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0030310" y="8018129"/>
              <a:ext cx="119353" cy="152676"/>
            </a:xfrm>
            <a:prstGeom prst="rect">
              <a:avLst/>
            </a:prstGeom>
          </p:spPr>
        </p:pic>
      </p:grpSp>
      <p:grpSp>
        <p:nvGrpSpPr>
          <p:cNvPr id="148" name="object 148" descr=""/>
          <p:cNvGrpSpPr/>
          <p:nvPr/>
        </p:nvGrpSpPr>
        <p:grpSpPr>
          <a:xfrm>
            <a:off x="10176874" y="8015968"/>
            <a:ext cx="507365" cy="157480"/>
            <a:chOff x="10176874" y="8015968"/>
            <a:chExt cx="507365" cy="157480"/>
          </a:xfrm>
        </p:grpSpPr>
        <p:sp>
          <p:nvSpPr>
            <p:cNvPr id="149" name="object 149" descr=""/>
            <p:cNvSpPr/>
            <p:nvPr/>
          </p:nvSpPr>
          <p:spPr>
            <a:xfrm>
              <a:off x="10176866" y="8017509"/>
              <a:ext cx="111760" cy="153670"/>
            </a:xfrm>
            <a:custGeom>
              <a:avLst/>
              <a:gdLst/>
              <a:ahLst/>
              <a:cxnLst/>
              <a:rect l="l" t="t" r="r" b="b"/>
              <a:pathLst>
                <a:path w="111759" h="153670">
                  <a:moveTo>
                    <a:pt x="111671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48387" y="13970"/>
                  </a:lnTo>
                  <a:lnTo>
                    <a:pt x="48387" y="153670"/>
                  </a:lnTo>
                  <a:lnTo>
                    <a:pt x="63449" y="153670"/>
                  </a:lnTo>
                  <a:lnTo>
                    <a:pt x="63449" y="13970"/>
                  </a:lnTo>
                  <a:lnTo>
                    <a:pt x="111671" y="13970"/>
                  </a:lnTo>
                  <a:lnTo>
                    <a:pt x="111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315684" y="8018129"/>
              <a:ext cx="117639" cy="152676"/>
            </a:xfrm>
            <a:prstGeom prst="rect">
              <a:avLst/>
            </a:prstGeom>
          </p:spPr>
        </p:pic>
        <p:sp>
          <p:nvSpPr>
            <p:cNvPr id="151" name="object 151" descr=""/>
            <p:cNvSpPr/>
            <p:nvPr/>
          </p:nvSpPr>
          <p:spPr>
            <a:xfrm>
              <a:off x="10462844" y="8017509"/>
              <a:ext cx="90805" cy="153670"/>
            </a:xfrm>
            <a:custGeom>
              <a:avLst/>
              <a:gdLst/>
              <a:ahLst/>
              <a:cxnLst/>
              <a:rect l="l" t="t" r="r" b="b"/>
              <a:pathLst>
                <a:path w="90804" h="153670">
                  <a:moveTo>
                    <a:pt x="90792" y="139700"/>
                  </a:moveTo>
                  <a:lnTo>
                    <a:pt x="14973" y="139700"/>
                  </a:lnTo>
                  <a:lnTo>
                    <a:pt x="14973" y="83820"/>
                  </a:lnTo>
                  <a:lnTo>
                    <a:pt x="84683" y="83820"/>
                  </a:lnTo>
                  <a:lnTo>
                    <a:pt x="84683" y="69850"/>
                  </a:lnTo>
                  <a:lnTo>
                    <a:pt x="14973" y="69850"/>
                  </a:lnTo>
                  <a:lnTo>
                    <a:pt x="14973" y="13970"/>
                  </a:lnTo>
                  <a:lnTo>
                    <a:pt x="89458" y="13970"/>
                  </a:lnTo>
                  <a:lnTo>
                    <a:pt x="89458" y="0"/>
                  </a:lnTo>
                  <a:lnTo>
                    <a:pt x="0" y="0"/>
                  </a:lnTo>
                  <a:lnTo>
                    <a:pt x="0" y="13970"/>
                  </a:lnTo>
                  <a:lnTo>
                    <a:pt x="0" y="69850"/>
                  </a:lnTo>
                  <a:lnTo>
                    <a:pt x="0" y="83820"/>
                  </a:lnTo>
                  <a:lnTo>
                    <a:pt x="0" y="139700"/>
                  </a:lnTo>
                  <a:lnTo>
                    <a:pt x="0" y="153670"/>
                  </a:lnTo>
                  <a:lnTo>
                    <a:pt x="90792" y="153670"/>
                  </a:lnTo>
                  <a:lnTo>
                    <a:pt x="90792" y="139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577203" y="8015968"/>
              <a:ext cx="106456" cy="157448"/>
            </a:xfrm>
            <a:prstGeom prst="rect">
              <a:avLst/>
            </a:prstGeom>
          </p:spPr>
        </p:pic>
      </p:grpSp>
      <p:grpSp>
        <p:nvGrpSpPr>
          <p:cNvPr id="153" name="object 153" descr=""/>
          <p:cNvGrpSpPr/>
          <p:nvPr/>
        </p:nvGrpSpPr>
        <p:grpSpPr>
          <a:xfrm>
            <a:off x="10703937" y="8011048"/>
            <a:ext cx="1522095" cy="191135"/>
            <a:chOff x="10703937" y="8011048"/>
            <a:chExt cx="1522095" cy="191135"/>
          </a:xfrm>
        </p:grpSpPr>
        <p:sp>
          <p:nvSpPr>
            <p:cNvPr id="154" name="object 154" descr=""/>
            <p:cNvSpPr/>
            <p:nvPr/>
          </p:nvSpPr>
          <p:spPr>
            <a:xfrm>
              <a:off x="10703928" y="8016049"/>
              <a:ext cx="683260" cy="156845"/>
            </a:xfrm>
            <a:custGeom>
              <a:avLst/>
              <a:gdLst/>
              <a:ahLst/>
              <a:cxnLst/>
              <a:rect l="l" t="t" r="r" b="b"/>
              <a:pathLst>
                <a:path w="683259" h="156845">
                  <a:moveTo>
                    <a:pt x="111671" y="1460"/>
                  </a:moveTo>
                  <a:lnTo>
                    <a:pt x="0" y="1460"/>
                  </a:lnTo>
                  <a:lnTo>
                    <a:pt x="0" y="15430"/>
                  </a:lnTo>
                  <a:lnTo>
                    <a:pt x="48387" y="15430"/>
                  </a:lnTo>
                  <a:lnTo>
                    <a:pt x="48387" y="155130"/>
                  </a:lnTo>
                  <a:lnTo>
                    <a:pt x="63449" y="155130"/>
                  </a:lnTo>
                  <a:lnTo>
                    <a:pt x="63449" y="15430"/>
                  </a:lnTo>
                  <a:lnTo>
                    <a:pt x="111671" y="15430"/>
                  </a:lnTo>
                  <a:lnTo>
                    <a:pt x="111671" y="1460"/>
                  </a:lnTo>
                  <a:close/>
                </a:path>
                <a:path w="683259" h="156845">
                  <a:moveTo>
                    <a:pt x="244754" y="154762"/>
                  </a:moveTo>
                  <a:lnTo>
                    <a:pt x="211302" y="93560"/>
                  </a:lnTo>
                  <a:lnTo>
                    <a:pt x="209638" y="90500"/>
                  </a:lnTo>
                  <a:lnTo>
                    <a:pt x="222186" y="84074"/>
                  </a:lnTo>
                  <a:lnTo>
                    <a:pt x="226123" y="79921"/>
                  </a:lnTo>
                  <a:lnTo>
                    <a:pt x="231178" y="74574"/>
                  </a:lnTo>
                  <a:lnTo>
                    <a:pt x="236601" y="62433"/>
                  </a:lnTo>
                  <a:lnTo>
                    <a:pt x="238417" y="48082"/>
                  </a:lnTo>
                  <a:lnTo>
                    <a:pt x="235280" y="29578"/>
                  </a:lnTo>
                  <a:lnTo>
                    <a:pt x="226212" y="15506"/>
                  </a:lnTo>
                  <a:lnTo>
                    <a:pt x="225907" y="15024"/>
                  </a:lnTo>
                  <a:lnTo>
                    <a:pt x="223570" y="13601"/>
                  </a:lnTo>
                  <a:lnTo>
                    <a:pt x="223570" y="48082"/>
                  </a:lnTo>
                  <a:lnTo>
                    <a:pt x="221424" y="61328"/>
                  </a:lnTo>
                  <a:lnTo>
                    <a:pt x="214896" y="71348"/>
                  </a:lnTo>
                  <a:lnTo>
                    <a:pt x="203885" y="77698"/>
                  </a:lnTo>
                  <a:lnTo>
                    <a:pt x="188315" y="79921"/>
                  </a:lnTo>
                  <a:lnTo>
                    <a:pt x="153797" y="79921"/>
                  </a:lnTo>
                  <a:lnTo>
                    <a:pt x="153797" y="15506"/>
                  </a:lnTo>
                  <a:lnTo>
                    <a:pt x="188163" y="15506"/>
                  </a:lnTo>
                  <a:lnTo>
                    <a:pt x="203822" y="17830"/>
                  </a:lnTo>
                  <a:lnTo>
                    <a:pt x="214871" y="24409"/>
                  </a:lnTo>
                  <a:lnTo>
                    <a:pt x="221424" y="34696"/>
                  </a:lnTo>
                  <a:lnTo>
                    <a:pt x="223570" y="48082"/>
                  </a:lnTo>
                  <a:lnTo>
                    <a:pt x="223570" y="13601"/>
                  </a:lnTo>
                  <a:lnTo>
                    <a:pt x="210362" y="5499"/>
                  </a:lnTo>
                  <a:lnTo>
                    <a:pt x="188683" y="2082"/>
                  </a:lnTo>
                  <a:lnTo>
                    <a:pt x="138811" y="2082"/>
                  </a:lnTo>
                  <a:lnTo>
                    <a:pt x="138811" y="154762"/>
                  </a:lnTo>
                  <a:lnTo>
                    <a:pt x="153797" y="154762"/>
                  </a:lnTo>
                  <a:lnTo>
                    <a:pt x="153797" y="93560"/>
                  </a:lnTo>
                  <a:lnTo>
                    <a:pt x="194360" y="93560"/>
                  </a:lnTo>
                  <a:lnTo>
                    <a:pt x="227380" y="154762"/>
                  </a:lnTo>
                  <a:lnTo>
                    <a:pt x="244754" y="154762"/>
                  </a:lnTo>
                  <a:close/>
                </a:path>
                <a:path w="683259" h="156845">
                  <a:moveTo>
                    <a:pt x="394220" y="78422"/>
                  </a:moveTo>
                  <a:lnTo>
                    <a:pt x="389280" y="45974"/>
                  </a:lnTo>
                  <a:lnTo>
                    <a:pt x="379539" y="28473"/>
                  </a:lnTo>
                  <a:lnTo>
                    <a:pt x="379539" y="78422"/>
                  </a:lnTo>
                  <a:lnTo>
                    <a:pt x="375653" y="105613"/>
                  </a:lnTo>
                  <a:lnTo>
                    <a:pt x="364832" y="125831"/>
                  </a:lnTo>
                  <a:lnTo>
                    <a:pt x="348437" y="138417"/>
                  </a:lnTo>
                  <a:lnTo>
                    <a:pt x="327875" y="142760"/>
                  </a:lnTo>
                  <a:lnTo>
                    <a:pt x="307314" y="138417"/>
                  </a:lnTo>
                  <a:lnTo>
                    <a:pt x="290906" y="125831"/>
                  </a:lnTo>
                  <a:lnTo>
                    <a:pt x="280060" y="105613"/>
                  </a:lnTo>
                  <a:lnTo>
                    <a:pt x="276136" y="78422"/>
                  </a:lnTo>
                  <a:lnTo>
                    <a:pt x="280060" y="51231"/>
                  </a:lnTo>
                  <a:lnTo>
                    <a:pt x="290918" y="31026"/>
                  </a:lnTo>
                  <a:lnTo>
                    <a:pt x="307314" y="18427"/>
                  </a:lnTo>
                  <a:lnTo>
                    <a:pt x="327875" y="14084"/>
                  </a:lnTo>
                  <a:lnTo>
                    <a:pt x="348424" y="18427"/>
                  </a:lnTo>
                  <a:lnTo>
                    <a:pt x="364794" y="31026"/>
                  </a:lnTo>
                  <a:lnTo>
                    <a:pt x="375627" y="51231"/>
                  </a:lnTo>
                  <a:lnTo>
                    <a:pt x="379539" y="78422"/>
                  </a:lnTo>
                  <a:lnTo>
                    <a:pt x="379539" y="28473"/>
                  </a:lnTo>
                  <a:lnTo>
                    <a:pt x="375526" y="21259"/>
                  </a:lnTo>
                  <a:lnTo>
                    <a:pt x="365950" y="14084"/>
                  </a:lnTo>
                  <a:lnTo>
                    <a:pt x="354533" y="5524"/>
                  </a:lnTo>
                  <a:lnTo>
                    <a:pt x="327875" y="0"/>
                  </a:lnTo>
                  <a:lnTo>
                    <a:pt x="301155" y="5524"/>
                  </a:lnTo>
                  <a:lnTo>
                    <a:pt x="280162" y="21259"/>
                  </a:lnTo>
                  <a:lnTo>
                    <a:pt x="266433" y="45974"/>
                  </a:lnTo>
                  <a:lnTo>
                    <a:pt x="261518" y="78422"/>
                  </a:lnTo>
                  <a:lnTo>
                    <a:pt x="266458" y="110871"/>
                  </a:lnTo>
                  <a:lnTo>
                    <a:pt x="280200" y="135585"/>
                  </a:lnTo>
                  <a:lnTo>
                    <a:pt x="301205" y="151333"/>
                  </a:lnTo>
                  <a:lnTo>
                    <a:pt x="327875" y="156845"/>
                  </a:lnTo>
                  <a:lnTo>
                    <a:pt x="354533" y="151333"/>
                  </a:lnTo>
                  <a:lnTo>
                    <a:pt x="365950" y="142760"/>
                  </a:lnTo>
                  <a:lnTo>
                    <a:pt x="375526" y="135585"/>
                  </a:lnTo>
                  <a:lnTo>
                    <a:pt x="389280" y="110871"/>
                  </a:lnTo>
                  <a:lnTo>
                    <a:pt x="394220" y="78422"/>
                  </a:lnTo>
                  <a:close/>
                </a:path>
                <a:path w="683259" h="156845">
                  <a:moveTo>
                    <a:pt x="534898" y="2082"/>
                  </a:moveTo>
                  <a:lnTo>
                    <a:pt x="517525" y="2082"/>
                  </a:lnTo>
                  <a:lnTo>
                    <a:pt x="473024" y="74180"/>
                  </a:lnTo>
                  <a:lnTo>
                    <a:pt x="471525" y="74180"/>
                  </a:lnTo>
                  <a:lnTo>
                    <a:pt x="426948" y="2082"/>
                  </a:lnTo>
                  <a:lnTo>
                    <a:pt x="409651" y="2082"/>
                  </a:lnTo>
                  <a:lnTo>
                    <a:pt x="464743" y="89382"/>
                  </a:lnTo>
                  <a:lnTo>
                    <a:pt x="464743" y="154762"/>
                  </a:lnTo>
                  <a:lnTo>
                    <a:pt x="479806" y="154762"/>
                  </a:lnTo>
                  <a:lnTo>
                    <a:pt x="479806" y="89382"/>
                  </a:lnTo>
                  <a:lnTo>
                    <a:pt x="534898" y="2082"/>
                  </a:lnTo>
                  <a:close/>
                </a:path>
                <a:path w="683259" h="156845">
                  <a:moveTo>
                    <a:pt x="683018" y="78422"/>
                  </a:moveTo>
                  <a:lnTo>
                    <a:pt x="678091" y="45974"/>
                  </a:lnTo>
                  <a:lnTo>
                    <a:pt x="668337" y="28473"/>
                  </a:lnTo>
                  <a:lnTo>
                    <a:pt x="668337" y="78422"/>
                  </a:lnTo>
                  <a:lnTo>
                    <a:pt x="664464" y="105613"/>
                  </a:lnTo>
                  <a:lnTo>
                    <a:pt x="653630" y="125831"/>
                  </a:lnTo>
                  <a:lnTo>
                    <a:pt x="637247" y="138417"/>
                  </a:lnTo>
                  <a:lnTo>
                    <a:pt x="616673" y="142760"/>
                  </a:lnTo>
                  <a:lnTo>
                    <a:pt x="596125" y="138417"/>
                  </a:lnTo>
                  <a:lnTo>
                    <a:pt x="579716" y="125831"/>
                  </a:lnTo>
                  <a:lnTo>
                    <a:pt x="568871" y="105613"/>
                  </a:lnTo>
                  <a:lnTo>
                    <a:pt x="564934" y="78422"/>
                  </a:lnTo>
                  <a:lnTo>
                    <a:pt x="568871" y="51231"/>
                  </a:lnTo>
                  <a:lnTo>
                    <a:pt x="579716" y="31026"/>
                  </a:lnTo>
                  <a:lnTo>
                    <a:pt x="596125" y="18427"/>
                  </a:lnTo>
                  <a:lnTo>
                    <a:pt x="616673" y="14084"/>
                  </a:lnTo>
                  <a:lnTo>
                    <a:pt x="637235" y="18427"/>
                  </a:lnTo>
                  <a:lnTo>
                    <a:pt x="653605" y="31026"/>
                  </a:lnTo>
                  <a:lnTo>
                    <a:pt x="664425" y="51231"/>
                  </a:lnTo>
                  <a:lnTo>
                    <a:pt x="668337" y="78422"/>
                  </a:lnTo>
                  <a:lnTo>
                    <a:pt x="668337" y="28473"/>
                  </a:lnTo>
                  <a:lnTo>
                    <a:pt x="664324" y="21259"/>
                  </a:lnTo>
                  <a:lnTo>
                    <a:pt x="654761" y="14084"/>
                  </a:lnTo>
                  <a:lnTo>
                    <a:pt x="643331" y="5524"/>
                  </a:lnTo>
                  <a:lnTo>
                    <a:pt x="616673" y="0"/>
                  </a:lnTo>
                  <a:lnTo>
                    <a:pt x="589953" y="5524"/>
                  </a:lnTo>
                  <a:lnTo>
                    <a:pt x="568960" y="21259"/>
                  </a:lnTo>
                  <a:lnTo>
                    <a:pt x="555244" y="45974"/>
                  </a:lnTo>
                  <a:lnTo>
                    <a:pt x="550329" y="78422"/>
                  </a:lnTo>
                  <a:lnTo>
                    <a:pt x="555256" y="110871"/>
                  </a:lnTo>
                  <a:lnTo>
                    <a:pt x="568998" y="135585"/>
                  </a:lnTo>
                  <a:lnTo>
                    <a:pt x="590003" y="151333"/>
                  </a:lnTo>
                  <a:lnTo>
                    <a:pt x="616673" y="156845"/>
                  </a:lnTo>
                  <a:lnTo>
                    <a:pt x="643331" y="151333"/>
                  </a:lnTo>
                  <a:lnTo>
                    <a:pt x="654761" y="142760"/>
                  </a:lnTo>
                  <a:lnTo>
                    <a:pt x="664324" y="135585"/>
                  </a:lnTo>
                  <a:lnTo>
                    <a:pt x="678091" y="110871"/>
                  </a:lnTo>
                  <a:lnTo>
                    <a:pt x="683018" y="78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1416478" y="8018130"/>
              <a:ext cx="119353" cy="152676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11572126" y="8017510"/>
              <a:ext cx="87630" cy="153670"/>
            </a:xfrm>
            <a:custGeom>
              <a:avLst/>
              <a:gdLst/>
              <a:ahLst/>
              <a:cxnLst/>
              <a:rect l="l" t="t" r="r" b="b"/>
              <a:pathLst>
                <a:path w="87629" h="153670">
                  <a:moveTo>
                    <a:pt x="87376" y="139700"/>
                  </a:moveTo>
                  <a:lnTo>
                    <a:pt x="14986" y="139700"/>
                  </a:lnTo>
                  <a:lnTo>
                    <a:pt x="14986" y="0"/>
                  </a:lnTo>
                  <a:lnTo>
                    <a:pt x="0" y="0"/>
                  </a:lnTo>
                  <a:lnTo>
                    <a:pt x="0" y="139700"/>
                  </a:lnTo>
                  <a:lnTo>
                    <a:pt x="0" y="153670"/>
                  </a:lnTo>
                  <a:lnTo>
                    <a:pt x="87376" y="153670"/>
                  </a:lnTo>
                  <a:lnTo>
                    <a:pt x="87376" y="139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1680010" y="8016042"/>
              <a:ext cx="275309" cy="156851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1977387" y="8018130"/>
              <a:ext cx="117638" cy="152676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2127529" y="8011048"/>
              <a:ext cx="97957" cy="190846"/>
            </a:xfrm>
            <a:prstGeom prst="rect">
              <a:avLst/>
            </a:prstGeom>
          </p:spPr>
        </p:pic>
      </p:grpSp>
      <p:sp>
        <p:nvSpPr>
          <p:cNvPr id="160" name="object 160" descr=""/>
          <p:cNvSpPr/>
          <p:nvPr/>
        </p:nvSpPr>
        <p:spPr>
          <a:xfrm>
            <a:off x="12254484" y="8007350"/>
            <a:ext cx="170815" cy="92075"/>
          </a:xfrm>
          <a:custGeom>
            <a:avLst/>
            <a:gdLst/>
            <a:ahLst/>
            <a:cxnLst/>
            <a:rect l="l" t="t" r="r" b="b"/>
            <a:pathLst>
              <a:path w="170815" h="92075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04" y="27940"/>
                </a:lnTo>
                <a:lnTo>
                  <a:pt x="22504" y="36830"/>
                </a:lnTo>
                <a:lnTo>
                  <a:pt x="22504" y="55880"/>
                </a:lnTo>
                <a:lnTo>
                  <a:pt x="22504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075">
                <a:moveTo>
                  <a:pt x="170345" y="81305"/>
                </a:moveTo>
                <a:lnTo>
                  <a:pt x="0" y="81305"/>
                </a:lnTo>
                <a:lnTo>
                  <a:pt x="0" y="92049"/>
                </a:lnTo>
                <a:lnTo>
                  <a:pt x="170345" y="92049"/>
                </a:lnTo>
                <a:lnTo>
                  <a:pt x="170345" y="81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12275350" y="8116569"/>
            <a:ext cx="134620" cy="67310"/>
          </a:xfrm>
          <a:custGeom>
            <a:avLst/>
            <a:gdLst/>
            <a:ahLst/>
            <a:cxnLst/>
            <a:rect l="l" t="t" r="r" b="b"/>
            <a:pathLst>
              <a:path w="134620" h="67309">
                <a:moveTo>
                  <a:pt x="134124" y="57150"/>
                </a:moveTo>
                <a:lnTo>
                  <a:pt x="13652" y="57150"/>
                </a:lnTo>
                <a:lnTo>
                  <a:pt x="13652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57" y="27940"/>
                </a:lnTo>
                <a:lnTo>
                  <a:pt x="457" y="38100"/>
                </a:lnTo>
                <a:lnTo>
                  <a:pt x="457" y="57150"/>
                </a:lnTo>
                <a:lnTo>
                  <a:pt x="457" y="67310"/>
                </a:lnTo>
                <a:lnTo>
                  <a:pt x="134124" y="67310"/>
                </a:lnTo>
                <a:lnTo>
                  <a:pt x="134124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2" name="object 162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2492254" y="8001207"/>
            <a:ext cx="344640" cy="186074"/>
          </a:xfrm>
          <a:prstGeom prst="rect">
            <a:avLst/>
          </a:prstGeom>
        </p:spPr>
      </p:pic>
      <p:sp>
        <p:nvSpPr>
          <p:cNvPr id="163" name="object 163" descr=""/>
          <p:cNvSpPr/>
          <p:nvPr/>
        </p:nvSpPr>
        <p:spPr>
          <a:xfrm>
            <a:off x="12917818" y="8007171"/>
            <a:ext cx="169545" cy="90170"/>
          </a:xfrm>
          <a:custGeom>
            <a:avLst/>
            <a:gdLst/>
            <a:ahLst/>
            <a:cxnLst/>
            <a:rect l="l" t="t" r="r" b="b"/>
            <a:pathLst>
              <a:path w="169544" h="90170">
                <a:moveTo>
                  <a:pt x="152984" y="0"/>
                </a:moveTo>
                <a:lnTo>
                  <a:pt x="109664" y="0"/>
                </a:lnTo>
                <a:lnTo>
                  <a:pt x="109664" y="10744"/>
                </a:lnTo>
                <a:lnTo>
                  <a:pt x="109664" y="50622"/>
                </a:lnTo>
                <a:lnTo>
                  <a:pt x="59499" y="50622"/>
                </a:lnTo>
                <a:lnTo>
                  <a:pt x="59499" y="10744"/>
                </a:lnTo>
                <a:lnTo>
                  <a:pt x="109664" y="10744"/>
                </a:lnTo>
                <a:lnTo>
                  <a:pt x="109664" y="0"/>
                </a:lnTo>
                <a:lnTo>
                  <a:pt x="16179" y="0"/>
                </a:lnTo>
                <a:lnTo>
                  <a:pt x="16179" y="10744"/>
                </a:lnTo>
                <a:lnTo>
                  <a:pt x="46304" y="10744"/>
                </a:lnTo>
                <a:lnTo>
                  <a:pt x="46304" y="50622"/>
                </a:lnTo>
                <a:lnTo>
                  <a:pt x="16548" y="50622"/>
                </a:lnTo>
                <a:lnTo>
                  <a:pt x="16548" y="61214"/>
                </a:lnTo>
                <a:lnTo>
                  <a:pt x="152527" y="61214"/>
                </a:lnTo>
                <a:lnTo>
                  <a:pt x="152527" y="50622"/>
                </a:lnTo>
                <a:lnTo>
                  <a:pt x="122936" y="50622"/>
                </a:lnTo>
                <a:lnTo>
                  <a:pt x="122936" y="10744"/>
                </a:lnTo>
                <a:lnTo>
                  <a:pt x="152984" y="10744"/>
                </a:lnTo>
                <a:lnTo>
                  <a:pt x="152984" y="0"/>
                </a:lnTo>
                <a:close/>
              </a:path>
              <a:path w="169544" h="90170">
                <a:moveTo>
                  <a:pt x="169532" y="78727"/>
                </a:moveTo>
                <a:lnTo>
                  <a:pt x="0" y="78727"/>
                </a:lnTo>
                <a:lnTo>
                  <a:pt x="0" y="89763"/>
                </a:lnTo>
                <a:lnTo>
                  <a:pt x="169532" y="89763"/>
                </a:lnTo>
                <a:lnTo>
                  <a:pt x="169532" y="787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4" name="object 164" descr=""/>
          <p:cNvGrpSpPr/>
          <p:nvPr/>
        </p:nvGrpSpPr>
        <p:grpSpPr>
          <a:xfrm>
            <a:off x="12938776" y="8001207"/>
            <a:ext cx="900430" cy="186690"/>
            <a:chOff x="12938776" y="8001207"/>
            <a:chExt cx="900430" cy="186690"/>
          </a:xfrm>
        </p:grpSpPr>
        <p:sp>
          <p:nvSpPr>
            <p:cNvPr id="165" name="object 165" descr=""/>
            <p:cNvSpPr/>
            <p:nvPr/>
          </p:nvSpPr>
          <p:spPr>
            <a:xfrm>
              <a:off x="12938773" y="8115300"/>
              <a:ext cx="132715" cy="69850"/>
            </a:xfrm>
            <a:custGeom>
              <a:avLst/>
              <a:gdLst/>
              <a:ahLst/>
              <a:cxnLst/>
              <a:rect l="l" t="t" r="r" b="b"/>
              <a:pathLst>
                <a:path w="132715" h="69850">
                  <a:moveTo>
                    <a:pt x="132168" y="58420"/>
                  </a:moveTo>
                  <a:lnTo>
                    <a:pt x="13487" y="58420"/>
                  </a:lnTo>
                  <a:lnTo>
                    <a:pt x="13487" y="39370"/>
                  </a:lnTo>
                  <a:lnTo>
                    <a:pt x="126365" y="39370"/>
                  </a:lnTo>
                  <a:lnTo>
                    <a:pt x="126365" y="29210"/>
                  </a:lnTo>
                  <a:lnTo>
                    <a:pt x="126365" y="10160"/>
                  </a:lnTo>
                  <a:lnTo>
                    <a:pt x="126365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113309" y="10160"/>
                  </a:lnTo>
                  <a:lnTo>
                    <a:pt x="113309" y="29210"/>
                  </a:lnTo>
                  <a:lnTo>
                    <a:pt x="520" y="29210"/>
                  </a:lnTo>
                  <a:lnTo>
                    <a:pt x="520" y="39370"/>
                  </a:lnTo>
                  <a:lnTo>
                    <a:pt x="520" y="58420"/>
                  </a:lnTo>
                  <a:lnTo>
                    <a:pt x="520" y="69850"/>
                  </a:lnTo>
                  <a:lnTo>
                    <a:pt x="132168" y="69850"/>
                  </a:lnTo>
                  <a:lnTo>
                    <a:pt x="132168" y="58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110687" y="8001207"/>
              <a:ext cx="152229" cy="186074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3298625" y="8001207"/>
              <a:ext cx="145147" cy="186298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3481420" y="8001207"/>
              <a:ext cx="149694" cy="186298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3662128" y="8001207"/>
              <a:ext cx="176681" cy="186074"/>
            </a:xfrm>
            <a:prstGeom prst="rect">
              <a:avLst/>
            </a:prstGeom>
          </p:spPr>
        </p:pic>
      </p:grpSp>
      <p:grpSp>
        <p:nvGrpSpPr>
          <p:cNvPr id="170" name="object 170" descr=""/>
          <p:cNvGrpSpPr/>
          <p:nvPr/>
        </p:nvGrpSpPr>
        <p:grpSpPr>
          <a:xfrm>
            <a:off x="13902325" y="8001207"/>
            <a:ext cx="340360" cy="186690"/>
            <a:chOff x="13902325" y="8001207"/>
            <a:chExt cx="340360" cy="186690"/>
          </a:xfrm>
        </p:grpSpPr>
        <p:pic>
          <p:nvPicPr>
            <p:cNvPr id="171" name="object 171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3902325" y="8001207"/>
              <a:ext cx="173774" cy="181602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100328" y="8001207"/>
              <a:ext cx="142164" cy="186298"/>
            </a:xfrm>
            <a:prstGeom prst="rect">
              <a:avLst/>
            </a:prstGeom>
          </p:spPr>
        </p:pic>
      </p:grpSp>
      <p:sp>
        <p:nvSpPr>
          <p:cNvPr id="173" name="object 173" descr=""/>
          <p:cNvSpPr/>
          <p:nvPr/>
        </p:nvSpPr>
        <p:spPr>
          <a:xfrm>
            <a:off x="14328268" y="8001215"/>
            <a:ext cx="530860" cy="186690"/>
          </a:xfrm>
          <a:custGeom>
            <a:avLst/>
            <a:gdLst/>
            <a:ahLst/>
            <a:cxnLst/>
            <a:rect l="l" t="t" r="r" b="b"/>
            <a:pathLst>
              <a:path w="530859" h="186690">
                <a:moveTo>
                  <a:pt x="170345" y="149987"/>
                </a:moveTo>
                <a:lnTo>
                  <a:pt x="91173" y="149987"/>
                </a:lnTo>
                <a:lnTo>
                  <a:pt x="91173" y="108610"/>
                </a:lnTo>
                <a:lnTo>
                  <a:pt x="115836" y="104190"/>
                </a:lnTo>
                <a:lnTo>
                  <a:pt x="128041" y="97955"/>
                </a:lnTo>
                <a:lnTo>
                  <a:pt x="135077" y="94361"/>
                </a:lnTo>
                <a:lnTo>
                  <a:pt x="147586" y="79743"/>
                </a:lnTo>
                <a:lnTo>
                  <a:pt x="152082" y="60985"/>
                </a:lnTo>
                <a:lnTo>
                  <a:pt x="147053" y="41313"/>
                </a:lnTo>
                <a:lnTo>
                  <a:pt x="139407" y="33045"/>
                </a:lnTo>
                <a:lnTo>
                  <a:pt x="139407" y="60985"/>
                </a:lnTo>
                <a:lnTo>
                  <a:pt x="135267" y="76022"/>
                </a:lnTo>
                <a:lnTo>
                  <a:pt x="123812" y="87680"/>
                </a:lnTo>
                <a:lnTo>
                  <a:pt x="106451" y="95237"/>
                </a:lnTo>
                <a:lnTo>
                  <a:pt x="84607" y="97955"/>
                </a:lnTo>
                <a:lnTo>
                  <a:pt x="62826" y="95237"/>
                </a:lnTo>
                <a:lnTo>
                  <a:pt x="45491" y="87680"/>
                </a:lnTo>
                <a:lnTo>
                  <a:pt x="34061" y="76022"/>
                </a:lnTo>
                <a:lnTo>
                  <a:pt x="29972" y="60985"/>
                </a:lnTo>
                <a:lnTo>
                  <a:pt x="34061" y="46012"/>
                </a:lnTo>
                <a:lnTo>
                  <a:pt x="45491" y="34378"/>
                </a:lnTo>
                <a:lnTo>
                  <a:pt x="62826" y="26860"/>
                </a:lnTo>
                <a:lnTo>
                  <a:pt x="84607" y="24231"/>
                </a:lnTo>
                <a:lnTo>
                  <a:pt x="106451" y="26860"/>
                </a:lnTo>
                <a:lnTo>
                  <a:pt x="123812" y="34378"/>
                </a:lnTo>
                <a:lnTo>
                  <a:pt x="135267" y="46012"/>
                </a:lnTo>
                <a:lnTo>
                  <a:pt x="139407" y="60985"/>
                </a:lnTo>
                <a:lnTo>
                  <a:pt x="139407" y="33045"/>
                </a:lnTo>
                <a:lnTo>
                  <a:pt x="133108" y="26225"/>
                </a:lnTo>
                <a:lnTo>
                  <a:pt x="128714" y="24231"/>
                </a:lnTo>
                <a:lnTo>
                  <a:pt x="111785" y="16535"/>
                </a:lnTo>
                <a:lnTo>
                  <a:pt x="84607" y="13042"/>
                </a:lnTo>
                <a:lnTo>
                  <a:pt x="57556" y="16535"/>
                </a:lnTo>
                <a:lnTo>
                  <a:pt x="36245" y="26225"/>
                </a:lnTo>
                <a:lnTo>
                  <a:pt x="22301" y="41313"/>
                </a:lnTo>
                <a:lnTo>
                  <a:pt x="17297" y="60985"/>
                </a:lnTo>
                <a:lnTo>
                  <a:pt x="21755" y="79743"/>
                </a:lnTo>
                <a:lnTo>
                  <a:pt x="34251" y="94361"/>
                </a:lnTo>
                <a:lnTo>
                  <a:pt x="53467" y="104190"/>
                </a:lnTo>
                <a:lnTo>
                  <a:pt x="78054" y="108610"/>
                </a:lnTo>
                <a:lnTo>
                  <a:pt x="78054" y="149987"/>
                </a:lnTo>
                <a:lnTo>
                  <a:pt x="0" y="149987"/>
                </a:lnTo>
                <a:lnTo>
                  <a:pt x="0" y="161391"/>
                </a:lnTo>
                <a:lnTo>
                  <a:pt x="170345" y="161391"/>
                </a:lnTo>
                <a:lnTo>
                  <a:pt x="170345" y="149987"/>
                </a:lnTo>
                <a:close/>
              </a:path>
              <a:path w="530859" h="186690">
                <a:moveTo>
                  <a:pt x="335546" y="13792"/>
                </a:moveTo>
                <a:lnTo>
                  <a:pt x="322427" y="13792"/>
                </a:lnTo>
                <a:lnTo>
                  <a:pt x="322427" y="49314"/>
                </a:lnTo>
                <a:lnTo>
                  <a:pt x="220738" y="49314"/>
                </a:lnTo>
                <a:lnTo>
                  <a:pt x="220738" y="13754"/>
                </a:lnTo>
                <a:lnTo>
                  <a:pt x="207467" y="13754"/>
                </a:lnTo>
                <a:lnTo>
                  <a:pt x="207467" y="49314"/>
                </a:lnTo>
                <a:lnTo>
                  <a:pt x="207467" y="60744"/>
                </a:lnTo>
                <a:lnTo>
                  <a:pt x="207467" y="98844"/>
                </a:lnTo>
                <a:lnTo>
                  <a:pt x="207467" y="110274"/>
                </a:lnTo>
                <a:lnTo>
                  <a:pt x="335546" y="110274"/>
                </a:lnTo>
                <a:lnTo>
                  <a:pt x="335546" y="98844"/>
                </a:lnTo>
                <a:lnTo>
                  <a:pt x="335546" y="60833"/>
                </a:lnTo>
                <a:lnTo>
                  <a:pt x="322427" y="60833"/>
                </a:lnTo>
                <a:lnTo>
                  <a:pt x="322427" y="98844"/>
                </a:lnTo>
                <a:lnTo>
                  <a:pt x="220738" y="98844"/>
                </a:lnTo>
                <a:lnTo>
                  <a:pt x="220738" y="60744"/>
                </a:lnTo>
                <a:lnTo>
                  <a:pt x="335546" y="60744"/>
                </a:lnTo>
                <a:lnTo>
                  <a:pt x="335546" y="49796"/>
                </a:lnTo>
                <a:lnTo>
                  <a:pt x="335546" y="49314"/>
                </a:lnTo>
                <a:lnTo>
                  <a:pt x="335546" y="13792"/>
                </a:lnTo>
                <a:close/>
              </a:path>
              <a:path w="530859" h="186690">
                <a:moveTo>
                  <a:pt x="357009" y="149021"/>
                </a:moveTo>
                <a:lnTo>
                  <a:pt x="186664" y="149021"/>
                </a:lnTo>
                <a:lnTo>
                  <a:pt x="186664" y="160426"/>
                </a:lnTo>
                <a:lnTo>
                  <a:pt x="357009" y="160426"/>
                </a:lnTo>
                <a:lnTo>
                  <a:pt x="357009" y="149021"/>
                </a:lnTo>
                <a:close/>
              </a:path>
              <a:path w="530859" h="186690">
                <a:moveTo>
                  <a:pt x="465556" y="93103"/>
                </a:moveTo>
                <a:lnTo>
                  <a:pt x="434251" y="63817"/>
                </a:lnTo>
                <a:lnTo>
                  <a:pt x="427240" y="27139"/>
                </a:lnTo>
                <a:lnTo>
                  <a:pt x="461683" y="27139"/>
                </a:lnTo>
                <a:lnTo>
                  <a:pt x="461683" y="15798"/>
                </a:lnTo>
                <a:lnTo>
                  <a:pt x="378040" y="15798"/>
                </a:lnTo>
                <a:lnTo>
                  <a:pt x="378040" y="27139"/>
                </a:lnTo>
                <a:lnTo>
                  <a:pt x="414489" y="27139"/>
                </a:lnTo>
                <a:lnTo>
                  <a:pt x="414489" y="39801"/>
                </a:lnTo>
                <a:lnTo>
                  <a:pt x="411708" y="56997"/>
                </a:lnTo>
                <a:lnTo>
                  <a:pt x="403796" y="73406"/>
                </a:lnTo>
                <a:lnTo>
                  <a:pt x="391414" y="87503"/>
                </a:lnTo>
                <a:lnTo>
                  <a:pt x="375208" y="97726"/>
                </a:lnTo>
                <a:lnTo>
                  <a:pt x="382511" y="108318"/>
                </a:lnTo>
                <a:lnTo>
                  <a:pt x="395605" y="100393"/>
                </a:lnTo>
                <a:lnTo>
                  <a:pt x="406565" y="89979"/>
                </a:lnTo>
                <a:lnTo>
                  <a:pt x="415188" y="77597"/>
                </a:lnTo>
                <a:lnTo>
                  <a:pt x="421271" y="63817"/>
                </a:lnTo>
                <a:lnTo>
                  <a:pt x="427228" y="76047"/>
                </a:lnTo>
                <a:lnTo>
                  <a:pt x="435470" y="87045"/>
                </a:lnTo>
                <a:lnTo>
                  <a:pt x="445884" y="96316"/>
                </a:lnTo>
                <a:lnTo>
                  <a:pt x="458330" y="103403"/>
                </a:lnTo>
                <a:lnTo>
                  <a:pt x="465556" y="93103"/>
                </a:lnTo>
                <a:close/>
              </a:path>
              <a:path w="530859" h="186690">
                <a:moveTo>
                  <a:pt x="494779" y="4241"/>
                </a:moveTo>
                <a:lnTo>
                  <a:pt x="481888" y="4241"/>
                </a:lnTo>
                <a:lnTo>
                  <a:pt x="481888" y="48602"/>
                </a:lnTo>
                <a:lnTo>
                  <a:pt x="450723" y="48602"/>
                </a:lnTo>
                <a:lnTo>
                  <a:pt x="450723" y="59791"/>
                </a:lnTo>
                <a:lnTo>
                  <a:pt x="481888" y="59791"/>
                </a:lnTo>
                <a:lnTo>
                  <a:pt x="481888" y="111975"/>
                </a:lnTo>
                <a:lnTo>
                  <a:pt x="494779" y="111975"/>
                </a:lnTo>
                <a:lnTo>
                  <a:pt x="494779" y="4241"/>
                </a:lnTo>
                <a:close/>
              </a:path>
              <a:path w="530859" h="186690">
                <a:moveTo>
                  <a:pt x="530644" y="122478"/>
                </a:moveTo>
                <a:lnTo>
                  <a:pt x="406285" y="122478"/>
                </a:lnTo>
                <a:lnTo>
                  <a:pt x="406285" y="133667"/>
                </a:lnTo>
                <a:lnTo>
                  <a:pt x="517664" y="133667"/>
                </a:lnTo>
                <a:lnTo>
                  <a:pt x="517664" y="186067"/>
                </a:lnTo>
                <a:lnTo>
                  <a:pt x="530644" y="186067"/>
                </a:lnTo>
                <a:lnTo>
                  <a:pt x="530644" y="122478"/>
                </a:lnTo>
                <a:close/>
              </a:path>
              <a:path w="530859" h="186690">
                <a:moveTo>
                  <a:pt x="530644" y="0"/>
                </a:moveTo>
                <a:lnTo>
                  <a:pt x="518045" y="0"/>
                </a:lnTo>
                <a:lnTo>
                  <a:pt x="518045" y="113753"/>
                </a:lnTo>
                <a:lnTo>
                  <a:pt x="530644" y="113753"/>
                </a:lnTo>
                <a:lnTo>
                  <a:pt x="530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4888274" y="8001215"/>
            <a:ext cx="526415" cy="186690"/>
          </a:xfrm>
          <a:custGeom>
            <a:avLst/>
            <a:gdLst/>
            <a:ahLst/>
            <a:cxnLst/>
            <a:rect l="l" t="t" r="r" b="b"/>
            <a:pathLst>
              <a:path w="526415" h="186690">
                <a:moveTo>
                  <a:pt x="150291" y="101384"/>
                </a:moveTo>
                <a:lnTo>
                  <a:pt x="36093" y="101384"/>
                </a:lnTo>
                <a:lnTo>
                  <a:pt x="36093" y="69634"/>
                </a:lnTo>
                <a:lnTo>
                  <a:pt x="144183" y="69634"/>
                </a:lnTo>
                <a:lnTo>
                  <a:pt x="144183" y="58204"/>
                </a:lnTo>
                <a:lnTo>
                  <a:pt x="36093" y="58204"/>
                </a:lnTo>
                <a:lnTo>
                  <a:pt x="36093" y="27724"/>
                </a:lnTo>
                <a:lnTo>
                  <a:pt x="148056" y="27724"/>
                </a:lnTo>
                <a:lnTo>
                  <a:pt x="148056" y="16294"/>
                </a:lnTo>
                <a:lnTo>
                  <a:pt x="22669" y="16294"/>
                </a:lnTo>
                <a:lnTo>
                  <a:pt x="22669" y="27724"/>
                </a:lnTo>
                <a:lnTo>
                  <a:pt x="22669" y="58204"/>
                </a:lnTo>
                <a:lnTo>
                  <a:pt x="22669" y="69634"/>
                </a:lnTo>
                <a:lnTo>
                  <a:pt x="22669" y="101384"/>
                </a:lnTo>
                <a:lnTo>
                  <a:pt x="22669" y="112814"/>
                </a:lnTo>
                <a:lnTo>
                  <a:pt x="150291" y="112814"/>
                </a:lnTo>
                <a:lnTo>
                  <a:pt x="150291" y="101384"/>
                </a:lnTo>
                <a:close/>
              </a:path>
              <a:path w="526415" h="186690">
                <a:moveTo>
                  <a:pt x="170357" y="149542"/>
                </a:moveTo>
                <a:lnTo>
                  <a:pt x="0" y="149542"/>
                </a:lnTo>
                <a:lnTo>
                  <a:pt x="0" y="160947"/>
                </a:lnTo>
                <a:lnTo>
                  <a:pt x="170357" y="160947"/>
                </a:lnTo>
                <a:lnTo>
                  <a:pt x="170357" y="149542"/>
                </a:lnTo>
                <a:close/>
              </a:path>
              <a:path w="526415" h="186690">
                <a:moveTo>
                  <a:pt x="336003" y="48158"/>
                </a:moveTo>
                <a:lnTo>
                  <a:pt x="331330" y="31470"/>
                </a:lnTo>
                <a:lnTo>
                  <a:pt x="322427" y="22923"/>
                </a:lnTo>
                <a:lnTo>
                  <a:pt x="322427" y="48158"/>
                </a:lnTo>
                <a:lnTo>
                  <a:pt x="318681" y="60020"/>
                </a:lnTo>
                <a:lnTo>
                  <a:pt x="308178" y="69164"/>
                </a:lnTo>
                <a:lnTo>
                  <a:pt x="291985" y="75031"/>
                </a:lnTo>
                <a:lnTo>
                  <a:pt x="271221" y="77076"/>
                </a:lnTo>
                <a:lnTo>
                  <a:pt x="250405" y="75031"/>
                </a:lnTo>
                <a:lnTo>
                  <a:pt x="234213" y="69164"/>
                </a:lnTo>
                <a:lnTo>
                  <a:pt x="223735" y="60020"/>
                </a:lnTo>
                <a:lnTo>
                  <a:pt x="220078" y="48158"/>
                </a:lnTo>
                <a:lnTo>
                  <a:pt x="223735" y="36156"/>
                </a:lnTo>
                <a:lnTo>
                  <a:pt x="234213" y="26911"/>
                </a:lnTo>
                <a:lnTo>
                  <a:pt x="250405" y="20967"/>
                </a:lnTo>
                <a:lnTo>
                  <a:pt x="271221" y="18859"/>
                </a:lnTo>
                <a:lnTo>
                  <a:pt x="291985" y="20967"/>
                </a:lnTo>
                <a:lnTo>
                  <a:pt x="308178" y="26911"/>
                </a:lnTo>
                <a:lnTo>
                  <a:pt x="318681" y="36156"/>
                </a:lnTo>
                <a:lnTo>
                  <a:pt x="322427" y="48158"/>
                </a:lnTo>
                <a:lnTo>
                  <a:pt x="322427" y="22923"/>
                </a:lnTo>
                <a:lnTo>
                  <a:pt x="318211" y="18859"/>
                </a:lnTo>
                <a:lnTo>
                  <a:pt x="297688" y="10718"/>
                </a:lnTo>
                <a:lnTo>
                  <a:pt x="271221" y="7823"/>
                </a:lnTo>
                <a:lnTo>
                  <a:pt x="244741" y="10718"/>
                </a:lnTo>
                <a:lnTo>
                  <a:pt x="224218" y="18859"/>
                </a:lnTo>
                <a:lnTo>
                  <a:pt x="211099" y="31470"/>
                </a:lnTo>
                <a:lnTo>
                  <a:pt x="206438" y="48158"/>
                </a:lnTo>
                <a:lnTo>
                  <a:pt x="211099" y="64744"/>
                </a:lnTo>
                <a:lnTo>
                  <a:pt x="224282" y="77317"/>
                </a:lnTo>
                <a:lnTo>
                  <a:pt x="244741" y="85255"/>
                </a:lnTo>
                <a:lnTo>
                  <a:pt x="271221" y="87960"/>
                </a:lnTo>
                <a:lnTo>
                  <a:pt x="297688" y="85255"/>
                </a:lnTo>
                <a:lnTo>
                  <a:pt x="318147" y="77317"/>
                </a:lnTo>
                <a:lnTo>
                  <a:pt x="318389" y="77076"/>
                </a:lnTo>
                <a:lnTo>
                  <a:pt x="331330" y="64744"/>
                </a:lnTo>
                <a:lnTo>
                  <a:pt x="336003" y="48158"/>
                </a:lnTo>
                <a:close/>
              </a:path>
              <a:path w="526415" h="186690">
                <a:moveTo>
                  <a:pt x="356730" y="106680"/>
                </a:moveTo>
                <a:lnTo>
                  <a:pt x="186385" y="106680"/>
                </a:lnTo>
                <a:lnTo>
                  <a:pt x="186385" y="117932"/>
                </a:lnTo>
                <a:lnTo>
                  <a:pt x="232295" y="117932"/>
                </a:lnTo>
                <a:lnTo>
                  <a:pt x="232295" y="186067"/>
                </a:lnTo>
                <a:lnTo>
                  <a:pt x="246024" y="186067"/>
                </a:lnTo>
                <a:lnTo>
                  <a:pt x="246024" y="117932"/>
                </a:lnTo>
                <a:lnTo>
                  <a:pt x="296862" y="117932"/>
                </a:lnTo>
                <a:lnTo>
                  <a:pt x="296862" y="186067"/>
                </a:lnTo>
                <a:lnTo>
                  <a:pt x="310286" y="186067"/>
                </a:lnTo>
                <a:lnTo>
                  <a:pt x="310286" y="117932"/>
                </a:lnTo>
                <a:lnTo>
                  <a:pt x="356730" y="117932"/>
                </a:lnTo>
                <a:lnTo>
                  <a:pt x="356730" y="106680"/>
                </a:lnTo>
                <a:close/>
              </a:path>
              <a:path w="526415" h="186690">
                <a:moveTo>
                  <a:pt x="489724" y="134785"/>
                </a:moveTo>
                <a:lnTo>
                  <a:pt x="454113" y="104724"/>
                </a:lnTo>
                <a:lnTo>
                  <a:pt x="438137" y="59334"/>
                </a:lnTo>
                <a:lnTo>
                  <a:pt x="438137" y="30784"/>
                </a:lnTo>
                <a:lnTo>
                  <a:pt x="484060" y="30784"/>
                </a:lnTo>
                <a:lnTo>
                  <a:pt x="484060" y="19456"/>
                </a:lnTo>
                <a:lnTo>
                  <a:pt x="379463" y="19456"/>
                </a:lnTo>
                <a:lnTo>
                  <a:pt x="379463" y="30784"/>
                </a:lnTo>
                <a:lnTo>
                  <a:pt x="424865" y="30784"/>
                </a:lnTo>
                <a:lnTo>
                  <a:pt x="424865" y="59334"/>
                </a:lnTo>
                <a:lnTo>
                  <a:pt x="420370" y="83718"/>
                </a:lnTo>
                <a:lnTo>
                  <a:pt x="408762" y="106794"/>
                </a:lnTo>
                <a:lnTo>
                  <a:pt x="392442" y="126149"/>
                </a:lnTo>
                <a:lnTo>
                  <a:pt x="379031" y="135661"/>
                </a:lnTo>
                <a:lnTo>
                  <a:pt x="373900" y="139369"/>
                </a:lnTo>
                <a:lnTo>
                  <a:pt x="381850" y="149910"/>
                </a:lnTo>
                <a:lnTo>
                  <a:pt x="397192" y="139369"/>
                </a:lnTo>
                <a:lnTo>
                  <a:pt x="411302" y="124637"/>
                </a:lnTo>
                <a:lnTo>
                  <a:pt x="423075" y="106794"/>
                </a:lnTo>
                <a:lnTo>
                  <a:pt x="423633" y="105524"/>
                </a:lnTo>
                <a:lnTo>
                  <a:pt x="431647" y="86550"/>
                </a:lnTo>
                <a:lnTo>
                  <a:pt x="440156" y="105524"/>
                </a:lnTo>
                <a:lnTo>
                  <a:pt x="452069" y="122135"/>
                </a:lnTo>
                <a:lnTo>
                  <a:pt x="466394" y="135661"/>
                </a:lnTo>
                <a:lnTo>
                  <a:pt x="482117" y="145364"/>
                </a:lnTo>
                <a:lnTo>
                  <a:pt x="489724" y="134785"/>
                </a:lnTo>
                <a:close/>
              </a:path>
              <a:path w="526415" h="186690">
                <a:moveTo>
                  <a:pt x="525945" y="0"/>
                </a:moveTo>
                <a:lnTo>
                  <a:pt x="512686" y="0"/>
                </a:lnTo>
                <a:lnTo>
                  <a:pt x="512686" y="186067"/>
                </a:lnTo>
                <a:lnTo>
                  <a:pt x="525945" y="186067"/>
                </a:lnTo>
                <a:lnTo>
                  <a:pt x="52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9579548" y="8465802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70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6" name="object 176" descr=""/>
          <p:cNvGrpSpPr/>
          <p:nvPr/>
        </p:nvGrpSpPr>
        <p:grpSpPr>
          <a:xfrm>
            <a:off x="9717427" y="8368217"/>
            <a:ext cx="340360" cy="186690"/>
            <a:chOff x="9717427" y="8368217"/>
            <a:chExt cx="340360" cy="186690"/>
          </a:xfrm>
        </p:grpSpPr>
        <p:sp>
          <p:nvSpPr>
            <p:cNvPr id="177" name="object 177" descr=""/>
            <p:cNvSpPr/>
            <p:nvPr/>
          </p:nvSpPr>
          <p:spPr>
            <a:xfrm>
              <a:off x="9717418" y="8379460"/>
              <a:ext cx="170815" cy="174625"/>
            </a:xfrm>
            <a:custGeom>
              <a:avLst/>
              <a:gdLst/>
              <a:ahLst/>
              <a:cxnLst/>
              <a:rect l="l" t="t" r="r" b="b"/>
              <a:pathLst>
                <a:path w="170815" h="174625">
                  <a:moveTo>
                    <a:pt x="147764" y="10604"/>
                  </a:moveTo>
                  <a:lnTo>
                    <a:pt x="134632" y="10604"/>
                  </a:lnTo>
                  <a:lnTo>
                    <a:pt x="134632" y="60553"/>
                  </a:lnTo>
                  <a:lnTo>
                    <a:pt x="147764" y="60553"/>
                  </a:lnTo>
                  <a:lnTo>
                    <a:pt x="147764" y="10604"/>
                  </a:lnTo>
                  <a:close/>
                </a:path>
                <a:path w="170815" h="174625">
                  <a:moveTo>
                    <a:pt x="147764" y="0"/>
                  </a:moveTo>
                  <a:lnTo>
                    <a:pt x="22669" y="0"/>
                  </a:lnTo>
                  <a:lnTo>
                    <a:pt x="22669" y="10160"/>
                  </a:lnTo>
                  <a:lnTo>
                    <a:pt x="22669" y="60960"/>
                  </a:lnTo>
                  <a:lnTo>
                    <a:pt x="22669" y="71120"/>
                  </a:lnTo>
                  <a:lnTo>
                    <a:pt x="147764" y="71120"/>
                  </a:lnTo>
                  <a:lnTo>
                    <a:pt x="147764" y="60960"/>
                  </a:lnTo>
                  <a:lnTo>
                    <a:pt x="35712" y="60960"/>
                  </a:lnTo>
                  <a:lnTo>
                    <a:pt x="35712" y="10160"/>
                  </a:lnTo>
                  <a:lnTo>
                    <a:pt x="147764" y="10160"/>
                  </a:lnTo>
                  <a:lnTo>
                    <a:pt x="147764" y="0"/>
                  </a:lnTo>
                  <a:close/>
                </a:path>
                <a:path w="170815" h="174625">
                  <a:moveTo>
                    <a:pt x="170345" y="98272"/>
                  </a:moveTo>
                  <a:lnTo>
                    <a:pt x="0" y="98272"/>
                  </a:lnTo>
                  <a:lnTo>
                    <a:pt x="0" y="109385"/>
                  </a:lnTo>
                  <a:lnTo>
                    <a:pt x="78282" y="109385"/>
                  </a:lnTo>
                  <a:lnTo>
                    <a:pt x="78282" y="174612"/>
                  </a:lnTo>
                  <a:lnTo>
                    <a:pt x="91325" y="174612"/>
                  </a:lnTo>
                  <a:lnTo>
                    <a:pt x="91325" y="109385"/>
                  </a:lnTo>
                  <a:lnTo>
                    <a:pt x="170345" y="109385"/>
                  </a:lnTo>
                  <a:lnTo>
                    <a:pt x="170345" y="98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9907379" y="8368217"/>
              <a:ext cx="149993" cy="186074"/>
            </a:xfrm>
            <a:prstGeom prst="rect">
              <a:avLst/>
            </a:prstGeom>
          </p:spPr>
        </p:pic>
      </p:grpSp>
      <p:pic>
        <p:nvPicPr>
          <p:cNvPr id="179" name="object 179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0152991" y="8368217"/>
            <a:ext cx="154391" cy="185403"/>
          </a:xfrm>
          <a:prstGeom prst="rect">
            <a:avLst/>
          </a:prstGeom>
        </p:spPr>
      </p:pic>
      <p:grpSp>
        <p:nvGrpSpPr>
          <p:cNvPr id="180" name="object 180" descr=""/>
          <p:cNvGrpSpPr/>
          <p:nvPr/>
        </p:nvGrpSpPr>
        <p:grpSpPr>
          <a:xfrm>
            <a:off x="10380977" y="8368217"/>
            <a:ext cx="340995" cy="186690"/>
            <a:chOff x="10380977" y="8368217"/>
            <a:chExt cx="340995" cy="186690"/>
          </a:xfrm>
        </p:grpSpPr>
        <p:pic>
          <p:nvPicPr>
            <p:cNvPr id="181" name="object 181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0576221" y="8368441"/>
              <a:ext cx="145594" cy="186223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0380977" y="8368217"/>
              <a:ext cx="159236" cy="186074"/>
            </a:xfrm>
            <a:prstGeom prst="rect">
              <a:avLst/>
            </a:prstGeom>
          </p:spPr>
        </p:pic>
      </p:grpSp>
      <p:grpSp>
        <p:nvGrpSpPr>
          <p:cNvPr id="183" name="object 183" descr=""/>
          <p:cNvGrpSpPr/>
          <p:nvPr/>
        </p:nvGrpSpPr>
        <p:grpSpPr>
          <a:xfrm>
            <a:off x="10814900" y="8368217"/>
            <a:ext cx="519430" cy="186690"/>
            <a:chOff x="10814900" y="8368217"/>
            <a:chExt cx="519430" cy="186690"/>
          </a:xfrm>
        </p:grpSpPr>
        <p:pic>
          <p:nvPicPr>
            <p:cNvPr id="184" name="object 184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0814900" y="8368217"/>
              <a:ext cx="150812" cy="186074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001273" y="8368217"/>
              <a:ext cx="145147" cy="186298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1189137" y="8368217"/>
              <a:ext cx="144624" cy="186298"/>
            </a:xfrm>
            <a:prstGeom prst="rect">
              <a:avLst/>
            </a:prstGeom>
          </p:spPr>
        </p:pic>
      </p:grpSp>
      <p:sp>
        <p:nvSpPr>
          <p:cNvPr id="187" name="object 187" descr=""/>
          <p:cNvSpPr/>
          <p:nvPr/>
        </p:nvSpPr>
        <p:spPr>
          <a:xfrm>
            <a:off x="11366855" y="8374379"/>
            <a:ext cx="170815" cy="92075"/>
          </a:xfrm>
          <a:custGeom>
            <a:avLst/>
            <a:gdLst/>
            <a:ahLst/>
            <a:cxnLst/>
            <a:rect l="l" t="t" r="r" b="b"/>
            <a:pathLst>
              <a:path w="170815" h="92075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075">
                <a:moveTo>
                  <a:pt x="170345" y="81292"/>
                </a:moveTo>
                <a:lnTo>
                  <a:pt x="0" y="81292"/>
                </a:lnTo>
                <a:lnTo>
                  <a:pt x="0" y="92024"/>
                </a:lnTo>
                <a:lnTo>
                  <a:pt x="170345" y="92024"/>
                </a:lnTo>
                <a:lnTo>
                  <a:pt x="170345" y="81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1387735" y="8483600"/>
            <a:ext cx="134620" cy="67310"/>
          </a:xfrm>
          <a:custGeom>
            <a:avLst/>
            <a:gdLst/>
            <a:ahLst/>
            <a:cxnLst/>
            <a:rect l="l" t="t" r="r" b="b"/>
            <a:pathLst>
              <a:path w="134620" h="67309">
                <a:moveTo>
                  <a:pt x="134112" y="57150"/>
                </a:moveTo>
                <a:lnTo>
                  <a:pt x="13639" y="5715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7150"/>
                </a:lnTo>
                <a:lnTo>
                  <a:pt x="444" y="67310"/>
                </a:lnTo>
                <a:lnTo>
                  <a:pt x="134112" y="67310"/>
                </a:lnTo>
                <a:lnTo>
                  <a:pt x="134112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9" name="object 189" descr=""/>
          <p:cNvGrpSpPr/>
          <p:nvPr/>
        </p:nvGrpSpPr>
        <p:grpSpPr>
          <a:xfrm>
            <a:off x="11605759" y="8368441"/>
            <a:ext cx="526415" cy="183515"/>
            <a:chOff x="11605759" y="8368441"/>
            <a:chExt cx="526415" cy="183515"/>
          </a:xfrm>
        </p:grpSpPr>
        <p:pic>
          <p:nvPicPr>
            <p:cNvPr id="190" name="object 190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1605759" y="8381859"/>
              <a:ext cx="356195" cy="146340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1988346" y="8368441"/>
              <a:ext cx="143730" cy="183167"/>
            </a:xfrm>
            <a:prstGeom prst="rect">
              <a:avLst/>
            </a:prstGeom>
          </p:spPr>
        </p:pic>
      </p:grpSp>
      <p:sp>
        <p:nvSpPr>
          <p:cNvPr id="192" name="object 192" descr=""/>
          <p:cNvSpPr/>
          <p:nvPr/>
        </p:nvSpPr>
        <p:spPr>
          <a:xfrm>
            <a:off x="12165762" y="8384540"/>
            <a:ext cx="170815" cy="144780"/>
          </a:xfrm>
          <a:custGeom>
            <a:avLst/>
            <a:gdLst/>
            <a:ahLst/>
            <a:cxnLst/>
            <a:rect l="l" t="t" r="r" b="b"/>
            <a:pathLst>
              <a:path w="170815" h="144779">
                <a:moveTo>
                  <a:pt x="150291" y="85090"/>
                </a:moveTo>
                <a:lnTo>
                  <a:pt x="36080" y="85090"/>
                </a:lnTo>
                <a:lnTo>
                  <a:pt x="36080" y="53340"/>
                </a:lnTo>
                <a:lnTo>
                  <a:pt x="144183" y="53340"/>
                </a:lnTo>
                <a:lnTo>
                  <a:pt x="144183" y="41910"/>
                </a:lnTo>
                <a:lnTo>
                  <a:pt x="36080" y="41910"/>
                </a:lnTo>
                <a:lnTo>
                  <a:pt x="36080" y="11430"/>
                </a:lnTo>
                <a:lnTo>
                  <a:pt x="148056" y="11430"/>
                </a:lnTo>
                <a:lnTo>
                  <a:pt x="148056" y="0"/>
                </a:lnTo>
                <a:lnTo>
                  <a:pt x="22669" y="0"/>
                </a:lnTo>
                <a:lnTo>
                  <a:pt x="22669" y="11430"/>
                </a:lnTo>
                <a:lnTo>
                  <a:pt x="22669" y="41910"/>
                </a:lnTo>
                <a:lnTo>
                  <a:pt x="22669" y="53340"/>
                </a:lnTo>
                <a:lnTo>
                  <a:pt x="22669" y="85090"/>
                </a:lnTo>
                <a:lnTo>
                  <a:pt x="22669" y="96520"/>
                </a:lnTo>
                <a:lnTo>
                  <a:pt x="150291" y="96520"/>
                </a:lnTo>
                <a:lnTo>
                  <a:pt x="150291" y="85090"/>
                </a:lnTo>
                <a:close/>
              </a:path>
              <a:path w="170815" h="144779">
                <a:moveTo>
                  <a:pt x="170345" y="133235"/>
                </a:moveTo>
                <a:lnTo>
                  <a:pt x="0" y="133235"/>
                </a:lnTo>
                <a:lnTo>
                  <a:pt x="0" y="144640"/>
                </a:lnTo>
                <a:lnTo>
                  <a:pt x="170345" y="144640"/>
                </a:lnTo>
                <a:lnTo>
                  <a:pt x="170345" y="133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3" name="object 193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12405042" y="8368217"/>
            <a:ext cx="172805" cy="181602"/>
          </a:xfrm>
          <a:prstGeom prst="rect">
            <a:avLst/>
          </a:prstGeom>
        </p:spPr>
      </p:pic>
      <p:grpSp>
        <p:nvGrpSpPr>
          <p:cNvPr id="194" name="object 194" descr=""/>
          <p:cNvGrpSpPr/>
          <p:nvPr/>
        </p:nvGrpSpPr>
        <p:grpSpPr>
          <a:xfrm>
            <a:off x="12645551" y="8368441"/>
            <a:ext cx="1101090" cy="186690"/>
            <a:chOff x="12645551" y="8368441"/>
            <a:chExt cx="1101090" cy="186690"/>
          </a:xfrm>
        </p:grpSpPr>
        <p:pic>
          <p:nvPicPr>
            <p:cNvPr id="195" name="object 195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2645551" y="8368441"/>
              <a:ext cx="151260" cy="185180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12829603" y="8375649"/>
              <a:ext cx="917575" cy="179070"/>
            </a:xfrm>
            <a:custGeom>
              <a:avLst/>
              <a:gdLst/>
              <a:ahLst/>
              <a:cxnLst/>
              <a:rect l="l" t="t" r="r" b="b"/>
              <a:pathLst>
                <a:path w="917575" h="179070">
                  <a:moveTo>
                    <a:pt x="152984" y="165074"/>
                  </a:moveTo>
                  <a:lnTo>
                    <a:pt x="34226" y="165074"/>
                  </a:lnTo>
                  <a:lnTo>
                    <a:pt x="34226" y="140030"/>
                  </a:lnTo>
                  <a:lnTo>
                    <a:pt x="148285" y="140030"/>
                  </a:lnTo>
                  <a:lnTo>
                    <a:pt x="148285" y="94780"/>
                  </a:lnTo>
                  <a:lnTo>
                    <a:pt x="20574" y="94780"/>
                  </a:lnTo>
                  <a:lnTo>
                    <a:pt x="20574" y="105892"/>
                  </a:lnTo>
                  <a:lnTo>
                    <a:pt x="135166" y="105892"/>
                  </a:lnTo>
                  <a:lnTo>
                    <a:pt x="135166" y="129298"/>
                  </a:lnTo>
                  <a:lnTo>
                    <a:pt x="21031" y="129298"/>
                  </a:lnTo>
                  <a:lnTo>
                    <a:pt x="21031" y="176110"/>
                  </a:lnTo>
                  <a:lnTo>
                    <a:pt x="152984" y="176110"/>
                  </a:lnTo>
                  <a:lnTo>
                    <a:pt x="152984" y="165074"/>
                  </a:lnTo>
                  <a:close/>
                </a:path>
                <a:path w="917575" h="179070">
                  <a:moveTo>
                    <a:pt x="170345" y="63246"/>
                  </a:moveTo>
                  <a:lnTo>
                    <a:pt x="143065" y="63246"/>
                  </a:lnTo>
                  <a:lnTo>
                    <a:pt x="145516" y="47942"/>
                  </a:lnTo>
                  <a:lnTo>
                    <a:pt x="146786" y="34480"/>
                  </a:lnTo>
                  <a:lnTo>
                    <a:pt x="147243" y="22707"/>
                  </a:lnTo>
                  <a:lnTo>
                    <a:pt x="147307" y="850"/>
                  </a:lnTo>
                  <a:lnTo>
                    <a:pt x="21920" y="850"/>
                  </a:lnTo>
                  <a:lnTo>
                    <a:pt x="21920" y="11811"/>
                  </a:lnTo>
                  <a:lnTo>
                    <a:pt x="134188" y="11811"/>
                  </a:lnTo>
                  <a:lnTo>
                    <a:pt x="134112" y="22707"/>
                  </a:lnTo>
                  <a:lnTo>
                    <a:pt x="133629" y="34251"/>
                  </a:lnTo>
                  <a:lnTo>
                    <a:pt x="132270" y="47739"/>
                  </a:lnTo>
                  <a:lnTo>
                    <a:pt x="129641" y="63246"/>
                  </a:lnTo>
                  <a:lnTo>
                    <a:pt x="0" y="63246"/>
                  </a:lnTo>
                  <a:lnTo>
                    <a:pt x="0" y="74358"/>
                  </a:lnTo>
                  <a:lnTo>
                    <a:pt x="170345" y="74358"/>
                  </a:lnTo>
                  <a:lnTo>
                    <a:pt x="170345" y="63246"/>
                  </a:lnTo>
                  <a:close/>
                </a:path>
                <a:path w="917575" h="179070">
                  <a:moveTo>
                    <a:pt x="338086" y="162560"/>
                  </a:moveTo>
                  <a:lnTo>
                    <a:pt x="222313" y="162560"/>
                  </a:lnTo>
                  <a:lnTo>
                    <a:pt x="222313" y="124460"/>
                  </a:lnTo>
                  <a:lnTo>
                    <a:pt x="209042" y="124460"/>
                  </a:lnTo>
                  <a:lnTo>
                    <a:pt x="209042" y="162560"/>
                  </a:lnTo>
                  <a:lnTo>
                    <a:pt x="209042" y="173990"/>
                  </a:lnTo>
                  <a:lnTo>
                    <a:pt x="338086" y="173990"/>
                  </a:lnTo>
                  <a:lnTo>
                    <a:pt x="338086" y="162560"/>
                  </a:lnTo>
                  <a:close/>
                </a:path>
                <a:path w="917575" h="179070">
                  <a:moveTo>
                    <a:pt x="356196" y="98882"/>
                  </a:moveTo>
                  <a:lnTo>
                    <a:pt x="277850" y="98882"/>
                  </a:lnTo>
                  <a:lnTo>
                    <a:pt x="277850" y="77470"/>
                  </a:lnTo>
                  <a:lnTo>
                    <a:pt x="335470" y="77470"/>
                  </a:lnTo>
                  <a:lnTo>
                    <a:pt x="335470" y="66040"/>
                  </a:lnTo>
                  <a:lnTo>
                    <a:pt x="222910" y="66040"/>
                  </a:lnTo>
                  <a:lnTo>
                    <a:pt x="222910" y="43180"/>
                  </a:lnTo>
                  <a:lnTo>
                    <a:pt x="329438" y="43180"/>
                  </a:lnTo>
                  <a:lnTo>
                    <a:pt x="329438" y="33020"/>
                  </a:lnTo>
                  <a:lnTo>
                    <a:pt x="222910" y="33020"/>
                  </a:lnTo>
                  <a:lnTo>
                    <a:pt x="222910" y="10160"/>
                  </a:lnTo>
                  <a:lnTo>
                    <a:pt x="334657" y="10160"/>
                  </a:lnTo>
                  <a:lnTo>
                    <a:pt x="334657" y="0"/>
                  </a:lnTo>
                  <a:lnTo>
                    <a:pt x="209486" y="0"/>
                  </a:lnTo>
                  <a:lnTo>
                    <a:pt x="209486" y="10160"/>
                  </a:lnTo>
                  <a:lnTo>
                    <a:pt x="209486" y="33020"/>
                  </a:lnTo>
                  <a:lnTo>
                    <a:pt x="209486" y="43180"/>
                  </a:lnTo>
                  <a:lnTo>
                    <a:pt x="209486" y="66040"/>
                  </a:lnTo>
                  <a:lnTo>
                    <a:pt x="209486" y="77470"/>
                  </a:lnTo>
                  <a:lnTo>
                    <a:pt x="264655" y="77470"/>
                  </a:lnTo>
                  <a:lnTo>
                    <a:pt x="264655" y="98882"/>
                  </a:lnTo>
                  <a:lnTo>
                    <a:pt x="186448" y="98882"/>
                  </a:lnTo>
                  <a:lnTo>
                    <a:pt x="186448" y="110134"/>
                  </a:lnTo>
                  <a:lnTo>
                    <a:pt x="356196" y="110134"/>
                  </a:lnTo>
                  <a:lnTo>
                    <a:pt x="356196" y="98882"/>
                  </a:lnTo>
                  <a:close/>
                </a:path>
                <a:path w="917575" h="179070">
                  <a:moveTo>
                    <a:pt x="542874" y="85242"/>
                  </a:moveTo>
                  <a:lnTo>
                    <a:pt x="514172" y="85242"/>
                  </a:lnTo>
                  <a:lnTo>
                    <a:pt x="517271" y="66332"/>
                  </a:lnTo>
                  <a:lnTo>
                    <a:pt x="518871" y="49733"/>
                  </a:lnTo>
                  <a:lnTo>
                    <a:pt x="519480" y="34899"/>
                  </a:lnTo>
                  <a:lnTo>
                    <a:pt x="519607" y="5168"/>
                  </a:lnTo>
                  <a:lnTo>
                    <a:pt x="395262" y="5168"/>
                  </a:lnTo>
                  <a:lnTo>
                    <a:pt x="395262" y="16357"/>
                  </a:lnTo>
                  <a:lnTo>
                    <a:pt x="506412" y="16357"/>
                  </a:lnTo>
                  <a:lnTo>
                    <a:pt x="506323" y="34810"/>
                  </a:lnTo>
                  <a:lnTo>
                    <a:pt x="505675" y="49682"/>
                  </a:lnTo>
                  <a:lnTo>
                    <a:pt x="503897" y="66332"/>
                  </a:lnTo>
                  <a:lnTo>
                    <a:pt x="500456" y="85242"/>
                  </a:lnTo>
                  <a:lnTo>
                    <a:pt x="373341" y="85242"/>
                  </a:lnTo>
                  <a:lnTo>
                    <a:pt x="373341" y="96494"/>
                  </a:lnTo>
                  <a:lnTo>
                    <a:pt x="451319" y="96494"/>
                  </a:lnTo>
                  <a:lnTo>
                    <a:pt x="451319" y="178866"/>
                  </a:lnTo>
                  <a:lnTo>
                    <a:pt x="464515" y="178866"/>
                  </a:lnTo>
                  <a:lnTo>
                    <a:pt x="464515" y="96494"/>
                  </a:lnTo>
                  <a:lnTo>
                    <a:pt x="542874" y="96494"/>
                  </a:lnTo>
                  <a:lnTo>
                    <a:pt x="542874" y="85242"/>
                  </a:lnTo>
                  <a:close/>
                </a:path>
                <a:path w="917575" h="179070">
                  <a:moveTo>
                    <a:pt x="721715" y="90678"/>
                  </a:moveTo>
                  <a:lnTo>
                    <a:pt x="675881" y="69748"/>
                  </a:lnTo>
                  <a:lnTo>
                    <a:pt x="651789" y="29248"/>
                  </a:lnTo>
                  <a:lnTo>
                    <a:pt x="651789" y="21869"/>
                  </a:lnTo>
                  <a:lnTo>
                    <a:pt x="715822" y="21869"/>
                  </a:lnTo>
                  <a:lnTo>
                    <a:pt x="715822" y="10388"/>
                  </a:lnTo>
                  <a:lnTo>
                    <a:pt x="574103" y="10388"/>
                  </a:lnTo>
                  <a:lnTo>
                    <a:pt x="574103" y="21869"/>
                  </a:lnTo>
                  <a:lnTo>
                    <a:pt x="638149" y="21869"/>
                  </a:lnTo>
                  <a:lnTo>
                    <a:pt x="638149" y="29248"/>
                  </a:lnTo>
                  <a:lnTo>
                    <a:pt x="631291" y="51257"/>
                  </a:lnTo>
                  <a:lnTo>
                    <a:pt x="614146" y="69951"/>
                  </a:lnTo>
                  <a:lnTo>
                    <a:pt x="591718" y="83820"/>
                  </a:lnTo>
                  <a:lnTo>
                    <a:pt x="568960" y="91351"/>
                  </a:lnTo>
                  <a:lnTo>
                    <a:pt x="574624" y="102006"/>
                  </a:lnTo>
                  <a:lnTo>
                    <a:pt x="595020" y="95326"/>
                  </a:lnTo>
                  <a:lnTo>
                    <a:pt x="615251" y="84099"/>
                  </a:lnTo>
                  <a:lnTo>
                    <a:pt x="632777" y="68884"/>
                  </a:lnTo>
                  <a:lnTo>
                    <a:pt x="645083" y="50203"/>
                  </a:lnTo>
                  <a:lnTo>
                    <a:pt x="657377" y="68732"/>
                  </a:lnTo>
                  <a:lnTo>
                    <a:pt x="674611" y="83413"/>
                  </a:lnTo>
                  <a:lnTo>
                    <a:pt x="675144" y="83820"/>
                  </a:lnTo>
                  <a:lnTo>
                    <a:pt x="695375" y="94767"/>
                  </a:lnTo>
                  <a:lnTo>
                    <a:pt x="715975" y="101346"/>
                  </a:lnTo>
                  <a:lnTo>
                    <a:pt x="721715" y="90678"/>
                  </a:lnTo>
                  <a:close/>
                </a:path>
                <a:path w="917575" h="179070">
                  <a:moveTo>
                    <a:pt x="730364" y="142494"/>
                  </a:moveTo>
                  <a:lnTo>
                    <a:pt x="651637" y="142494"/>
                  </a:lnTo>
                  <a:lnTo>
                    <a:pt x="651637" y="95973"/>
                  </a:lnTo>
                  <a:lnTo>
                    <a:pt x="638441" y="95973"/>
                  </a:lnTo>
                  <a:lnTo>
                    <a:pt x="638441" y="142494"/>
                  </a:lnTo>
                  <a:lnTo>
                    <a:pt x="560019" y="142494"/>
                  </a:lnTo>
                  <a:lnTo>
                    <a:pt x="560019" y="153898"/>
                  </a:lnTo>
                  <a:lnTo>
                    <a:pt x="730364" y="153898"/>
                  </a:lnTo>
                  <a:lnTo>
                    <a:pt x="730364" y="142494"/>
                  </a:lnTo>
                  <a:close/>
                </a:path>
                <a:path w="917575" h="179070">
                  <a:moveTo>
                    <a:pt x="917028" y="143510"/>
                  </a:moveTo>
                  <a:lnTo>
                    <a:pt x="837857" y="143510"/>
                  </a:lnTo>
                  <a:lnTo>
                    <a:pt x="837857" y="105410"/>
                  </a:lnTo>
                  <a:lnTo>
                    <a:pt x="899287" y="105410"/>
                  </a:lnTo>
                  <a:lnTo>
                    <a:pt x="899287" y="95250"/>
                  </a:lnTo>
                  <a:lnTo>
                    <a:pt x="781723" y="95250"/>
                  </a:lnTo>
                  <a:lnTo>
                    <a:pt x="781723" y="60960"/>
                  </a:lnTo>
                  <a:lnTo>
                    <a:pt x="894969" y="60960"/>
                  </a:lnTo>
                  <a:lnTo>
                    <a:pt x="894969" y="50800"/>
                  </a:lnTo>
                  <a:lnTo>
                    <a:pt x="894969" y="17780"/>
                  </a:lnTo>
                  <a:lnTo>
                    <a:pt x="894969" y="6350"/>
                  </a:lnTo>
                  <a:lnTo>
                    <a:pt x="768007" y="6350"/>
                  </a:lnTo>
                  <a:lnTo>
                    <a:pt x="768007" y="17780"/>
                  </a:lnTo>
                  <a:lnTo>
                    <a:pt x="881849" y="17780"/>
                  </a:lnTo>
                  <a:lnTo>
                    <a:pt x="881849" y="50800"/>
                  </a:lnTo>
                  <a:lnTo>
                    <a:pt x="768604" y="50800"/>
                  </a:lnTo>
                  <a:lnTo>
                    <a:pt x="768604" y="60960"/>
                  </a:lnTo>
                  <a:lnTo>
                    <a:pt x="768604" y="95250"/>
                  </a:lnTo>
                  <a:lnTo>
                    <a:pt x="768604" y="105410"/>
                  </a:lnTo>
                  <a:lnTo>
                    <a:pt x="824738" y="105410"/>
                  </a:lnTo>
                  <a:lnTo>
                    <a:pt x="824738" y="143510"/>
                  </a:lnTo>
                  <a:lnTo>
                    <a:pt x="746683" y="143510"/>
                  </a:lnTo>
                  <a:lnTo>
                    <a:pt x="746683" y="154940"/>
                  </a:lnTo>
                  <a:lnTo>
                    <a:pt x="917028" y="154940"/>
                  </a:lnTo>
                  <a:lnTo>
                    <a:pt x="917028" y="1435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7" name="object 197" descr=""/>
          <p:cNvGrpSpPr/>
          <p:nvPr/>
        </p:nvGrpSpPr>
        <p:grpSpPr>
          <a:xfrm>
            <a:off x="13814069" y="8368217"/>
            <a:ext cx="714375" cy="186690"/>
            <a:chOff x="13814069" y="8368217"/>
            <a:chExt cx="714375" cy="186690"/>
          </a:xfrm>
        </p:grpSpPr>
        <p:pic>
          <p:nvPicPr>
            <p:cNvPr id="198" name="object 198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3814069" y="8368217"/>
              <a:ext cx="173774" cy="181602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012073" y="8368217"/>
              <a:ext cx="142164" cy="186298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4186964" y="8368217"/>
              <a:ext cx="340988" cy="186298"/>
            </a:xfrm>
            <a:prstGeom prst="rect">
              <a:avLst/>
            </a:prstGeom>
          </p:spPr>
        </p:pic>
      </p:grpSp>
      <p:grpSp>
        <p:nvGrpSpPr>
          <p:cNvPr id="201" name="object 201" descr=""/>
          <p:cNvGrpSpPr/>
          <p:nvPr/>
        </p:nvGrpSpPr>
        <p:grpSpPr>
          <a:xfrm>
            <a:off x="14617899" y="8368217"/>
            <a:ext cx="522605" cy="186055"/>
            <a:chOff x="14617899" y="8368217"/>
            <a:chExt cx="522605" cy="186055"/>
          </a:xfrm>
        </p:grpSpPr>
        <p:pic>
          <p:nvPicPr>
            <p:cNvPr id="202" name="object 202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4617899" y="8368441"/>
              <a:ext cx="154242" cy="181378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4799204" y="8368217"/>
              <a:ext cx="341211" cy="185478"/>
            </a:xfrm>
            <a:prstGeom prst="rect">
              <a:avLst/>
            </a:prstGeom>
          </p:spPr>
        </p:pic>
      </p:grpSp>
      <p:pic>
        <p:nvPicPr>
          <p:cNvPr id="204" name="object 204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5224811" y="8368217"/>
            <a:ext cx="339572" cy="186074"/>
          </a:xfrm>
          <a:prstGeom prst="rect">
            <a:avLst/>
          </a:prstGeom>
        </p:spPr>
      </p:pic>
      <p:sp>
        <p:nvSpPr>
          <p:cNvPr id="205" name="object 205" descr=""/>
          <p:cNvSpPr/>
          <p:nvPr/>
        </p:nvSpPr>
        <p:spPr>
          <a:xfrm>
            <a:off x="9579548" y="9199822"/>
            <a:ext cx="64769" cy="13970"/>
          </a:xfrm>
          <a:custGeom>
            <a:avLst/>
            <a:gdLst/>
            <a:ahLst/>
            <a:cxnLst/>
            <a:rect l="l" t="t" r="r" b="b"/>
            <a:pathLst>
              <a:path w="64770" h="13970">
                <a:moveTo>
                  <a:pt x="64186" y="0"/>
                </a:moveTo>
                <a:lnTo>
                  <a:pt x="0" y="0"/>
                </a:lnTo>
                <a:lnTo>
                  <a:pt x="0" y="13344"/>
                </a:lnTo>
                <a:lnTo>
                  <a:pt x="64186" y="13344"/>
                </a:lnTo>
                <a:lnTo>
                  <a:pt x="64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6" name="object 206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346840" y="2885077"/>
            <a:ext cx="7209037" cy="4059196"/>
          </a:xfrm>
          <a:prstGeom prst="rect">
            <a:avLst/>
          </a:prstGeom>
        </p:spPr>
      </p:pic>
      <p:grpSp>
        <p:nvGrpSpPr>
          <p:cNvPr id="207" name="object 207" descr=""/>
          <p:cNvGrpSpPr/>
          <p:nvPr/>
        </p:nvGrpSpPr>
        <p:grpSpPr>
          <a:xfrm>
            <a:off x="1353312" y="8100775"/>
            <a:ext cx="239395" cy="131445"/>
            <a:chOff x="1353312" y="8100775"/>
            <a:chExt cx="239395" cy="131445"/>
          </a:xfrm>
        </p:grpSpPr>
        <p:pic>
          <p:nvPicPr>
            <p:cNvPr id="208" name="object 208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353312" y="8100775"/>
              <a:ext cx="111243" cy="131345"/>
            </a:xfrm>
            <a:prstGeom prst="rect">
              <a:avLst/>
            </a:prstGeom>
          </p:spPr>
        </p:pic>
        <p:pic>
          <p:nvPicPr>
            <p:cNvPr id="209" name="object 209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487762" y="8100933"/>
              <a:ext cx="104613" cy="129293"/>
            </a:xfrm>
            <a:prstGeom prst="rect">
              <a:avLst/>
            </a:prstGeom>
          </p:spPr>
        </p:pic>
      </p:grpSp>
      <p:grpSp>
        <p:nvGrpSpPr>
          <p:cNvPr id="210" name="object 210" descr=""/>
          <p:cNvGrpSpPr/>
          <p:nvPr/>
        </p:nvGrpSpPr>
        <p:grpSpPr>
          <a:xfrm>
            <a:off x="1657928" y="8100775"/>
            <a:ext cx="279400" cy="132080"/>
            <a:chOff x="1657928" y="8100775"/>
            <a:chExt cx="279400" cy="132080"/>
          </a:xfrm>
        </p:grpSpPr>
        <p:pic>
          <p:nvPicPr>
            <p:cNvPr id="211" name="object 211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657928" y="8100775"/>
              <a:ext cx="102455" cy="131503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784222" y="8103870"/>
              <a:ext cx="152867" cy="125729"/>
            </a:xfrm>
            <a:prstGeom prst="rect">
              <a:avLst/>
            </a:prstGeom>
          </p:spPr>
        </p:pic>
      </p:grpSp>
      <p:pic>
        <p:nvPicPr>
          <p:cNvPr id="213" name="object 213" descr="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1997058" y="8112720"/>
            <a:ext cx="367830" cy="107770"/>
          </a:xfrm>
          <a:prstGeom prst="rect">
            <a:avLst/>
          </a:prstGeom>
        </p:spPr>
      </p:pic>
      <p:pic>
        <p:nvPicPr>
          <p:cNvPr id="214" name="object 214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2417051" y="8111246"/>
            <a:ext cx="267794" cy="110717"/>
          </a:xfrm>
          <a:prstGeom prst="rect">
            <a:avLst/>
          </a:prstGeom>
        </p:spPr>
      </p:pic>
      <p:grpSp>
        <p:nvGrpSpPr>
          <p:cNvPr id="215" name="object 215" descr=""/>
          <p:cNvGrpSpPr/>
          <p:nvPr/>
        </p:nvGrpSpPr>
        <p:grpSpPr>
          <a:xfrm>
            <a:off x="1359627" y="8358209"/>
            <a:ext cx="409575" cy="133350"/>
            <a:chOff x="1359627" y="8358209"/>
            <a:chExt cx="409575" cy="133350"/>
          </a:xfrm>
        </p:grpSpPr>
        <p:pic>
          <p:nvPicPr>
            <p:cNvPr id="216" name="object 216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359627" y="8359736"/>
              <a:ext cx="104718" cy="131345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486657" y="8359736"/>
              <a:ext cx="105981" cy="131345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616634" y="8358209"/>
              <a:ext cx="152183" cy="131187"/>
            </a:xfrm>
            <a:prstGeom prst="rect">
              <a:avLst/>
            </a:prstGeom>
          </p:spPr>
        </p:pic>
      </p:grpSp>
      <p:grpSp>
        <p:nvGrpSpPr>
          <p:cNvPr id="219" name="object 219" descr=""/>
          <p:cNvGrpSpPr/>
          <p:nvPr/>
        </p:nvGrpSpPr>
        <p:grpSpPr>
          <a:xfrm>
            <a:off x="1822270" y="8359140"/>
            <a:ext cx="421005" cy="142875"/>
            <a:chOff x="1822270" y="8359140"/>
            <a:chExt cx="421005" cy="142875"/>
          </a:xfrm>
        </p:grpSpPr>
        <p:pic>
          <p:nvPicPr>
            <p:cNvPr id="220" name="object 220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822270" y="8359736"/>
              <a:ext cx="111033" cy="131345"/>
            </a:xfrm>
            <a:prstGeom prst="rect">
              <a:avLst/>
            </a:prstGeom>
          </p:spPr>
        </p:pic>
        <p:pic>
          <p:nvPicPr>
            <p:cNvPr id="221" name="object 221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959509" y="8359140"/>
              <a:ext cx="283318" cy="142255"/>
            </a:xfrm>
            <a:prstGeom prst="rect">
              <a:avLst/>
            </a:prstGeom>
          </p:spPr>
        </p:pic>
      </p:grpSp>
      <p:sp>
        <p:nvSpPr>
          <p:cNvPr id="222" name="object 222" descr=""/>
          <p:cNvSpPr/>
          <p:nvPr/>
        </p:nvSpPr>
        <p:spPr>
          <a:xfrm>
            <a:off x="2299741" y="8371687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5" h="107950">
                <a:moveTo>
                  <a:pt x="89827" y="107772"/>
                </a:moveTo>
                <a:lnTo>
                  <a:pt x="78168" y="75717"/>
                </a:lnTo>
                <a:lnTo>
                  <a:pt x="74739" y="66306"/>
                </a:lnTo>
                <a:lnTo>
                  <a:pt x="63931" y="36588"/>
                </a:lnTo>
                <a:lnTo>
                  <a:pt x="63931" y="66306"/>
                </a:lnTo>
                <a:lnTo>
                  <a:pt x="25831" y="66306"/>
                </a:lnTo>
                <a:lnTo>
                  <a:pt x="44577" y="13677"/>
                </a:lnTo>
                <a:lnTo>
                  <a:pt x="45250" y="13677"/>
                </a:lnTo>
                <a:lnTo>
                  <a:pt x="63931" y="66306"/>
                </a:lnTo>
                <a:lnTo>
                  <a:pt x="63931" y="36588"/>
                </a:lnTo>
                <a:lnTo>
                  <a:pt x="55600" y="13677"/>
                </a:lnTo>
                <a:lnTo>
                  <a:pt x="50622" y="0"/>
                </a:lnTo>
                <a:lnTo>
                  <a:pt x="39204" y="0"/>
                </a:lnTo>
                <a:lnTo>
                  <a:pt x="0" y="107772"/>
                </a:lnTo>
                <a:lnTo>
                  <a:pt x="11099" y="107772"/>
                </a:lnTo>
                <a:lnTo>
                  <a:pt x="22517" y="75717"/>
                </a:lnTo>
                <a:lnTo>
                  <a:pt x="67310" y="75717"/>
                </a:lnTo>
                <a:lnTo>
                  <a:pt x="78676" y="107772"/>
                </a:lnTo>
                <a:lnTo>
                  <a:pt x="89827" y="107772"/>
                </a:lnTo>
                <a:close/>
              </a:path>
              <a:path w="116205" h="107950">
                <a:moveTo>
                  <a:pt x="115976" y="0"/>
                </a:moveTo>
                <a:lnTo>
                  <a:pt x="105397" y="0"/>
                </a:lnTo>
                <a:lnTo>
                  <a:pt x="105397" y="107772"/>
                </a:lnTo>
                <a:lnTo>
                  <a:pt x="115976" y="107772"/>
                </a:lnTo>
                <a:lnTo>
                  <a:pt x="115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3" name="object 223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2471072" y="8359578"/>
            <a:ext cx="240010" cy="131660"/>
          </a:xfrm>
          <a:prstGeom prst="rect">
            <a:avLst/>
          </a:prstGeom>
        </p:spPr>
      </p:pic>
      <p:grpSp>
        <p:nvGrpSpPr>
          <p:cNvPr id="224" name="object 224" descr=""/>
          <p:cNvGrpSpPr/>
          <p:nvPr/>
        </p:nvGrpSpPr>
        <p:grpSpPr>
          <a:xfrm>
            <a:off x="2771109" y="8359736"/>
            <a:ext cx="283210" cy="149225"/>
            <a:chOff x="2771109" y="8359736"/>
            <a:chExt cx="283210" cy="149225"/>
          </a:xfrm>
        </p:grpSpPr>
        <p:pic>
          <p:nvPicPr>
            <p:cNvPr id="225" name="object 225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771109" y="8359736"/>
              <a:ext cx="239747" cy="131345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3034221" y="8470295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7" name="object 227" descr=""/>
          <p:cNvGrpSpPr/>
          <p:nvPr/>
        </p:nvGrpSpPr>
        <p:grpSpPr>
          <a:xfrm>
            <a:off x="3109247" y="8359736"/>
            <a:ext cx="503555" cy="132080"/>
            <a:chOff x="3109247" y="8359736"/>
            <a:chExt cx="503555" cy="132080"/>
          </a:xfrm>
        </p:grpSpPr>
        <p:pic>
          <p:nvPicPr>
            <p:cNvPr id="228" name="object 228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3109247" y="8359736"/>
              <a:ext cx="243588" cy="131345"/>
            </a:xfrm>
            <a:prstGeom prst="rect">
              <a:avLst/>
            </a:prstGeom>
          </p:spPr>
        </p:pic>
        <p:pic>
          <p:nvPicPr>
            <p:cNvPr id="229" name="object 229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3378042" y="8359736"/>
              <a:ext cx="102455" cy="131503"/>
            </a:xfrm>
            <a:prstGeom prst="rect">
              <a:avLst/>
            </a:prstGeom>
          </p:spPr>
        </p:pic>
        <p:pic>
          <p:nvPicPr>
            <p:cNvPr id="230" name="object 230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3507072" y="8359736"/>
              <a:ext cx="105665" cy="131503"/>
            </a:xfrm>
            <a:prstGeom prst="rect">
              <a:avLst/>
            </a:prstGeom>
          </p:spPr>
        </p:pic>
      </p:grpSp>
      <p:grpSp>
        <p:nvGrpSpPr>
          <p:cNvPr id="231" name="object 231" descr=""/>
          <p:cNvGrpSpPr/>
          <p:nvPr/>
        </p:nvGrpSpPr>
        <p:grpSpPr>
          <a:xfrm>
            <a:off x="3677823" y="8359736"/>
            <a:ext cx="277495" cy="149225"/>
            <a:chOff x="3677823" y="8359736"/>
            <a:chExt cx="277495" cy="149225"/>
          </a:xfrm>
        </p:grpSpPr>
        <p:pic>
          <p:nvPicPr>
            <p:cNvPr id="232" name="object 232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677823" y="8359736"/>
              <a:ext cx="102455" cy="131503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804328" y="8365998"/>
              <a:ext cx="150920" cy="142869"/>
            </a:xfrm>
            <a:prstGeom prst="rect">
              <a:avLst/>
            </a:prstGeom>
          </p:spPr>
        </p:pic>
      </p:grpSp>
      <p:pic>
        <p:nvPicPr>
          <p:cNvPr id="234" name="object 234" descr="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4010751" y="8359893"/>
            <a:ext cx="239957" cy="131029"/>
          </a:xfrm>
          <a:prstGeom prst="rect">
            <a:avLst/>
          </a:prstGeom>
        </p:spPr>
      </p:pic>
      <p:pic>
        <p:nvPicPr>
          <p:cNvPr id="235" name="object 235" descr="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4317735" y="8359736"/>
            <a:ext cx="108980" cy="130871"/>
          </a:xfrm>
          <a:prstGeom prst="rect">
            <a:avLst/>
          </a:prstGeom>
        </p:spPr>
      </p:pic>
      <p:grpSp>
        <p:nvGrpSpPr>
          <p:cNvPr id="236" name="object 236" descr=""/>
          <p:cNvGrpSpPr/>
          <p:nvPr/>
        </p:nvGrpSpPr>
        <p:grpSpPr>
          <a:xfrm>
            <a:off x="4485366" y="8359736"/>
            <a:ext cx="276860" cy="149225"/>
            <a:chOff x="4485366" y="8359736"/>
            <a:chExt cx="276860" cy="149225"/>
          </a:xfrm>
        </p:grpSpPr>
        <p:pic>
          <p:nvPicPr>
            <p:cNvPr id="237" name="object 237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4485366" y="8359736"/>
              <a:ext cx="233801" cy="131503"/>
            </a:xfrm>
            <a:prstGeom prst="rect">
              <a:avLst/>
            </a:prstGeom>
          </p:spPr>
        </p:pic>
        <p:sp>
          <p:nvSpPr>
            <p:cNvPr id="238" name="object 238" descr=""/>
            <p:cNvSpPr/>
            <p:nvPr/>
          </p:nvSpPr>
          <p:spPr>
            <a:xfrm>
              <a:off x="4742321" y="8470295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 descr=""/>
          <p:cNvGrpSpPr/>
          <p:nvPr/>
        </p:nvGrpSpPr>
        <p:grpSpPr>
          <a:xfrm>
            <a:off x="4824197" y="8358209"/>
            <a:ext cx="3381375" cy="151130"/>
            <a:chOff x="4824197" y="8358209"/>
            <a:chExt cx="3381375" cy="151130"/>
          </a:xfrm>
        </p:grpSpPr>
        <p:pic>
          <p:nvPicPr>
            <p:cNvPr id="240" name="object 240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4824197" y="8371681"/>
              <a:ext cx="82196" cy="109612"/>
            </a:xfrm>
            <a:prstGeom prst="rect">
              <a:avLst/>
            </a:prstGeom>
          </p:spPr>
        </p:pic>
        <p:pic>
          <p:nvPicPr>
            <p:cNvPr id="241" name="object 241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4931968" y="8358209"/>
              <a:ext cx="3273514" cy="150657"/>
            </a:xfrm>
            <a:prstGeom prst="rect">
              <a:avLst/>
            </a:prstGeom>
          </p:spPr>
        </p:pic>
      </p:grpSp>
      <p:grpSp>
        <p:nvGrpSpPr>
          <p:cNvPr id="242" name="object 242" descr=""/>
          <p:cNvGrpSpPr/>
          <p:nvPr/>
        </p:nvGrpSpPr>
        <p:grpSpPr>
          <a:xfrm>
            <a:off x="1361416" y="8618697"/>
            <a:ext cx="599440" cy="149225"/>
            <a:chOff x="1361416" y="8618697"/>
            <a:chExt cx="599440" cy="149225"/>
          </a:xfrm>
        </p:grpSpPr>
        <p:pic>
          <p:nvPicPr>
            <p:cNvPr id="243" name="object 243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361416" y="8618697"/>
              <a:ext cx="98929" cy="131503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482500" y="8618697"/>
              <a:ext cx="245904" cy="131345"/>
            </a:xfrm>
            <a:prstGeom prst="rect">
              <a:avLst/>
            </a:prstGeom>
          </p:spPr>
        </p:pic>
        <p:sp>
          <p:nvSpPr>
            <p:cNvPr id="245" name="object 245" descr=""/>
            <p:cNvSpPr/>
            <p:nvPr/>
          </p:nvSpPr>
          <p:spPr>
            <a:xfrm>
              <a:off x="1757031" y="8625643"/>
              <a:ext cx="28575" cy="135255"/>
            </a:xfrm>
            <a:custGeom>
              <a:avLst/>
              <a:gdLst/>
              <a:ahLst/>
              <a:cxnLst/>
              <a:rect l="l" t="t" r="r" b="b"/>
              <a:pathLst>
                <a:path w="28575" h="135254">
                  <a:moveTo>
                    <a:pt x="27994" y="0"/>
                  </a:moveTo>
                  <a:lnTo>
                    <a:pt x="18838" y="0"/>
                  </a:lnTo>
                  <a:lnTo>
                    <a:pt x="10766" y="15186"/>
                  </a:lnTo>
                  <a:lnTo>
                    <a:pt x="4860" y="31468"/>
                  </a:lnTo>
                  <a:lnTo>
                    <a:pt x="1234" y="48854"/>
                  </a:lnTo>
                  <a:lnTo>
                    <a:pt x="0" y="67356"/>
                  </a:lnTo>
                  <a:lnTo>
                    <a:pt x="1234" y="85858"/>
                  </a:lnTo>
                  <a:lnTo>
                    <a:pt x="4860" y="103245"/>
                  </a:lnTo>
                  <a:lnTo>
                    <a:pt x="10766" y="119526"/>
                  </a:lnTo>
                  <a:lnTo>
                    <a:pt x="18838" y="134713"/>
                  </a:lnTo>
                  <a:lnTo>
                    <a:pt x="27994" y="134713"/>
                  </a:lnTo>
                  <a:lnTo>
                    <a:pt x="20972" y="120851"/>
                  </a:lnTo>
                  <a:lnTo>
                    <a:pt x="15424" y="104172"/>
                  </a:lnTo>
                  <a:lnTo>
                    <a:pt x="11781" y="85924"/>
                  </a:lnTo>
                  <a:lnTo>
                    <a:pt x="10471" y="67356"/>
                  </a:lnTo>
                  <a:lnTo>
                    <a:pt x="11774" y="48847"/>
                  </a:lnTo>
                  <a:lnTo>
                    <a:pt x="15405" y="30619"/>
                  </a:lnTo>
                  <a:lnTo>
                    <a:pt x="20950" y="13921"/>
                  </a:lnTo>
                  <a:lnTo>
                    <a:pt x="279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6" name="object 246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804391" y="8630642"/>
              <a:ext cx="82196" cy="109612"/>
            </a:xfrm>
            <a:prstGeom prst="rect">
              <a:avLst/>
            </a:prstGeom>
          </p:spPr>
        </p:pic>
        <p:sp>
          <p:nvSpPr>
            <p:cNvPr id="247" name="object 247" descr=""/>
            <p:cNvSpPr/>
            <p:nvPr/>
          </p:nvSpPr>
          <p:spPr>
            <a:xfrm>
              <a:off x="1912150" y="8630653"/>
              <a:ext cx="48895" cy="137795"/>
            </a:xfrm>
            <a:custGeom>
              <a:avLst/>
              <a:gdLst/>
              <a:ahLst/>
              <a:cxnLst/>
              <a:rect l="l" t="t" r="r" b="b"/>
              <a:pathLst>
                <a:path w="48894" h="137795">
                  <a:moveTo>
                    <a:pt x="10579" y="0"/>
                  </a:moveTo>
                  <a:lnTo>
                    <a:pt x="0" y="0"/>
                  </a:lnTo>
                  <a:lnTo>
                    <a:pt x="0" y="107759"/>
                  </a:lnTo>
                  <a:lnTo>
                    <a:pt x="10579" y="107759"/>
                  </a:lnTo>
                  <a:lnTo>
                    <a:pt x="10579" y="0"/>
                  </a:lnTo>
                  <a:close/>
                </a:path>
                <a:path w="48894" h="137795">
                  <a:moveTo>
                    <a:pt x="48310" y="98615"/>
                  </a:moveTo>
                  <a:lnTo>
                    <a:pt x="37109" y="98615"/>
                  </a:lnTo>
                  <a:lnTo>
                    <a:pt x="28740" y="137185"/>
                  </a:lnTo>
                  <a:lnTo>
                    <a:pt x="37477" y="137185"/>
                  </a:lnTo>
                  <a:lnTo>
                    <a:pt x="48310" y="986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8" name="object 248" descr=""/>
          <p:cNvGrpSpPr/>
          <p:nvPr/>
        </p:nvGrpSpPr>
        <p:grpSpPr>
          <a:xfrm>
            <a:off x="2017351" y="8618697"/>
            <a:ext cx="676275" cy="149225"/>
            <a:chOff x="2017351" y="8618697"/>
            <a:chExt cx="676275" cy="149225"/>
          </a:xfrm>
        </p:grpSpPr>
        <p:pic>
          <p:nvPicPr>
            <p:cNvPr id="249" name="object 249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017351" y="8618697"/>
              <a:ext cx="110296" cy="131345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2156273" y="8618697"/>
              <a:ext cx="98508" cy="131345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284198" y="8618697"/>
              <a:ext cx="106981" cy="131345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416070" y="8618697"/>
              <a:ext cx="102455" cy="131503"/>
            </a:xfrm>
            <a:prstGeom prst="rect">
              <a:avLst/>
            </a:prstGeom>
          </p:spPr>
        </p:pic>
        <p:pic>
          <p:nvPicPr>
            <p:cNvPr id="253" name="object 253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543205" y="8618855"/>
              <a:ext cx="110770" cy="128030"/>
            </a:xfrm>
            <a:prstGeom prst="rect">
              <a:avLst/>
            </a:prstGeom>
          </p:spPr>
        </p:pic>
        <p:sp>
          <p:nvSpPr>
            <p:cNvPr id="254" name="object 254" descr=""/>
            <p:cNvSpPr/>
            <p:nvPr/>
          </p:nvSpPr>
          <p:spPr>
            <a:xfrm>
              <a:off x="2673919" y="8729256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5" name="object 255" descr=""/>
          <p:cNvGrpSpPr/>
          <p:nvPr/>
        </p:nvGrpSpPr>
        <p:grpSpPr>
          <a:xfrm>
            <a:off x="2753539" y="8618697"/>
            <a:ext cx="409575" cy="149225"/>
            <a:chOff x="2753539" y="8618697"/>
            <a:chExt cx="409575" cy="149225"/>
          </a:xfrm>
        </p:grpSpPr>
        <p:pic>
          <p:nvPicPr>
            <p:cNvPr id="256" name="object 256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2753539" y="8618697"/>
              <a:ext cx="234432" cy="131503"/>
            </a:xfrm>
            <a:prstGeom prst="rect">
              <a:avLst/>
            </a:prstGeom>
          </p:spPr>
        </p:pic>
        <p:sp>
          <p:nvSpPr>
            <p:cNvPr id="257" name="object 257" descr=""/>
            <p:cNvSpPr/>
            <p:nvPr/>
          </p:nvSpPr>
          <p:spPr>
            <a:xfrm>
              <a:off x="3012008" y="8630920"/>
              <a:ext cx="151130" cy="137160"/>
            </a:xfrm>
            <a:custGeom>
              <a:avLst/>
              <a:gdLst/>
              <a:ahLst/>
              <a:cxnLst/>
              <a:rect l="l" t="t" r="r" b="b"/>
              <a:pathLst>
                <a:path w="151130" h="137159">
                  <a:moveTo>
                    <a:pt x="106095" y="59690"/>
                  </a:moveTo>
                  <a:lnTo>
                    <a:pt x="25476" y="59690"/>
                  </a:lnTo>
                  <a:lnTo>
                    <a:pt x="25476" y="36830"/>
                  </a:lnTo>
                  <a:lnTo>
                    <a:pt x="101777" y="36830"/>
                  </a:lnTo>
                  <a:lnTo>
                    <a:pt x="101777" y="29210"/>
                  </a:lnTo>
                  <a:lnTo>
                    <a:pt x="25476" y="29210"/>
                  </a:lnTo>
                  <a:lnTo>
                    <a:pt x="25476" y="7620"/>
                  </a:lnTo>
                  <a:lnTo>
                    <a:pt x="104508" y="7620"/>
                  </a:lnTo>
                  <a:lnTo>
                    <a:pt x="104508" y="0"/>
                  </a:lnTo>
                  <a:lnTo>
                    <a:pt x="16002" y="0"/>
                  </a:lnTo>
                  <a:lnTo>
                    <a:pt x="16002" y="7620"/>
                  </a:lnTo>
                  <a:lnTo>
                    <a:pt x="16002" y="29210"/>
                  </a:lnTo>
                  <a:lnTo>
                    <a:pt x="16002" y="36830"/>
                  </a:lnTo>
                  <a:lnTo>
                    <a:pt x="16002" y="59690"/>
                  </a:lnTo>
                  <a:lnTo>
                    <a:pt x="16002" y="67310"/>
                  </a:lnTo>
                  <a:lnTo>
                    <a:pt x="106095" y="67310"/>
                  </a:lnTo>
                  <a:lnTo>
                    <a:pt x="106095" y="59690"/>
                  </a:lnTo>
                  <a:close/>
                </a:path>
                <a:path w="151130" h="137159">
                  <a:moveTo>
                    <a:pt x="120243" y="93345"/>
                  </a:moveTo>
                  <a:lnTo>
                    <a:pt x="0" y="93345"/>
                  </a:lnTo>
                  <a:lnTo>
                    <a:pt x="0" y="101396"/>
                  </a:lnTo>
                  <a:lnTo>
                    <a:pt x="120243" y="101396"/>
                  </a:lnTo>
                  <a:lnTo>
                    <a:pt x="120243" y="93345"/>
                  </a:lnTo>
                  <a:close/>
                </a:path>
                <a:path w="151130" h="137159">
                  <a:moveTo>
                    <a:pt x="150926" y="98348"/>
                  </a:moveTo>
                  <a:lnTo>
                    <a:pt x="139712" y="98348"/>
                  </a:lnTo>
                  <a:lnTo>
                    <a:pt x="131356" y="136918"/>
                  </a:lnTo>
                  <a:lnTo>
                    <a:pt x="140081" y="136918"/>
                  </a:lnTo>
                  <a:lnTo>
                    <a:pt x="150926" y="9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8" name="object 258" descr="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3218189" y="8623300"/>
            <a:ext cx="150920" cy="144528"/>
          </a:xfrm>
          <a:prstGeom prst="rect">
            <a:avLst/>
          </a:prstGeom>
        </p:spPr>
      </p:pic>
      <p:pic>
        <p:nvPicPr>
          <p:cNvPr id="259" name="object 259" descr="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3431086" y="8618854"/>
            <a:ext cx="104560" cy="129293"/>
          </a:xfrm>
          <a:prstGeom prst="rect">
            <a:avLst/>
          </a:prstGeom>
        </p:spPr>
      </p:pic>
      <p:pic>
        <p:nvPicPr>
          <p:cNvPr id="260" name="object 260" descr="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3593087" y="8624590"/>
            <a:ext cx="160550" cy="135765"/>
          </a:xfrm>
          <a:prstGeom prst="rect">
            <a:avLst/>
          </a:prstGeom>
        </p:spPr>
      </p:pic>
      <p:sp>
        <p:nvSpPr>
          <p:cNvPr id="261" name="object 261" descr=""/>
          <p:cNvSpPr/>
          <p:nvPr/>
        </p:nvSpPr>
        <p:spPr>
          <a:xfrm>
            <a:off x="9547607" y="3308858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2" name="object 262" descr=""/>
          <p:cNvGrpSpPr/>
          <p:nvPr/>
        </p:nvGrpSpPr>
        <p:grpSpPr>
          <a:xfrm>
            <a:off x="9547607" y="3327956"/>
            <a:ext cx="7543165" cy="610235"/>
            <a:chOff x="9547607" y="3327956"/>
            <a:chExt cx="7543165" cy="610235"/>
          </a:xfrm>
        </p:grpSpPr>
        <p:sp>
          <p:nvSpPr>
            <p:cNvPr id="263" name="object 263" descr=""/>
            <p:cNvSpPr/>
            <p:nvPr/>
          </p:nvSpPr>
          <p:spPr>
            <a:xfrm>
              <a:off x="9547607" y="392432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9547607" y="3327956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5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2902141" y="3514780"/>
              <a:ext cx="173656" cy="201440"/>
            </a:xfrm>
            <a:prstGeom prst="rect">
              <a:avLst/>
            </a:prstGeom>
          </p:spPr>
        </p:pic>
        <p:pic>
          <p:nvPicPr>
            <p:cNvPr id="266" name="object 266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3100899" y="3514780"/>
              <a:ext cx="167972" cy="199072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3353901" y="3514622"/>
              <a:ext cx="167103" cy="201598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3550211" y="3518095"/>
              <a:ext cx="184153" cy="197336"/>
            </a:xfrm>
            <a:prstGeom prst="rect">
              <a:avLst/>
            </a:prstGeom>
          </p:spPr>
        </p:pic>
      </p:grpSp>
      <p:pic>
        <p:nvPicPr>
          <p:cNvPr id="269" name="object 269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9577563" y="4136626"/>
            <a:ext cx="364865" cy="158914"/>
          </a:xfrm>
          <a:prstGeom prst="rect">
            <a:avLst/>
          </a:prstGeom>
        </p:spPr>
      </p:pic>
      <p:grpSp>
        <p:nvGrpSpPr>
          <p:cNvPr id="270" name="object 270" descr=""/>
          <p:cNvGrpSpPr/>
          <p:nvPr/>
        </p:nvGrpSpPr>
        <p:grpSpPr>
          <a:xfrm>
            <a:off x="10014797" y="4136435"/>
            <a:ext cx="505459" cy="160020"/>
            <a:chOff x="10014797" y="4136435"/>
            <a:chExt cx="505459" cy="160020"/>
          </a:xfrm>
        </p:grpSpPr>
        <p:pic>
          <p:nvPicPr>
            <p:cNvPr id="271" name="object 271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0014797" y="4136435"/>
              <a:ext cx="131088" cy="159488"/>
            </a:xfrm>
            <a:prstGeom prst="rect">
              <a:avLst/>
            </a:prstGeom>
          </p:spPr>
        </p:pic>
        <p:pic>
          <p:nvPicPr>
            <p:cNvPr id="272" name="object 272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0175051" y="4148114"/>
              <a:ext cx="145831" cy="125280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0342709" y="4136435"/>
              <a:ext cx="126812" cy="156999"/>
            </a:xfrm>
            <a:prstGeom prst="rect">
              <a:avLst/>
            </a:prstGeom>
          </p:spPr>
        </p:pic>
        <p:sp>
          <p:nvSpPr>
            <p:cNvPr id="274" name="object 274" descr=""/>
            <p:cNvSpPr/>
            <p:nvPr/>
          </p:nvSpPr>
          <p:spPr>
            <a:xfrm>
              <a:off x="10500603" y="4177025"/>
              <a:ext cx="19685" cy="85725"/>
            </a:xfrm>
            <a:custGeom>
              <a:avLst/>
              <a:gdLst/>
              <a:ahLst/>
              <a:cxnLst/>
              <a:rect l="l" t="t" r="r" b="b"/>
              <a:pathLst>
                <a:path w="19684" h="85725">
                  <a:moveTo>
                    <a:pt x="15061" y="0"/>
                  </a:moveTo>
                  <a:lnTo>
                    <a:pt x="4467" y="0"/>
                  </a:lnTo>
                  <a:lnTo>
                    <a:pt x="0" y="4339"/>
                  </a:lnTo>
                  <a:lnTo>
                    <a:pt x="0" y="14933"/>
                  </a:lnTo>
                  <a:lnTo>
                    <a:pt x="4467" y="19273"/>
                  </a:lnTo>
                  <a:lnTo>
                    <a:pt x="15061" y="19273"/>
                  </a:lnTo>
                  <a:lnTo>
                    <a:pt x="19401" y="14933"/>
                  </a:lnTo>
                  <a:lnTo>
                    <a:pt x="19401" y="4339"/>
                  </a:lnTo>
                  <a:lnTo>
                    <a:pt x="15061" y="0"/>
                  </a:lnTo>
                  <a:close/>
                </a:path>
                <a:path w="19684" h="85725">
                  <a:moveTo>
                    <a:pt x="15061" y="66182"/>
                  </a:moveTo>
                  <a:lnTo>
                    <a:pt x="4467" y="66182"/>
                  </a:lnTo>
                  <a:lnTo>
                    <a:pt x="0" y="70522"/>
                  </a:lnTo>
                  <a:lnTo>
                    <a:pt x="0" y="81116"/>
                  </a:lnTo>
                  <a:lnTo>
                    <a:pt x="4467" y="85456"/>
                  </a:lnTo>
                  <a:lnTo>
                    <a:pt x="15061" y="85456"/>
                  </a:lnTo>
                  <a:lnTo>
                    <a:pt x="19401" y="81116"/>
                  </a:lnTo>
                  <a:lnTo>
                    <a:pt x="19401" y="70522"/>
                  </a:lnTo>
                  <a:lnTo>
                    <a:pt x="15061" y="66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5" name="object 275" descr=""/>
          <p:cNvSpPr/>
          <p:nvPr/>
        </p:nvSpPr>
        <p:spPr>
          <a:xfrm>
            <a:off x="10592841" y="4149076"/>
            <a:ext cx="669290" cy="135255"/>
          </a:xfrm>
          <a:custGeom>
            <a:avLst/>
            <a:gdLst/>
            <a:ahLst/>
            <a:cxnLst/>
            <a:rect l="l" t="t" r="r" b="b"/>
            <a:pathLst>
              <a:path w="669290" h="135254">
                <a:moveTo>
                  <a:pt x="90690" y="132562"/>
                </a:moveTo>
                <a:lnTo>
                  <a:pt x="62064" y="80162"/>
                </a:lnTo>
                <a:lnTo>
                  <a:pt x="60629" y="77546"/>
                </a:lnTo>
                <a:lnTo>
                  <a:pt x="71374" y="72034"/>
                </a:lnTo>
                <a:lnTo>
                  <a:pt x="74752" y="68478"/>
                </a:lnTo>
                <a:lnTo>
                  <a:pt x="79082" y="63906"/>
                </a:lnTo>
                <a:lnTo>
                  <a:pt x="83718" y="53517"/>
                </a:lnTo>
                <a:lnTo>
                  <a:pt x="85267" y="41224"/>
                </a:lnTo>
                <a:lnTo>
                  <a:pt x="82588" y="25387"/>
                </a:lnTo>
                <a:lnTo>
                  <a:pt x="74828" y="13335"/>
                </a:lnTo>
                <a:lnTo>
                  <a:pt x="74561" y="12928"/>
                </a:lnTo>
                <a:lnTo>
                  <a:pt x="72567" y="11709"/>
                </a:lnTo>
                <a:lnTo>
                  <a:pt x="72567" y="41224"/>
                </a:lnTo>
                <a:lnTo>
                  <a:pt x="70726" y="52565"/>
                </a:lnTo>
                <a:lnTo>
                  <a:pt x="65138" y="61150"/>
                </a:lnTo>
                <a:lnTo>
                  <a:pt x="55714" y="66586"/>
                </a:lnTo>
                <a:lnTo>
                  <a:pt x="42379" y="68478"/>
                </a:lnTo>
                <a:lnTo>
                  <a:pt x="12827" y="68478"/>
                </a:lnTo>
                <a:lnTo>
                  <a:pt x="12827" y="13335"/>
                </a:lnTo>
                <a:lnTo>
                  <a:pt x="42252" y="13335"/>
                </a:lnTo>
                <a:lnTo>
                  <a:pt x="55664" y="15328"/>
                </a:lnTo>
                <a:lnTo>
                  <a:pt x="65112" y="20967"/>
                </a:lnTo>
                <a:lnTo>
                  <a:pt x="70726" y="29768"/>
                </a:lnTo>
                <a:lnTo>
                  <a:pt x="72567" y="41224"/>
                </a:lnTo>
                <a:lnTo>
                  <a:pt x="72567" y="11709"/>
                </a:lnTo>
                <a:lnTo>
                  <a:pt x="61252" y="4775"/>
                </a:lnTo>
                <a:lnTo>
                  <a:pt x="42697" y="1854"/>
                </a:lnTo>
                <a:lnTo>
                  <a:pt x="0" y="1854"/>
                </a:lnTo>
                <a:lnTo>
                  <a:pt x="0" y="132562"/>
                </a:lnTo>
                <a:lnTo>
                  <a:pt x="12827" y="132562"/>
                </a:lnTo>
                <a:lnTo>
                  <a:pt x="12827" y="80162"/>
                </a:lnTo>
                <a:lnTo>
                  <a:pt x="47548" y="80162"/>
                </a:lnTo>
                <a:lnTo>
                  <a:pt x="75819" y="132562"/>
                </a:lnTo>
                <a:lnTo>
                  <a:pt x="90690" y="132562"/>
                </a:lnTo>
                <a:close/>
              </a:path>
              <a:path w="669290" h="135254">
                <a:moveTo>
                  <a:pt x="207606" y="132562"/>
                </a:moveTo>
                <a:lnTo>
                  <a:pt x="193471" y="93687"/>
                </a:lnTo>
                <a:lnTo>
                  <a:pt x="189318" y="82270"/>
                </a:lnTo>
                <a:lnTo>
                  <a:pt x="176212" y="46240"/>
                </a:lnTo>
                <a:lnTo>
                  <a:pt x="176212" y="82270"/>
                </a:lnTo>
                <a:lnTo>
                  <a:pt x="130009" y="82270"/>
                </a:lnTo>
                <a:lnTo>
                  <a:pt x="152730" y="18440"/>
                </a:lnTo>
                <a:lnTo>
                  <a:pt x="153555" y="18440"/>
                </a:lnTo>
                <a:lnTo>
                  <a:pt x="176212" y="82270"/>
                </a:lnTo>
                <a:lnTo>
                  <a:pt x="176212" y="46240"/>
                </a:lnTo>
                <a:lnTo>
                  <a:pt x="166103" y="18440"/>
                </a:lnTo>
                <a:lnTo>
                  <a:pt x="160070" y="1854"/>
                </a:lnTo>
                <a:lnTo>
                  <a:pt x="146215" y="1854"/>
                </a:lnTo>
                <a:lnTo>
                  <a:pt x="98666" y="132562"/>
                </a:lnTo>
                <a:lnTo>
                  <a:pt x="112141" y="132562"/>
                </a:lnTo>
                <a:lnTo>
                  <a:pt x="125984" y="93687"/>
                </a:lnTo>
                <a:lnTo>
                  <a:pt x="180301" y="93687"/>
                </a:lnTo>
                <a:lnTo>
                  <a:pt x="194081" y="132562"/>
                </a:lnTo>
                <a:lnTo>
                  <a:pt x="207606" y="132562"/>
                </a:lnTo>
                <a:close/>
              </a:path>
              <a:path w="669290" h="135254">
                <a:moveTo>
                  <a:pt x="321665" y="1854"/>
                </a:moveTo>
                <a:lnTo>
                  <a:pt x="306793" y="1854"/>
                </a:lnTo>
                <a:lnTo>
                  <a:pt x="268693" y="63563"/>
                </a:lnTo>
                <a:lnTo>
                  <a:pt x="267411" y="63563"/>
                </a:lnTo>
                <a:lnTo>
                  <a:pt x="229247" y="1854"/>
                </a:lnTo>
                <a:lnTo>
                  <a:pt x="214439" y="1854"/>
                </a:lnTo>
                <a:lnTo>
                  <a:pt x="261607" y="76581"/>
                </a:lnTo>
                <a:lnTo>
                  <a:pt x="261607" y="132562"/>
                </a:lnTo>
                <a:lnTo>
                  <a:pt x="274497" y="132562"/>
                </a:lnTo>
                <a:lnTo>
                  <a:pt x="274497" y="76581"/>
                </a:lnTo>
                <a:lnTo>
                  <a:pt x="321665" y="1854"/>
                </a:lnTo>
                <a:close/>
              </a:path>
              <a:path w="669290" h="135254">
                <a:moveTo>
                  <a:pt x="443623" y="42887"/>
                </a:moveTo>
                <a:lnTo>
                  <a:pt x="437527" y="25781"/>
                </a:lnTo>
                <a:lnTo>
                  <a:pt x="426364" y="12217"/>
                </a:lnTo>
                <a:lnTo>
                  <a:pt x="410832" y="3289"/>
                </a:lnTo>
                <a:lnTo>
                  <a:pt x="391668" y="63"/>
                </a:lnTo>
                <a:lnTo>
                  <a:pt x="368795" y="4787"/>
                </a:lnTo>
                <a:lnTo>
                  <a:pt x="350824" y="18275"/>
                </a:lnTo>
                <a:lnTo>
                  <a:pt x="339077" y="39433"/>
                </a:lnTo>
                <a:lnTo>
                  <a:pt x="334873" y="67208"/>
                </a:lnTo>
                <a:lnTo>
                  <a:pt x="339077" y="94983"/>
                </a:lnTo>
                <a:lnTo>
                  <a:pt x="350824" y="116141"/>
                </a:lnTo>
                <a:lnTo>
                  <a:pt x="368795" y="129616"/>
                </a:lnTo>
                <a:lnTo>
                  <a:pt x="391668" y="134340"/>
                </a:lnTo>
                <a:lnTo>
                  <a:pt x="410895" y="131089"/>
                </a:lnTo>
                <a:lnTo>
                  <a:pt x="426453" y="122110"/>
                </a:lnTo>
                <a:lnTo>
                  <a:pt x="437603" y="108572"/>
                </a:lnTo>
                <a:lnTo>
                  <a:pt x="443623" y="91643"/>
                </a:lnTo>
                <a:lnTo>
                  <a:pt x="430669" y="91643"/>
                </a:lnTo>
                <a:lnTo>
                  <a:pt x="425843" y="103924"/>
                </a:lnTo>
                <a:lnTo>
                  <a:pt x="417271" y="113614"/>
                </a:lnTo>
                <a:lnTo>
                  <a:pt x="405650" y="119989"/>
                </a:lnTo>
                <a:lnTo>
                  <a:pt x="391668" y="122288"/>
                </a:lnTo>
                <a:lnTo>
                  <a:pt x="374408" y="118706"/>
                </a:lnTo>
                <a:lnTo>
                  <a:pt x="360337" y="108165"/>
                </a:lnTo>
                <a:lnTo>
                  <a:pt x="350850" y="90919"/>
                </a:lnTo>
                <a:lnTo>
                  <a:pt x="347383" y="67208"/>
                </a:lnTo>
                <a:lnTo>
                  <a:pt x="350850" y="43573"/>
                </a:lnTo>
                <a:lnTo>
                  <a:pt x="360337" y="26314"/>
                </a:lnTo>
                <a:lnTo>
                  <a:pt x="374408" y="15722"/>
                </a:lnTo>
                <a:lnTo>
                  <a:pt x="391668" y="12128"/>
                </a:lnTo>
                <a:lnTo>
                  <a:pt x="405663" y="14427"/>
                </a:lnTo>
                <a:lnTo>
                  <a:pt x="417296" y="20828"/>
                </a:lnTo>
                <a:lnTo>
                  <a:pt x="425869" y="30568"/>
                </a:lnTo>
                <a:lnTo>
                  <a:pt x="430669" y="42887"/>
                </a:lnTo>
                <a:lnTo>
                  <a:pt x="443623" y="42887"/>
                </a:lnTo>
                <a:close/>
              </a:path>
              <a:path w="669290" h="135254">
                <a:moveTo>
                  <a:pt x="564946" y="132562"/>
                </a:moveTo>
                <a:lnTo>
                  <a:pt x="550811" y="93687"/>
                </a:lnTo>
                <a:lnTo>
                  <a:pt x="546658" y="82270"/>
                </a:lnTo>
                <a:lnTo>
                  <a:pt x="533552" y="46266"/>
                </a:lnTo>
                <a:lnTo>
                  <a:pt x="533552" y="82270"/>
                </a:lnTo>
                <a:lnTo>
                  <a:pt x="487337" y="82270"/>
                </a:lnTo>
                <a:lnTo>
                  <a:pt x="510057" y="18440"/>
                </a:lnTo>
                <a:lnTo>
                  <a:pt x="510895" y="18440"/>
                </a:lnTo>
                <a:lnTo>
                  <a:pt x="533552" y="82270"/>
                </a:lnTo>
                <a:lnTo>
                  <a:pt x="533552" y="46266"/>
                </a:lnTo>
                <a:lnTo>
                  <a:pt x="523430" y="18440"/>
                </a:lnTo>
                <a:lnTo>
                  <a:pt x="517398" y="1854"/>
                </a:lnTo>
                <a:lnTo>
                  <a:pt x="503555" y="1854"/>
                </a:lnTo>
                <a:lnTo>
                  <a:pt x="456006" y="132562"/>
                </a:lnTo>
                <a:lnTo>
                  <a:pt x="469468" y="132562"/>
                </a:lnTo>
                <a:lnTo>
                  <a:pt x="483323" y="93687"/>
                </a:lnTo>
                <a:lnTo>
                  <a:pt x="537629" y="93687"/>
                </a:lnTo>
                <a:lnTo>
                  <a:pt x="551421" y="132562"/>
                </a:lnTo>
                <a:lnTo>
                  <a:pt x="564946" y="132562"/>
                </a:lnTo>
                <a:close/>
              </a:path>
              <a:path w="669290" h="135254">
                <a:moveTo>
                  <a:pt x="669099" y="97650"/>
                </a:moveTo>
                <a:lnTo>
                  <a:pt x="645845" y="66725"/>
                </a:lnTo>
                <a:lnTo>
                  <a:pt x="619772" y="58585"/>
                </a:lnTo>
                <a:lnTo>
                  <a:pt x="610501" y="55410"/>
                </a:lnTo>
                <a:lnTo>
                  <a:pt x="602208" y="50736"/>
                </a:lnTo>
                <a:lnTo>
                  <a:pt x="596214" y="44157"/>
                </a:lnTo>
                <a:lnTo>
                  <a:pt x="593915" y="35229"/>
                </a:lnTo>
                <a:lnTo>
                  <a:pt x="596125" y="25730"/>
                </a:lnTo>
                <a:lnTo>
                  <a:pt x="602335" y="18211"/>
                </a:lnTo>
                <a:lnTo>
                  <a:pt x="611911" y="13271"/>
                </a:lnTo>
                <a:lnTo>
                  <a:pt x="624243" y="11493"/>
                </a:lnTo>
                <a:lnTo>
                  <a:pt x="635990" y="13106"/>
                </a:lnTo>
                <a:lnTo>
                  <a:pt x="645388" y="17741"/>
                </a:lnTo>
                <a:lnTo>
                  <a:pt x="651852" y="25057"/>
                </a:lnTo>
                <a:lnTo>
                  <a:pt x="654812" y="34721"/>
                </a:lnTo>
                <a:lnTo>
                  <a:pt x="667321" y="34721"/>
                </a:lnTo>
                <a:lnTo>
                  <a:pt x="663765" y="20866"/>
                </a:lnTo>
                <a:lnTo>
                  <a:pt x="654875" y="9867"/>
                </a:lnTo>
                <a:lnTo>
                  <a:pt x="641527" y="2616"/>
                </a:lnTo>
                <a:lnTo>
                  <a:pt x="624624" y="0"/>
                </a:lnTo>
                <a:lnTo>
                  <a:pt x="607555" y="2603"/>
                </a:lnTo>
                <a:lnTo>
                  <a:pt x="593852" y="9906"/>
                </a:lnTo>
                <a:lnTo>
                  <a:pt x="584720" y="21221"/>
                </a:lnTo>
                <a:lnTo>
                  <a:pt x="581418" y="35801"/>
                </a:lnTo>
                <a:lnTo>
                  <a:pt x="583603" y="47358"/>
                </a:lnTo>
                <a:lnTo>
                  <a:pt x="589978" y="56680"/>
                </a:lnTo>
                <a:lnTo>
                  <a:pt x="600202" y="63931"/>
                </a:lnTo>
                <a:lnTo>
                  <a:pt x="613956" y="69316"/>
                </a:lnTo>
                <a:lnTo>
                  <a:pt x="629602" y="73837"/>
                </a:lnTo>
                <a:lnTo>
                  <a:pt x="640499" y="77622"/>
                </a:lnTo>
                <a:lnTo>
                  <a:pt x="649033" y="82448"/>
                </a:lnTo>
                <a:lnTo>
                  <a:pt x="654596" y="88861"/>
                </a:lnTo>
                <a:lnTo>
                  <a:pt x="656590" y="97459"/>
                </a:lnTo>
                <a:lnTo>
                  <a:pt x="654113" y="107950"/>
                </a:lnTo>
                <a:lnTo>
                  <a:pt x="647230" y="116052"/>
                </a:lnTo>
                <a:lnTo>
                  <a:pt x="636727" y="121272"/>
                </a:lnTo>
                <a:lnTo>
                  <a:pt x="623404" y="123113"/>
                </a:lnTo>
                <a:lnTo>
                  <a:pt x="611238" y="121589"/>
                </a:lnTo>
                <a:lnTo>
                  <a:pt x="601256" y="117081"/>
                </a:lnTo>
                <a:lnTo>
                  <a:pt x="594271" y="109702"/>
                </a:lnTo>
                <a:lnTo>
                  <a:pt x="591108" y="99568"/>
                </a:lnTo>
                <a:lnTo>
                  <a:pt x="577964" y="99568"/>
                </a:lnTo>
                <a:lnTo>
                  <a:pt x="581888" y="113919"/>
                </a:lnTo>
                <a:lnTo>
                  <a:pt x="591108" y="125056"/>
                </a:lnTo>
                <a:lnTo>
                  <a:pt x="605129" y="132245"/>
                </a:lnTo>
                <a:lnTo>
                  <a:pt x="623404" y="134785"/>
                </a:lnTo>
                <a:lnTo>
                  <a:pt x="642658" y="131953"/>
                </a:lnTo>
                <a:lnTo>
                  <a:pt x="657021" y="124117"/>
                </a:lnTo>
                <a:lnTo>
                  <a:pt x="666000" y="112331"/>
                </a:lnTo>
                <a:lnTo>
                  <a:pt x="669099" y="97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 descr=""/>
          <p:cNvSpPr/>
          <p:nvPr/>
        </p:nvSpPr>
        <p:spPr>
          <a:xfrm>
            <a:off x="11279302" y="4150359"/>
            <a:ext cx="95885" cy="130810"/>
          </a:xfrm>
          <a:custGeom>
            <a:avLst/>
            <a:gdLst/>
            <a:ahLst/>
            <a:cxnLst/>
            <a:rect l="l" t="t" r="r" b="b"/>
            <a:pathLst>
              <a:path w="95884" h="130810">
                <a:moveTo>
                  <a:pt x="95605" y="0"/>
                </a:moveTo>
                <a:lnTo>
                  <a:pt x="0" y="0"/>
                </a:lnTo>
                <a:lnTo>
                  <a:pt x="0" y="11442"/>
                </a:lnTo>
                <a:lnTo>
                  <a:pt x="41427" y="11442"/>
                </a:lnTo>
                <a:lnTo>
                  <a:pt x="41427" y="130810"/>
                </a:lnTo>
                <a:lnTo>
                  <a:pt x="54317" y="130810"/>
                </a:lnTo>
                <a:lnTo>
                  <a:pt x="54317" y="11442"/>
                </a:lnTo>
                <a:lnTo>
                  <a:pt x="95605" y="11442"/>
                </a:lnTo>
                <a:lnTo>
                  <a:pt x="956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 descr=""/>
          <p:cNvSpPr/>
          <p:nvPr/>
        </p:nvSpPr>
        <p:spPr>
          <a:xfrm>
            <a:off x="11429703" y="4144796"/>
            <a:ext cx="53975" cy="156845"/>
          </a:xfrm>
          <a:custGeom>
            <a:avLst/>
            <a:gdLst/>
            <a:ahLst/>
            <a:cxnLst/>
            <a:rect l="l" t="t" r="r" b="b"/>
            <a:pathLst>
              <a:path w="53975" h="156845">
                <a:moveTo>
                  <a:pt x="53545" y="0"/>
                </a:moveTo>
                <a:lnTo>
                  <a:pt x="42121" y="0"/>
                </a:lnTo>
                <a:lnTo>
                  <a:pt x="0" y="156489"/>
                </a:lnTo>
                <a:lnTo>
                  <a:pt x="11423" y="156489"/>
                </a:lnTo>
                <a:lnTo>
                  <a:pt x="535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8" name="object 278" descr=""/>
          <p:cNvGrpSpPr/>
          <p:nvPr/>
        </p:nvGrpSpPr>
        <p:grpSpPr>
          <a:xfrm>
            <a:off x="11546243" y="4149072"/>
            <a:ext cx="845819" cy="135255"/>
            <a:chOff x="11546243" y="4149072"/>
            <a:chExt cx="845819" cy="135255"/>
          </a:xfrm>
        </p:grpSpPr>
        <p:pic>
          <p:nvPicPr>
            <p:cNvPr id="279" name="object 279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1546243" y="4150922"/>
              <a:ext cx="100710" cy="130705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11672225" y="4150922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5"/>
                  </a:lnTo>
                  <a:lnTo>
                    <a:pt x="12828" y="130705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1710199" y="4149072"/>
              <a:ext cx="445216" cy="134790"/>
            </a:xfrm>
            <a:prstGeom prst="rect">
              <a:avLst/>
            </a:prstGeom>
          </p:spPr>
        </p:pic>
        <p:pic>
          <p:nvPicPr>
            <p:cNvPr id="282" name="object 282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2180753" y="4149136"/>
              <a:ext cx="108750" cy="134279"/>
            </a:xfrm>
            <a:prstGeom prst="rect">
              <a:avLst/>
            </a:prstGeom>
          </p:spPr>
        </p:pic>
        <p:sp>
          <p:nvSpPr>
            <p:cNvPr id="283" name="object 283" descr=""/>
            <p:cNvSpPr/>
            <p:nvPr/>
          </p:nvSpPr>
          <p:spPr>
            <a:xfrm>
              <a:off x="12314009" y="4150359"/>
              <a:ext cx="78105" cy="130810"/>
            </a:xfrm>
            <a:custGeom>
              <a:avLst/>
              <a:gdLst/>
              <a:ahLst/>
              <a:cxnLst/>
              <a:rect l="l" t="t" r="r" b="b"/>
              <a:pathLst>
                <a:path w="78104" h="130810">
                  <a:moveTo>
                    <a:pt x="77724" y="119380"/>
                  </a:moveTo>
                  <a:lnTo>
                    <a:pt x="12827" y="119380"/>
                  </a:lnTo>
                  <a:lnTo>
                    <a:pt x="12827" y="71132"/>
                  </a:lnTo>
                  <a:lnTo>
                    <a:pt x="72491" y="71132"/>
                  </a:lnTo>
                  <a:lnTo>
                    <a:pt x="72491" y="59690"/>
                  </a:lnTo>
                  <a:lnTo>
                    <a:pt x="12827" y="59690"/>
                  </a:lnTo>
                  <a:lnTo>
                    <a:pt x="12827" y="11442"/>
                  </a:lnTo>
                  <a:lnTo>
                    <a:pt x="76581" y="11442"/>
                  </a:lnTo>
                  <a:lnTo>
                    <a:pt x="76581" y="0"/>
                  </a:lnTo>
                  <a:lnTo>
                    <a:pt x="0" y="0"/>
                  </a:lnTo>
                  <a:lnTo>
                    <a:pt x="0" y="11442"/>
                  </a:lnTo>
                  <a:lnTo>
                    <a:pt x="0" y="59690"/>
                  </a:lnTo>
                  <a:lnTo>
                    <a:pt x="0" y="71132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7724" y="130810"/>
                  </a:lnTo>
                  <a:lnTo>
                    <a:pt x="77724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4" name="object 284" descr=""/>
          <p:cNvPicPr/>
          <p:nvPr/>
        </p:nvPicPr>
        <p:blipFill>
          <a:blip r:embed="rId137" cstate="print"/>
          <a:stretch>
            <a:fillRect/>
          </a:stretch>
        </p:blipFill>
        <p:spPr>
          <a:xfrm>
            <a:off x="12455897" y="4136435"/>
            <a:ext cx="128408" cy="159297"/>
          </a:xfrm>
          <a:prstGeom prst="rect">
            <a:avLst/>
          </a:prstGeom>
        </p:spPr>
      </p:pic>
      <p:sp>
        <p:nvSpPr>
          <p:cNvPr id="285" name="object 285" descr=""/>
          <p:cNvSpPr/>
          <p:nvPr/>
        </p:nvSpPr>
        <p:spPr>
          <a:xfrm>
            <a:off x="12620612" y="4136389"/>
            <a:ext cx="141605" cy="154940"/>
          </a:xfrm>
          <a:custGeom>
            <a:avLst/>
            <a:gdLst/>
            <a:ahLst/>
            <a:cxnLst/>
            <a:rect l="l" t="t" r="r" b="b"/>
            <a:pathLst>
              <a:path w="141604" h="154939">
                <a:moveTo>
                  <a:pt x="73202" y="11607"/>
                </a:moveTo>
                <a:lnTo>
                  <a:pt x="61976" y="11607"/>
                </a:lnTo>
                <a:lnTo>
                  <a:pt x="61976" y="39370"/>
                </a:lnTo>
                <a:lnTo>
                  <a:pt x="61976" y="49530"/>
                </a:lnTo>
                <a:lnTo>
                  <a:pt x="61976" y="80010"/>
                </a:lnTo>
                <a:lnTo>
                  <a:pt x="11176" y="80010"/>
                </a:lnTo>
                <a:lnTo>
                  <a:pt x="11176" y="49530"/>
                </a:lnTo>
                <a:lnTo>
                  <a:pt x="61976" y="49530"/>
                </a:lnTo>
                <a:lnTo>
                  <a:pt x="61976" y="39370"/>
                </a:lnTo>
                <a:lnTo>
                  <a:pt x="11176" y="39370"/>
                </a:lnTo>
                <a:lnTo>
                  <a:pt x="11176" y="11430"/>
                </a:lnTo>
                <a:lnTo>
                  <a:pt x="0" y="11430"/>
                </a:lnTo>
                <a:lnTo>
                  <a:pt x="0" y="39370"/>
                </a:lnTo>
                <a:lnTo>
                  <a:pt x="0" y="49530"/>
                </a:lnTo>
                <a:lnTo>
                  <a:pt x="0" y="80010"/>
                </a:lnTo>
                <a:lnTo>
                  <a:pt x="0" y="90170"/>
                </a:lnTo>
                <a:lnTo>
                  <a:pt x="73202" y="90170"/>
                </a:lnTo>
                <a:lnTo>
                  <a:pt x="73202" y="39370"/>
                </a:lnTo>
                <a:lnTo>
                  <a:pt x="73202" y="11607"/>
                </a:lnTo>
                <a:close/>
              </a:path>
              <a:path w="141604" h="154939">
                <a:moveTo>
                  <a:pt x="124320" y="146050"/>
                </a:moveTo>
                <a:lnTo>
                  <a:pt x="29171" y="146050"/>
                </a:lnTo>
                <a:lnTo>
                  <a:pt x="29171" y="105410"/>
                </a:lnTo>
                <a:lnTo>
                  <a:pt x="17932" y="105410"/>
                </a:lnTo>
                <a:lnTo>
                  <a:pt x="17932" y="146050"/>
                </a:lnTo>
                <a:lnTo>
                  <a:pt x="17932" y="154940"/>
                </a:lnTo>
                <a:lnTo>
                  <a:pt x="124320" y="154940"/>
                </a:lnTo>
                <a:lnTo>
                  <a:pt x="124320" y="146050"/>
                </a:lnTo>
                <a:close/>
              </a:path>
              <a:path w="141604" h="154939">
                <a:moveTo>
                  <a:pt x="141173" y="49530"/>
                </a:moveTo>
                <a:lnTo>
                  <a:pt x="116535" y="49530"/>
                </a:lnTo>
                <a:lnTo>
                  <a:pt x="116535" y="0"/>
                </a:lnTo>
                <a:lnTo>
                  <a:pt x="105117" y="0"/>
                </a:lnTo>
                <a:lnTo>
                  <a:pt x="105117" y="49530"/>
                </a:lnTo>
                <a:lnTo>
                  <a:pt x="105117" y="59690"/>
                </a:lnTo>
                <a:lnTo>
                  <a:pt x="105117" y="116840"/>
                </a:lnTo>
                <a:lnTo>
                  <a:pt x="116535" y="116840"/>
                </a:lnTo>
                <a:lnTo>
                  <a:pt x="116535" y="59690"/>
                </a:lnTo>
                <a:lnTo>
                  <a:pt x="141173" y="59690"/>
                </a:lnTo>
                <a:lnTo>
                  <a:pt x="141173" y="49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6" name="object 286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12817443" y="4136626"/>
            <a:ext cx="291024" cy="158914"/>
          </a:xfrm>
          <a:prstGeom prst="rect">
            <a:avLst/>
          </a:prstGeom>
        </p:spPr>
      </p:pic>
      <p:grpSp>
        <p:nvGrpSpPr>
          <p:cNvPr id="287" name="object 287" descr=""/>
          <p:cNvGrpSpPr/>
          <p:nvPr/>
        </p:nvGrpSpPr>
        <p:grpSpPr>
          <a:xfrm>
            <a:off x="13182370" y="4136435"/>
            <a:ext cx="342265" cy="180975"/>
            <a:chOff x="13182370" y="4136435"/>
            <a:chExt cx="342265" cy="180975"/>
          </a:xfrm>
        </p:grpSpPr>
        <p:pic>
          <p:nvPicPr>
            <p:cNvPr id="288" name="object 288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3182370" y="4136435"/>
              <a:ext cx="290641" cy="159042"/>
            </a:xfrm>
            <a:prstGeom prst="rect">
              <a:avLst/>
            </a:prstGeom>
          </p:spPr>
        </p:pic>
        <p:sp>
          <p:nvSpPr>
            <p:cNvPr id="289" name="object 289" descr=""/>
            <p:cNvSpPr/>
            <p:nvPr/>
          </p:nvSpPr>
          <p:spPr>
            <a:xfrm>
              <a:off x="13500518" y="4270523"/>
              <a:ext cx="24130" cy="46990"/>
            </a:xfrm>
            <a:custGeom>
              <a:avLst/>
              <a:gdLst/>
              <a:ahLst/>
              <a:cxnLst/>
              <a:rect l="l" t="t" r="r" b="b"/>
              <a:pathLst>
                <a:path w="24130" h="46989">
                  <a:moveTo>
                    <a:pt x="23741" y="0"/>
                  </a:moveTo>
                  <a:lnTo>
                    <a:pt x="10148" y="0"/>
                  </a:lnTo>
                  <a:lnTo>
                    <a:pt x="0" y="46780"/>
                  </a:lnTo>
                  <a:lnTo>
                    <a:pt x="10594" y="46780"/>
                  </a:lnTo>
                  <a:lnTo>
                    <a:pt x="237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0" name="object 290" descr=""/>
          <p:cNvGrpSpPr/>
          <p:nvPr/>
        </p:nvGrpSpPr>
        <p:grpSpPr>
          <a:xfrm>
            <a:off x="13587945" y="4149136"/>
            <a:ext cx="911860" cy="134620"/>
            <a:chOff x="13587945" y="4149136"/>
            <a:chExt cx="911860" cy="134620"/>
          </a:xfrm>
        </p:grpSpPr>
        <p:pic>
          <p:nvPicPr>
            <p:cNvPr id="291" name="object 291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3587945" y="4150922"/>
              <a:ext cx="230011" cy="130706"/>
            </a:xfrm>
            <a:prstGeom prst="rect">
              <a:avLst/>
            </a:prstGeom>
          </p:spPr>
        </p:pic>
        <p:sp>
          <p:nvSpPr>
            <p:cNvPr id="292" name="object 292" descr=""/>
            <p:cNvSpPr/>
            <p:nvPr/>
          </p:nvSpPr>
          <p:spPr>
            <a:xfrm>
              <a:off x="13849037" y="4150922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5"/>
                  </a:lnTo>
                  <a:lnTo>
                    <a:pt x="12828" y="130705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3" name="object 293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3892882" y="4149136"/>
              <a:ext cx="490337" cy="134279"/>
            </a:xfrm>
            <a:prstGeom prst="rect">
              <a:avLst/>
            </a:prstGeom>
          </p:spPr>
        </p:pic>
        <p:pic>
          <p:nvPicPr>
            <p:cNvPr id="294" name="object 294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4408494" y="4150922"/>
              <a:ext cx="90689" cy="130705"/>
            </a:xfrm>
            <a:prstGeom prst="rect">
              <a:avLst/>
            </a:prstGeom>
          </p:spPr>
        </p:pic>
      </p:grpSp>
      <p:grpSp>
        <p:nvGrpSpPr>
          <p:cNvPr id="295" name="object 295" descr=""/>
          <p:cNvGrpSpPr/>
          <p:nvPr/>
        </p:nvGrpSpPr>
        <p:grpSpPr>
          <a:xfrm>
            <a:off x="14555500" y="4144859"/>
            <a:ext cx="1413510" cy="163830"/>
            <a:chOff x="14555500" y="4144859"/>
            <a:chExt cx="1413510" cy="163830"/>
          </a:xfrm>
        </p:grpSpPr>
        <p:sp>
          <p:nvSpPr>
            <p:cNvPr id="296" name="object 296" descr=""/>
            <p:cNvSpPr/>
            <p:nvPr/>
          </p:nvSpPr>
          <p:spPr>
            <a:xfrm>
              <a:off x="14555495" y="4150359"/>
              <a:ext cx="95885" cy="130810"/>
            </a:xfrm>
            <a:custGeom>
              <a:avLst/>
              <a:gdLst/>
              <a:ahLst/>
              <a:cxnLst/>
              <a:rect l="l" t="t" r="r" b="b"/>
              <a:pathLst>
                <a:path w="95884" h="130810">
                  <a:moveTo>
                    <a:pt x="95605" y="0"/>
                  </a:moveTo>
                  <a:lnTo>
                    <a:pt x="0" y="0"/>
                  </a:lnTo>
                  <a:lnTo>
                    <a:pt x="0" y="11442"/>
                  </a:lnTo>
                  <a:lnTo>
                    <a:pt x="41414" y="11442"/>
                  </a:lnTo>
                  <a:lnTo>
                    <a:pt x="41414" y="130810"/>
                  </a:lnTo>
                  <a:lnTo>
                    <a:pt x="54305" y="130810"/>
                  </a:lnTo>
                  <a:lnTo>
                    <a:pt x="54305" y="11442"/>
                  </a:lnTo>
                  <a:lnTo>
                    <a:pt x="95605" y="11442"/>
                  </a:lnTo>
                  <a:lnTo>
                    <a:pt x="956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4674335" y="4150922"/>
              <a:ext cx="90689" cy="130705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14785128" y="4150922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5"/>
                  </a:lnTo>
                  <a:lnTo>
                    <a:pt x="12828" y="130705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9" name="object 299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4823229" y="4149136"/>
              <a:ext cx="109964" cy="134279"/>
            </a:xfrm>
            <a:prstGeom prst="rect">
              <a:avLst/>
            </a:prstGeom>
          </p:spPr>
        </p:pic>
        <p:pic>
          <p:nvPicPr>
            <p:cNvPr id="300" name="object 300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4953553" y="4149136"/>
              <a:ext cx="109963" cy="134279"/>
            </a:xfrm>
            <a:prstGeom prst="rect">
              <a:avLst/>
            </a:prstGeom>
          </p:spPr>
        </p:pic>
        <p:sp>
          <p:nvSpPr>
            <p:cNvPr id="301" name="object 301" descr=""/>
            <p:cNvSpPr/>
            <p:nvPr/>
          </p:nvSpPr>
          <p:spPr>
            <a:xfrm>
              <a:off x="15089619" y="4150359"/>
              <a:ext cx="78105" cy="130810"/>
            </a:xfrm>
            <a:custGeom>
              <a:avLst/>
              <a:gdLst/>
              <a:ahLst/>
              <a:cxnLst/>
              <a:rect l="l" t="t" r="r" b="b"/>
              <a:pathLst>
                <a:path w="78105" h="130810">
                  <a:moveTo>
                    <a:pt x="77724" y="119380"/>
                  </a:moveTo>
                  <a:lnTo>
                    <a:pt x="12827" y="119380"/>
                  </a:lnTo>
                  <a:lnTo>
                    <a:pt x="12827" y="71132"/>
                  </a:lnTo>
                  <a:lnTo>
                    <a:pt x="72491" y="71132"/>
                  </a:lnTo>
                  <a:lnTo>
                    <a:pt x="72491" y="59690"/>
                  </a:lnTo>
                  <a:lnTo>
                    <a:pt x="12827" y="59690"/>
                  </a:lnTo>
                  <a:lnTo>
                    <a:pt x="12827" y="11442"/>
                  </a:lnTo>
                  <a:lnTo>
                    <a:pt x="76581" y="11442"/>
                  </a:lnTo>
                  <a:lnTo>
                    <a:pt x="76581" y="0"/>
                  </a:lnTo>
                  <a:lnTo>
                    <a:pt x="0" y="0"/>
                  </a:lnTo>
                  <a:lnTo>
                    <a:pt x="0" y="11442"/>
                  </a:lnTo>
                  <a:lnTo>
                    <a:pt x="0" y="59690"/>
                  </a:lnTo>
                  <a:lnTo>
                    <a:pt x="0" y="71132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7724" y="130810"/>
                  </a:lnTo>
                  <a:lnTo>
                    <a:pt x="77724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5193392" y="4150922"/>
              <a:ext cx="90689" cy="130705"/>
            </a:xfrm>
            <a:prstGeom prst="rect">
              <a:avLst/>
            </a:prstGeom>
          </p:spPr>
        </p:pic>
        <p:pic>
          <p:nvPicPr>
            <p:cNvPr id="303" name="object 303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5306738" y="4144859"/>
              <a:ext cx="498252" cy="163382"/>
            </a:xfrm>
            <a:prstGeom prst="rect">
              <a:avLst/>
            </a:prstGeom>
          </p:spPr>
        </p:pic>
        <p:pic>
          <p:nvPicPr>
            <p:cNvPr id="304" name="object 304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5829497" y="4144859"/>
              <a:ext cx="139001" cy="163382"/>
            </a:xfrm>
            <a:prstGeom prst="rect">
              <a:avLst/>
            </a:prstGeom>
          </p:spPr>
        </p:pic>
      </p:grpSp>
      <p:grpSp>
        <p:nvGrpSpPr>
          <p:cNvPr id="305" name="object 305" descr=""/>
          <p:cNvGrpSpPr/>
          <p:nvPr/>
        </p:nvGrpSpPr>
        <p:grpSpPr>
          <a:xfrm>
            <a:off x="9577563" y="4450612"/>
            <a:ext cx="365125" cy="160020"/>
            <a:chOff x="9577563" y="4450612"/>
            <a:chExt cx="365125" cy="160020"/>
          </a:xfrm>
        </p:grpSpPr>
        <p:sp>
          <p:nvSpPr>
            <p:cNvPr id="306" name="object 306" descr=""/>
            <p:cNvSpPr/>
            <p:nvPr/>
          </p:nvSpPr>
          <p:spPr>
            <a:xfrm>
              <a:off x="9577563" y="4524772"/>
              <a:ext cx="55244" cy="11430"/>
            </a:xfrm>
            <a:custGeom>
              <a:avLst/>
              <a:gdLst/>
              <a:ahLst/>
              <a:cxnLst/>
              <a:rect l="l" t="t" r="r" b="b"/>
              <a:pathLst>
                <a:path w="55245" h="11429">
                  <a:moveTo>
                    <a:pt x="54950" y="0"/>
                  </a:moveTo>
                  <a:lnTo>
                    <a:pt x="0" y="0"/>
                  </a:lnTo>
                  <a:lnTo>
                    <a:pt x="0" y="11359"/>
                  </a:lnTo>
                  <a:lnTo>
                    <a:pt x="54950" y="11359"/>
                  </a:lnTo>
                  <a:lnTo>
                    <a:pt x="54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9658808" y="4450612"/>
              <a:ext cx="283557" cy="159488"/>
            </a:xfrm>
            <a:prstGeom prst="rect">
              <a:avLst/>
            </a:prstGeom>
          </p:spPr>
        </p:pic>
      </p:grpSp>
      <p:grpSp>
        <p:nvGrpSpPr>
          <p:cNvPr id="308" name="object 308" descr=""/>
          <p:cNvGrpSpPr/>
          <p:nvPr/>
        </p:nvGrpSpPr>
        <p:grpSpPr>
          <a:xfrm>
            <a:off x="10014797" y="4450612"/>
            <a:ext cx="505459" cy="160020"/>
            <a:chOff x="10014797" y="4450612"/>
            <a:chExt cx="505459" cy="160020"/>
          </a:xfrm>
        </p:grpSpPr>
        <p:pic>
          <p:nvPicPr>
            <p:cNvPr id="309" name="object 309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0014797" y="4450612"/>
              <a:ext cx="131088" cy="159488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0175051" y="4462290"/>
              <a:ext cx="145831" cy="125280"/>
            </a:xfrm>
            <a:prstGeom prst="rect">
              <a:avLst/>
            </a:prstGeom>
          </p:spPr>
        </p:pic>
        <p:pic>
          <p:nvPicPr>
            <p:cNvPr id="311" name="object 311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0342709" y="4450612"/>
              <a:ext cx="126812" cy="156999"/>
            </a:xfrm>
            <a:prstGeom prst="rect">
              <a:avLst/>
            </a:prstGeom>
          </p:spPr>
        </p:pic>
        <p:sp>
          <p:nvSpPr>
            <p:cNvPr id="312" name="object 312" descr=""/>
            <p:cNvSpPr/>
            <p:nvPr/>
          </p:nvSpPr>
          <p:spPr>
            <a:xfrm>
              <a:off x="10500603" y="4491201"/>
              <a:ext cx="19685" cy="85725"/>
            </a:xfrm>
            <a:custGeom>
              <a:avLst/>
              <a:gdLst/>
              <a:ahLst/>
              <a:cxnLst/>
              <a:rect l="l" t="t" r="r" b="b"/>
              <a:pathLst>
                <a:path w="19684" h="85725">
                  <a:moveTo>
                    <a:pt x="15061" y="0"/>
                  </a:moveTo>
                  <a:lnTo>
                    <a:pt x="4467" y="0"/>
                  </a:lnTo>
                  <a:lnTo>
                    <a:pt x="0" y="4339"/>
                  </a:lnTo>
                  <a:lnTo>
                    <a:pt x="0" y="14933"/>
                  </a:lnTo>
                  <a:lnTo>
                    <a:pt x="4467" y="19273"/>
                  </a:lnTo>
                  <a:lnTo>
                    <a:pt x="15061" y="19273"/>
                  </a:lnTo>
                  <a:lnTo>
                    <a:pt x="19401" y="14933"/>
                  </a:lnTo>
                  <a:lnTo>
                    <a:pt x="19401" y="4339"/>
                  </a:lnTo>
                  <a:lnTo>
                    <a:pt x="15061" y="0"/>
                  </a:lnTo>
                  <a:close/>
                </a:path>
                <a:path w="19684" h="85725">
                  <a:moveTo>
                    <a:pt x="15061" y="66182"/>
                  </a:moveTo>
                  <a:lnTo>
                    <a:pt x="4467" y="66182"/>
                  </a:lnTo>
                  <a:lnTo>
                    <a:pt x="0" y="70522"/>
                  </a:lnTo>
                  <a:lnTo>
                    <a:pt x="0" y="81116"/>
                  </a:lnTo>
                  <a:lnTo>
                    <a:pt x="4467" y="85456"/>
                  </a:lnTo>
                  <a:lnTo>
                    <a:pt x="15061" y="85456"/>
                  </a:lnTo>
                  <a:lnTo>
                    <a:pt x="19401" y="81116"/>
                  </a:lnTo>
                  <a:lnTo>
                    <a:pt x="19401" y="70522"/>
                  </a:lnTo>
                  <a:lnTo>
                    <a:pt x="15061" y="66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3" name="object 313" descr=""/>
          <p:cNvGrpSpPr/>
          <p:nvPr/>
        </p:nvGrpSpPr>
        <p:grpSpPr>
          <a:xfrm>
            <a:off x="10592850" y="4463248"/>
            <a:ext cx="1020444" cy="135255"/>
            <a:chOff x="10592850" y="4463248"/>
            <a:chExt cx="1020444" cy="135255"/>
          </a:xfrm>
        </p:grpSpPr>
        <p:sp>
          <p:nvSpPr>
            <p:cNvPr id="314" name="object 314" descr=""/>
            <p:cNvSpPr/>
            <p:nvPr/>
          </p:nvSpPr>
          <p:spPr>
            <a:xfrm>
              <a:off x="10592850" y="4465098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6"/>
                  </a:lnTo>
                  <a:lnTo>
                    <a:pt x="12828" y="130706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5" name="object 315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0630823" y="4463248"/>
              <a:ext cx="91137" cy="134789"/>
            </a:xfrm>
            <a:prstGeom prst="rect">
              <a:avLst/>
            </a:prstGeom>
          </p:spPr>
        </p:pic>
        <p:pic>
          <p:nvPicPr>
            <p:cNvPr id="316" name="object 316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0747106" y="4465098"/>
              <a:ext cx="88392" cy="130706"/>
            </a:xfrm>
            <a:prstGeom prst="rect">
              <a:avLst/>
            </a:prstGeom>
          </p:spPr>
        </p:pic>
        <p:pic>
          <p:nvPicPr>
            <p:cNvPr id="317" name="object 317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0860644" y="4463312"/>
              <a:ext cx="205950" cy="134279"/>
            </a:xfrm>
            <a:prstGeom prst="rect">
              <a:avLst/>
            </a:prstGeom>
          </p:spPr>
        </p:pic>
        <p:pic>
          <p:nvPicPr>
            <p:cNvPr id="318" name="object 318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1086123" y="4463312"/>
              <a:ext cx="108751" cy="134279"/>
            </a:xfrm>
            <a:prstGeom prst="rect">
              <a:avLst/>
            </a:prstGeom>
          </p:spPr>
        </p:pic>
        <p:sp>
          <p:nvSpPr>
            <p:cNvPr id="319" name="object 319" descr=""/>
            <p:cNvSpPr/>
            <p:nvPr/>
          </p:nvSpPr>
          <p:spPr>
            <a:xfrm>
              <a:off x="11219371" y="4465103"/>
              <a:ext cx="125730" cy="130810"/>
            </a:xfrm>
            <a:custGeom>
              <a:avLst/>
              <a:gdLst/>
              <a:ahLst/>
              <a:cxnLst/>
              <a:rect l="l" t="t" r="r" b="b"/>
              <a:pathLst>
                <a:path w="125729" h="130810">
                  <a:moveTo>
                    <a:pt x="93624" y="0"/>
                  </a:moveTo>
                  <a:lnTo>
                    <a:pt x="76847" y="0"/>
                  </a:lnTo>
                  <a:lnTo>
                    <a:pt x="14173" y="69316"/>
                  </a:lnTo>
                  <a:lnTo>
                    <a:pt x="12827" y="69316"/>
                  </a:lnTo>
                  <a:lnTo>
                    <a:pt x="12827" y="0"/>
                  </a:lnTo>
                  <a:lnTo>
                    <a:pt x="0" y="0"/>
                  </a:lnTo>
                  <a:lnTo>
                    <a:pt x="0" y="130708"/>
                  </a:lnTo>
                  <a:lnTo>
                    <a:pt x="12827" y="130708"/>
                  </a:lnTo>
                  <a:lnTo>
                    <a:pt x="12827" y="88455"/>
                  </a:lnTo>
                  <a:lnTo>
                    <a:pt x="30124" y="69113"/>
                  </a:lnTo>
                  <a:lnTo>
                    <a:pt x="77673" y="130708"/>
                  </a:lnTo>
                  <a:lnTo>
                    <a:pt x="93433" y="130708"/>
                  </a:lnTo>
                  <a:lnTo>
                    <a:pt x="38112" y="60185"/>
                  </a:lnTo>
                  <a:lnTo>
                    <a:pt x="93624" y="0"/>
                  </a:lnTo>
                  <a:close/>
                </a:path>
                <a:path w="125729" h="130810">
                  <a:moveTo>
                    <a:pt x="125412" y="0"/>
                  </a:moveTo>
                  <a:lnTo>
                    <a:pt x="112585" y="0"/>
                  </a:lnTo>
                  <a:lnTo>
                    <a:pt x="112585" y="130708"/>
                  </a:lnTo>
                  <a:lnTo>
                    <a:pt x="125412" y="130708"/>
                  </a:lnTo>
                  <a:lnTo>
                    <a:pt x="125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1375808" y="4465098"/>
              <a:ext cx="102177" cy="130706"/>
            </a:xfrm>
            <a:prstGeom prst="rect">
              <a:avLst/>
            </a:prstGeom>
          </p:spPr>
        </p:pic>
        <p:pic>
          <p:nvPicPr>
            <p:cNvPr id="321" name="object 321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1503322" y="4463312"/>
              <a:ext cx="109964" cy="134279"/>
            </a:xfrm>
            <a:prstGeom prst="rect">
              <a:avLst/>
            </a:prstGeom>
          </p:spPr>
        </p:pic>
      </p:grpSp>
      <p:pic>
        <p:nvPicPr>
          <p:cNvPr id="322" name="object 322" descr=""/>
          <p:cNvPicPr/>
          <p:nvPr/>
        </p:nvPicPr>
        <p:blipFill>
          <a:blip r:embed="rId154" cstate="print"/>
          <a:stretch>
            <a:fillRect/>
          </a:stretch>
        </p:blipFill>
        <p:spPr>
          <a:xfrm>
            <a:off x="11683313" y="4465098"/>
            <a:ext cx="88392" cy="130706"/>
          </a:xfrm>
          <a:prstGeom prst="rect">
            <a:avLst/>
          </a:prstGeom>
        </p:spPr>
      </p:pic>
      <p:grpSp>
        <p:nvGrpSpPr>
          <p:cNvPr id="323" name="object 323" descr=""/>
          <p:cNvGrpSpPr/>
          <p:nvPr/>
        </p:nvGrpSpPr>
        <p:grpSpPr>
          <a:xfrm>
            <a:off x="11791108" y="4463312"/>
            <a:ext cx="385445" cy="168275"/>
            <a:chOff x="11791108" y="4463312"/>
            <a:chExt cx="385445" cy="168275"/>
          </a:xfrm>
        </p:grpSpPr>
        <p:pic>
          <p:nvPicPr>
            <p:cNvPr id="324" name="object 324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1924238" y="4463312"/>
              <a:ext cx="113601" cy="134279"/>
            </a:xfrm>
            <a:prstGeom prst="rect">
              <a:avLst/>
            </a:prstGeom>
          </p:spPr>
        </p:pic>
        <p:pic>
          <p:nvPicPr>
            <p:cNvPr id="325" name="object 325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1791108" y="4463312"/>
              <a:ext cx="113601" cy="134279"/>
            </a:xfrm>
            <a:prstGeom prst="rect">
              <a:avLst/>
            </a:prstGeom>
          </p:spPr>
        </p:pic>
        <p:pic>
          <p:nvPicPr>
            <p:cNvPr id="326" name="object 326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2063113" y="4465319"/>
              <a:ext cx="112834" cy="166160"/>
            </a:xfrm>
            <a:prstGeom prst="rect">
              <a:avLst/>
            </a:prstGeom>
          </p:spPr>
        </p:pic>
      </p:grpSp>
      <p:grpSp>
        <p:nvGrpSpPr>
          <p:cNvPr id="327" name="object 327" descr=""/>
          <p:cNvGrpSpPr/>
          <p:nvPr/>
        </p:nvGrpSpPr>
        <p:grpSpPr>
          <a:xfrm>
            <a:off x="12245795" y="4463312"/>
            <a:ext cx="1024890" cy="134620"/>
            <a:chOff x="12245795" y="4463312"/>
            <a:chExt cx="1024890" cy="134620"/>
          </a:xfrm>
        </p:grpSpPr>
        <p:pic>
          <p:nvPicPr>
            <p:cNvPr id="328" name="object 328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2245795" y="4463312"/>
              <a:ext cx="241116" cy="134279"/>
            </a:xfrm>
            <a:prstGeom prst="rect">
              <a:avLst/>
            </a:prstGeom>
          </p:spPr>
        </p:pic>
        <p:pic>
          <p:nvPicPr>
            <p:cNvPr id="329" name="object 329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2506442" y="4463312"/>
              <a:ext cx="113601" cy="134279"/>
            </a:xfrm>
            <a:prstGeom prst="rect">
              <a:avLst/>
            </a:prstGeom>
          </p:spPr>
        </p:pic>
        <p:sp>
          <p:nvSpPr>
            <p:cNvPr id="330" name="object 330" descr=""/>
            <p:cNvSpPr/>
            <p:nvPr/>
          </p:nvSpPr>
          <p:spPr>
            <a:xfrm>
              <a:off x="12645314" y="4465319"/>
              <a:ext cx="74930" cy="130810"/>
            </a:xfrm>
            <a:custGeom>
              <a:avLst/>
              <a:gdLst/>
              <a:ahLst/>
              <a:cxnLst/>
              <a:rect l="l" t="t" r="r" b="b"/>
              <a:pathLst>
                <a:path w="74929" h="130810">
                  <a:moveTo>
                    <a:pt x="74790" y="119380"/>
                  </a:moveTo>
                  <a:lnTo>
                    <a:pt x="12827" y="119380"/>
                  </a:lnTo>
                  <a:lnTo>
                    <a:pt x="12827" y="0"/>
                  </a:lnTo>
                  <a:lnTo>
                    <a:pt x="0" y="0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4790" y="130810"/>
                  </a:lnTo>
                  <a:lnTo>
                    <a:pt x="74790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1" name="object 331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2743410" y="4465098"/>
              <a:ext cx="100708" cy="130706"/>
            </a:xfrm>
            <a:prstGeom prst="rect">
              <a:avLst/>
            </a:prstGeom>
          </p:spPr>
        </p:pic>
        <p:pic>
          <p:nvPicPr>
            <p:cNvPr id="332" name="object 332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2863649" y="4463312"/>
              <a:ext cx="406539" cy="134279"/>
            </a:xfrm>
            <a:prstGeom prst="rect">
              <a:avLst/>
            </a:prstGeom>
          </p:spPr>
        </p:pic>
      </p:grpSp>
      <p:grpSp>
        <p:nvGrpSpPr>
          <p:cNvPr id="333" name="object 333" descr=""/>
          <p:cNvGrpSpPr/>
          <p:nvPr/>
        </p:nvGrpSpPr>
        <p:grpSpPr>
          <a:xfrm>
            <a:off x="13337491" y="4465098"/>
            <a:ext cx="548005" cy="167005"/>
            <a:chOff x="13337491" y="4465098"/>
            <a:chExt cx="548005" cy="167005"/>
          </a:xfrm>
        </p:grpSpPr>
        <p:sp>
          <p:nvSpPr>
            <p:cNvPr id="334" name="object 334" descr=""/>
            <p:cNvSpPr/>
            <p:nvPr/>
          </p:nvSpPr>
          <p:spPr>
            <a:xfrm>
              <a:off x="13337489" y="4465103"/>
              <a:ext cx="132080" cy="131445"/>
            </a:xfrm>
            <a:custGeom>
              <a:avLst/>
              <a:gdLst/>
              <a:ahLst/>
              <a:cxnLst/>
              <a:rect l="l" t="t" r="r" b="b"/>
              <a:pathLst>
                <a:path w="132080" h="131445">
                  <a:moveTo>
                    <a:pt x="95605" y="215"/>
                  </a:moveTo>
                  <a:lnTo>
                    <a:pt x="0" y="215"/>
                  </a:lnTo>
                  <a:lnTo>
                    <a:pt x="0" y="11645"/>
                  </a:lnTo>
                  <a:lnTo>
                    <a:pt x="41414" y="11645"/>
                  </a:lnTo>
                  <a:lnTo>
                    <a:pt x="41414" y="131025"/>
                  </a:lnTo>
                  <a:lnTo>
                    <a:pt x="54305" y="131025"/>
                  </a:lnTo>
                  <a:lnTo>
                    <a:pt x="54305" y="11645"/>
                  </a:lnTo>
                  <a:lnTo>
                    <a:pt x="95605" y="11645"/>
                  </a:lnTo>
                  <a:lnTo>
                    <a:pt x="95605" y="215"/>
                  </a:lnTo>
                  <a:close/>
                </a:path>
                <a:path w="132080" h="131445">
                  <a:moveTo>
                    <a:pt x="131660" y="0"/>
                  </a:moveTo>
                  <a:lnTo>
                    <a:pt x="118833" y="0"/>
                  </a:lnTo>
                  <a:lnTo>
                    <a:pt x="118833" y="130708"/>
                  </a:lnTo>
                  <a:lnTo>
                    <a:pt x="131660" y="130708"/>
                  </a:lnTo>
                  <a:lnTo>
                    <a:pt x="131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5" name="object 335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3500170" y="4465098"/>
              <a:ext cx="124642" cy="130706"/>
            </a:xfrm>
            <a:prstGeom prst="rect">
              <a:avLst/>
            </a:prstGeom>
          </p:spPr>
        </p:pic>
        <p:sp>
          <p:nvSpPr>
            <p:cNvPr id="336" name="object 336" descr=""/>
            <p:cNvSpPr/>
            <p:nvPr/>
          </p:nvSpPr>
          <p:spPr>
            <a:xfrm>
              <a:off x="13655891" y="4465319"/>
              <a:ext cx="78105" cy="130810"/>
            </a:xfrm>
            <a:custGeom>
              <a:avLst/>
              <a:gdLst/>
              <a:ahLst/>
              <a:cxnLst/>
              <a:rect l="l" t="t" r="r" b="b"/>
              <a:pathLst>
                <a:path w="78105" h="130810">
                  <a:moveTo>
                    <a:pt x="77736" y="119380"/>
                  </a:moveTo>
                  <a:lnTo>
                    <a:pt x="12827" y="119380"/>
                  </a:lnTo>
                  <a:lnTo>
                    <a:pt x="12827" y="71120"/>
                  </a:lnTo>
                  <a:lnTo>
                    <a:pt x="72504" y="71120"/>
                  </a:lnTo>
                  <a:lnTo>
                    <a:pt x="72504" y="59702"/>
                  </a:lnTo>
                  <a:lnTo>
                    <a:pt x="12827" y="59702"/>
                  </a:lnTo>
                  <a:lnTo>
                    <a:pt x="12827" y="11430"/>
                  </a:lnTo>
                  <a:lnTo>
                    <a:pt x="76581" y="11430"/>
                  </a:lnTo>
                  <a:lnTo>
                    <a:pt x="76581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59702"/>
                  </a:lnTo>
                  <a:lnTo>
                    <a:pt x="0" y="71120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7736" y="130810"/>
                  </a:lnTo>
                  <a:lnTo>
                    <a:pt x="77736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7" name="object 337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3759668" y="4465098"/>
              <a:ext cx="125534" cy="166381"/>
            </a:xfrm>
            <a:prstGeom prst="rect">
              <a:avLst/>
            </a:prstGeom>
          </p:spPr>
        </p:pic>
      </p:grpSp>
      <p:grpSp>
        <p:nvGrpSpPr>
          <p:cNvPr id="338" name="object 338" descr=""/>
          <p:cNvGrpSpPr/>
          <p:nvPr/>
        </p:nvGrpSpPr>
        <p:grpSpPr>
          <a:xfrm>
            <a:off x="13952343" y="4450612"/>
            <a:ext cx="291465" cy="159385"/>
            <a:chOff x="13952343" y="4450612"/>
            <a:chExt cx="291465" cy="159385"/>
          </a:xfrm>
        </p:grpSpPr>
        <p:sp>
          <p:nvSpPr>
            <p:cNvPr id="339" name="object 339" descr=""/>
            <p:cNvSpPr/>
            <p:nvPr/>
          </p:nvSpPr>
          <p:spPr>
            <a:xfrm>
              <a:off x="13971360" y="4458969"/>
              <a:ext cx="109220" cy="55880"/>
            </a:xfrm>
            <a:custGeom>
              <a:avLst/>
              <a:gdLst/>
              <a:ahLst/>
              <a:cxnLst/>
              <a:rect l="l" t="t" r="r" b="b"/>
              <a:pathLst>
                <a:path w="109219" h="55879">
                  <a:moveTo>
                    <a:pt x="109067" y="47002"/>
                  </a:moveTo>
                  <a:lnTo>
                    <a:pt x="11353" y="47002"/>
                  </a:lnTo>
                  <a:lnTo>
                    <a:pt x="11353" y="0"/>
                  </a:lnTo>
                  <a:lnTo>
                    <a:pt x="0" y="0"/>
                  </a:lnTo>
                  <a:lnTo>
                    <a:pt x="0" y="47002"/>
                  </a:lnTo>
                  <a:lnTo>
                    <a:pt x="0" y="55880"/>
                  </a:lnTo>
                  <a:lnTo>
                    <a:pt x="109067" y="55880"/>
                  </a:lnTo>
                  <a:lnTo>
                    <a:pt x="109067" y="470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3952343" y="4450612"/>
              <a:ext cx="291088" cy="159297"/>
            </a:xfrm>
            <a:prstGeom prst="rect">
              <a:avLst/>
            </a:prstGeom>
          </p:spPr>
        </p:pic>
      </p:grpSp>
      <p:grpSp>
        <p:nvGrpSpPr>
          <p:cNvPr id="341" name="object 341" descr=""/>
          <p:cNvGrpSpPr/>
          <p:nvPr/>
        </p:nvGrpSpPr>
        <p:grpSpPr>
          <a:xfrm>
            <a:off x="14317014" y="4449590"/>
            <a:ext cx="304800" cy="160655"/>
            <a:chOff x="14317014" y="4449590"/>
            <a:chExt cx="304800" cy="160655"/>
          </a:xfrm>
        </p:grpSpPr>
        <p:pic>
          <p:nvPicPr>
            <p:cNvPr id="342" name="object 342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4317014" y="4449590"/>
              <a:ext cx="137725" cy="159553"/>
            </a:xfrm>
            <a:prstGeom prst="rect">
              <a:avLst/>
            </a:prstGeom>
          </p:spPr>
        </p:pic>
        <p:pic>
          <p:nvPicPr>
            <p:cNvPr id="343" name="object 343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4476183" y="4456674"/>
              <a:ext cx="145129" cy="153234"/>
            </a:xfrm>
            <a:prstGeom prst="rect">
              <a:avLst/>
            </a:prstGeom>
          </p:spPr>
        </p:pic>
      </p:grpSp>
      <p:grpSp>
        <p:nvGrpSpPr>
          <p:cNvPr id="344" name="object 344" descr=""/>
          <p:cNvGrpSpPr/>
          <p:nvPr/>
        </p:nvGrpSpPr>
        <p:grpSpPr>
          <a:xfrm>
            <a:off x="14678941" y="4450548"/>
            <a:ext cx="683895" cy="172085"/>
            <a:chOff x="14678941" y="4450548"/>
            <a:chExt cx="683895" cy="172085"/>
          </a:xfrm>
        </p:grpSpPr>
        <p:pic>
          <p:nvPicPr>
            <p:cNvPr id="345" name="object 345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4678941" y="4450612"/>
              <a:ext cx="137088" cy="159297"/>
            </a:xfrm>
            <a:prstGeom prst="rect">
              <a:avLst/>
            </a:prstGeom>
          </p:spPr>
        </p:pic>
        <p:pic>
          <p:nvPicPr>
            <p:cNvPr id="346" name="object 346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4840791" y="4450803"/>
              <a:ext cx="148065" cy="155276"/>
            </a:xfrm>
            <a:prstGeom prst="rect">
              <a:avLst/>
            </a:prstGeom>
          </p:spPr>
        </p:pic>
        <p:sp>
          <p:nvSpPr>
            <p:cNvPr id="347" name="object 347" descr=""/>
            <p:cNvSpPr/>
            <p:nvPr/>
          </p:nvSpPr>
          <p:spPr>
            <a:xfrm>
              <a:off x="15011065" y="4459036"/>
              <a:ext cx="34290" cy="163830"/>
            </a:xfrm>
            <a:custGeom>
              <a:avLst/>
              <a:gdLst/>
              <a:ahLst/>
              <a:cxnLst/>
              <a:rect l="l" t="t" r="r" b="b"/>
              <a:pathLst>
                <a:path w="34290" h="163829">
                  <a:moveTo>
                    <a:pt x="33953" y="0"/>
                  </a:moveTo>
                  <a:lnTo>
                    <a:pt x="22848" y="0"/>
                  </a:lnTo>
                  <a:lnTo>
                    <a:pt x="13058" y="18418"/>
                  </a:lnTo>
                  <a:lnTo>
                    <a:pt x="5895" y="38165"/>
                  </a:lnTo>
                  <a:lnTo>
                    <a:pt x="1496" y="59252"/>
                  </a:lnTo>
                  <a:lnTo>
                    <a:pt x="0" y="81691"/>
                  </a:lnTo>
                  <a:lnTo>
                    <a:pt x="1496" y="104130"/>
                  </a:lnTo>
                  <a:lnTo>
                    <a:pt x="5895" y="125217"/>
                  </a:lnTo>
                  <a:lnTo>
                    <a:pt x="13058" y="144964"/>
                  </a:lnTo>
                  <a:lnTo>
                    <a:pt x="22848" y="163382"/>
                  </a:lnTo>
                  <a:lnTo>
                    <a:pt x="33953" y="163382"/>
                  </a:lnTo>
                  <a:lnTo>
                    <a:pt x="25436" y="146570"/>
                  </a:lnTo>
                  <a:lnTo>
                    <a:pt x="18707" y="126342"/>
                  </a:lnTo>
                  <a:lnTo>
                    <a:pt x="14288" y="104211"/>
                  </a:lnTo>
                  <a:lnTo>
                    <a:pt x="12700" y="81691"/>
                  </a:lnTo>
                  <a:lnTo>
                    <a:pt x="14279" y="59243"/>
                  </a:lnTo>
                  <a:lnTo>
                    <a:pt x="18683" y="37136"/>
                  </a:lnTo>
                  <a:lnTo>
                    <a:pt x="25409" y="16883"/>
                  </a:lnTo>
                  <a:lnTo>
                    <a:pt x="33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8" name="object 348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5065569" y="4450548"/>
              <a:ext cx="231989" cy="159361"/>
            </a:xfrm>
            <a:prstGeom prst="rect">
              <a:avLst/>
            </a:prstGeom>
          </p:spPr>
        </p:pic>
        <p:sp>
          <p:nvSpPr>
            <p:cNvPr id="349" name="object 349" descr=""/>
            <p:cNvSpPr/>
            <p:nvPr/>
          </p:nvSpPr>
          <p:spPr>
            <a:xfrm>
              <a:off x="15328704" y="4459036"/>
              <a:ext cx="34290" cy="163830"/>
            </a:xfrm>
            <a:custGeom>
              <a:avLst/>
              <a:gdLst/>
              <a:ahLst/>
              <a:cxnLst/>
              <a:rect l="l" t="t" r="r" b="b"/>
              <a:pathLst>
                <a:path w="34290" h="163829">
                  <a:moveTo>
                    <a:pt x="11167" y="0"/>
                  </a:moveTo>
                  <a:lnTo>
                    <a:pt x="0" y="0"/>
                  </a:lnTo>
                  <a:lnTo>
                    <a:pt x="8543" y="16847"/>
                  </a:lnTo>
                  <a:lnTo>
                    <a:pt x="15268" y="37088"/>
                  </a:lnTo>
                  <a:lnTo>
                    <a:pt x="19672" y="59207"/>
                  </a:lnTo>
                  <a:lnTo>
                    <a:pt x="21252" y="81691"/>
                  </a:lnTo>
                  <a:lnTo>
                    <a:pt x="19672" y="104175"/>
                  </a:lnTo>
                  <a:lnTo>
                    <a:pt x="15268" y="126294"/>
                  </a:lnTo>
                  <a:lnTo>
                    <a:pt x="8543" y="146534"/>
                  </a:lnTo>
                  <a:lnTo>
                    <a:pt x="0" y="163382"/>
                  </a:lnTo>
                  <a:lnTo>
                    <a:pt x="11167" y="163382"/>
                  </a:lnTo>
                  <a:lnTo>
                    <a:pt x="20920" y="144999"/>
                  </a:lnTo>
                  <a:lnTo>
                    <a:pt x="28064" y="125265"/>
                  </a:lnTo>
                  <a:lnTo>
                    <a:pt x="32456" y="104166"/>
                  </a:lnTo>
                  <a:lnTo>
                    <a:pt x="33952" y="81691"/>
                  </a:lnTo>
                  <a:lnTo>
                    <a:pt x="32456" y="59288"/>
                  </a:lnTo>
                  <a:lnTo>
                    <a:pt x="28064" y="38213"/>
                  </a:lnTo>
                  <a:lnTo>
                    <a:pt x="20920" y="18454"/>
                  </a:lnTo>
                  <a:lnTo>
                    <a:pt x="111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0" name="object 350" descr=""/>
          <p:cNvGrpSpPr/>
          <p:nvPr/>
        </p:nvGrpSpPr>
        <p:grpSpPr>
          <a:xfrm>
            <a:off x="9575841" y="4764787"/>
            <a:ext cx="451484" cy="160020"/>
            <a:chOff x="9575841" y="4764787"/>
            <a:chExt cx="451484" cy="160020"/>
          </a:xfrm>
        </p:grpSpPr>
        <p:pic>
          <p:nvPicPr>
            <p:cNvPr id="351" name="object 351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9575841" y="4764787"/>
              <a:ext cx="287386" cy="159488"/>
            </a:xfrm>
            <a:prstGeom prst="rect">
              <a:avLst/>
            </a:prstGeom>
          </p:spPr>
        </p:pic>
        <p:pic>
          <p:nvPicPr>
            <p:cNvPr id="352" name="object 352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9900243" y="4764787"/>
              <a:ext cx="126812" cy="156999"/>
            </a:xfrm>
            <a:prstGeom prst="rect">
              <a:avLst/>
            </a:prstGeom>
          </p:spPr>
        </p:pic>
      </p:grpSp>
      <p:grpSp>
        <p:nvGrpSpPr>
          <p:cNvPr id="353" name="object 353" descr=""/>
          <p:cNvGrpSpPr/>
          <p:nvPr/>
        </p:nvGrpSpPr>
        <p:grpSpPr>
          <a:xfrm>
            <a:off x="10096057" y="4764787"/>
            <a:ext cx="505459" cy="160020"/>
            <a:chOff x="10096057" y="4764787"/>
            <a:chExt cx="505459" cy="160020"/>
          </a:xfrm>
        </p:grpSpPr>
        <p:pic>
          <p:nvPicPr>
            <p:cNvPr id="354" name="object 354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0096057" y="4764787"/>
              <a:ext cx="131088" cy="159488"/>
            </a:xfrm>
            <a:prstGeom prst="rect">
              <a:avLst/>
            </a:prstGeom>
          </p:spPr>
        </p:pic>
        <p:pic>
          <p:nvPicPr>
            <p:cNvPr id="355" name="object 355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0256311" y="4776466"/>
              <a:ext cx="145831" cy="125280"/>
            </a:xfrm>
            <a:prstGeom prst="rect">
              <a:avLst/>
            </a:prstGeom>
          </p:spPr>
        </p:pic>
        <p:pic>
          <p:nvPicPr>
            <p:cNvPr id="356" name="object 356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0423969" y="4764787"/>
              <a:ext cx="126812" cy="156999"/>
            </a:xfrm>
            <a:prstGeom prst="rect">
              <a:avLst/>
            </a:prstGeom>
          </p:spPr>
        </p:pic>
        <p:sp>
          <p:nvSpPr>
            <p:cNvPr id="357" name="object 357" descr=""/>
            <p:cNvSpPr/>
            <p:nvPr/>
          </p:nvSpPr>
          <p:spPr>
            <a:xfrm>
              <a:off x="10581863" y="4805377"/>
              <a:ext cx="19685" cy="85725"/>
            </a:xfrm>
            <a:custGeom>
              <a:avLst/>
              <a:gdLst/>
              <a:ahLst/>
              <a:cxnLst/>
              <a:rect l="l" t="t" r="r" b="b"/>
              <a:pathLst>
                <a:path w="19684" h="85725">
                  <a:moveTo>
                    <a:pt x="15061" y="0"/>
                  </a:moveTo>
                  <a:lnTo>
                    <a:pt x="4467" y="0"/>
                  </a:lnTo>
                  <a:lnTo>
                    <a:pt x="0" y="4339"/>
                  </a:lnTo>
                  <a:lnTo>
                    <a:pt x="0" y="14933"/>
                  </a:lnTo>
                  <a:lnTo>
                    <a:pt x="4467" y="19273"/>
                  </a:lnTo>
                  <a:lnTo>
                    <a:pt x="15061" y="19273"/>
                  </a:lnTo>
                  <a:lnTo>
                    <a:pt x="19401" y="14933"/>
                  </a:lnTo>
                  <a:lnTo>
                    <a:pt x="19401" y="4339"/>
                  </a:lnTo>
                  <a:lnTo>
                    <a:pt x="15061" y="0"/>
                  </a:lnTo>
                  <a:close/>
                </a:path>
                <a:path w="19684" h="85725">
                  <a:moveTo>
                    <a:pt x="15061" y="66182"/>
                  </a:moveTo>
                  <a:lnTo>
                    <a:pt x="4467" y="66182"/>
                  </a:lnTo>
                  <a:lnTo>
                    <a:pt x="0" y="70522"/>
                  </a:lnTo>
                  <a:lnTo>
                    <a:pt x="0" y="81116"/>
                  </a:lnTo>
                  <a:lnTo>
                    <a:pt x="4467" y="85456"/>
                  </a:lnTo>
                  <a:lnTo>
                    <a:pt x="15061" y="85456"/>
                  </a:lnTo>
                  <a:lnTo>
                    <a:pt x="19401" y="81116"/>
                  </a:lnTo>
                  <a:lnTo>
                    <a:pt x="19401" y="70522"/>
                  </a:lnTo>
                  <a:lnTo>
                    <a:pt x="15061" y="66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58" name="object 35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668089" y="4777424"/>
            <a:ext cx="91137" cy="134790"/>
          </a:xfrm>
          <a:prstGeom prst="rect">
            <a:avLst/>
          </a:prstGeom>
        </p:spPr>
      </p:pic>
      <p:grpSp>
        <p:nvGrpSpPr>
          <p:cNvPr id="359" name="object 359" descr=""/>
          <p:cNvGrpSpPr/>
          <p:nvPr/>
        </p:nvGrpSpPr>
        <p:grpSpPr>
          <a:xfrm>
            <a:off x="10778628" y="4773212"/>
            <a:ext cx="2018030" cy="163830"/>
            <a:chOff x="10778628" y="4773212"/>
            <a:chExt cx="2018030" cy="163830"/>
          </a:xfrm>
        </p:grpSpPr>
        <p:pic>
          <p:nvPicPr>
            <p:cNvPr id="360" name="object 360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0911886" y="4779275"/>
              <a:ext cx="90689" cy="130705"/>
            </a:xfrm>
            <a:prstGeom prst="rect">
              <a:avLst/>
            </a:prstGeom>
          </p:spPr>
        </p:pic>
        <p:pic>
          <p:nvPicPr>
            <p:cNvPr id="361" name="object 361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0778628" y="4777488"/>
              <a:ext cx="108751" cy="134279"/>
            </a:xfrm>
            <a:prstGeom prst="rect">
              <a:avLst/>
            </a:prstGeom>
          </p:spPr>
        </p:pic>
        <p:sp>
          <p:nvSpPr>
            <p:cNvPr id="362" name="object 362" descr=""/>
            <p:cNvSpPr/>
            <p:nvPr/>
          </p:nvSpPr>
          <p:spPr>
            <a:xfrm>
              <a:off x="11022680" y="4779275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7" y="0"/>
                  </a:moveTo>
                  <a:lnTo>
                    <a:pt x="0" y="0"/>
                  </a:lnTo>
                  <a:lnTo>
                    <a:pt x="0" y="130705"/>
                  </a:lnTo>
                  <a:lnTo>
                    <a:pt x="12827" y="130705"/>
                  </a:lnTo>
                  <a:lnTo>
                    <a:pt x="128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3" name="object 363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1066526" y="4779010"/>
              <a:ext cx="424920" cy="130970"/>
            </a:xfrm>
            <a:prstGeom prst="rect">
              <a:avLst/>
            </a:prstGeom>
          </p:spPr>
        </p:pic>
        <p:sp>
          <p:nvSpPr>
            <p:cNvPr id="364" name="object 364" descr=""/>
            <p:cNvSpPr/>
            <p:nvPr/>
          </p:nvSpPr>
          <p:spPr>
            <a:xfrm>
              <a:off x="11516589" y="4779009"/>
              <a:ext cx="175895" cy="130810"/>
            </a:xfrm>
            <a:custGeom>
              <a:avLst/>
              <a:gdLst/>
              <a:ahLst/>
              <a:cxnLst/>
              <a:rect l="l" t="t" r="r" b="b"/>
              <a:pathLst>
                <a:path w="175895" h="130810">
                  <a:moveTo>
                    <a:pt x="74790" y="119380"/>
                  </a:moveTo>
                  <a:lnTo>
                    <a:pt x="12827" y="119380"/>
                  </a:lnTo>
                  <a:lnTo>
                    <a:pt x="12827" y="0"/>
                  </a:lnTo>
                  <a:lnTo>
                    <a:pt x="0" y="0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4790" y="130810"/>
                  </a:lnTo>
                  <a:lnTo>
                    <a:pt x="74790" y="119380"/>
                  </a:lnTo>
                  <a:close/>
                </a:path>
                <a:path w="175895" h="130810">
                  <a:moveTo>
                    <a:pt x="175818" y="119380"/>
                  </a:moveTo>
                  <a:lnTo>
                    <a:pt x="110921" y="119380"/>
                  </a:lnTo>
                  <a:lnTo>
                    <a:pt x="110921" y="71132"/>
                  </a:lnTo>
                  <a:lnTo>
                    <a:pt x="170586" y="71132"/>
                  </a:lnTo>
                  <a:lnTo>
                    <a:pt x="170586" y="59690"/>
                  </a:lnTo>
                  <a:lnTo>
                    <a:pt x="110921" y="59690"/>
                  </a:lnTo>
                  <a:lnTo>
                    <a:pt x="110921" y="11442"/>
                  </a:lnTo>
                  <a:lnTo>
                    <a:pt x="174675" y="11442"/>
                  </a:lnTo>
                  <a:lnTo>
                    <a:pt x="174675" y="0"/>
                  </a:lnTo>
                  <a:lnTo>
                    <a:pt x="98094" y="0"/>
                  </a:lnTo>
                  <a:lnTo>
                    <a:pt x="98094" y="11442"/>
                  </a:lnTo>
                  <a:lnTo>
                    <a:pt x="98094" y="59690"/>
                  </a:lnTo>
                  <a:lnTo>
                    <a:pt x="98094" y="71132"/>
                  </a:lnTo>
                  <a:lnTo>
                    <a:pt x="98094" y="119380"/>
                  </a:lnTo>
                  <a:lnTo>
                    <a:pt x="98094" y="130810"/>
                  </a:lnTo>
                  <a:lnTo>
                    <a:pt x="175818" y="130810"/>
                  </a:lnTo>
                  <a:lnTo>
                    <a:pt x="175818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5" name="object 365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1712714" y="4777488"/>
              <a:ext cx="113601" cy="134279"/>
            </a:xfrm>
            <a:prstGeom prst="rect">
              <a:avLst/>
            </a:prstGeom>
          </p:spPr>
        </p:pic>
        <p:pic>
          <p:nvPicPr>
            <p:cNvPr id="366" name="object 366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1851588" y="4779275"/>
              <a:ext cx="176083" cy="132493"/>
            </a:xfrm>
            <a:prstGeom prst="rect">
              <a:avLst/>
            </a:prstGeom>
          </p:spPr>
        </p:pic>
        <p:sp>
          <p:nvSpPr>
            <p:cNvPr id="367" name="object 367" descr=""/>
            <p:cNvSpPr/>
            <p:nvPr/>
          </p:nvSpPr>
          <p:spPr>
            <a:xfrm>
              <a:off x="12058688" y="4779009"/>
              <a:ext cx="78105" cy="130810"/>
            </a:xfrm>
            <a:custGeom>
              <a:avLst/>
              <a:gdLst/>
              <a:ahLst/>
              <a:cxnLst/>
              <a:rect l="l" t="t" r="r" b="b"/>
              <a:pathLst>
                <a:path w="78104" h="130810">
                  <a:moveTo>
                    <a:pt x="77724" y="119380"/>
                  </a:moveTo>
                  <a:lnTo>
                    <a:pt x="12827" y="119380"/>
                  </a:lnTo>
                  <a:lnTo>
                    <a:pt x="12827" y="71132"/>
                  </a:lnTo>
                  <a:lnTo>
                    <a:pt x="72491" y="71132"/>
                  </a:lnTo>
                  <a:lnTo>
                    <a:pt x="72491" y="59690"/>
                  </a:lnTo>
                  <a:lnTo>
                    <a:pt x="12827" y="59690"/>
                  </a:lnTo>
                  <a:lnTo>
                    <a:pt x="12827" y="11442"/>
                  </a:lnTo>
                  <a:lnTo>
                    <a:pt x="76581" y="11442"/>
                  </a:lnTo>
                  <a:lnTo>
                    <a:pt x="76581" y="0"/>
                  </a:lnTo>
                  <a:lnTo>
                    <a:pt x="0" y="0"/>
                  </a:lnTo>
                  <a:lnTo>
                    <a:pt x="0" y="11442"/>
                  </a:lnTo>
                  <a:lnTo>
                    <a:pt x="0" y="59690"/>
                  </a:lnTo>
                  <a:lnTo>
                    <a:pt x="0" y="71132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7724" y="130810"/>
                  </a:lnTo>
                  <a:lnTo>
                    <a:pt x="77724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8" name="object 368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2156717" y="4777488"/>
              <a:ext cx="221077" cy="134279"/>
            </a:xfrm>
            <a:prstGeom prst="rect">
              <a:avLst/>
            </a:prstGeom>
          </p:spPr>
        </p:pic>
        <p:sp>
          <p:nvSpPr>
            <p:cNvPr id="369" name="object 369" descr=""/>
            <p:cNvSpPr/>
            <p:nvPr/>
          </p:nvSpPr>
          <p:spPr>
            <a:xfrm>
              <a:off x="12403569" y="4773218"/>
              <a:ext cx="133985" cy="163830"/>
            </a:xfrm>
            <a:custGeom>
              <a:avLst/>
              <a:gdLst/>
              <a:ahLst/>
              <a:cxnLst/>
              <a:rect l="l" t="t" r="r" b="b"/>
              <a:pathLst>
                <a:path w="133984" h="163829">
                  <a:moveTo>
                    <a:pt x="33959" y="0"/>
                  </a:moveTo>
                  <a:lnTo>
                    <a:pt x="22847" y="0"/>
                  </a:lnTo>
                  <a:lnTo>
                    <a:pt x="13055" y="18415"/>
                  </a:lnTo>
                  <a:lnTo>
                    <a:pt x="5892" y="38163"/>
                  </a:lnTo>
                  <a:lnTo>
                    <a:pt x="1498" y="59245"/>
                  </a:lnTo>
                  <a:lnTo>
                    <a:pt x="0" y="81686"/>
                  </a:lnTo>
                  <a:lnTo>
                    <a:pt x="1498" y="104127"/>
                  </a:lnTo>
                  <a:lnTo>
                    <a:pt x="5892" y="125222"/>
                  </a:lnTo>
                  <a:lnTo>
                    <a:pt x="13055" y="144957"/>
                  </a:lnTo>
                  <a:lnTo>
                    <a:pt x="22847" y="163385"/>
                  </a:lnTo>
                  <a:lnTo>
                    <a:pt x="33959" y="163385"/>
                  </a:lnTo>
                  <a:lnTo>
                    <a:pt x="25438" y="146570"/>
                  </a:lnTo>
                  <a:lnTo>
                    <a:pt x="18707" y="126339"/>
                  </a:lnTo>
                  <a:lnTo>
                    <a:pt x="14287" y="104216"/>
                  </a:lnTo>
                  <a:lnTo>
                    <a:pt x="12700" y="81686"/>
                  </a:lnTo>
                  <a:lnTo>
                    <a:pt x="14287" y="59245"/>
                  </a:lnTo>
                  <a:lnTo>
                    <a:pt x="18681" y="37134"/>
                  </a:lnTo>
                  <a:lnTo>
                    <a:pt x="25412" y="16878"/>
                  </a:lnTo>
                  <a:lnTo>
                    <a:pt x="33959" y="0"/>
                  </a:lnTo>
                  <a:close/>
                </a:path>
                <a:path w="133984" h="163829">
                  <a:moveTo>
                    <a:pt x="133705" y="5791"/>
                  </a:moveTo>
                  <a:lnTo>
                    <a:pt x="57442" y="5791"/>
                  </a:lnTo>
                  <a:lnTo>
                    <a:pt x="57442" y="17233"/>
                  </a:lnTo>
                  <a:lnTo>
                    <a:pt x="57442" y="65481"/>
                  </a:lnTo>
                  <a:lnTo>
                    <a:pt x="57442" y="76923"/>
                  </a:lnTo>
                  <a:lnTo>
                    <a:pt x="57442" y="136601"/>
                  </a:lnTo>
                  <a:lnTo>
                    <a:pt x="70269" y="136601"/>
                  </a:lnTo>
                  <a:lnTo>
                    <a:pt x="70269" y="76923"/>
                  </a:lnTo>
                  <a:lnTo>
                    <a:pt x="127774" y="76923"/>
                  </a:lnTo>
                  <a:lnTo>
                    <a:pt x="127774" y="65481"/>
                  </a:lnTo>
                  <a:lnTo>
                    <a:pt x="70269" y="65481"/>
                  </a:lnTo>
                  <a:lnTo>
                    <a:pt x="70269" y="17233"/>
                  </a:lnTo>
                  <a:lnTo>
                    <a:pt x="133705" y="17233"/>
                  </a:lnTo>
                  <a:lnTo>
                    <a:pt x="133705" y="5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0" name="object 370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2563385" y="4777424"/>
              <a:ext cx="195037" cy="134790"/>
            </a:xfrm>
            <a:prstGeom prst="rect">
              <a:avLst/>
            </a:prstGeom>
          </p:spPr>
        </p:pic>
        <p:sp>
          <p:nvSpPr>
            <p:cNvPr id="371" name="object 371" descr=""/>
            <p:cNvSpPr/>
            <p:nvPr/>
          </p:nvSpPr>
          <p:spPr>
            <a:xfrm>
              <a:off x="12783568" y="4779275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5"/>
                  </a:lnTo>
                  <a:lnTo>
                    <a:pt x="12828" y="130705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2" name="object 372" descr=""/>
          <p:cNvGrpSpPr/>
          <p:nvPr/>
        </p:nvGrpSpPr>
        <p:grpSpPr>
          <a:xfrm>
            <a:off x="12819627" y="4773212"/>
            <a:ext cx="453390" cy="172720"/>
            <a:chOff x="12819627" y="4773212"/>
            <a:chExt cx="453390" cy="172720"/>
          </a:xfrm>
        </p:grpSpPr>
        <p:sp>
          <p:nvSpPr>
            <p:cNvPr id="373" name="object 373" descr=""/>
            <p:cNvSpPr/>
            <p:nvPr/>
          </p:nvSpPr>
          <p:spPr>
            <a:xfrm>
              <a:off x="12819621" y="4779009"/>
              <a:ext cx="196850" cy="130810"/>
            </a:xfrm>
            <a:custGeom>
              <a:avLst/>
              <a:gdLst/>
              <a:ahLst/>
              <a:cxnLst/>
              <a:rect l="l" t="t" r="r" b="b"/>
              <a:pathLst>
                <a:path w="196850" h="130810">
                  <a:moveTo>
                    <a:pt x="95605" y="0"/>
                  </a:moveTo>
                  <a:lnTo>
                    <a:pt x="0" y="0"/>
                  </a:lnTo>
                  <a:lnTo>
                    <a:pt x="0" y="11442"/>
                  </a:lnTo>
                  <a:lnTo>
                    <a:pt x="41414" y="11442"/>
                  </a:lnTo>
                  <a:lnTo>
                    <a:pt x="41414" y="130810"/>
                  </a:lnTo>
                  <a:lnTo>
                    <a:pt x="54317" y="130810"/>
                  </a:lnTo>
                  <a:lnTo>
                    <a:pt x="54317" y="11442"/>
                  </a:lnTo>
                  <a:lnTo>
                    <a:pt x="95605" y="11442"/>
                  </a:lnTo>
                  <a:lnTo>
                    <a:pt x="95605" y="0"/>
                  </a:lnTo>
                  <a:close/>
                </a:path>
                <a:path w="196850" h="130810">
                  <a:moveTo>
                    <a:pt x="196570" y="119380"/>
                  </a:moveTo>
                  <a:lnTo>
                    <a:pt x="131660" y="119380"/>
                  </a:lnTo>
                  <a:lnTo>
                    <a:pt x="131660" y="71132"/>
                  </a:lnTo>
                  <a:lnTo>
                    <a:pt x="191338" y="71132"/>
                  </a:lnTo>
                  <a:lnTo>
                    <a:pt x="191338" y="59690"/>
                  </a:lnTo>
                  <a:lnTo>
                    <a:pt x="131660" y="59690"/>
                  </a:lnTo>
                  <a:lnTo>
                    <a:pt x="131660" y="11442"/>
                  </a:lnTo>
                  <a:lnTo>
                    <a:pt x="195414" y="11442"/>
                  </a:lnTo>
                  <a:lnTo>
                    <a:pt x="195414" y="0"/>
                  </a:lnTo>
                  <a:lnTo>
                    <a:pt x="118833" y="0"/>
                  </a:lnTo>
                  <a:lnTo>
                    <a:pt x="118833" y="11442"/>
                  </a:lnTo>
                  <a:lnTo>
                    <a:pt x="118833" y="59690"/>
                  </a:lnTo>
                  <a:lnTo>
                    <a:pt x="118833" y="71132"/>
                  </a:lnTo>
                  <a:lnTo>
                    <a:pt x="118833" y="119380"/>
                  </a:lnTo>
                  <a:lnTo>
                    <a:pt x="118833" y="130810"/>
                  </a:lnTo>
                  <a:lnTo>
                    <a:pt x="196570" y="130810"/>
                  </a:lnTo>
                  <a:lnTo>
                    <a:pt x="196570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3042234" y="4779275"/>
              <a:ext cx="124642" cy="130705"/>
            </a:xfrm>
            <a:prstGeom prst="rect">
              <a:avLst/>
            </a:prstGeom>
          </p:spPr>
        </p:pic>
        <p:sp>
          <p:nvSpPr>
            <p:cNvPr id="375" name="object 375" descr=""/>
            <p:cNvSpPr/>
            <p:nvPr/>
          </p:nvSpPr>
          <p:spPr>
            <a:xfrm>
              <a:off x="13190423" y="4773218"/>
              <a:ext cx="82550" cy="172720"/>
            </a:xfrm>
            <a:custGeom>
              <a:avLst/>
              <a:gdLst/>
              <a:ahLst/>
              <a:cxnLst/>
              <a:rect l="l" t="t" r="r" b="b"/>
              <a:pathLst>
                <a:path w="82550" h="172720">
                  <a:moveTo>
                    <a:pt x="33947" y="81686"/>
                  </a:moveTo>
                  <a:lnTo>
                    <a:pt x="32461" y="59283"/>
                  </a:lnTo>
                  <a:lnTo>
                    <a:pt x="28067" y="38214"/>
                  </a:lnTo>
                  <a:lnTo>
                    <a:pt x="20916" y="18453"/>
                  </a:lnTo>
                  <a:lnTo>
                    <a:pt x="11163" y="0"/>
                  </a:lnTo>
                  <a:lnTo>
                    <a:pt x="0" y="0"/>
                  </a:lnTo>
                  <a:lnTo>
                    <a:pt x="8547" y="16852"/>
                  </a:lnTo>
                  <a:lnTo>
                    <a:pt x="15265" y="37084"/>
                  </a:lnTo>
                  <a:lnTo>
                    <a:pt x="19672" y="59207"/>
                  </a:lnTo>
                  <a:lnTo>
                    <a:pt x="21247" y="81686"/>
                  </a:lnTo>
                  <a:lnTo>
                    <a:pt x="19672" y="104178"/>
                  </a:lnTo>
                  <a:lnTo>
                    <a:pt x="15265" y="126288"/>
                  </a:lnTo>
                  <a:lnTo>
                    <a:pt x="8547" y="146532"/>
                  </a:lnTo>
                  <a:lnTo>
                    <a:pt x="0" y="163385"/>
                  </a:lnTo>
                  <a:lnTo>
                    <a:pt x="11163" y="163385"/>
                  </a:lnTo>
                  <a:lnTo>
                    <a:pt x="20916" y="144995"/>
                  </a:lnTo>
                  <a:lnTo>
                    <a:pt x="28067" y="125260"/>
                  </a:lnTo>
                  <a:lnTo>
                    <a:pt x="32461" y="104165"/>
                  </a:lnTo>
                  <a:lnTo>
                    <a:pt x="33947" y="81686"/>
                  </a:lnTo>
                  <a:close/>
                </a:path>
                <a:path w="82550" h="172720">
                  <a:moveTo>
                    <a:pt x="82257" y="125666"/>
                  </a:moveTo>
                  <a:lnTo>
                    <a:pt x="68668" y="125666"/>
                  </a:lnTo>
                  <a:lnTo>
                    <a:pt x="58521" y="172440"/>
                  </a:lnTo>
                  <a:lnTo>
                    <a:pt x="69113" y="172440"/>
                  </a:lnTo>
                  <a:lnTo>
                    <a:pt x="82257" y="125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6" name="object 376" descr=""/>
          <p:cNvGrpSpPr/>
          <p:nvPr/>
        </p:nvGrpSpPr>
        <p:grpSpPr>
          <a:xfrm>
            <a:off x="13346914" y="4777488"/>
            <a:ext cx="1014094" cy="168275"/>
            <a:chOff x="13346914" y="4777488"/>
            <a:chExt cx="1014094" cy="168275"/>
          </a:xfrm>
        </p:grpSpPr>
        <p:sp>
          <p:nvSpPr>
            <p:cNvPr id="377" name="object 377" descr=""/>
            <p:cNvSpPr/>
            <p:nvPr/>
          </p:nvSpPr>
          <p:spPr>
            <a:xfrm>
              <a:off x="13346914" y="4779275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5"/>
                  </a:lnTo>
                  <a:lnTo>
                    <a:pt x="12828" y="130705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8" name="object 378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3390759" y="4779010"/>
              <a:ext cx="326701" cy="130971"/>
            </a:xfrm>
            <a:prstGeom prst="rect">
              <a:avLst/>
            </a:prstGeom>
          </p:spPr>
        </p:pic>
        <p:pic>
          <p:nvPicPr>
            <p:cNvPr id="379" name="object 379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3743499" y="4779275"/>
              <a:ext cx="102177" cy="130705"/>
            </a:xfrm>
            <a:prstGeom prst="rect">
              <a:avLst/>
            </a:prstGeom>
          </p:spPr>
        </p:pic>
        <p:pic>
          <p:nvPicPr>
            <p:cNvPr id="380" name="object 380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3868970" y="4777488"/>
              <a:ext cx="226693" cy="134279"/>
            </a:xfrm>
            <a:prstGeom prst="rect">
              <a:avLst/>
            </a:prstGeom>
          </p:spPr>
        </p:pic>
        <p:pic>
          <p:nvPicPr>
            <p:cNvPr id="381" name="object 381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4120936" y="4779275"/>
              <a:ext cx="239647" cy="166381"/>
            </a:xfrm>
            <a:prstGeom prst="rect">
              <a:avLst/>
            </a:prstGeom>
          </p:spPr>
        </p:pic>
      </p:grpSp>
      <p:grpSp>
        <p:nvGrpSpPr>
          <p:cNvPr id="382" name="object 382" descr=""/>
          <p:cNvGrpSpPr/>
          <p:nvPr/>
        </p:nvGrpSpPr>
        <p:grpSpPr>
          <a:xfrm>
            <a:off x="14423252" y="4777488"/>
            <a:ext cx="1619250" cy="134620"/>
            <a:chOff x="14423252" y="4777488"/>
            <a:chExt cx="1619250" cy="134620"/>
          </a:xfrm>
        </p:grpSpPr>
        <p:sp>
          <p:nvSpPr>
            <p:cNvPr id="383" name="object 383" descr=""/>
            <p:cNvSpPr/>
            <p:nvPr/>
          </p:nvSpPr>
          <p:spPr>
            <a:xfrm>
              <a:off x="14423250" y="4777498"/>
              <a:ext cx="615315" cy="134620"/>
            </a:xfrm>
            <a:custGeom>
              <a:avLst/>
              <a:gdLst/>
              <a:ahLst/>
              <a:cxnLst/>
              <a:rect l="l" t="t" r="r" b="b"/>
              <a:pathLst>
                <a:path w="615315" h="134620">
                  <a:moveTo>
                    <a:pt x="159740" y="1778"/>
                  </a:moveTo>
                  <a:lnTo>
                    <a:pt x="146596" y="1778"/>
                  </a:lnTo>
                  <a:lnTo>
                    <a:pt x="117424" y="112826"/>
                  </a:lnTo>
                  <a:lnTo>
                    <a:pt x="116471" y="112826"/>
                  </a:lnTo>
                  <a:lnTo>
                    <a:pt x="87236" y="1778"/>
                  </a:lnTo>
                  <a:lnTo>
                    <a:pt x="72504" y="1778"/>
                  </a:lnTo>
                  <a:lnTo>
                    <a:pt x="43395" y="112826"/>
                  </a:lnTo>
                  <a:lnTo>
                    <a:pt x="42316" y="112826"/>
                  </a:lnTo>
                  <a:lnTo>
                    <a:pt x="13144" y="1778"/>
                  </a:lnTo>
                  <a:lnTo>
                    <a:pt x="0" y="1778"/>
                  </a:lnTo>
                  <a:lnTo>
                    <a:pt x="35801" y="132486"/>
                  </a:lnTo>
                  <a:lnTo>
                    <a:pt x="49517" y="132486"/>
                  </a:lnTo>
                  <a:lnTo>
                    <a:pt x="79451" y="23228"/>
                  </a:lnTo>
                  <a:lnTo>
                    <a:pt x="80352" y="23228"/>
                  </a:lnTo>
                  <a:lnTo>
                    <a:pt x="110210" y="132486"/>
                  </a:lnTo>
                  <a:lnTo>
                    <a:pt x="123939" y="132486"/>
                  </a:lnTo>
                  <a:lnTo>
                    <a:pt x="159740" y="1778"/>
                  </a:lnTo>
                  <a:close/>
                </a:path>
                <a:path w="615315" h="134620">
                  <a:moveTo>
                    <a:pt x="255854" y="120891"/>
                  </a:moveTo>
                  <a:lnTo>
                    <a:pt x="190944" y="120891"/>
                  </a:lnTo>
                  <a:lnTo>
                    <a:pt x="190944" y="72644"/>
                  </a:lnTo>
                  <a:lnTo>
                    <a:pt x="250621" y="72644"/>
                  </a:lnTo>
                  <a:lnTo>
                    <a:pt x="250621" y="61201"/>
                  </a:lnTo>
                  <a:lnTo>
                    <a:pt x="190944" y="61201"/>
                  </a:lnTo>
                  <a:lnTo>
                    <a:pt x="190944" y="12954"/>
                  </a:lnTo>
                  <a:lnTo>
                    <a:pt x="254711" y="12954"/>
                  </a:lnTo>
                  <a:lnTo>
                    <a:pt x="254711" y="1511"/>
                  </a:lnTo>
                  <a:lnTo>
                    <a:pt x="178117" y="1511"/>
                  </a:lnTo>
                  <a:lnTo>
                    <a:pt x="178117" y="12954"/>
                  </a:lnTo>
                  <a:lnTo>
                    <a:pt x="178117" y="61201"/>
                  </a:lnTo>
                  <a:lnTo>
                    <a:pt x="178117" y="72644"/>
                  </a:lnTo>
                  <a:lnTo>
                    <a:pt x="178117" y="120891"/>
                  </a:lnTo>
                  <a:lnTo>
                    <a:pt x="178117" y="132321"/>
                  </a:lnTo>
                  <a:lnTo>
                    <a:pt x="255854" y="132321"/>
                  </a:lnTo>
                  <a:lnTo>
                    <a:pt x="255854" y="120891"/>
                  </a:lnTo>
                  <a:close/>
                </a:path>
                <a:path w="615315" h="134620">
                  <a:moveTo>
                    <a:pt x="378714" y="132486"/>
                  </a:moveTo>
                  <a:lnTo>
                    <a:pt x="364578" y="93624"/>
                  </a:lnTo>
                  <a:lnTo>
                    <a:pt x="360413" y="82194"/>
                  </a:lnTo>
                  <a:lnTo>
                    <a:pt x="347306" y="46177"/>
                  </a:lnTo>
                  <a:lnTo>
                    <a:pt x="347306" y="82194"/>
                  </a:lnTo>
                  <a:lnTo>
                    <a:pt x="301104" y="82194"/>
                  </a:lnTo>
                  <a:lnTo>
                    <a:pt x="323824" y="18376"/>
                  </a:lnTo>
                  <a:lnTo>
                    <a:pt x="324650" y="18376"/>
                  </a:lnTo>
                  <a:lnTo>
                    <a:pt x="347306" y="82194"/>
                  </a:lnTo>
                  <a:lnTo>
                    <a:pt x="347306" y="46177"/>
                  </a:lnTo>
                  <a:lnTo>
                    <a:pt x="337197" y="18376"/>
                  </a:lnTo>
                  <a:lnTo>
                    <a:pt x="331165" y="1778"/>
                  </a:lnTo>
                  <a:lnTo>
                    <a:pt x="317322" y="1778"/>
                  </a:lnTo>
                  <a:lnTo>
                    <a:pt x="269773" y="132486"/>
                  </a:lnTo>
                  <a:lnTo>
                    <a:pt x="283235" y="132486"/>
                  </a:lnTo>
                  <a:lnTo>
                    <a:pt x="297091" y="93624"/>
                  </a:lnTo>
                  <a:lnTo>
                    <a:pt x="351396" y="93624"/>
                  </a:lnTo>
                  <a:lnTo>
                    <a:pt x="365175" y="132486"/>
                  </a:lnTo>
                  <a:lnTo>
                    <a:pt x="378714" y="132486"/>
                  </a:lnTo>
                  <a:close/>
                </a:path>
                <a:path w="615315" h="134620">
                  <a:moveTo>
                    <a:pt x="482866" y="42367"/>
                  </a:moveTo>
                  <a:lnTo>
                    <a:pt x="480187" y="26339"/>
                  </a:lnTo>
                  <a:lnTo>
                    <a:pt x="472160" y="13462"/>
                  </a:lnTo>
                  <a:lnTo>
                    <a:pt x="471868" y="13271"/>
                  </a:lnTo>
                  <a:lnTo>
                    <a:pt x="470166" y="12179"/>
                  </a:lnTo>
                  <a:lnTo>
                    <a:pt x="470166" y="42367"/>
                  </a:lnTo>
                  <a:lnTo>
                    <a:pt x="468325" y="54013"/>
                  </a:lnTo>
                  <a:lnTo>
                    <a:pt x="462737" y="63246"/>
                  </a:lnTo>
                  <a:lnTo>
                    <a:pt x="453313" y="69342"/>
                  </a:lnTo>
                  <a:lnTo>
                    <a:pt x="439978" y="71539"/>
                  </a:lnTo>
                  <a:lnTo>
                    <a:pt x="410425" y="71539"/>
                  </a:lnTo>
                  <a:lnTo>
                    <a:pt x="410425" y="13271"/>
                  </a:lnTo>
                  <a:lnTo>
                    <a:pt x="439851" y="13271"/>
                  </a:lnTo>
                  <a:lnTo>
                    <a:pt x="453263" y="15443"/>
                  </a:lnTo>
                  <a:lnTo>
                    <a:pt x="462711" y="21501"/>
                  </a:lnTo>
                  <a:lnTo>
                    <a:pt x="468325" y="30721"/>
                  </a:lnTo>
                  <a:lnTo>
                    <a:pt x="470166" y="42367"/>
                  </a:lnTo>
                  <a:lnTo>
                    <a:pt x="470166" y="12179"/>
                  </a:lnTo>
                  <a:lnTo>
                    <a:pt x="458851" y="4889"/>
                  </a:lnTo>
                  <a:lnTo>
                    <a:pt x="440296" y="1778"/>
                  </a:lnTo>
                  <a:lnTo>
                    <a:pt x="397598" y="1778"/>
                  </a:lnTo>
                  <a:lnTo>
                    <a:pt x="397598" y="132486"/>
                  </a:lnTo>
                  <a:lnTo>
                    <a:pt x="410425" y="132486"/>
                  </a:lnTo>
                  <a:lnTo>
                    <a:pt x="410425" y="83096"/>
                  </a:lnTo>
                  <a:lnTo>
                    <a:pt x="440486" y="83096"/>
                  </a:lnTo>
                  <a:lnTo>
                    <a:pt x="458927" y="79959"/>
                  </a:lnTo>
                  <a:lnTo>
                    <a:pt x="471893" y="71539"/>
                  </a:lnTo>
                  <a:lnTo>
                    <a:pt x="472186" y="71348"/>
                  </a:lnTo>
                  <a:lnTo>
                    <a:pt x="480187" y="58432"/>
                  </a:lnTo>
                  <a:lnTo>
                    <a:pt x="482866" y="42367"/>
                  </a:lnTo>
                  <a:close/>
                </a:path>
                <a:path w="615315" h="134620">
                  <a:moveTo>
                    <a:pt x="615238" y="67132"/>
                  </a:moveTo>
                  <a:lnTo>
                    <a:pt x="611009" y="39357"/>
                  </a:lnTo>
                  <a:lnTo>
                    <a:pt x="602665" y="24384"/>
                  </a:lnTo>
                  <a:lnTo>
                    <a:pt x="602665" y="67132"/>
                  </a:lnTo>
                  <a:lnTo>
                    <a:pt x="599338" y="90411"/>
                  </a:lnTo>
                  <a:lnTo>
                    <a:pt x="590067" y="107721"/>
                  </a:lnTo>
                  <a:lnTo>
                    <a:pt x="576046" y="118503"/>
                  </a:lnTo>
                  <a:lnTo>
                    <a:pt x="558431" y="122212"/>
                  </a:lnTo>
                  <a:lnTo>
                    <a:pt x="540842" y="118503"/>
                  </a:lnTo>
                  <a:lnTo>
                    <a:pt x="526796" y="107721"/>
                  </a:lnTo>
                  <a:lnTo>
                    <a:pt x="517499" y="90411"/>
                  </a:lnTo>
                  <a:lnTo>
                    <a:pt x="514134" y="67132"/>
                  </a:lnTo>
                  <a:lnTo>
                    <a:pt x="517499" y="43853"/>
                  </a:lnTo>
                  <a:lnTo>
                    <a:pt x="526796" y="26555"/>
                  </a:lnTo>
                  <a:lnTo>
                    <a:pt x="540842" y="15773"/>
                  </a:lnTo>
                  <a:lnTo>
                    <a:pt x="558431" y="12052"/>
                  </a:lnTo>
                  <a:lnTo>
                    <a:pt x="576033" y="15773"/>
                  </a:lnTo>
                  <a:lnTo>
                    <a:pt x="590042" y="26555"/>
                  </a:lnTo>
                  <a:lnTo>
                    <a:pt x="599313" y="43853"/>
                  </a:lnTo>
                  <a:lnTo>
                    <a:pt x="602665" y="67132"/>
                  </a:lnTo>
                  <a:lnTo>
                    <a:pt x="602665" y="24384"/>
                  </a:lnTo>
                  <a:lnTo>
                    <a:pt x="599224" y="18199"/>
                  </a:lnTo>
                  <a:lnTo>
                    <a:pt x="591032" y="12052"/>
                  </a:lnTo>
                  <a:lnTo>
                    <a:pt x="581253" y="4724"/>
                  </a:lnTo>
                  <a:lnTo>
                    <a:pt x="558431" y="0"/>
                  </a:lnTo>
                  <a:lnTo>
                    <a:pt x="535559" y="4724"/>
                  </a:lnTo>
                  <a:lnTo>
                    <a:pt x="517588" y="18199"/>
                  </a:lnTo>
                  <a:lnTo>
                    <a:pt x="505841" y="39357"/>
                  </a:lnTo>
                  <a:lnTo>
                    <a:pt x="501637" y="67132"/>
                  </a:lnTo>
                  <a:lnTo>
                    <a:pt x="505853" y="94907"/>
                  </a:lnTo>
                  <a:lnTo>
                    <a:pt x="517613" y="116065"/>
                  </a:lnTo>
                  <a:lnTo>
                    <a:pt x="535597" y="129552"/>
                  </a:lnTo>
                  <a:lnTo>
                    <a:pt x="558431" y="134277"/>
                  </a:lnTo>
                  <a:lnTo>
                    <a:pt x="581253" y="129552"/>
                  </a:lnTo>
                  <a:lnTo>
                    <a:pt x="591032" y="122212"/>
                  </a:lnTo>
                  <a:lnTo>
                    <a:pt x="599224" y="116065"/>
                  </a:lnTo>
                  <a:lnTo>
                    <a:pt x="611009" y="94907"/>
                  </a:lnTo>
                  <a:lnTo>
                    <a:pt x="615238" y="67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4" name="object 384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5063761" y="4779275"/>
              <a:ext cx="102177" cy="130705"/>
            </a:xfrm>
            <a:prstGeom prst="rect">
              <a:avLst/>
            </a:prstGeom>
          </p:spPr>
        </p:pic>
        <p:sp>
          <p:nvSpPr>
            <p:cNvPr id="385" name="object 385" descr=""/>
            <p:cNvSpPr/>
            <p:nvPr/>
          </p:nvSpPr>
          <p:spPr>
            <a:xfrm>
              <a:off x="15197010" y="4777498"/>
              <a:ext cx="728980" cy="134620"/>
            </a:xfrm>
            <a:custGeom>
              <a:avLst/>
              <a:gdLst/>
              <a:ahLst/>
              <a:cxnLst/>
              <a:rect l="l" t="t" r="r" b="b"/>
              <a:pathLst>
                <a:path w="728980" h="134620">
                  <a:moveTo>
                    <a:pt x="124650" y="1778"/>
                  </a:moveTo>
                  <a:lnTo>
                    <a:pt x="109651" y="1778"/>
                  </a:lnTo>
                  <a:lnTo>
                    <a:pt x="62992" y="114173"/>
                  </a:lnTo>
                  <a:lnTo>
                    <a:pt x="61722" y="114173"/>
                  </a:lnTo>
                  <a:lnTo>
                    <a:pt x="15062" y="1778"/>
                  </a:lnTo>
                  <a:lnTo>
                    <a:pt x="0" y="1778"/>
                  </a:lnTo>
                  <a:lnTo>
                    <a:pt x="0" y="132486"/>
                  </a:lnTo>
                  <a:lnTo>
                    <a:pt x="12192" y="132486"/>
                  </a:lnTo>
                  <a:lnTo>
                    <a:pt x="12192" y="28270"/>
                  </a:lnTo>
                  <a:lnTo>
                    <a:pt x="13157" y="28270"/>
                  </a:lnTo>
                  <a:lnTo>
                    <a:pt x="56553" y="132486"/>
                  </a:lnTo>
                  <a:lnTo>
                    <a:pt x="68033" y="132486"/>
                  </a:lnTo>
                  <a:lnTo>
                    <a:pt x="111429" y="28397"/>
                  </a:lnTo>
                  <a:lnTo>
                    <a:pt x="112522" y="28397"/>
                  </a:lnTo>
                  <a:lnTo>
                    <a:pt x="112522" y="132486"/>
                  </a:lnTo>
                  <a:lnTo>
                    <a:pt x="124650" y="132486"/>
                  </a:lnTo>
                  <a:lnTo>
                    <a:pt x="124650" y="1778"/>
                  </a:lnTo>
                  <a:close/>
                </a:path>
                <a:path w="728980" h="134620">
                  <a:moveTo>
                    <a:pt x="252539" y="132486"/>
                  </a:moveTo>
                  <a:lnTo>
                    <a:pt x="238404" y="93624"/>
                  </a:lnTo>
                  <a:lnTo>
                    <a:pt x="234251" y="82194"/>
                  </a:lnTo>
                  <a:lnTo>
                    <a:pt x="221145" y="46177"/>
                  </a:lnTo>
                  <a:lnTo>
                    <a:pt x="221145" y="82194"/>
                  </a:lnTo>
                  <a:lnTo>
                    <a:pt x="174942" y="82194"/>
                  </a:lnTo>
                  <a:lnTo>
                    <a:pt x="197662" y="18376"/>
                  </a:lnTo>
                  <a:lnTo>
                    <a:pt x="198488" y="18376"/>
                  </a:lnTo>
                  <a:lnTo>
                    <a:pt x="221145" y="82194"/>
                  </a:lnTo>
                  <a:lnTo>
                    <a:pt x="221145" y="46177"/>
                  </a:lnTo>
                  <a:lnTo>
                    <a:pt x="211035" y="18376"/>
                  </a:lnTo>
                  <a:lnTo>
                    <a:pt x="205003" y="1778"/>
                  </a:lnTo>
                  <a:lnTo>
                    <a:pt x="191147" y="1778"/>
                  </a:lnTo>
                  <a:lnTo>
                    <a:pt x="143598" y="132486"/>
                  </a:lnTo>
                  <a:lnTo>
                    <a:pt x="157073" y="132486"/>
                  </a:lnTo>
                  <a:lnTo>
                    <a:pt x="170916" y="93624"/>
                  </a:lnTo>
                  <a:lnTo>
                    <a:pt x="225234" y="93624"/>
                  </a:lnTo>
                  <a:lnTo>
                    <a:pt x="239014" y="132486"/>
                  </a:lnTo>
                  <a:lnTo>
                    <a:pt x="252539" y="132486"/>
                  </a:lnTo>
                  <a:close/>
                </a:path>
                <a:path w="728980" h="134620">
                  <a:moveTo>
                    <a:pt x="373608" y="1778"/>
                  </a:moveTo>
                  <a:lnTo>
                    <a:pt x="361035" y="1778"/>
                  </a:lnTo>
                  <a:lnTo>
                    <a:pt x="361035" y="109702"/>
                  </a:lnTo>
                  <a:lnTo>
                    <a:pt x="359956" y="109702"/>
                  </a:lnTo>
                  <a:lnTo>
                    <a:pt x="283883" y="1778"/>
                  </a:lnTo>
                  <a:lnTo>
                    <a:pt x="271437" y="1778"/>
                  </a:lnTo>
                  <a:lnTo>
                    <a:pt x="271437" y="132486"/>
                  </a:lnTo>
                  <a:lnTo>
                    <a:pt x="284264" y="132486"/>
                  </a:lnTo>
                  <a:lnTo>
                    <a:pt x="284264" y="24765"/>
                  </a:lnTo>
                  <a:lnTo>
                    <a:pt x="285343" y="24765"/>
                  </a:lnTo>
                  <a:lnTo>
                    <a:pt x="361289" y="132486"/>
                  </a:lnTo>
                  <a:lnTo>
                    <a:pt x="373608" y="132486"/>
                  </a:lnTo>
                  <a:lnTo>
                    <a:pt x="373608" y="1778"/>
                  </a:lnTo>
                  <a:close/>
                </a:path>
                <a:path w="728980" h="134620">
                  <a:moveTo>
                    <a:pt x="501510" y="132486"/>
                  </a:moveTo>
                  <a:lnTo>
                    <a:pt x="487375" y="93624"/>
                  </a:lnTo>
                  <a:lnTo>
                    <a:pt x="483222" y="82194"/>
                  </a:lnTo>
                  <a:lnTo>
                    <a:pt x="470115" y="46177"/>
                  </a:lnTo>
                  <a:lnTo>
                    <a:pt x="470115" y="82194"/>
                  </a:lnTo>
                  <a:lnTo>
                    <a:pt x="423900" y="82194"/>
                  </a:lnTo>
                  <a:lnTo>
                    <a:pt x="446620" y="18376"/>
                  </a:lnTo>
                  <a:lnTo>
                    <a:pt x="447459" y="18376"/>
                  </a:lnTo>
                  <a:lnTo>
                    <a:pt x="470115" y="82194"/>
                  </a:lnTo>
                  <a:lnTo>
                    <a:pt x="470115" y="46177"/>
                  </a:lnTo>
                  <a:lnTo>
                    <a:pt x="460006" y="18376"/>
                  </a:lnTo>
                  <a:lnTo>
                    <a:pt x="453961" y="1778"/>
                  </a:lnTo>
                  <a:lnTo>
                    <a:pt x="440118" y="1778"/>
                  </a:lnTo>
                  <a:lnTo>
                    <a:pt x="392569" y="132486"/>
                  </a:lnTo>
                  <a:lnTo>
                    <a:pt x="406031" y="132486"/>
                  </a:lnTo>
                  <a:lnTo>
                    <a:pt x="419887" y="93624"/>
                  </a:lnTo>
                  <a:lnTo>
                    <a:pt x="474192" y="93624"/>
                  </a:lnTo>
                  <a:lnTo>
                    <a:pt x="487984" y="132486"/>
                  </a:lnTo>
                  <a:lnTo>
                    <a:pt x="501510" y="132486"/>
                  </a:lnTo>
                  <a:close/>
                </a:path>
                <a:path w="728980" h="134620">
                  <a:moveTo>
                    <a:pt x="624624" y="68795"/>
                  </a:moveTo>
                  <a:lnTo>
                    <a:pt x="574776" y="68795"/>
                  </a:lnTo>
                  <a:lnTo>
                    <a:pt x="574776" y="80213"/>
                  </a:lnTo>
                  <a:lnTo>
                    <a:pt x="612114" y="80213"/>
                  </a:lnTo>
                  <a:lnTo>
                    <a:pt x="608965" y="97739"/>
                  </a:lnTo>
                  <a:lnTo>
                    <a:pt x="600659" y="110959"/>
                  </a:lnTo>
                  <a:lnTo>
                    <a:pt x="588035" y="119303"/>
                  </a:lnTo>
                  <a:lnTo>
                    <a:pt x="571969" y="122212"/>
                  </a:lnTo>
                  <a:lnTo>
                    <a:pt x="553986" y="118491"/>
                  </a:lnTo>
                  <a:lnTo>
                    <a:pt x="539800" y="107696"/>
                  </a:lnTo>
                  <a:lnTo>
                    <a:pt x="530504" y="90385"/>
                  </a:lnTo>
                  <a:lnTo>
                    <a:pt x="527164" y="67132"/>
                  </a:lnTo>
                  <a:lnTo>
                    <a:pt x="530504" y="43827"/>
                  </a:lnTo>
                  <a:lnTo>
                    <a:pt x="539737" y="26530"/>
                  </a:lnTo>
                  <a:lnTo>
                    <a:pt x="553656" y="15760"/>
                  </a:lnTo>
                  <a:lnTo>
                    <a:pt x="571080" y="12052"/>
                  </a:lnTo>
                  <a:lnTo>
                    <a:pt x="585419" y="14427"/>
                  </a:lnTo>
                  <a:lnTo>
                    <a:pt x="596874" y="20929"/>
                  </a:lnTo>
                  <a:lnTo>
                    <a:pt x="605282" y="30632"/>
                  </a:lnTo>
                  <a:lnTo>
                    <a:pt x="610514" y="42633"/>
                  </a:lnTo>
                  <a:lnTo>
                    <a:pt x="623785" y="42633"/>
                  </a:lnTo>
                  <a:lnTo>
                    <a:pt x="617715" y="26085"/>
                  </a:lnTo>
                  <a:lnTo>
                    <a:pt x="606450" y="12534"/>
                  </a:lnTo>
                  <a:lnTo>
                    <a:pt x="590689" y="3365"/>
                  </a:lnTo>
                  <a:lnTo>
                    <a:pt x="571080" y="0"/>
                  </a:lnTo>
                  <a:lnTo>
                    <a:pt x="548233" y="4711"/>
                  </a:lnTo>
                  <a:lnTo>
                    <a:pt x="530402" y="18173"/>
                  </a:lnTo>
                  <a:lnTo>
                    <a:pt x="518795" y="39331"/>
                  </a:lnTo>
                  <a:lnTo>
                    <a:pt x="514654" y="67132"/>
                  </a:lnTo>
                  <a:lnTo>
                    <a:pt x="518769" y="94907"/>
                  </a:lnTo>
                  <a:lnTo>
                    <a:pt x="530415" y="116065"/>
                  </a:lnTo>
                  <a:lnTo>
                    <a:pt x="548500" y="129552"/>
                  </a:lnTo>
                  <a:lnTo>
                    <a:pt x="571969" y="134277"/>
                  </a:lnTo>
                  <a:lnTo>
                    <a:pt x="593115" y="130479"/>
                  </a:lnTo>
                  <a:lnTo>
                    <a:pt x="609777" y="119646"/>
                  </a:lnTo>
                  <a:lnTo>
                    <a:pt x="620699" y="102552"/>
                  </a:lnTo>
                  <a:lnTo>
                    <a:pt x="624624" y="80022"/>
                  </a:lnTo>
                  <a:lnTo>
                    <a:pt x="624624" y="68795"/>
                  </a:lnTo>
                  <a:close/>
                </a:path>
                <a:path w="728980" h="134620">
                  <a:moveTo>
                    <a:pt x="728459" y="120891"/>
                  </a:moveTo>
                  <a:lnTo>
                    <a:pt x="663549" y="120891"/>
                  </a:lnTo>
                  <a:lnTo>
                    <a:pt x="663549" y="72644"/>
                  </a:lnTo>
                  <a:lnTo>
                    <a:pt x="723226" y="72644"/>
                  </a:lnTo>
                  <a:lnTo>
                    <a:pt x="723226" y="61201"/>
                  </a:lnTo>
                  <a:lnTo>
                    <a:pt x="663549" y="61201"/>
                  </a:lnTo>
                  <a:lnTo>
                    <a:pt x="663549" y="12954"/>
                  </a:lnTo>
                  <a:lnTo>
                    <a:pt x="727303" y="12954"/>
                  </a:lnTo>
                  <a:lnTo>
                    <a:pt x="727303" y="1511"/>
                  </a:lnTo>
                  <a:lnTo>
                    <a:pt x="650722" y="1511"/>
                  </a:lnTo>
                  <a:lnTo>
                    <a:pt x="650722" y="12954"/>
                  </a:lnTo>
                  <a:lnTo>
                    <a:pt x="650722" y="61201"/>
                  </a:lnTo>
                  <a:lnTo>
                    <a:pt x="650722" y="72644"/>
                  </a:lnTo>
                  <a:lnTo>
                    <a:pt x="650722" y="120891"/>
                  </a:lnTo>
                  <a:lnTo>
                    <a:pt x="650722" y="132321"/>
                  </a:lnTo>
                  <a:lnTo>
                    <a:pt x="728459" y="132321"/>
                  </a:lnTo>
                  <a:lnTo>
                    <a:pt x="728459" y="1208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6" name="object 386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5951513" y="4779275"/>
              <a:ext cx="90689" cy="130705"/>
            </a:xfrm>
            <a:prstGeom prst="rect">
              <a:avLst/>
            </a:prstGeom>
          </p:spPr>
        </p:pic>
      </p:grpSp>
      <p:pic>
        <p:nvPicPr>
          <p:cNvPr id="387" name="object 387" descr=""/>
          <p:cNvPicPr/>
          <p:nvPr/>
        </p:nvPicPr>
        <p:blipFill>
          <a:blip r:embed="rId179" cstate="print"/>
          <a:stretch>
            <a:fillRect/>
          </a:stretch>
        </p:blipFill>
        <p:spPr>
          <a:xfrm>
            <a:off x="9578074" y="5078964"/>
            <a:ext cx="130322" cy="159297"/>
          </a:xfrm>
          <a:prstGeom prst="rect">
            <a:avLst/>
          </a:prstGeom>
        </p:spPr>
      </p:pic>
      <p:sp>
        <p:nvSpPr>
          <p:cNvPr id="388" name="object 388" descr=""/>
          <p:cNvSpPr/>
          <p:nvPr/>
        </p:nvSpPr>
        <p:spPr>
          <a:xfrm>
            <a:off x="9740430" y="5079161"/>
            <a:ext cx="127000" cy="84455"/>
          </a:xfrm>
          <a:custGeom>
            <a:avLst/>
            <a:gdLst/>
            <a:ahLst/>
            <a:cxnLst/>
            <a:rect l="l" t="t" r="r" b="b"/>
            <a:pathLst>
              <a:path w="127000" h="84454">
                <a:moveTo>
                  <a:pt x="95859" y="46583"/>
                </a:moveTo>
                <a:lnTo>
                  <a:pt x="84950" y="46583"/>
                </a:lnTo>
                <a:lnTo>
                  <a:pt x="84950" y="83223"/>
                </a:lnTo>
                <a:lnTo>
                  <a:pt x="95859" y="83223"/>
                </a:lnTo>
                <a:lnTo>
                  <a:pt x="95859" y="46583"/>
                </a:lnTo>
                <a:close/>
              </a:path>
              <a:path w="127000" h="84454">
                <a:moveTo>
                  <a:pt x="95859" y="3378"/>
                </a:moveTo>
                <a:lnTo>
                  <a:pt x="84950" y="3378"/>
                </a:lnTo>
                <a:lnTo>
                  <a:pt x="84950" y="36410"/>
                </a:lnTo>
                <a:lnTo>
                  <a:pt x="61518" y="36410"/>
                </a:lnTo>
                <a:lnTo>
                  <a:pt x="61518" y="31661"/>
                </a:lnTo>
                <a:lnTo>
                  <a:pt x="61518" y="31318"/>
                </a:lnTo>
                <a:lnTo>
                  <a:pt x="61518" y="9321"/>
                </a:lnTo>
                <a:lnTo>
                  <a:pt x="50736" y="9321"/>
                </a:lnTo>
                <a:lnTo>
                  <a:pt x="50736" y="31318"/>
                </a:lnTo>
                <a:lnTo>
                  <a:pt x="50736" y="40208"/>
                </a:lnTo>
                <a:lnTo>
                  <a:pt x="50736" y="46558"/>
                </a:lnTo>
                <a:lnTo>
                  <a:pt x="50736" y="66878"/>
                </a:lnTo>
                <a:lnTo>
                  <a:pt x="10845" y="66878"/>
                </a:lnTo>
                <a:lnTo>
                  <a:pt x="10845" y="40208"/>
                </a:lnTo>
                <a:lnTo>
                  <a:pt x="50736" y="40208"/>
                </a:lnTo>
                <a:lnTo>
                  <a:pt x="50736" y="31318"/>
                </a:lnTo>
                <a:lnTo>
                  <a:pt x="10845" y="31318"/>
                </a:lnTo>
                <a:lnTo>
                  <a:pt x="10845" y="9728"/>
                </a:lnTo>
                <a:lnTo>
                  <a:pt x="0" y="9728"/>
                </a:lnTo>
                <a:lnTo>
                  <a:pt x="0" y="75780"/>
                </a:lnTo>
                <a:lnTo>
                  <a:pt x="61518" y="75780"/>
                </a:lnTo>
                <a:lnTo>
                  <a:pt x="61518" y="66878"/>
                </a:lnTo>
                <a:lnTo>
                  <a:pt x="61518" y="46558"/>
                </a:lnTo>
                <a:lnTo>
                  <a:pt x="95859" y="46558"/>
                </a:lnTo>
                <a:lnTo>
                  <a:pt x="95859" y="40208"/>
                </a:lnTo>
                <a:lnTo>
                  <a:pt x="95859" y="36830"/>
                </a:lnTo>
                <a:lnTo>
                  <a:pt x="95859" y="36410"/>
                </a:lnTo>
                <a:lnTo>
                  <a:pt x="95859" y="3378"/>
                </a:lnTo>
                <a:close/>
              </a:path>
              <a:path w="127000" h="84454">
                <a:moveTo>
                  <a:pt x="126809" y="0"/>
                </a:moveTo>
                <a:lnTo>
                  <a:pt x="116027" y="0"/>
                </a:lnTo>
                <a:lnTo>
                  <a:pt x="116027" y="84302"/>
                </a:lnTo>
                <a:lnTo>
                  <a:pt x="126809" y="84302"/>
                </a:lnTo>
                <a:lnTo>
                  <a:pt x="1268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9" name="object 389" descr=""/>
          <p:cNvGrpSpPr/>
          <p:nvPr/>
        </p:nvGrpSpPr>
        <p:grpSpPr>
          <a:xfrm>
            <a:off x="9762645" y="5078964"/>
            <a:ext cx="261620" cy="157480"/>
            <a:chOff x="9762645" y="5078964"/>
            <a:chExt cx="261620" cy="157480"/>
          </a:xfrm>
        </p:grpSpPr>
        <p:sp>
          <p:nvSpPr>
            <p:cNvPr id="390" name="object 390" descr=""/>
            <p:cNvSpPr/>
            <p:nvPr/>
          </p:nvSpPr>
          <p:spPr>
            <a:xfrm>
              <a:off x="9762643" y="5171452"/>
              <a:ext cx="111760" cy="64769"/>
            </a:xfrm>
            <a:custGeom>
              <a:avLst/>
              <a:gdLst/>
              <a:ahLst/>
              <a:cxnLst/>
              <a:rect l="l" t="t" r="r" b="b"/>
              <a:pathLst>
                <a:path w="111759" h="64770">
                  <a:moveTo>
                    <a:pt x="111366" y="55867"/>
                  </a:moveTo>
                  <a:lnTo>
                    <a:pt x="11734" y="55867"/>
                  </a:lnTo>
                  <a:lnTo>
                    <a:pt x="11734" y="35547"/>
                  </a:lnTo>
                  <a:lnTo>
                    <a:pt x="104597" y="35547"/>
                  </a:lnTo>
                  <a:lnTo>
                    <a:pt x="104597" y="26657"/>
                  </a:lnTo>
                  <a:lnTo>
                    <a:pt x="104597" y="8877"/>
                  </a:lnTo>
                  <a:lnTo>
                    <a:pt x="104597" y="0"/>
                  </a:lnTo>
                  <a:lnTo>
                    <a:pt x="0" y="0"/>
                  </a:lnTo>
                  <a:lnTo>
                    <a:pt x="0" y="8877"/>
                  </a:lnTo>
                  <a:lnTo>
                    <a:pt x="93560" y="8877"/>
                  </a:lnTo>
                  <a:lnTo>
                    <a:pt x="93560" y="26657"/>
                  </a:lnTo>
                  <a:lnTo>
                    <a:pt x="444" y="26657"/>
                  </a:lnTo>
                  <a:lnTo>
                    <a:pt x="444" y="35547"/>
                  </a:lnTo>
                  <a:lnTo>
                    <a:pt x="444" y="55867"/>
                  </a:lnTo>
                  <a:lnTo>
                    <a:pt x="444" y="64757"/>
                  </a:lnTo>
                  <a:lnTo>
                    <a:pt x="111366" y="64757"/>
                  </a:lnTo>
                  <a:lnTo>
                    <a:pt x="111366" y="55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1" name="object 391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9895138" y="5078964"/>
              <a:ext cx="128535" cy="156999"/>
            </a:xfrm>
            <a:prstGeom prst="rect">
              <a:avLst/>
            </a:prstGeom>
          </p:spPr>
        </p:pic>
      </p:grpSp>
      <p:grpSp>
        <p:nvGrpSpPr>
          <p:cNvPr id="392" name="object 392" descr=""/>
          <p:cNvGrpSpPr/>
          <p:nvPr/>
        </p:nvGrpSpPr>
        <p:grpSpPr>
          <a:xfrm>
            <a:off x="10096057" y="5078964"/>
            <a:ext cx="505459" cy="160020"/>
            <a:chOff x="10096057" y="5078964"/>
            <a:chExt cx="505459" cy="160020"/>
          </a:xfrm>
        </p:grpSpPr>
        <p:pic>
          <p:nvPicPr>
            <p:cNvPr id="393" name="object 393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0096057" y="5078964"/>
              <a:ext cx="131088" cy="159488"/>
            </a:xfrm>
            <a:prstGeom prst="rect">
              <a:avLst/>
            </a:prstGeom>
          </p:spPr>
        </p:pic>
        <p:pic>
          <p:nvPicPr>
            <p:cNvPr id="394" name="object 394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0256311" y="5090643"/>
              <a:ext cx="145831" cy="125280"/>
            </a:xfrm>
            <a:prstGeom prst="rect">
              <a:avLst/>
            </a:prstGeom>
          </p:spPr>
        </p:pic>
        <p:pic>
          <p:nvPicPr>
            <p:cNvPr id="395" name="object 395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0423969" y="5078964"/>
              <a:ext cx="126812" cy="156999"/>
            </a:xfrm>
            <a:prstGeom prst="rect">
              <a:avLst/>
            </a:prstGeom>
          </p:spPr>
        </p:pic>
        <p:sp>
          <p:nvSpPr>
            <p:cNvPr id="396" name="object 396" descr=""/>
            <p:cNvSpPr/>
            <p:nvPr/>
          </p:nvSpPr>
          <p:spPr>
            <a:xfrm>
              <a:off x="10581863" y="5119554"/>
              <a:ext cx="19685" cy="85725"/>
            </a:xfrm>
            <a:custGeom>
              <a:avLst/>
              <a:gdLst/>
              <a:ahLst/>
              <a:cxnLst/>
              <a:rect l="l" t="t" r="r" b="b"/>
              <a:pathLst>
                <a:path w="19684" h="85725">
                  <a:moveTo>
                    <a:pt x="15061" y="0"/>
                  </a:moveTo>
                  <a:lnTo>
                    <a:pt x="4467" y="0"/>
                  </a:lnTo>
                  <a:lnTo>
                    <a:pt x="0" y="4339"/>
                  </a:lnTo>
                  <a:lnTo>
                    <a:pt x="0" y="14933"/>
                  </a:lnTo>
                  <a:lnTo>
                    <a:pt x="4467" y="19273"/>
                  </a:lnTo>
                  <a:lnTo>
                    <a:pt x="15061" y="19273"/>
                  </a:lnTo>
                  <a:lnTo>
                    <a:pt x="19401" y="14933"/>
                  </a:lnTo>
                  <a:lnTo>
                    <a:pt x="19401" y="4339"/>
                  </a:lnTo>
                  <a:lnTo>
                    <a:pt x="15061" y="0"/>
                  </a:lnTo>
                  <a:close/>
                </a:path>
                <a:path w="19684" h="85725">
                  <a:moveTo>
                    <a:pt x="15061" y="66182"/>
                  </a:moveTo>
                  <a:lnTo>
                    <a:pt x="4467" y="66182"/>
                  </a:lnTo>
                  <a:lnTo>
                    <a:pt x="0" y="70522"/>
                  </a:lnTo>
                  <a:lnTo>
                    <a:pt x="0" y="81116"/>
                  </a:lnTo>
                  <a:lnTo>
                    <a:pt x="4467" y="85456"/>
                  </a:lnTo>
                  <a:lnTo>
                    <a:pt x="15061" y="85456"/>
                  </a:lnTo>
                  <a:lnTo>
                    <a:pt x="19401" y="81116"/>
                  </a:lnTo>
                  <a:lnTo>
                    <a:pt x="19401" y="70522"/>
                  </a:lnTo>
                  <a:lnTo>
                    <a:pt x="15061" y="661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7" name="object 397" descr=""/>
          <p:cNvSpPr/>
          <p:nvPr/>
        </p:nvSpPr>
        <p:spPr>
          <a:xfrm>
            <a:off x="10673957" y="5093461"/>
            <a:ext cx="329565" cy="131445"/>
          </a:xfrm>
          <a:custGeom>
            <a:avLst/>
            <a:gdLst/>
            <a:ahLst/>
            <a:cxnLst/>
            <a:rect l="l" t="t" r="r" b="b"/>
            <a:pathLst>
              <a:path w="329565" h="131445">
                <a:moveTo>
                  <a:pt x="93624" y="0"/>
                </a:moveTo>
                <a:lnTo>
                  <a:pt x="76835" y="0"/>
                </a:lnTo>
                <a:lnTo>
                  <a:pt x="14173" y="69303"/>
                </a:lnTo>
                <a:lnTo>
                  <a:pt x="12827" y="69303"/>
                </a:lnTo>
                <a:lnTo>
                  <a:pt x="12827" y="0"/>
                </a:lnTo>
                <a:lnTo>
                  <a:pt x="0" y="0"/>
                </a:lnTo>
                <a:lnTo>
                  <a:pt x="0" y="130695"/>
                </a:lnTo>
                <a:lnTo>
                  <a:pt x="12827" y="130695"/>
                </a:lnTo>
                <a:lnTo>
                  <a:pt x="12827" y="88455"/>
                </a:lnTo>
                <a:lnTo>
                  <a:pt x="30124" y="69113"/>
                </a:lnTo>
                <a:lnTo>
                  <a:pt x="77673" y="130695"/>
                </a:lnTo>
                <a:lnTo>
                  <a:pt x="93433" y="130695"/>
                </a:lnTo>
                <a:lnTo>
                  <a:pt x="38100" y="60185"/>
                </a:lnTo>
                <a:lnTo>
                  <a:pt x="93624" y="0"/>
                </a:lnTo>
                <a:close/>
              </a:path>
              <a:path w="329565" h="131445">
                <a:moveTo>
                  <a:pt x="125412" y="0"/>
                </a:moveTo>
                <a:lnTo>
                  <a:pt x="112572" y="0"/>
                </a:lnTo>
                <a:lnTo>
                  <a:pt x="112572" y="130695"/>
                </a:lnTo>
                <a:lnTo>
                  <a:pt x="125412" y="130695"/>
                </a:lnTo>
                <a:lnTo>
                  <a:pt x="125412" y="0"/>
                </a:lnTo>
                <a:close/>
              </a:path>
              <a:path w="329565" h="131445">
                <a:moveTo>
                  <a:pt x="231228" y="118630"/>
                </a:moveTo>
                <a:lnTo>
                  <a:pt x="169252" y="118630"/>
                </a:lnTo>
                <a:lnTo>
                  <a:pt x="169252" y="508"/>
                </a:lnTo>
                <a:lnTo>
                  <a:pt x="156425" y="508"/>
                </a:lnTo>
                <a:lnTo>
                  <a:pt x="156425" y="118630"/>
                </a:lnTo>
                <a:lnTo>
                  <a:pt x="156425" y="131318"/>
                </a:lnTo>
                <a:lnTo>
                  <a:pt x="231228" y="131318"/>
                </a:lnTo>
                <a:lnTo>
                  <a:pt x="231228" y="118630"/>
                </a:lnTo>
                <a:close/>
              </a:path>
              <a:path w="329565" h="131445">
                <a:moveTo>
                  <a:pt x="329311" y="118630"/>
                </a:moveTo>
                <a:lnTo>
                  <a:pt x="267347" y="118630"/>
                </a:lnTo>
                <a:lnTo>
                  <a:pt x="267347" y="508"/>
                </a:lnTo>
                <a:lnTo>
                  <a:pt x="254520" y="508"/>
                </a:lnTo>
                <a:lnTo>
                  <a:pt x="254520" y="118630"/>
                </a:lnTo>
                <a:lnTo>
                  <a:pt x="254520" y="131318"/>
                </a:lnTo>
                <a:lnTo>
                  <a:pt x="329311" y="131318"/>
                </a:lnTo>
                <a:lnTo>
                  <a:pt x="329311" y="1186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8" name="object 398" descr=""/>
          <p:cNvGrpSpPr/>
          <p:nvPr/>
        </p:nvGrpSpPr>
        <p:grpSpPr>
          <a:xfrm>
            <a:off x="11065291" y="5091664"/>
            <a:ext cx="656590" cy="168275"/>
            <a:chOff x="11065291" y="5091664"/>
            <a:chExt cx="656590" cy="168275"/>
          </a:xfrm>
        </p:grpSpPr>
        <p:pic>
          <p:nvPicPr>
            <p:cNvPr id="399" name="object 399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1065291" y="5091664"/>
              <a:ext cx="241116" cy="134279"/>
            </a:xfrm>
            <a:prstGeom prst="rect">
              <a:avLst/>
            </a:prstGeom>
          </p:spPr>
        </p:pic>
        <p:pic>
          <p:nvPicPr>
            <p:cNvPr id="400" name="object 400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1331680" y="5093451"/>
              <a:ext cx="99688" cy="132939"/>
            </a:xfrm>
            <a:prstGeom prst="rect">
              <a:avLst/>
            </a:prstGeom>
          </p:spPr>
        </p:pic>
        <p:pic>
          <p:nvPicPr>
            <p:cNvPr id="401" name="object 401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1462386" y="5093451"/>
              <a:ext cx="102177" cy="130706"/>
            </a:xfrm>
            <a:prstGeom prst="rect">
              <a:avLst/>
            </a:prstGeom>
          </p:spPr>
        </p:pic>
        <p:pic>
          <p:nvPicPr>
            <p:cNvPr id="402" name="object 402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1587858" y="5093970"/>
              <a:ext cx="133577" cy="165863"/>
            </a:xfrm>
            <a:prstGeom prst="rect">
              <a:avLst/>
            </a:prstGeom>
          </p:spPr>
        </p:pic>
      </p:grpSp>
      <p:pic>
        <p:nvPicPr>
          <p:cNvPr id="403" name="object 403" descr=""/>
          <p:cNvPicPr/>
          <p:nvPr/>
        </p:nvPicPr>
        <p:blipFill>
          <a:blip r:embed="rId185" cstate="print"/>
          <a:stretch>
            <a:fillRect/>
          </a:stretch>
        </p:blipFill>
        <p:spPr>
          <a:xfrm>
            <a:off x="11791146" y="5091600"/>
            <a:ext cx="430856" cy="134789"/>
          </a:xfrm>
          <a:prstGeom prst="rect">
            <a:avLst/>
          </a:prstGeom>
        </p:spPr>
      </p:pic>
      <p:grpSp>
        <p:nvGrpSpPr>
          <p:cNvPr id="404" name="object 404" descr=""/>
          <p:cNvGrpSpPr/>
          <p:nvPr/>
        </p:nvGrpSpPr>
        <p:grpSpPr>
          <a:xfrm>
            <a:off x="12283618" y="5087388"/>
            <a:ext cx="838200" cy="163830"/>
            <a:chOff x="12283618" y="5087388"/>
            <a:chExt cx="838200" cy="163830"/>
          </a:xfrm>
        </p:grpSpPr>
        <p:pic>
          <p:nvPicPr>
            <p:cNvPr id="405" name="object 405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2283618" y="5091600"/>
              <a:ext cx="91137" cy="134789"/>
            </a:xfrm>
            <a:prstGeom prst="rect">
              <a:avLst/>
            </a:prstGeom>
          </p:spPr>
        </p:pic>
        <p:pic>
          <p:nvPicPr>
            <p:cNvPr id="406" name="object 406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2394157" y="5091664"/>
              <a:ext cx="323765" cy="134279"/>
            </a:xfrm>
            <a:prstGeom prst="rect">
              <a:avLst/>
            </a:prstGeom>
          </p:spPr>
        </p:pic>
        <p:sp>
          <p:nvSpPr>
            <p:cNvPr id="407" name="object 407" descr=""/>
            <p:cNvSpPr/>
            <p:nvPr/>
          </p:nvSpPr>
          <p:spPr>
            <a:xfrm>
              <a:off x="12741216" y="5093451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6"/>
                  </a:lnTo>
                  <a:lnTo>
                    <a:pt x="12828" y="130706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8" name="object 408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2785061" y="5093451"/>
              <a:ext cx="102177" cy="130706"/>
            </a:xfrm>
            <a:prstGeom prst="rect">
              <a:avLst/>
            </a:prstGeom>
          </p:spPr>
        </p:pic>
        <p:pic>
          <p:nvPicPr>
            <p:cNvPr id="409" name="object 409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2912576" y="5091664"/>
              <a:ext cx="109963" cy="134279"/>
            </a:xfrm>
            <a:prstGeom prst="rect">
              <a:avLst/>
            </a:prstGeom>
          </p:spPr>
        </p:pic>
        <p:sp>
          <p:nvSpPr>
            <p:cNvPr id="410" name="object 410" descr=""/>
            <p:cNvSpPr/>
            <p:nvPr/>
          </p:nvSpPr>
          <p:spPr>
            <a:xfrm>
              <a:off x="13051193" y="5087391"/>
              <a:ext cx="70485" cy="163830"/>
            </a:xfrm>
            <a:custGeom>
              <a:avLst/>
              <a:gdLst/>
              <a:ahLst/>
              <a:cxnLst/>
              <a:rect l="l" t="t" r="r" b="b"/>
              <a:pathLst>
                <a:path w="70484" h="163829">
                  <a:moveTo>
                    <a:pt x="33947" y="0"/>
                  </a:moveTo>
                  <a:lnTo>
                    <a:pt x="22847" y="0"/>
                  </a:lnTo>
                  <a:lnTo>
                    <a:pt x="13055" y="18427"/>
                  </a:lnTo>
                  <a:lnTo>
                    <a:pt x="5892" y="38163"/>
                  </a:lnTo>
                  <a:lnTo>
                    <a:pt x="1498" y="59258"/>
                  </a:lnTo>
                  <a:lnTo>
                    <a:pt x="0" y="81699"/>
                  </a:lnTo>
                  <a:lnTo>
                    <a:pt x="1498" y="104140"/>
                  </a:lnTo>
                  <a:lnTo>
                    <a:pt x="5892" y="125222"/>
                  </a:lnTo>
                  <a:lnTo>
                    <a:pt x="13055" y="144970"/>
                  </a:lnTo>
                  <a:lnTo>
                    <a:pt x="22847" y="163385"/>
                  </a:lnTo>
                  <a:lnTo>
                    <a:pt x="33947" y="163385"/>
                  </a:lnTo>
                  <a:lnTo>
                    <a:pt x="25438" y="146570"/>
                  </a:lnTo>
                  <a:lnTo>
                    <a:pt x="18707" y="126339"/>
                  </a:lnTo>
                  <a:lnTo>
                    <a:pt x="14287" y="104216"/>
                  </a:lnTo>
                  <a:lnTo>
                    <a:pt x="12700" y="81699"/>
                  </a:lnTo>
                  <a:lnTo>
                    <a:pt x="14274" y="59245"/>
                  </a:lnTo>
                  <a:lnTo>
                    <a:pt x="18681" y="37134"/>
                  </a:lnTo>
                  <a:lnTo>
                    <a:pt x="25400" y="16891"/>
                  </a:lnTo>
                  <a:lnTo>
                    <a:pt x="33947" y="0"/>
                  </a:lnTo>
                  <a:close/>
                </a:path>
                <a:path w="70484" h="163829">
                  <a:moveTo>
                    <a:pt x="70269" y="76428"/>
                  </a:moveTo>
                  <a:lnTo>
                    <a:pt x="57429" y="76428"/>
                  </a:lnTo>
                  <a:lnTo>
                    <a:pt x="57429" y="137388"/>
                  </a:lnTo>
                  <a:lnTo>
                    <a:pt x="70269" y="137388"/>
                  </a:lnTo>
                  <a:lnTo>
                    <a:pt x="70269" y="76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1" name="object 411" descr=""/>
          <p:cNvGrpSpPr/>
          <p:nvPr/>
        </p:nvGrpSpPr>
        <p:grpSpPr>
          <a:xfrm>
            <a:off x="13108635" y="5093451"/>
            <a:ext cx="215265" cy="131445"/>
            <a:chOff x="13108635" y="5093451"/>
            <a:chExt cx="215265" cy="131445"/>
          </a:xfrm>
        </p:grpSpPr>
        <p:sp>
          <p:nvSpPr>
            <p:cNvPr id="412" name="object 412" descr=""/>
            <p:cNvSpPr/>
            <p:nvPr/>
          </p:nvSpPr>
          <p:spPr>
            <a:xfrm>
              <a:off x="13108623" y="5093969"/>
              <a:ext cx="99060" cy="130810"/>
            </a:xfrm>
            <a:custGeom>
              <a:avLst/>
              <a:gdLst/>
              <a:ahLst/>
              <a:cxnLst/>
              <a:rect l="l" t="t" r="r" b="b"/>
              <a:pathLst>
                <a:path w="99059" h="130810">
                  <a:moveTo>
                    <a:pt x="98869" y="0"/>
                  </a:moveTo>
                  <a:lnTo>
                    <a:pt x="85979" y="0"/>
                  </a:lnTo>
                  <a:lnTo>
                    <a:pt x="85979" y="58432"/>
                  </a:lnTo>
                  <a:lnTo>
                    <a:pt x="12839" y="58432"/>
                  </a:lnTo>
                  <a:lnTo>
                    <a:pt x="12839" y="0"/>
                  </a:lnTo>
                  <a:lnTo>
                    <a:pt x="0" y="0"/>
                  </a:lnTo>
                  <a:lnTo>
                    <a:pt x="0" y="58432"/>
                  </a:lnTo>
                  <a:lnTo>
                    <a:pt x="0" y="69850"/>
                  </a:lnTo>
                  <a:lnTo>
                    <a:pt x="85979" y="69850"/>
                  </a:lnTo>
                  <a:lnTo>
                    <a:pt x="85979" y="130810"/>
                  </a:lnTo>
                  <a:lnTo>
                    <a:pt x="98869" y="130810"/>
                  </a:lnTo>
                  <a:lnTo>
                    <a:pt x="98869" y="69850"/>
                  </a:lnTo>
                  <a:lnTo>
                    <a:pt x="98869" y="58432"/>
                  </a:lnTo>
                  <a:lnTo>
                    <a:pt x="988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3" name="object 413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3238511" y="5093451"/>
              <a:ext cx="85265" cy="130706"/>
            </a:xfrm>
            <a:prstGeom prst="rect">
              <a:avLst/>
            </a:prstGeom>
          </p:spPr>
        </p:pic>
      </p:grpSp>
      <p:grpSp>
        <p:nvGrpSpPr>
          <p:cNvPr id="414" name="object 414" descr=""/>
          <p:cNvGrpSpPr/>
          <p:nvPr/>
        </p:nvGrpSpPr>
        <p:grpSpPr>
          <a:xfrm>
            <a:off x="13385734" y="5091664"/>
            <a:ext cx="340360" cy="168275"/>
            <a:chOff x="13385734" y="5091664"/>
            <a:chExt cx="340360" cy="168275"/>
          </a:xfrm>
        </p:grpSpPr>
        <p:pic>
          <p:nvPicPr>
            <p:cNvPr id="415" name="object 415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3385734" y="5093451"/>
              <a:ext cx="132237" cy="130706"/>
            </a:xfrm>
            <a:prstGeom prst="rect">
              <a:avLst/>
            </a:prstGeom>
          </p:spPr>
        </p:pic>
        <p:sp>
          <p:nvSpPr>
            <p:cNvPr id="416" name="object 416" descr=""/>
            <p:cNvSpPr/>
            <p:nvPr/>
          </p:nvSpPr>
          <p:spPr>
            <a:xfrm>
              <a:off x="13554350" y="5205840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15061" y="0"/>
                  </a:moveTo>
                  <a:lnTo>
                    <a:pt x="4467" y="0"/>
                  </a:lnTo>
                  <a:lnTo>
                    <a:pt x="0" y="4339"/>
                  </a:lnTo>
                  <a:lnTo>
                    <a:pt x="126" y="9637"/>
                  </a:lnTo>
                  <a:lnTo>
                    <a:pt x="0" y="14934"/>
                  </a:lnTo>
                  <a:lnTo>
                    <a:pt x="4467" y="19274"/>
                  </a:lnTo>
                  <a:lnTo>
                    <a:pt x="9764" y="19274"/>
                  </a:lnTo>
                  <a:lnTo>
                    <a:pt x="15061" y="19274"/>
                  </a:lnTo>
                  <a:lnTo>
                    <a:pt x="19401" y="14934"/>
                  </a:lnTo>
                  <a:lnTo>
                    <a:pt x="19401" y="4339"/>
                  </a:lnTo>
                  <a:lnTo>
                    <a:pt x="15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7" name="object 417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13599598" y="5091664"/>
              <a:ext cx="126302" cy="168168"/>
            </a:xfrm>
            <a:prstGeom prst="rect">
              <a:avLst/>
            </a:prstGeom>
          </p:spPr>
        </p:pic>
      </p:grpSp>
      <p:sp>
        <p:nvSpPr>
          <p:cNvPr id="418" name="object 418" descr=""/>
          <p:cNvSpPr/>
          <p:nvPr/>
        </p:nvSpPr>
        <p:spPr>
          <a:xfrm>
            <a:off x="13801573" y="5091670"/>
            <a:ext cx="721360" cy="134620"/>
          </a:xfrm>
          <a:custGeom>
            <a:avLst/>
            <a:gdLst/>
            <a:ahLst/>
            <a:cxnLst/>
            <a:rect l="l" t="t" r="r" b="b"/>
            <a:pathLst>
              <a:path w="721359" h="134620">
                <a:moveTo>
                  <a:pt x="100711" y="66814"/>
                </a:moveTo>
                <a:lnTo>
                  <a:pt x="96659" y="39535"/>
                </a:lnTo>
                <a:lnTo>
                  <a:pt x="88138" y="24688"/>
                </a:lnTo>
                <a:lnTo>
                  <a:pt x="88138" y="66814"/>
                </a:lnTo>
                <a:lnTo>
                  <a:pt x="85013" y="89535"/>
                </a:lnTo>
                <a:lnTo>
                  <a:pt x="75590" y="106578"/>
                </a:lnTo>
                <a:lnTo>
                  <a:pt x="59931" y="117284"/>
                </a:lnTo>
                <a:lnTo>
                  <a:pt x="38112" y="121005"/>
                </a:lnTo>
                <a:lnTo>
                  <a:pt x="12839" y="121005"/>
                </a:lnTo>
                <a:lnTo>
                  <a:pt x="12839" y="13271"/>
                </a:lnTo>
                <a:lnTo>
                  <a:pt x="40208" y="13271"/>
                </a:lnTo>
                <a:lnTo>
                  <a:pt x="60947" y="16941"/>
                </a:lnTo>
                <a:lnTo>
                  <a:pt x="75958" y="27533"/>
                </a:lnTo>
                <a:lnTo>
                  <a:pt x="85064" y="44373"/>
                </a:lnTo>
                <a:lnTo>
                  <a:pt x="88138" y="66814"/>
                </a:lnTo>
                <a:lnTo>
                  <a:pt x="88138" y="24688"/>
                </a:lnTo>
                <a:lnTo>
                  <a:pt x="84924" y="19088"/>
                </a:lnTo>
                <a:lnTo>
                  <a:pt x="76428" y="13271"/>
                </a:lnTo>
                <a:lnTo>
                  <a:pt x="66141" y="6235"/>
                </a:lnTo>
                <a:lnTo>
                  <a:pt x="40982" y="1790"/>
                </a:lnTo>
                <a:lnTo>
                  <a:pt x="0" y="1790"/>
                </a:lnTo>
                <a:lnTo>
                  <a:pt x="0" y="132486"/>
                </a:lnTo>
                <a:lnTo>
                  <a:pt x="38811" y="132486"/>
                </a:lnTo>
                <a:lnTo>
                  <a:pt x="65112" y="128016"/>
                </a:lnTo>
                <a:lnTo>
                  <a:pt x="75628" y="121005"/>
                </a:lnTo>
                <a:lnTo>
                  <a:pt x="84531" y="115074"/>
                </a:lnTo>
                <a:lnTo>
                  <a:pt x="96558" y="94424"/>
                </a:lnTo>
                <a:lnTo>
                  <a:pt x="100711" y="66814"/>
                </a:lnTo>
                <a:close/>
              </a:path>
              <a:path w="721359" h="134620">
                <a:moveTo>
                  <a:pt x="222808" y="132486"/>
                </a:moveTo>
                <a:lnTo>
                  <a:pt x="208661" y="93624"/>
                </a:lnTo>
                <a:lnTo>
                  <a:pt x="204508" y="82207"/>
                </a:lnTo>
                <a:lnTo>
                  <a:pt x="191401" y="46177"/>
                </a:lnTo>
                <a:lnTo>
                  <a:pt x="191401" y="82207"/>
                </a:lnTo>
                <a:lnTo>
                  <a:pt x="145199" y="82207"/>
                </a:lnTo>
                <a:lnTo>
                  <a:pt x="167919" y="18376"/>
                </a:lnTo>
                <a:lnTo>
                  <a:pt x="168744" y="18376"/>
                </a:lnTo>
                <a:lnTo>
                  <a:pt x="191401" y="82207"/>
                </a:lnTo>
                <a:lnTo>
                  <a:pt x="191401" y="46177"/>
                </a:lnTo>
                <a:lnTo>
                  <a:pt x="181292" y="18376"/>
                </a:lnTo>
                <a:lnTo>
                  <a:pt x="175260" y="1790"/>
                </a:lnTo>
                <a:lnTo>
                  <a:pt x="161404" y="1790"/>
                </a:lnTo>
                <a:lnTo>
                  <a:pt x="113868" y="132486"/>
                </a:lnTo>
                <a:lnTo>
                  <a:pt x="127330" y="132486"/>
                </a:lnTo>
                <a:lnTo>
                  <a:pt x="141173" y="93624"/>
                </a:lnTo>
                <a:lnTo>
                  <a:pt x="195491" y="93624"/>
                </a:lnTo>
                <a:lnTo>
                  <a:pt x="209270" y="132486"/>
                </a:lnTo>
                <a:lnTo>
                  <a:pt x="222808" y="132486"/>
                </a:lnTo>
                <a:close/>
              </a:path>
              <a:path w="721359" h="134620">
                <a:moveTo>
                  <a:pt x="366344" y="1790"/>
                </a:moveTo>
                <a:lnTo>
                  <a:pt x="351345" y="1790"/>
                </a:lnTo>
                <a:lnTo>
                  <a:pt x="304685" y="114173"/>
                </a:lnTo>
                <a:lnTo>
                  <a:pt x="303415" y="114173"/>
                </a:lnTo>
                <a:lnTo>
                  <a:pt x="256755" y="1790"/>
                </a:lnTo>
                <a:lnTo>
                  <a:pt x="241693" y="1790"/>
                </a:lnTo>
                <a:lnTo>
                  <a:pt x="241693" y="132486"/>
                </a:lnTo>
                <a:lnTo>
                  <a:pt x="253885" y="132486"/>
                </a:lnTo>
                <a:lnTo>
                  <a:pt x="253885" y="28270"/>
                </a:lnTo>
                <a:lnTo>
                  <a:pt x="254838" y="28270"/>
                </a:lnTo>
                <a:lnTo>
                  <a:pt x="298246" y="132486"/>
                </a:lnTo>
                <a:lnTo>
                  <a:pt x="309727" y="132486"/>
                </a:lnTo>
                <a:lnTo>
                  <a:pt x="353123" y="28397"/>
                </a:lnTo>
                <a:lnTo>
                  <a:pt x="354215" y="28397"/>
                </a:lnTo>
                <a:lnTo>
                  <a:pt x="354215" y="132486"/>
                </a:lnTo>
                <a:lnTo>
                  <a:pt x="366344" y="132486"/>
                </a:lnTo>
                <a:lnTo>
                  <a:pt x="366344" y="1790"/>
                </a:lnTo>
                <a:close/>
              </a:path>
              <a:path w="721359" h="134620">
                <a:moveTo>
                  <a:pt x="494233" y="132486"/>
                </a:moveTo>
                <a:lnTo>
                  <a:pt x="480098" y="93624"/>
                </a:lnTo>
                <a:lnTo>
                  <a:pt x="475945" y="82207"/>
                </a:lnTo>
                <a:lnTo>
                  <a:pt x="462838" y="46177"/>
                </a:lnTo>
                <a:lnTo>
                  <a:pt x="462838" y="82207"/>
                </a:lnTo>
                <a:lnTo>
                  <a:pt x="416636" y="82207"/>
                </a:lnTo>
                <a:lnTo>
                  <a:pt x="439356" y="18376"/>
                </a:lnTo>
                <a:lnTo>
                  <a:pt x="440182" y="18376"/>
                </a:lnTo>
                <a:lnTo>
                  <a:pt x="462838" y="82207"/>
                </a:lnTo>
                <a:lnTo>
                  <a:pt x="462838" y="46177"/>
                </a:lnTo>
                <a:lnTo>
                  <a:pt x="452729" y="18376"/>
                </a:lnTo>
                <a:lnTo>
                  <a:pt x="446684" y="1790"/>
                </a:lnTo>
                <a:lnTo>
                  <a:pt x="432841" y="1790"/>
                </a:lnTo>
                <a:lnTo>
                  <a:pt x="385292" y="132486"/>
                </a:lnTo>
                <a:lnTo>
                  <a:pt x="398754" y="132486"/>
                </a:lnTo>
                <a:lnTo>
                  <a:pt x="412610" y="93624"/>
                </a:lnTo>
                <a:lnTo>
                  <a:pt x="466915" y="93624"/>
                </a:lnTo>
                <a:lnTo>
                  <a:pt x="480707" y="132486"/>
                </a:lnTo>
                <a:lnTo>
                  <a:pt x="494233" y="132486"/>
                </a:lnTo>
                <a:close/>
              </a:path>
              <a:path w="721359" h="134620">
                <a:moveTo>
                  <a:pt x="617347" y="68795"/>
                </a:moveTo>
                <a:lnTo>
                  <a:pt x="567499" y="68795"/>
                </a:lnTo>
                <a:lnTo>
                  <a:pt x="567499" y="80225"/>
                </a:lnTo>
                <a:lnTo>
                  <a:pt x="604837" y="80225"/>
                </a:lnTo>
                <a:lnTo>
                  <a:pt x="601687" y="97739"/>
                </a:lnTo>
                <a:lnTo>
                  <a:pt x="593382" y="110959"/>
                </a:lnTo>
                <a:lnTo>
                  <a:pt x="580771" y="119303"/>
                </a:lnTo>
                <a:lnTo>
                  <a:pt x="564692" y="122212"/>
                </a:lnTo>
                <a:lnTo>
                  <a:pt x="546709" y="118491"/>
                </a:lnTo>
                <a:lnTo>
                  <a:pt x="532523" y="107696"/>
                </a:lnTo>
                <a:lnTo>
                  <a:pt x="523227" y="90385"/>
                </a:lnTo>
                <a:lnTo>
                  <a:pt x="519887" y="67144"/>
                </a:lnTo>
                <a:lnTo>
                  <a:pt x="523240" y="43827"/>
                </a:lnTo>
                <a:lnTo>
                  <a:pt x="532460" y="26530"/>
                </a:lnTo>
                <a:lnTo>
                  <a:pt x="546392" y="15773"/>
                </a:lnTo>
                <a:lnTo>
                  <a:pt x="563803" y="12065"/>
                </a:lnTo>
                <a:lnTo>
                  <a:pt x="578154" y="14427"/>
                </a:lnTo>
                <a:lnTo>
                  <a:pt x="589597" y="20929"/>
                </a:lnTo>
                <a:lnTo>
                  <a:pt x="598017" y="30645"/>
                </a:lnTo>
                <a:lnTo>
                  <a:pt x="603237" y="42633"/>
                </a:lnTo>
                <a:lnTo>
                  <a:pt x="616521" y="42633"/>
                </a:lnTo>
                <a:lnTo>
                  <a:pt x="610438" y="26085"/>
                </a:lnTo>
                <a:lnTo>
                  <a:pt x="599186" y="12534"/>
                </a:lnTo>
                <a:lnTo>
                  <a:pt x="583412" y="3365"/>
                </a:lnTo>
                <a:lnTo>
                  <a:pt x="563803" y="0"/>
                </a:lnTo>
                <a:lnTo>
                  <a:pt x="540956" y="4724"/>
                </a:lnTo>
                <a:lnTo>
                  <a:pt x="523125" y="18186"/>
                </a:lnTo>
                <a:lnTo>
                  <a:pt x="511517" y="39331"/>
                </a:lnTo>
                <a:lnTo>
                  <a:pt x="507377" y="67144"/>
                </a:lnTo>
                <a:lnTo>
                  <a:pt x="511505" y="94919"/>
                </a:lnTo>
                <a:lnTo>
                  <a:pt x="523138" y="116078"/>
                </a:lnTo>
                <a:lnTo>
                  <a:pt x="541223" y="129552"/>
                </a:lnTo>
                <a:lnTo>
                  <a:pt x="564692" y="134277"/>
                </a:lnTo>
                <a:lnTo>
                  <a:pt x="585851" y="130492"/>
                </a:lnTo>
                <a:lnTo>
                  <a:pt x="602513" y="119646"/>
                </a:lnTo>
                <a:lnTo>
                  <a:pt x="613422" y="102565"/>
                </a:lnTo>
                <a:lnTo>
                  <a:pt x="617347" y="80035"/>
                </a:lnTo>
                <a:lnTo>
                  <a:pt x="617347" y="68795"/>
                </a:lnTo>
                <a:close/>
              </a:path>
              <a:path w="721359" h="134620">
                <a:moveTo>
                  <a:pt x="721182" y="120421"/>
                </a:moveTo>
                <a:lnTo>
                  <a:pt x="656272" y="120421"/>
                </a:lnTo>
                <a:lnTo>
                  <a:pt x="656272" y="72148"/>
                </a:lnTo>
                <a:lnTo>
                  <a:pt x="715949" y="72148"/>
                </a:lnTo>
                <a:lnTo>
                  <a:pt x="715949" y="60731"/>
                </a:lnTo>
                <a:lnTo>
                  <a:pt x="656272" y="60731"/>
                </a:lnTo>
                <a:lnTo>
                  <a:pt x="656272" y="13728"/>
                </a:lnTo>
                <a:lnTo>
                  <a:pt x="720039" y="13728"/>
                </a:lnTo>
                <a:lnTo>
                  <a:pt x="720039" y="2298"/>
                </a:lnTo>
                <a:lnTo>
                  <a:pt x="643445" y="2298"/>
                </a:lnTo>
                <a:lnTo>
                  <a:pt x="643445" y="13728"/>
                </a:lnTo>
                <a:lnTo>
                  <a:pt x="643445" y="60731"/>
                </a:lnTo>
                <a:lnTo>
                  <a:pt x="643445" y="72148"/>
                </a:lnTo>
                <a:lnTo>
                  <a:pt x="643445" y="120421"/>
                </a:lnTo>
                <a:lnTo>
                  <a:pt x="643445" y="133108"/>
                </a:lnTo>
                <a:lnTo>
                  <a:pt x="721182" y="133108"/>
                </a:lnTo>
                <a:lnTo>
                  <a:pt x="721182" y="1204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9" name="object 419" descr=""/>
          <p:cNvGrpSpPr/>
          <p:nvPr/>
        </p:nvGrpSpPr>
        <p:grpSpPr>
          <a:xfrm>
            <a:off x="14586480" y="5087388"/>
            <a:ext cx="321310" cy="163830"/>
            <a:chOff x="14586480" y="5087388"/>
            <a:chExt cx="321310" cy="163830"/>
          </a:xfrm>
        </p:grpSpPr>
        <p:pic>
          <p:nvPicPr>
            <p:cNvPr id="420" name="object 420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14586480" y="5093451"/>
              <a:ext cx="132237" cy="130706"/>
            </a:xfrm>
            <a:prstGeom prst="rect">
              <a:avLst/>
            </a:prstGeom>
          </p:spPr>
        </p:pic>
        <p:sp>
          <p:nvSpPr>
            <p:cNvPr id="421" name="object 421" descr=""/>
            <p:cNvSpPr/>
            <p:nvPr/>
          </p:nvSpPr>
          <p:spPr>
            <a:xfrm>
              <a:off x="14755090" y="5087391"/>
              <a:ext cx="152400" cy="163830"/>
            </a:xfrm>
            <a:custGeom>
              <a:avLst/>
              <a:gdLst/>
              <a:ahLst/>
              <a:cxnLst/>
              <a:rect l="l" t="t" r="r" b="b"/>
              <a:pathLst>
                <a:path w="152400" h="163829">
                  <a:moveTo>
                    <a:pt x="19405" y="122796"/>
                  </a:moveTo>
                  <a:lnTo>
                    <a:pt x="15062" y="118452"/>
                  </a:lnTo>
                  <a:lnTo>
                    <a:pt x="4470" y="118452"/>
                  </a:lnTo>
                  <a:lnTo>
                    <a:pt x="0" y="122796"/>
                  </a:lnTo>
                  <a:lnTo>
                    <a:pt x="127" y="128092"/>
                  </a:lnTo>
                  <a:lnTo>
                    <a:pt x="0" y="133388"/>
                  </a:lnTo>
                  <a:lnTo>
                    <a:pt x="4470" y="137731"/>
                  </a:lnTo>
                  <a:lnTo>
                    <a:pt x="9766" y="137731"/>
                  </a:lnTo>
                  <a:lnTo>
                    <a:pt x="15062" y="137731"/>
                  </a:lnTo>
                  <a:lnTo>
                    <a:pt x="19405" y="133388"/>
                  </a:lnTo>
                  <a:lnTo>
                    <a:pt x="19405" y="122796"/>
                  </a:lnTo>
                  <a:close/>
                </a:path>
                <a:path w="152400" h="163829">
                  <a:moveTo>
                    <a:pt x="86918" y="6070"/>
                  </a:moveTo>
                  <a:lnTo>
                    <a:pt x="73583" y="6070"/>
                  </a:lnTo>
                  <a:lnTo>
                    <a:pt x="42316" y="26746"/>
                  </a:lnTo>
                  <a:lnTo>
                    <a:pt x="42316" y="39890"/>
                  </a:lnTo>
                  <a:lnTo>
                    <a:pt x="73266" y="19469"/>
                  </a:lnTo>
                  <a:lnTo>
                    <a:pt x="74028" y="19469"/>
                  </a:lnTo>
                  <a:lnTo>
                    <a:pt x="74028" y="136766"/>
                  </a:lnTo>
                  <a:lnTo>
                    <a:pt x="86918" y="136766"/>
                  </a:lnTo>
                  <a:lnTo>
                    <a:pt x="86918" y="6070"/>
                  </a:lnTo>
                  <a:close/>
                </a:path>
                <a:path w="152400" h="163829">
                  <a:moveTo>
                    <a:pt x="152273" y="81699"/>
                  </a:moveTo>
                  <a:lnTo>
                    <a:pt x="150774" y="59296"/>
                  </a:lnTo>
                  <a:lnTo>
                    <a:pt x="146392" y="38214"/>
                  </a:lnTo>
                  <a:lnTo>
                    <a:pt x="139242" y="18453"/>
                  </a:lnTo>
                  <a:lnTo>
                    <a:pt x="129489" y="0"/>
                  </a:lnTo>
                  <a:lnTo>
                    <a:pt x="118325" y="0"/>
                  </a:lnTo>
                  <a:lnTo>
                    <a:pt x="126873" y="16852"/>
                  </a:lnTo>
                  <a:lnTo>
                    <a:pt x="133591" y="37096"/>
                  </a:lnTo>
                  <a:lnTo>
                    <a:pt x="137998" y="59207"/>
                  </a:lnTo>
                  <a:lnTo>
                    <a:pt x="139573" y="81699"/>
                  </a:lnTo>
                  <a:lnTo>
                    <a:pt x="137998" y="104178"/>
                  </a:lnTo>
                  <a:lnTo>
                    <a:pt x="133591" y="126301"/>
                  </a:lnTo>
                  <a:lnTo>
                    <a:pt x="126873" y="146532"/>
                  </a:lnTo>
                  <a:lnTo>
                    <a:pt x="118325" y="163385"/>
                  </a:lnTo>
                  <a:lnTo>
                    <a:pt x="129489" y="163385"/>
                  </a:lnTo>
                  <a:lnTo>
                    <a:pt x="139242" y="145008"/>
                  </a:lnTo>
                  <a:lnTo>
                    <a:pt x="146392" y="125272"/>
                  </a:lnTo>
                  <a:lnTo>
                    <a:pt x="150774" y="104165"/>
                  </a:lnTo>
                  <a:lnTo>
                    <a:pt x="152273" y="81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46492" y="1803755"/>
            <a:ext cx="323850" cy="219710"/>
          </a:xfrm>
          <a:custGeom>
            <a:avLst/>
            <a:gdLst/>
            <a:ahLst/>
            <a:cxnLst/>
            <a:rect l="l" t="t" r="r" b="b"/>
            <a:pathLst>
              <a:path w="323850" h="219710">
                <a:moveTo>
                  <a:pt x="323621" y="0"/>
                </a:moveTo>
                <a:lnTo>
                  <a:pt x="209473" y="0"/>
                </a:lnTo>
                <a:lnTo>
                  <a:pt x="209473" y="42316"/>
                </a:lnTo>
                <a:lnTo>
                  <a:pt x="209473" y="177800"/>
                </a:lnTo>
                <a:lnTo>
                  <a:pt x="113817" y="177800"/>
                </a:lnTo>
                <a:lnTo>
                  <a:pt x="113817" y="42316"/>
                </a:lnTo>
                <a:lnTo>
                  <a:pt x="209473" y="42316"/>
                </a:lnTo>
                <a:lnTo>
                  <a:pt x="209473" y="0"/>
                </a:lnTo>
                <a:lnTo>
                  <a:pt x="0" y="0"/>
                </a:lnTo>
                <a:lnTo>
                  <a:pt x="0" y="42316"/>
                </a:lnTo>
                <a:lnTo>
                  <a:pt x="61658" y="42316"/>
                </a:lnTo>
                <a:lnTo>
                  <a:pt x="61658" y="177800"/>
                </a:lnTo>
                <a:lnTo>
                  <a:pt x="1333" y="177800"/>
                </a:lnTo>
                <a:lnTo>
                  <a:pt x="1333" y="219456"/>
                </a:lnTo>
                <a:lnTo>
                  <a:pt x="321957" y="219456"/>
                </a:lnTo>
                <a:lnTo>
                  <a:pt x="321957" y="177800"/>
                </a:lnTo>
                <a:lnTo>
                  <a:pt x="261124" y="177800"/>
                </a:lnTo>
                <a:lnTo>
                  <a:pt x="261124" y="42316"/>
                </a:lnTo>
                <a:lnTo>
                  <a:pt x="323621" y="42316"/>
                </a:lnTo>
                <a:lnTo>
                  <a:pt x="323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514666" y="1764423"/>
            <a:ext cx="1198880" cy="426084"/>
          </a:xfrm>
          <a:custGeom>
            <a:avLst/>
            <a:gdLst/>
            <a:ahLst/>
            <a:cxnLst/>
            <a:rect l="l" t="t" r="r" b="b"/>
            <a:pathLst>
              <a:path w="1198879" h="426085">
                <a:moveTo>
                  <a:pt x="389445" y="330606"/>
                </a:moveTo>
                <a:lnTo>
                  <a:pt x="0" y="330606"/>
                </a:lnTo>
                <a:lnTo>
                  <a:pt x="0" y="374434"/>
                </a:lnTo>
                <a:lnTo>
                  <a:pt x="389445" y="374434"/>
                </a:lnTo>
                <a:lnTo>
                  <a:pt x="389445" y="330606"/>
                </a:lnTo>
                <a:close/>
              </a:path>
              <a:path w="1198879" h="426085">
                <a:moveTo>
                  <a:pt x="806704" y="333616"/>
                </a:moveTo>
                <a:lnTo>
                  <a:pt x="637070" y="333616"/>
                </a:lnTo>
                <a:lnTo>
                  <a:pt x="637070" y="263766"/>
                </a:lnTo>
                <a:lnTo>
                  <a:pt x="770382" y="263766"/>
                </a:lnTo>
                <a:lnTo>
                  <a:pt x="770382" y="220586"/>
                </a:lnTo>
                <a:lnTo>
                  <a:pt x="515747" y="220586"/>
                </a:lnTo>
                <a:lnTo>
                  <a:pt x="515747" y="165976"/>
                </a:lnTo>
                <a:lnTo>
                  <a:pt x="760539" y="165976"/>
                </a:lnTo>
                <a:lnTo>
                  <a:pt x="760539" y="124066"/>
                </a:lnTo>
                <a:lnTo>
                  <a:pt x="760539" y="70726"/>
                </a:lnTo>
                <a:lnTo>
                  <a:pt x="760539" y="28816"/>
                </a:lnTo>
                <a:lnTo>
                  <a:pt x="462762" y="28816"/>
                </a:lnTo>
                <a:lnTo>
                  <a:pt x="462762" y="70726"/>
                </a:lnTo>
                <a:lnTo>
                  <a:pt x="708723" y="70726"/>
                </a:lnTo>
                <a:lnTo>
                  <a:pt x="708723" y="124066"/>
                </a:lnTo>
                <a:lnTo>
                  <a:pt x="463423" y="124066"/>
                </a:lnTo>
                <a:lnTo>
                  <a:pt x="463423" y="165976"/>
                </a:lnTo>
                <a:lnTo>
                  <a:pt x="463423" y="220586"/>
                </a:lnTo>
                <a:lnTo>
                  <a:pt x="463423" y="263766"/>
                </a:lnTo>
                <a:lnTo>
                  <a:pt x="585076" y="263766"/>
                </a:lnTo>
                <a:lnTo>
                  <a:pt x="585076" y="333616"/>
                </a:lnTo>
                <a:lnTo>
                  <a:pt x="417271" y="333616"/>
                </a:lnTo>
                <a:lnTo>
                  <a:pt x="417271" y="376796"/>
                </a:lnTo>
                <a:lnTo>
                  <a:pt x="806704" y="376796"/>
                </a:lnTo>
                <a:lnTo>
                  <a:pt x="806704" y="333616"/>
                </a:lnTo>
                <a:close/>
              </a:path>
              <a:path w="1198879" h="426085">
                <a:moveTo>
                  <a:pt x="1045832" y="204635"/>
                </a:moveTo>
                <a:lnTo>
                  <a:pt x="1010373" y="184264"/>
                </a:lnTo>
                <a:lnTo>
                  <a:pt x="997483" y="170141"/>
                </a:lnTo>
                <a:lnTo>
                  <a:pt x="985481" y="156997"/>
                </a:lnTo>
                <a:lnTo>
                  <a:pt x="970826" y="125260"/>
                </a:lnTo>
                <a:lnTo>
                  <a:pt x="966012" y="91478"/>
                </a:lnTo>
                <a:lnTo>
                  <a:pt x="966012" y="74485"/>
                </a:lnTo>
                <a:lnTo>
                  <a:pt x="1033500" y="74485"/>
                </a:lnTo>
                <a:lnTo>
                  <a:pt x="1033500" y="32321"/>
                </a:lnTo>
                <a:lnTo>
                  <a:pt x="843534" y="32321"/>
                </a:lnTo>
                <a:lnTo>
                  <a:pt x="843534" y="74485"/>
                </a:lnTo>
                <a:lnTo>
                  <a:pt x="915187" y="74485"/>
                </a:lnTo>
                <a:lnTo>
                  <a:pt x="915136" y="91478"/>
                </a:lnTo>
                <a:lnTo>
                  <a:pt x="910094" y="127457"/>
                </a:lnTo>
                <a:lnTo>
                  <a:pt x="894600" y="161721"/>
                </a:lnTo>
                <a:lnTo>
                  <a:pt x="868362" y="191122"/>
                </a:lnTo>
                <a:lnTo>
                  <a:pt x="831037" y="212801"/>
                </a:lnTo>
                <a:lnTo>
                  <a:pt x="858697" y="254127"/>
                </a:lnTo>
                <a:lnTo>
                  <a:pt x="886472" y="239217"/>
                </a:lnTo>
                <a:lnTo>
                  <a:pt x="909396" y="219760"/>
                </a:lnTo>
                <a:lnTo>
                  <a:pt x="927633" y="196481"/>
                </a:lnTo>
                <a:lnTo>
                  <a:pt x="941349" y="170141"/>
                </a:lnTo>
                <a:lnTo>
                  <a:pt x="954493" y="193598"/>
                </a:lnTo>
                <a:lnTo>
                  <a:pt x="971765" y="214299"/>
                </a:lnTo>
                <a:lnTo>
                  <a:pt x="993279" y="231622"/>
                </a:lnTo>
                <a:lnTo>
                  <a:pt x="1019175" y="244957"/>
                </a:lnTo>
                <a:lnTo>
                  <a:pt x="1045832" y="204635"/>
                </a:lnTo>
                <a:close/>
              </a:path>
              <a:path w="1198879" h="426085">
                <a:moveTo>
                  <a:pt x="1114818" y="8826"/>
                </a:moveTo>
                <a:lnTo>
                  <a:pt x="1064996" y="8826"/>
                </a:lnTo>
                <a:lnTo>
                  <a:pt x="1064996" y="106654"/>
                </a:lnTo>
                <a:lnTo>
                  <a:pt x="1011669" y="106654"/>
                </a:lnTo>
                <a:lnTo>
                  <a:pt x="1011669" y="149479"/>
                </a:lnTo>
                <a:lnTo>
                  <a:pt x="1064996" y="149479"/>
                </a:lnTo>
                <a:lnTo>
                  <a:pt x="1064996" y="256959"/>
                </a:lnTo>
                <a:lnTo>
                  <a:pt x="1114818" y="256959"/>
                </a:lnTo>
                <a:lnTo>
                  <a:pt x="1114818" y="8826"/>
                </a:lnTo>
                <a:close/>
              </a:path>
              <a:path w="1198879" h="426085">
                <a:moveTo>
                  <a:pt x="1198803" y="276288"/>
                </a:moveTo>
                <a:lnTo>
                  <a:pt x="907021" y="276288"/>
                </a:lnTo>
                <a:lnTo>
                  <a:pt x="907021" y="318274"/>
                </a:lnTo>
                <a:lnTo>
                  <a:pt x="1146644" y="318274"/>
                </a:lnTo>
                <a:lnTo>
                  <a:pt x="1146644" y="425589"/>
                </a:lnTo>
                <a:lnTo>
                  <a:pt x="1198803" y="425589"/>
                </a:lnTo>
                <a:lnTo>
                  <a:pt x="1198803" y="276288"/>
                </a:lnTo>
                <a:close/>
              </a:path>
              <a:path w="1198879" h="426085">
                <a:moveTo>
                  <a:pt x="1198803" y="0"/>
                </a:moveTo>
                <a:lnTo>
                  <a:pt x="1148981" y="0"/>
                </a:lnTo>
                <a:lnTo>
                  <a:pt x="1148981" y="259626"/>
                </a:lnTo>
                <a:lnTo>
                  <a:pt x="1198803" y="259626"/>
                </a:lnTo>
                <a:lnTo>
                  <a:pt x="1198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13952" y="1798319"/>
            <a:ext cx="299085" cy="231140"/>
          </a:xfrm>
          <a:custGeom>
            <a:avLst/>
            <a:gdLst/>
            <a:ahLst/>
            <a:cxnLst/>
            <a:rect l="l" t="t" r="r" b="b"/>
            <a:pathLst>
              <a:path w="299084" h="231139">
                <a:moveTo>
                  <a:pt x="298792" y="189230"/>
                </a:moveTo>
                <a:lnTo>
                  <a:pt x="53162" y="189230"/>
                </a:lnTo>
                <a:lnTo>
                  <a:pt x="53162" y="134620"/>
                </a:lnTo>
                <a:lnTo>
                  <a:pt x="285292" y="134620"/>
                </a:lnTo>
                <a:lnTo>
                  <a:pt x="285292" y="92710"/>
                </a:lnTo>
                <a:lnTo>
                  <a:pt x="53162" y="92710"/>
                </a:lnTo>
                <a:lnTo>
                  <a:pt x="53162" y="41910"/>
                </a:lnTo>
                <a:lnTo>
                  <a:pt x="294957" y="41910"/>
                </a:lnTo>
                <a:lnTo>
                  <a:pt x="294957" y="0"/>
                </a:lnTo>
                <a:lnTo>
                  <a:pt x="0" y="0"/>
                </a:lnTo>
                <a:lnTo>
                  <a:pt x="0" y="41910"/>
                </a:lnTo>
                <a:lnTo>
                  <a:pt x="0" y="92710"/>
                </a:lnTo>
                <a:lnTo>
                  <a:pt x="0" y="134620"/>
                </a:lnTo>
                <a:lnTo>
                  <a:pt x="0" y="189230"/>
                </a:lnTo>
                <a:lnTo>
                  <a:pt x="0" y="231140"/>
                </a:lnTo>
                <a:lnTo>
                  <a:pt x="298792" y="231140"/>
                </a:lnTo>
                <a:lnTo>
                  <a:pt x="298792" y="189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766469" y="2095695"/>
            <a:ext cx="389890" cy="43180"/>
          </a:xfrm>
          <a:custGeom>
            <a:avLst/>
            <a:gdLst/>
            <a:ahLst/>
            <a:cxnLst/>
            <a:rect l="l" t="t" r="r" b="b"/>
            <a:pathLst>
              <a:path w="389890" h="43180">
                <a:moveTo>
                  <a:pt x="389435" y="0"/>
                </a:moveTo>
                <a:lnTo>
                  <a:pt x="0" y="0"/>
                </a:lnTo>
                <a:lnTo>
                  <a:pt x="0" y="42826"/>
                </a:lnTo>
                <a:lnTo>
                  <a:pt x="389435" y="42826"/>
                </a:lnTo>
                <a:lnTo>
                  <a:pt x="38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213558" y="1764753"/>
            <a:ext cx="514984" cy="456565"/>
          </a:xfrm>
          <a:custGeom>
            <a:avLst/>
            <a:gdLst/>
            <a:ahLst/>
            <a:cxnLst/>
            <a:rect l="l" t="t" r="r" b="b"/>
            <a:pathLst>
              <a:path w="514984" h="456564">
                <a:moveTo>
                  <a:pt x="122313" y="32499"/>
                </a:moveTo>
                <a:lnTo>
                  <a:pt x="65989" y="32499"/>
                </a:lnTo>
                <a:lnTo>
                  <a:pt x="42291" y="69316"/>
                </a:lnTo>
                <a:lnTo>
                  <a:pt x="23825" y="108724"/>
                </a:lnTo>
                <a:lnTo>
                  <a:pt x="10604" y="150901"/>
                </a:lnTo>
                <a:lnTo>
                  <a:pt x="2654" y="196037"/>
                </a:lnTo>
                <a:lnTo>
                  <a:pt x="0" y="244297"/>
                </a:lnTo>
                <a:lnTo>
                  <a:pt x="2654" y="292620"/>
                </a:lnTo>
                <a:lnTo>
                  <a:pt x="10604" y="337756"/>
                </a:lnTo>
                <a:lnTo>
                  <a:pt x="23825" y="379907"/>
                </a:lnTo>
                <a:lnTo>
                  <a:pt x="42291" y="419290"/>
                </a:lnTo>
                <a:lnTo>
                  <a:pt x="65989" y="456095"/>
                </a:lnTo>
                <a:lnTo>
                  <a:pt x="122313" y="456095"/>
                </a:lnTo>
                <a:lnTo>
                  <a:pt x="98742" y="415569"/>
                </a:lnTo>
                <a:lnTo>
                  <a:pt x="79692" y="363385"/>
                </a:lnTo>
                <a:lnTo>
                  <a:pt x="66967" y="304596"/>
                </a:lnTo>
                <a:lnTo>
                  <a:pt x="62318" y="244297"/>
                </a:lnTo>
                <a:lnTo>
                  <a:pt x="66967" y="184061"/>
                </a:lnTo>
                <a:lnTo>
                  <a:pt x="79692" y="125272"/>
                </a:lnTo>
                <a:lnTo>
                  <a:pt x="98742" y="73037"/>
                </a:lnTo>
                <a:lnTo>
                  <a:pt x="122313" y="32499"/>
                </a:lnTo>
                <a:close/>
              </a:path>
              <a:path w="514984" h="456564">
                <a:moveTo>
                  <a:pt x="347268" y="179311"/>
                </a:moveTo>
                <a:lnTo>
                  <a:pt x="340347" y="148018"/>
                </a:lnTo>
                <a:lnTo>
                  <a:pt x="335203" y="141478"/>
                </a:lnTo>
                <a:lnTo>
                  <a:pt x="321195" y="123685"/>
                </a:lnTo>
                <a:lnTo>
                  <a:pt x="299783" y="112166"/>
                </a:lnTo>
                <a:lnTo>
                  <a:pt x="299783" y="179311"/>
                </a:lnTo>
                <a:lnTo>
                  <a:pt x="296494" y="194449"/>
                </a:lnTo>
                <a:lnTo>
                  <a:pt x="287261" y="205828"/>
                </a:lnTo>
                <a:lnTo>
                  <a:pt x="272999" y="212979"/>
                </a:lnTo>
                <a:lnTo>
                  <a:pt x="254622" y="215468"/>
                </a:lnTo>
                <a:lnTo>
                  <a:pt x="236372" y="212979"/>
                </a:lnTo>
                <a:lnTo>
                  <a:pt x="222211" y="205828"/>
                </a:lnTo>
                <a:lnTo>
                  <a:pt x="213055" y="194449"/>
                </a:lnTo>
                <a:lnTo>
                  <a:pt x="209791" y="179311"/>
                </a:lnTo>
                <a:lnTo>
                  <a:pt x="213055" y="163296"/>
                </a:lnTo>
                <a:lnTo>
                  <a:pt x="222211" y="151460"/>
                </a:lnTo>
                <a:lnTo>
                  <a:pt x="236372" y="144081"/>
                </a:lnTo>
                <a:lnTo>
                  <a:pt x="254622" y="141478"/>
                </a:lnTo>
                <a:lnTo>
                  <a:pt x="272999" y="144081"/>
                </a:lnTo>
                <a:lnTo>
                  <a:pt x="287261" y="151460"/>
                </a:lnTo>
                <a:lnTo>
                  <a:pt x="296494" y="163296"/>
                </a:lnTo>
                <a:lnTo>
                  <a:pt x="299783" y="179311"/>
                </a:lnTo>
                <a:lnTo>
                  <a:pt x="299783" y="112166"/>
                </a:lnTo>
                <a:lnTo>
                  <a:pt x="291922" y="107924"/>
                </a:lnTo>
                <a:lnTo>
                  <a:pt x="254622" y="102323"/>
                </a:lnTo>
                <a:lnTo>
                  <a:pt x="217779" y="107924"/>
                </a:lnTo>
                <a:lnTo>
                  <a:pt x="188734" y="123685"/>
                </a:lnTo>
                <a:lnTo>
                  <a:pt x="169722" y="148018"/>
                </a:lnTo>
                <a:lnTo>
                  <a:pt x="162966" y="179311"/>
                </a:lnTo>
                <a:lnTo>
                  <a:pt x="169722" y="209727"/>
                </a:lnTo>
                <a:lnTo>
                  <a:pt x="188734" y="233438"/>
                </a:lnTo>
                <a:lnTo>
                  <a:pt x="217779" y="248881"/>
                </a:lnTo>
                <a:lnTo>
                  <a:pt x="254622" y="254457"/>
                </a:lnTo>
                <a:lnTo>
                  <a:pt x="291922" y="248881"/>
                </a:lnTo>
                <a:lnTo>
                  <a:pt x="321195" y="233438"/>
                </a:lnTo>
                <a:lnTo>
                  <a:pt x="335711" y="215468"/>
                </a:lnTo>
                <a:lnTo>
                  <a:pt x="340347" y="209727"/>
                </a:lnTo>
                <a:lnTo>
                  <a:pt x="347268" y="179311"/>
                </a:lnTo>
                <a:close/>
              </a:path>
              <a:path w="514984" h="456564">
                <a:moveTo>
                  <a:pt x="360273" y="45326"/>
                </a:moveTo>
                <a:lnTo>
                  <a:pt x="280619" y="45326"/>
                </a:lnTo>
                <a:lnTo>
                  <a:pt x="280619" y="2336"/>
                </a:lnTo>
                <a:lnTo>
                  <a:pt x="228625" y="2336"/>
                </a:lnTo>
                <a:lnTo>
                  <a:pt x="228625" y="45326"/>
                </a:lnTo>
                <a:lnTo>
                  <a:pt x="148145" y="45326"/>
                </a:lnTo>
                <a:lnTo>
                  <a:pt x="148145" y="86487"/>
                </a:lnTo>
                <a:lnTo>
                  <a:pt x="360273" y="86487"/>
                </a:lnTo>
                <a:lnTo>
                  <a:pt x="360273" y="45326"/>
                </a:lnTo>
                <a:close/>
              </a:path>
              <a:path w="514984" h="456564">
                <a:moveTo>
                  <a:pt x="514743" y="286956"/>
                </a:moveTo>
                <a:lnTo>
                  <a:pt x="222961" y="286956"/>
                </a:lnTo>
                <a:lnTo>
                  <a:pt x="222961" y="328777"/>
                </a:lnTo>
                <a:lnTo>
                  <a:pt x="462584" y="328777"/>
                </a:lnTo>
                <a:lnTo>
                  <a:pt x="462584" y="425259"/>
                </a:lnTo>
                <a:lnTo>
                  <a:pt x="514743" y="425259"/>
                </a:lnTo>
                <a:lnTo>
                  <a:pt x="514743" y="286956"/>
                </a:lnTo>
                <a:close/>
              </a:path>
              <a:path w="514984" h="456564">
                <a:moveTo>
                  <a:pt x="514743" y="0"/>
                </a:moveTo>
                <a:lnTo>
                  <a:pt x="464921" y="0"/>
                </a:lnTo>
                <a:lnTo>
                  <a:pt x="464921" y="114820"/>
                </a:lnTo>
                <a:lnTo>
                  <a:pt x="424599" y="114820"/>
                </a:lnTo>
                <a:lnTo>
                  <a:pt x="424599" y="6997"/>
                </a:lnTo>
                <a:lnTo>
                  <a:pt x="374942" y="6997"/>
                </a:lnTo>
                <a:lnTo>
                  <a:pt x="374942" y="263131"/>
                </a:lnTo>
                <a:lnTo>
                  <a:pt x="424599" y="263131"/>
                </a:lnTo>
                <a:lnTo>
                  <a:pt x="424599" y="157480"/>
                </a:lnTo>
                <a:lnTo>
                  <a:pt x="464921" y="157480"/>
                </a:lnTo>
                <a:lnTo>
                  <a:pt x="464921" y="265620"/>
                </a:lnTo>
                <a:lnTo>
                  <a:pt x="514743" y="265620"/>
                </a:lnTo>
                <a:lnTo>
                  <a:pt x="514743" y="157480"/>
                </a:lnTo>
                <a:lnTo>
                  <a:pt x="514743" y="114820"/>
                </a:lnTo>
                <a:lnTo>
                  <a:pt x="514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81302" y="1764750"/>
            <a:ext cx="354965" cy="420370"/>
          </a:xfrm>
          <a:custGeom>
            <a:avLst/>
            <a:gdLst/>
            <a:ahLst/>
            <a:cxnLst/>
            <a:rect l="l" t="t" r="r" b="b"/>
            <a:pathLst>
              <a:path w="354965" h="420369">
                <a:moveTo>
                  <a:pt x="354608" y="0"/>
                </a:moveTo>
                <a:lnTo>
                  <a:pt x="302116" y="0"/>
                </a:lnTo>
                <a:lnTo>
                  <a:pt x="302116" y="240793"/>
                </a:lnTo>
                <a:lnTo>
                  <a:pt x="354608" y="240793"/>
                </a:lnTo>
                <a:lnTo>
                  <a:pt x="354608" y="0"/>
                </a:lnTo>
                <a:close/>
              </a:path>
              <a:path w="354965" h="420369">
                <a:moveTo>
                  <a:pt x="158973" y="15831"/>
                </a:moveTo>
                <a:lnTo>
                  <a:pt x="104815" y="15831"/>
                </a:lnTo>
                <a:lnTo>
                  <a:pt x="104815" y="57323"/>
                </a:lnTo>
                <a:lnTo>
                  <a:pt x="98163" y="98801"/>
                </a:lnTo>
                <a:lnTo>
                  <a:pt x="78340" y="136935"/>
                </a:lnTo>
                <a:lnTo>
                  <a:pt x="45552" y="168633"/>
                </a:lnTo>
                <a:lnTo>
                  <a:pt x="0" y="190801"/>
                </a:lnTo>
                <a:lnTo>
                  <a:pt x="25996" y="232128"/>
                </a:lnTo>
                <a:lnTo>
                  <a:pt x="61398" y="216245"/>
                </a:lnTo>
                <a:lnTo>
                  <a:pt x="91005" y="194426"/>
                </a:lnTo>
                <a:lnTo>
                  <a:pt x="114645" y="167545"/>
                </a:lnTo>
                <a:lnTo>
                  <a:pt x="132145" y="136477"/>
                </a:lnTo>
                <a:lnTo>
                  <a:pt x="188860" y="136477"/>
                </a:lnTo>
                <a:lnTo>
                  <a:pt x="185115" y="133019"/>
                </a:lnTo>
                <a:lnTo>
                  <a:pt x="165475" y="97077"/>
                </a:lnTo>
                <a:lnTo>
                  <a:pt x="158973" y="57323"/>
                </a:lnTo>
                <a:lnTo>
                  <a:pt x="158973" y="15831"/>
                </a:lnTo>
                <a:close/>
              </a:path>
              <a:path w="354965" h="420369">
                <a:moveTo>
                  <a:pt x="188860" y="136477"/>
                </a:moveTo>
                <a:lnTo>
                  <a:pt x="132145" y="136477"/>
                </a:lnTo>
                <a:lnTo>
                  <a:pt x="149582" y="165170"/>
                </a:lnTo>
                <a:lnTo>
                  <a:pt x="172784" y="189802"/>
                </a:lnTo>
                <a:lnTo>
                  <a:pt x="201579" y="209684"/>
                </a:lnTo>
                <a:lnTo>
                  <a:pt x="235794" y="224130"/>
                </a:lnTo>
                <a:lnTo>
                  <a:pt x="261623" y="183969"/>
                </a:lnTo>
                <a:lnTo>
                  <a:pt x="217346" y="162775"/>
                </a:lnTo>
                <a:lnTo>
                  <a:pt x="188860" y="136477"/>
                </a:lnTo>
                <a:close/>
              </a:path>
              <a:path w="354965" h="420369">
                <a:moveTo>
                  <a:pt x="354608" y="261956"/>
                </a:moveTo>
                <a:lnTo>
                  <a:pt x="72154" y="261956"/>
                </a:lnTo>
                <a:lnTo>
                  <a:pt x="72154" y="420263"/>
                </a:lnTo>
                <a:lnTo>
                  <a:pt x="354608" y="420263"/>
                </a:lnTo>
                <a:lnTo>
                  <a:pt x="354608" y="377937"/>
                </a:lnTo>
                <a:lnTo>
                  <a:pt x="123813" y="377937"/>
                </a:lnTo>
                <a:lnTo>
                  <a:pt x="123813" y="303616"/>
                </a:lnTo>
                <a:lnTo>
                  <a:pt x="354608" y="303616"/>
                </a:lnTo>
                <a:lnTo>
                  <a:pt x="354608" y="261956"/>
                </a:lnTo>
                <a:close/>
              </a:path>
              <a:path w="354965" h="420369">
                <a:moveTo>
                  <a:pt x="354608" y="303616"/>
                </a:moveTo>
                <a:lnTo>
                  <a:pt x="303283" y="303616"/>
                </a:lnTo>
                <a:lnTo>
                  <a:pt x="303283" y="377937"/>
                </a:lnTo>
                <a:lnTo>
                  <a:pt x="354608" y="377937"/>
                </a:lnTo>
                <a:lnTo>
                  <a:pt x="354608" y="303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198399" y="1797244"/>
            <a:ext cx="122555" cy="424180"/>
          </a:xfrm>
          <a:custGeom>
            <a:avLst/>
            <a:gdLst/>
            <a:ahLst/>
            <a:cxnLst/>
            <a:rect l="l" t="t" r="r" b="b"/>
            <a:pathLst>
              <a:path w="122554" h="424180">
                <a:moveTo>
                  <a:pt x="56324" y="0"/>
                </a:moveTo>
                <a:lnTo>
                  <a:pt x="0" y="0"/>
                </a:lnTo>
                <a:lnTo>
                  <a:pt x="23574" y="40545"/>
                </a:lnTo>
                <a:lnTo>
                  <a:pt x="42618" y="92776"/>
                </a:lnTo>
                <a:lnTo>
                  <a:pt x="55350" y="151569"/>
                </a:lnTo>
                <a:lnTo>
                  <a:pt x="59990" y="211798"/>
                </a:lnTo>
                <a:lnTo>
                  <a:pt x="55350" y="272098"/>
                </a:lnTo>
                <a:lnTo>
                  <a:pt x="42618" y="330883"/>
                </a:lnTo>
                <a:lnTo>
                  <a:pt x="23574" y="383074"/>
                </a:lnTo>
                <a:lnTo>
                  <a:pt x="0" y="423596"/>
                </a:lnTo>
                <a:lnTo>
                  <a:pt x="56324" y="423596"/>
                </a:lnTo>
                <a:lnTo>
                  <a:pt x="80016" y="386788"/>
                </a:lnTo>
                <a:lnTo>
                  <a:pt x="98485" y="347412"/>
                </a:lnTo>
                <a:lnTo>
                  <a:pt x="111707" y="305260"/>
                </a:lnTo>
                <a:lnTo>
                  <a:pt x="119657" y="260125"/>
                </a:lnTo>
                <a:lnTo>
                  <a:pt x="122313" y="211798"/>
                </a:lnTo>
                <a:lnTo>
                  <a:pt x="119657" y="163535"/>
                </a:lnTo>
                <a:lnTo>
                  <a:pt x="111707" y="118408"/>
                </a:lnTo>
                <a:lnTo>
                  <a:pt x="98485" y="76232"/>
                </a:lnTo>
                <a:lnTo>
                  <a:pt x="80016" y="36824"/>
                </a:lnTo>
                <a:lnTo>
                  <a:pt x="56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505540" y="1802410"/>
            <a:ext cx="238760" cy="346075"/>
          </a:xfrm>
          <a:custGeom>
            <a:avLst/>
            <a:gdLst/>
            <a:ahLst/>
            <a:cxnLst/>
            <a:rect l="l" t="t" r="r" b="b"/>
            <a:pathLst>
              <a:path w="238759" h="346075">
                <a:moveTo>
                  <a:pt x="116647" y="0"/>
                </a:moveTo>
                <a:lnTo>
                  <a:pt x="69480" y="7571"/>
                </a:lnTo>
                <a:lnTo>
                  <a:pt x="32515" y="29078"/>
                </a:lnTo>
                <a:lnTo>
                  <a:pt x="8454" y="62708"/>
                </a:lnTo>
                <a:lnTo>
                  <a:pt x="0" y="106649"/>
                </a:lnTo>
                <a:lnTo>
                  <a:pt x="58324" y="106649"/>
                </a:lnTo>
                <a:lnTo>
                  <a:pt x="62315" y="83173"/>
                </a:lnTo>
                <a:lnTo>
                  <a:pt x="73883" y="65322"/>
                </a:lnTo>
                <a:lnTo>
                  <a:pt x="92044" y="53970"/>
                </a:lnTo>
                <a:lnTo>
                  <a:pt x="115813" y="49991"/>
                </a:lnTo>
                <a:lnTo>
                  <a:pt x="139112" y="53616"/>
                </a:lnTo>
                <a:lnTo>
                  <a:pt x="157724" y="63989"/>
                </a:lnTo>
                <a:lnTo>
                  <a:pt x="170086" y="80361"/>
                </a:lnTo>
                <a:lnTo>
                  <a:pt x="174638" y="101983"/>
                </a:lnTo>
                <a:lnTo>
                  <a:pt x="171190" y="122172"/>
                </a:lnTo>
                <a:lnTo>
                  <a:pt x="161181" y="141393"/>
                </a:lnTo>
                <a:lnTo>
                  <a:pt x="144736" y="161738"/>
                </a:lnTo>
                <a:lnTo>
                  <a:pt x="121979" y="185302"/>
                </a:lnTo>
                <a:lnTo>
                  <a:pt x="1499" y="301450"/>
                </a:lnTo>
                <a:lnTo>
                  <a:pt x="1666" y="345942"/>
                </a:lnTo>
                <a:lnTo>
                  <a:pt x="238461" y="345942"/>
                </a:lnTo>
                <a:lnTo>
                  <a:pt x="238461" y="294618"/>
                </a:lnTo>
                <a:lnTo>
                  <a:pt x="86985" y="294618"/>
                </a:lnTo>
                <a:lnTo>
                  <a:pt x="86985" y="292118"/>
                </a:lnTo>
                <a:lnTo>
                  <a:pt x="147475" y="231961"/>
                </a:lnTo>
                <a:lnTo>
                  <a:pt x="189192" y="189879"/>
                </a:lnTo>
                <a:lnTo>
                  <a:pt x="215506" y="156140"/>
                </a:lnTo>
                <a:lnTo>
                  <a:pt x="233295" y="98817"/>
                </a:lnTo>
                <a:lnTo>
                  <a:pt x="224770" y="59263"/>
                </a:lnTo>
                <a:lnTo>
                  <a:pt x="200967" y="27974"/>
                </a:lnTo>
                <a:lnTo>
                  <a:pt x="164165" y="7402"/>
                </a:lnTo>
                <a:lnTo>
                  <a:pt x="1166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7144" y="1701158"/>
            <a:ext cx="223976" cy="139450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179671" y="7360739"/>
            <a:ext cx="7543165" cy="629285"/>
            <a:chOff x="1179671" y="7360739"/>
            <a:chExt cx="7543165" cy="629285"/>
          </a:xfrm>
        </p:grpSpPr>
        <p:sp>
          <p:nvSpPr>
            <p:cNvPr id="12" name="object 12" descr=""/>
            <p:cNvSpPr/>
            <p:nvPr/>
          </p:nvSpPr>
          <p:spPr>
            <a:xfrm>
              <a:off x="1179671" y="7379837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79671" y="7360739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79671" y="797620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5861" y="7566502"/>
              <a:ext cx="175550" cy="20159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723" y="7566660"/>
              <a:ext cx="164341" cy="19907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4305" y="7566502"/>
              <a:ext cx="373517" cy="20159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04354" y="7566502"/>
              <a:ext cx="161420" cy="20207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6405" y="7566502"/>
              <a:ext cx="169077" cy="2011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5297" y="7566502"/>
              <a:ext cx="453163" cy="20617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0660" y="7564924"/>
              <a:ext cx="187390" cy="20151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5613" y="7566502"/>
              <a:ext cx="166235" cy="201598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9565492" y="6436816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9565492" y="6455913"/>
            <a:ext cx="7543165" cy="610235"/>
            <a:chOff x="9565492" y="6455913"/>
            <a:chExt cx="7543165" cy="610235"/>
          </a:xfrm>
        </p:grpSpPr>
        <p:sp>
          <p:nvSpPr>
            <p:cNvPr id="25" name="object 25" descr=""/>
            <p:cNvSpPr/>
            <p:nvPr/>
          </p:nvSpPr>
          <p:spPr>
            <a:xfrm>
              <a:off x="9565492" y="7052277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565492" y="6455913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20895" y="6642579"/>
              <a:ext cx="371465" cy="20159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70049" y="6642579"/>
              <a:ext cx="173892" cy="20159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70859" y="6642579"/>
              <a:ext cx="171445" cy="199704"/>
            </a:xfrm>
            <a:prstGeom prst="rect">
              <a:avLst/>
            </a:prstGeom>
          </p:spPr>
        </p:pic>
      </p:grpSp>
      <p:pic>
        <p:nvPicPr>
          <p:cNvPr id="30" name="object 3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573883" y="7301641"/>
            <a:ext cx="345610" cy="185478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10001768" y="7301641"/>
            <a:ext cx="336550" cy="186690"/>
            <a:chOff x="10001768" y="7301641"/>
            <a:chExt cx="336550" cy="186690"/>
          </a:xfrm>
        </p:grpSpPr>
        <p:pic>
          <p:nvPicPr>
            <p:cNvPr id="32" name="object 3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01768" y="7301641"/>
              <a:ext cx="156255" cy="18607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98578" y="7301641"/>
              <a:ext cx="139555" cy="186074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10379807" y="7301641"/>
            <a:ext cx="523875" cy="186690"/>
            <a:chOff x="10379807" y="7301641"/>
            <a:chExt cx="523875" cy="186690"/>
          </a:xfrm>
        </p:grpSpPr>
        <p:sp>
          <p:nvSpPr>
            <p:cNvPr id="35" name="object 35" descr=""/>
            <p:cNvSpPr/>
            <p:nvPr/>
          </p:nvSpPr>
          <p:spPr>
            <a:xfrm>
              <a:off x="10379799" y="7301648"/>
              <a:ext cx="151765" cy="186690"/>
            </a:xfrm>
            <a:custGeom>
              <a:avLst/>
              <a:gdLst/>
              <a:ahLst/>
              <a:cxnLst/>
              <a:rect l="l" t="t" r="r" b="b"/>
              <a:pathLst>
                <a:path w="151765" h="186690">
                  <a:moveTo>
                    <a:pt x="114579" y="82296"/>
                  </a:moveTo>
                  <a:lnTo>
                    <a:pt x="101688" y="82296"/>
                  </a:lnTo>
                  <a:lnTo>
                    <a:pt x="101688" y="176301"/>
                  </a:lnTo>
                  <a:lnTo>
                    <a:pt x="114579" y="176301"/>
                  </a:lnTo>
                  <a:lnTo>
                    <a:pt x="114579" y="82296"/>
                  </a:lnTo>
                  <a:close/>
                </a:path>
                <a:path w="151765" h="186690">
                  <a:moveTo>
                    <a:pt x="114579" y="4394"/>
                  </a:moveTo>
                  <a:lnTo>
                    <a:pt x="101688" y="4394"/>
                  </a:lnTo>
                  <a:lnTo>
                    <a:pt x="101688" y="70700"/>
                  </a:lnTo>
                  <a:lnTo>
                    <a:pt x="70446" y="70700"/>
                  </a:lnTo>
                  <a:lnTo>
                    <a:pt x="70446" y="33870"/>
                  </a:lnTo>
                  <a:lnTo>
                    <a:pt x="70446" y="22440"/>
                  </a:lnTo>
                  <a:lnTo>
                    <a:pt x="57848" y="22440"/>
                  </a:lnTo>
                  <a:lnTo>
                    <a:pt x="57848" y="33870"/>
                  </a:lnTo>
                  <a:lnTo>
                    <a:pt x="57848" y="70700"/>
                  </a:lnTo>
                  <a:lnTo>
                    <a:pt x="57848" y="82130"/>
                  </a:lnTo>
                  <a:lnTo>
                    <a:pt x="57848" y="124053"/>
                  </a:lnTo>
                  <a:lnTo>
                    <a:pt x="12674" y="124053"/>
                  </a:lnTo>
                  <a:lnTo>
                    <a:pt x="12674" y="33870"/>
                  </a:lnTo>
                  <a:lnTo>
                    <a:pt x="57848" y="33870"/>
                  </a:lnTo>
                  <a:lnTo>
                    <a:pt x="57848" y="22440"/>
                  </a:lnTo>
                  <a:lnTo>
                    <a:pt x="0" y="22440"/>
                  </a:lnTo>
                  <a:lnTo>
                    <a:pt x="0" y="33870"/>
                  </a:lnTo>
                  <a:lnTo>
                    <a:pt x="0" y="124053"/>
                  </a:lnTo>
                  <a:lnTo>
                    <a:pt x="0" y="134200"/>
                  </a:lnTo>
                  <a:lnTo>
                    <a:pt x="70446" y="134200"/>
                  </a:lnTo>
                  <a:lnTo>
                    <a:pt x="70446" y="124053"/>
                  </a:lnTo>
                  <a:lnTo>
                    <a:pt x="70446" y="82130"/>
                  </a:lnTo>
                  <a:lnTo>
                    <a:pt x="114579" y="82130"/>
                  </a:lnTo>
                  <a:lnTo>
                    <a:pt x="114579" y="70967"/>
                  </a:lnTo>
                  <a:lnTo>
                    <a:pt x="114579" y="70700"/>
                  </a:lnTo>
                  <a:lnTo>
                    <a:pt x="114579" y="4394"/>
                  </a:lnTo>
                  <a:close/>
                </a:path>
                <a:path w="151765" h="186690">
                  <a:moveTo>
                    <a:pt x="151561" y="0"/>
                  </a:moveTo>
                  <a:lnTo>
                    <a:pt x="138595" y="0"/>
                  </a:lnTo>
                  <a:lnTo>
                    <a:pt x="138595" y="186067"/>
                  </a:lnTo>
                  <a:lnTo>
                    <a:pt x="151561" y="186067"/>
                  </a:lnTo>
                  <a:lnTo>
                    <a:pt x="1515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566628" y="7301641"/>
              <a:ext cx="145147" cy="18629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46739" y="7301864"/>
              <a:ext cx="156925" cy="181378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10982911" y="7301641"/>
            <a:ext cx="346710" cy="186690"/>
            <a:chOff x="10982911" y="7301641"/>
            <a:chExt cx="346710" cy="186690"/>
          </a:xfrm>
        </p:grpSpPr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982911" y="7301641"/>
              <a:ext cx="160280" cy="18607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171968" y="7301864"/>
              <a:ext cx="157373" cy="185254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409603" y="7310587"/>
            <a:ext cx="356196" cy="176532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843378" y="7301641"/>
            <a:ext cx="330849" cy="186298"/>
          </a:xfrm>
          <a:prstGeom prst="rect">
            <a:avLst/>
          </a:prstGeom>
        </p:spPr>
      </p:pic>
      <p:grpSp>
        <p:nvGrpSpPr>
          <p:cNvPr id="43" name="object 43" descr=""/>
          <p:cNvGrpSpPr/>
          <p:nvPr/>
        </p:nvGrpSpPr>
        <p:grpSpPr>
          <a:xfrm>
            <a:off x="12269027" y="7301230"/>
            <a:ext cx="1101090" cy="201295"/>
            <a:chOff x="12269027" y="7301230"/>
            <a:chExt cx="1101090" cy="201295"/>
          </a:xfrm>
        </p:grpSpPr>
        <p:pic>
          <p:nvPicPr>
            <p:cNvPr id="44" name="object 4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269027" y="7301230"/>
              <a:ext cx="353288" cy="18648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2646533" y="7311491"/>
              <a:ext cx="201930" cy="191135"/>
            </a:xfrm>
            <a:custGeom>
              <a:avLst/>
              <a:gdLst/>
              <a:ahLst/>
              <a:cxnLst/>
              <a:rect l="l" t="t" r="r" b="b"/>
              <a:pathLst>
                <a:path w="201929" h="191134">
                  <a:moveTo>
                    <a:pt x="39662" y="0"/>
                  </a:moveTo>
                  <a:lnTo>
                    <a:pt x="26695" y="0"/>
                  </a:lnTo>
                  <a:lnTo>
                    <a:pt x="15252" y="21513"/>
                  </a:lnTo>
                  <a:lnTo>
                    <a:pt x="6896" y="44577"/>
                  </a:lnTo>
                  <a:lnTo>
                    <a:pt x="1752" y="69202"/>
                  </a:lnTo>
                  <a:lnTo>
                    <a:pt x="0" y="95415"/>
                  </a:lnTo>
                  <a:lnTo>
                    <a:pt x="1752" y="121627"/>
                  </a:lnTo>
                  <a:lnTo>
                    <a:pt x="6896" y="146265"/>
                  </a:lnTo>
                  <a:lnTo>
                    <a:pt x="15252" y="169329"/>
                  </a:lnTo>
                  <a:lnTo>
                    <a:pt x="26695" y="190842"/>
                  </a:lnTo>
                  <a:lnTo>
                    <a:pt x="39662" y="190842"/>
                  </a:lnTo>
                  <a:lnTo>
                    <a:pt x="29718" y="171208"/>
                  </a:lnTo>
                  <a:lnTo>
                    <a:pt x="21856" y="147574"/>
                  </a:lnTo>
                  <a:lnTo>
                    <a:pt x="16700" y="121729"/>
                  </a:lnTo>
                  <a:lnTo>
                    <a:pt x="14846" y="95415"/>
                  </a:lnTo>
                  <a:lnTo>
                    <a:pt x="16687" y="69202"/>
                  </a:lnTo>
                  <a:lnTo>
                    <a:pt x="21831" y="43370"/>
                  </a:lnTo>
                  <a:lnTo>
                    <a:pt x="29679" y="19723"/>
                  </a:lnTo>
                  <a:lnTo>
                    <a:pt x="39662" y="0"/>
                  </a:lnTo>
                  <a:close/>
                </a:path>
                <a:path w="201929" h="191134">
                  <a:moveTo>
                    <a:pt x="156184" y="7518"/>
                  </a:moveTo>
                  <a:lnTo>
                    <a:pt x="67094" y="7518"/>
                  </a:lnTo>
                  <a:lnTo>
                    <a:pt x="67094" y="20218"/>
                  </a:lnTo>
                  <a:lnTo>
                    <a:pt x="67094" y="76111"/>
                  </a:lnTo>
                  <a:lnTo>
                    <a:pt x="67094" y="90068"/>
                  </a:lnTo>
                  <a:lnTo>
                    <a:pt x="67094" y="159918"/>
                  </a:lnTo>
                  <a:lnTo>
                    <a:pt x="82080" y="159918"/>
                  </a:lnTo>
                  <a:lnTo>
                    <a:pt x="82080" y="90068"/>
                  </a:lnTo>
                  <a:lnTo>
                    <a:pt x="149250" y="90068"/>
                  </a:lnTo>
                  <a:lnTo>
                    <a:pt x="149250" y="76111"/>
                  </a:lnTo>
                  <a:lnTo>
                    <a:pt x="82080" y="76111"/>
                  </a:lnTo>
                  <a:lnTo>
                    <a:pt x="82080" y="20218"/>
                  </a:lnTo>
                  <a:lnTo>
                    <a:pt x="156184" y="20218"/>
                  </a:lnTo>
                  <a:lnTo>
                    <a:pt x="156184" y="7518"/>
                  </a:lnTo>
                  <a:close/>
                </a:path>
                <a:path w="201929" h="191134">
                  <a:moveTo>
                    <a:pt x="201663" y="7073"/>
                  </a:moveTo>
                  <a:lnTo>
                    <a:pt x="186677" y="7073"/>
                  </a:lnTo>
                  <a:lnTo>
                    <a:pt x="186677" y="159753"/>
                  </a:lnTo>
                  <a:lnTo>
                    <a:pt x="201663" y="159753"/>
                  </a:lnTo>
                  <a:lnTo>
                    <a:pt x="201663" y="70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884431" y="7318563"/>
              <a:ext cx="105934" cy="15267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3013843" y="7311491"/>
              <a:ext cx="152400" cy="191135"/>
            </a:xfrm>
            <a:custGeom>
              <a:avLst/>
              <a:gdLst/>
              <a:ahLst/>
              <a:cxnLst/>
              <a:rect l="l" t="t" r="r" b="b"/>
              <a:pathLst>
                <a:path w="152400" h="191134">
                  <a:moveTo>
                    <a:pt x="90805" y="145948"/>
                  </a:moveTo>
                  <a:lnTo>
                    <a:pt x="14986" y="145948"/>
                  </a:lnTo>
                  <a:lnTo>
                    <a:pt x="14986" y="90068"/>
                  </a:lnTo>
                  <a:lnTo>
                    <a:pt x="84683" y="90068"/>
                  </a:lnTo>
                  <a:lnTo>
                    <a:pt x="84683" y="76111"/>
                  </a:lnTo>
                  <a:lnTo>
                    <a:pt x="14986" y="76111"/>
                  </a:lnTo>
                  <a:lnTo>
                    <a:pt x="14986" y="20218"/>
                  </a:lnTo>
                  <a:lnTo>
                    <a:pt x="89458" y="20218"/>
                  </a:lnTo>
                  <a:lnTo>
                    <a:pt x="89458" y="7518"/>
                  </a:lnTo>
                  <a:lnTo>
                    <a:pt x="0" y="7518"/>
                  </a:lnTo>
                  <a:lnTo>
                    <a:pt x="0" y="20218"/>
                  </a:lnTo>
                  <a:lnTo>
                    <a:pt x="0" y="76111"/>
                  </a:lnTo>
                  <a:lnTo>
                    <a:pt x="0" y="90068"/>
                  </a:lnTo>
                  <a:lnTo>
                    <a:pt x="0" y="145948"/>
                  </a:lnTo>
                  <a:lnTo>
                    <a:pt x="0" y="159918"/>
                  </a:lnTo>
                  <a:lnTo>
                    <a:pt x="90805" y="159918"/>
                  </a:lnTo>
                  <a:lnTo>
                    <a:pt x="90805" y="145948"/>
                  </a:lnTo>
                  <a:close/>
                </a:path>
                <a:path w="152400" h="191134">
                  <a:moveTo>
                    <a:pt x="152082" y="95415"/>
                  </a:moveTo>
                  <a:lnTo>
                    <a:pt x="150329" y="69253"/>
                  </a:lnTo>
                  <a:lnTo>
                    <a:pt x="145199" y="44627"/>
                  </a:lnTo>
                  <a:lnTo>
                    <a:pt x="136855" y="21551"/>
                  </a:lnTo>
                  <a:lnTo>
                    <a:pt x="125463" y="0"/>
                  </a:lnTo>
                  <a:lnTo>
                    <a:pt x="112420" y="0"/>
                  </a:lnTo>
                  <a:lnTo>
                    <a:pt x="122402" y="19672"/>
                  </a:lnTo>
                  <a:lnTo>
                    <a:pt x="130251" y="43319"/>
                  </a:lnTo>
                  <a:lnTo>
                    <a:pt x="135394" y="69151"/>
                  </a:lnTo>
                  <a:lnTo>
                    <a:pt x="137248" y="95415"/>
                  </a:lnTo>
                  <a:lnTo>
                    <a:pt x="135394" y="121678"/>
                  </a:lnTo>
                  <a:lnTo>
                    <a:pt x="130251" y="147523"/>
                  </a:lnTo>
                  <a:lnTo>
                    <a:pt x="122402" y="171157"/>
                  </a:lnTo>
                  <a:lnTo>
                    <a:pt x="112420" y="190842"/>
                  </a:lnTo>
                  <a:lnTo>
                    <a:pt x="125463" y="190842"/>
                  </a:lnTo>
                  <a:lnTo>
                    <a:pt x="136855" y="169367"/>
                  </a:lnTo>
                  <a:lnTo>
                    <a:pt x="145199" y="146316"/>
                  </a:lnTo>
                  <a:lnTo>
                    <a:pt x="150329" y="121666"/>
                  </a:lnTo>
                  <a:lnTo>
                    <a:pt x="152082" y="954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197389" y="7301641"/>
              <a:ext cx="172358" cy="186000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13435827" y="7301641"/>
            <a:ext cx="711200" cy="186690"/>
            <a:chOff x="13435827" y="7301641"/>
            <a:chExt cx="711200" cy="186690"/>
          </a:xfrm>
        </p:grpSpPr>
        <p:sp>
          <p:nvSpPr>
            <p:cNvPr id="50" name="object 50" descr=""/>
            <p:cNvSpPr/>
            <p:nvPr/>
          </p:nvSpPr>
          <p:spPr>
            <a:xfrm>
              <a:off x="13435825" y="7301648"/>
              <a:ext cx="528955" cy="186690"/>
            </a:xfrm>
            <a:custGeom>
              <a:avLst/>
              <a:gdLst/>
              <a:ahLst/>
              <a:cxnLst/>
              <a:rect l="l" t="t" r="r" b="b"/>
              <a:pathLst>
                <a:path w="528955" h="186690">
                  <a:moveTo>
                    <a:pt x="93332" y="20281"/>
                  </a:moveTo>
                  <a:lnTo>
                    <a:pt x="8191" y="20281"/>
                  </a:lnTo>
                  <a:lnTo>
                    <a:pt x="8191" y="31610"/>
                  </a:lnTo>
                  <a:lnTo>
                    <a:pt x="79768" y="31610"/>
                  </a:lnTo>
                  <a:lnTo>
                    <a:pt x="72910" y="63881"/>
                  </a:lnTo>
                  <a:lnTo>
                    <a:pt x="57238" y="92951"/>
                  </a:lnTo>
                  <a:lnTo>
                    <a:pt x="32893" y="118211"/>
                  </a:lnTo>
                  <a:lnTo>
                    <a:pt x="0" y="139026"/>
                  </a:lnTo>
                  <a:lnTo>
                    <a:pt x="7454" y="149466"/>
                  </a:lnTo>
                  <a:lnTo>
                    <a:pt x="46202" y="124104"/>
                  </a:lnTo>
                  <a:lnTo>
                    <a:pt x="72872" y="93205"/>
                  </a:lnTo>
                  <a:lnTo>
                    <a:pt x="88303" y="58140"/>
                  </a:lnTo>
                  <a:lnTo>
                    <a:pt x="93332" y="20281"/>
                  </a:lnTo>
                  <a:close/>
                </a:path>
                <a:path w="528955" h="186690">
                  <a:moveTo>
                    <a:pt x="172351" y="77076"/>
                  </a:moveTo>
                  <a:lnTo>
                    <a:pt x="140970" y="77076"/>
                  </a:lnTo>
                  <a:lnTo>
                    <a:pt x="140970" y="0"/>
                  </a:lnTo>
                  <a:lnTo>
                    <a:pt x="127622" y="0"/>
                  </a:lnTo>
                  <a:lnTo>
                    <a:pt x="127622" y="186004"/>
                  </a:lnTo>
                  <a:lnTo>
                    <a:pt x="140970" y="186004"/>
                  </a:lnTo>
                  <a:lnTo>
                    <a:pt x="140970" y="88417"/>
                  </a:lnTo>
                  <a:lnTo>
                    <a:pt x="172351" y="88417"/>
                  </a:lnTo>
                  <a:lnTo>
                    <a:pt x="172351" y="77076"/>
                  </a:lnTo>
                  <a:close/>
                </a:path>
                <a:path w="528955" h="186690">
                  <a:moveTo>
                    <a:pt x="333006" y="151625"/>
                  </a:moveTo>
                  <a:lnTo>
                    <a:pt x="328599" y="137287"/>
                  </a:lnTo>
                  <a:lnTo>
                    <a:pt x="319735" y="129870"/>
                  </a:lnTo>
                  <a:lnTo>
                    <a:pt x="319735" y="151625"/>
                  </a:lnTo>
                  <a:lnTo>
                    <a:pt x="316128" y="161137"/>
                  </a:lnTo>
                  <a:lnTo>
                    <a:pt x="306006" y="168325"/>
                  </a:lnTo>
                  <a:lnTo>
                    <a:pt x="290118" y="172859"/>
                  </a:lnTo>
                  <a:lnTo>
                    <a:pt x="269189" y="174447"/>
                  </a:lnTo>
                  <a:lnTo>
                    <a:pt x="248183" y="172859"/>
                  </a:lnTo>
                  <a:lnTo>
                    <a:pt x="232283" y="168325"/>
                  </a:lnTo>
                  <a:lnTo>
                    <a:pt x="222237" y="161137"/>
                  </a:lnTo>
                  <a:lnTo>
                    <a:pt x="218795" y="151625"/>
                  </a:lnTo>
                  <a:lnTo>
                    <a:pt x="222237" y="142036"/>
                  </a:lnTo>
                  <a:lnTo>
                    <a:pt x="232283" y="134874"/>
                  </a:lnTo>
                  <a:lnTo>
                    <a:pt x="248183" y="130365"/>
                  </a:lnTo>
                  <a:lnTo>
                    <a:pt x="269189" y="128739"/>
                  </a:lnTo>
                  <a:lnTo>
                    <a:pt x="290118" y="130365"/>
                  </a:lnTo>
                  <a:lnTo>
                    <a:pt x="306006" y="134874"/>
                  </a:lnTo>
                  <a:lnTo>
                    <a:pt x="316128" y="142036"/>
                  </a:lnTo>
                  <a:lnTo>
                    <a:pt x="319735" y="151625"/>
                  </a:lnTo>
                  <a:lnTo>
                    <a:pt x="319735" y="129870"/>
                  </a:lnTo>
                  <a:lnTo>
                    <a:pt x="318389" y="128739"/>
                  </a:lnTo>
                  <a:lnTo>
                    <a:pt x="316001" y="126746"/>
                  </a:lnTo>
                  <a:lnTo>
                    <a:pt x="295948" y="120230"/>
                  </a:lnTo>
                  <a:lnTo>
                    <a:pt x="269189" y="118008"/>
                  </a:lnTo>
                  <a:lnTo>
                    <a:pt x="242341" y="120230"/>
                  </a:lnTo>
                  <a:lnTo>
                    <a:pt x="222224" y="126746"/>
                  </a:lnTo>
                  <a:lnTo>
                    <a:pt x="209600" y="137287"/>
                  </a:lnTo>
                  <a:lnTo>
                    <a:pt x="205232" y="151625"/>
                  </a:lnTo>
                  <a:lnTo>
                    <a:pt x="209600" y="165887"/>
                  </a:lnTo>
                  <a:lnTo>
                    <a:pt x="222224" y="176390"/>
                  </a:lnTo>
                  <a:lnTo>
                    <a:pt x="242341" y="182880"/>
                  </a:lnTo>
                  <a:lnTo>
                    <a:pt x="269189" y="185102"/>
                  </a:lnTo>
                  <a:lnTo>
                    <a:pt x="295948" y="182880"/>
                  </a:lnTo>
                  <a:lnTo>
                    <a:pt x="316001" y="176390"/>
                  </a:lnTo>
                  <a:lnTo>
                    <a:pt x="318338" y="174447"/>
                  </a:lnTo>
                  <a:lnTo>
                    <a:pt x="328599" y="165887"/>
                  </a:lnTo>
                  <a:lnTo>
                    <a:pt x="333006" y="151625"/>
                  </a:lnTo>
                  <a:close/>
                </a:path>
                <a:path w="528955" h="186690">
                  <a:moveTo>
                    <a:pt x="334505" y="53822"/>
                  </a:moveTo>
                  <a:lnTo>
                    <a:pt x="221411" y="53822"/>
                  </a:lnTo>
                  <a:lnTo>
                    <a:pt x="221411" y="3949"/>
                  </a:lnTo>
                  <a:lnTo>
                    <a:pt x="208292" y="3949"/>
                  </a:lnTo>
                  <a:lnTo>
                    <a:pt x="208292" y="64935"/>
                  </a:lnTo>
                  <a:lnTo>
                    <a:pt x="334505" y="64935"/>
                  </a:lnTo>
                  <a:lnTo>
                    <a:pt x="334505" y="53822"/>
                  </a:lnTo>
                  <a:close/>
                </a:path>
                <a:path w="528955" h="186690">
                  <a:moveTo>
                    <a:pt x="354101" y="88557"/>
                  </a:moveTo>
                  <a:lnTo>
                    <a:pt x="184505" y="88557"/>
                  </a:lnTo>
                  <a:lnTo>
                    <a:pt x="184505" y="99822"/>
                  </a:lnTo>
                  <a:lnTo>
                    <a:pt x="354101" y="99822"/>
                  </a:lnTo>
                  <a:lnTo>
                    <a:pt x="354101" y="88557"/>
                  </a:lnTo>
                  <a:close/>
                </a:path>
                <a:path w="528955" h="186690">
                  <a:moveTo>
                    <a:pt x="457949" y="99974"/>
                  </a:moveTo>
                  <a:lnTo>
                    <a:pt x="454901" y="83185"/>
                  </a:lnTo>
                  <a:lnTo>
                    <a:pt x="446608" y="70027"/>
                  </a:lnTo>
                  <a:lnTo>
                    <a:pt x="446125" y="69697"/>
                  </a:lnTo>
                  <a:lnTo>
                    <a:pt x="445947" y="69583"/>
                  </a:lnTo>
                  <a:lnTo>
                    <a:pt x="445947" y="99974"/>
                  </a:lnTo>
                  <a:lnTo>
                    <a:pt x="443839" y="112039"/>
                  </a:lnTo>
                  <a:lnTo>
                    <a:pt x="437997" y="121640"/>
                  </a:lnTo>
                  <a:lnTo>
                    <a:pt x="429120" y="127952"/>
                  </a:lnTo>
                  <a:lnTo>
                    <a:pt x="417918" y="130175"/>
                  </a:lnTo>
                  <a:lnTo>
                    <a:pt x="406742" y="127952"/>
                  </a:lnTo>
                  <a:lnTo>
                    <a:pt x="397916" y="121640"/>
                  </a:lnTo>
                  <a:lnTo>
                    <a:pt x="392150" y="112039"/>
                  </a:lnTo>
                  <a:lnTo>
                    <a:pt x="390118" y="99974"/>
                  </a:lnTo>
                  <a:lnTo>
                    <a:pt x="392150" y="88061"/>
                  </a:lnTo>
                  <a:lnTo>
                    <a:pt x="397916" y="78486"/>
                  </a:lnTo>
                  <a:lnTo>
                    <a:pt x="406742" y="72097"/>
                  </a:lnTo>
                  <a:lnTo>
                    <a:pt x="417918" y="69697"/>
                  </a:lnTo>
                  <a:lnTo>
                    <a:pt x="429120" y="72097"/>
                  </a:lnTo>
                  <a:lnTo>
                    <a:pt x="437997" y="78486"/>
                  </a:lnTo>
                  <a:lnTo>
                    <a:pt x="443839" y="88061"/>
                  </a:lnTo>
                  <a:lnTo>
                    <a:pt x="445947" y="99974"/>
                  </a:lnTo>
                  <a:lnTo>
                    <a:pt x="445947" y="69583"/>
                  </a:lnTo>
                  <a:lnTo>
                    <a:pt x="433971" y="61442"/>
                  </a:lnTo>
                  <a:lnTo>
                    <a:pt x="417918" y="58369"/>
                  </a:lnTo>
                  <a:lnTo>
                    <a:pt x="401942" y="61442"/>
                  </a:lnTo>
                  <a:lnTo>
                    <a:pt x="389331" y="70027"/>
                  </a:lnTo>
                  <a:lnTo>
                    <a:pt x="381076" y="83185"/>
                  </a:lnTo>
                  <a:lnTo>
                    <a:pt x="378180" y="99974"/>
                  </a:lnTo>
                  <a:lnTo>
                    <a:pt x="381076" y="116941"/>
                  </a:lnTo>
                  <a:lnTo>
                    <a:pt x="389331" y="130238"/>
                  </a:lnTo>
                  <a:lnTo>
                    <a:pt x="401942" y="138887"/>
                  </a:lnTo>
                  <a:lnTo>
                    <a:pt x="417918" y="141935"/>
                  </a:lnTo>
                  <a:lnTo>
                    <a:pt x="433971" y="138887"/>
                  </a:lnTo>
                  <a:lnTo>
                    <a:pt x="446608" y="130238"/>
                  </a:lnTo>
                  <a:lnTo>
                    <a:pt x="454901" y="116941"/>
                  </a:lnTo>
                  <a:lnTo>
                    <a:pt x="457949" y="99974"/>
                  </a:lnTo>
                  <a:close/>
                </a:path>
                <a:path w="528955" h="186690">
                  <a:moveTo>
                    <a:pt x="465112" y="33401"/>
                  </a:moveTo>
                  <a:lnTo>
                    <a:pt x="424700" y="33401"/>
                  </a:lnTo>
                  <a:lnTo>
                    <a:pt x="424700" y="5740"/>
                  </a:lnTo>
                  <a:lnTo>
                    <a:pt x="411365" y="5740"/>
                  </a:lnTo>
                  <a:lnTo>
                    <a:pt x="411365" y="33401"/>
                  </a:lnTo>
                  <a:lnTo>
                    <a:pt x="370725" y="33401"/>
                  </a:lnTo>
                  <a:lnTo>
                    <a:pt x="370725" y="44424"/>
                  </a:lnTo>
                  <a:lnTo>
                    <a:pt x="465112" y="44424"/>
                  </a:lnTo>
                  <a:lnTo>
                    <a:pt x="465112" y="33401"/>
                  </a:lnTo>
                  <a:close/>
                </a:path>
                <a:path w="528955" h="186690">
                  <a:moveTo>
                    <a:pt x="528929" y="0"/>
                  </a:moveTo>
                  <a:lnTo>
                    <a:pt x="516178" y="0"/>
                  </a:lnTo>
                  <a:lnTo>
                    <a:pt x="516178" y="79324"/>
                  </a:lnTo>
                  <a:lnTo>
                    <a:pt x="488289" y="79324"/>
                  </a:lnTo>
                  <a:lnTo>
                    <a:pt x="488289" y="4622"/>
                  </a:lnTo>
                  <a:lnTo>
                    <a:pt x="475691" y="4622"/>
                  </a:lnTo>
                  <a:lnTo>
                    <a:pt x="475691" y="176453"/>
                  </a:lnTo>
                  <a:lnTo>
                    <a:pt x="488289" y="176453"/>
                  </a:lnTo>
                  <a:lnTo>
                    <a:pt x="488289" y="90576"/>
                  </a:lnTo>
                  <a:lnTo>
                    <a:pt x="516178" y="90576"/>
                  </a:lnTo>
                  <a:lnTo>
                    <a:pt x="516178" y="186067"/>
                  </a:lnTo>
                  <a:lnTo>
                    <a:pt x="528929" y="186067"/>
                  </a:lnTo>
                  <a:lnTo>
                    <a:pt x="528929" y="90576"/>
                  </a:lnTo>
                  <a:lnTo>
                    <a:pt x="528929" y="79324"/>
                  </a:lnTo>
                  <a:lnTo>
                    <a:pt x="528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996960" y="7301864"/>
              <a:ext cx="149695" cy="183167"/>
            </a:xfrm>
            <a:prstGeom prst="rect">
              <a:avLst/>
            </a:prstGeom>
          </p:spPr>
        </p:pic>
      </p:grpSp>
      <p:pic>
        <p:nvPicPr>
          <p:cNvPr id="52" name="object 5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590134" y="7704435"/>
            <a:ext cx="153422" cy="134039"/>
          </a:xfrm>
          <a:prstGeom prst="rect">
            <a:avLst/>
          </a:prstGeom>
        </p:spPr>
      </p:pic>
      <p:grpSp>
        <p:nvGrpSpPr>
          <p:cNvPr id="53" name="object 53" descr=""/>
          <p:cNvGrpSpPr/>
          <p:nvPr/>
        </p:nvGrpSpPr>
        <p:grpSpPr>
          <a:xfrm>
            <a:off x="9850777" y="7668651"/>
            <a:ext cx="403860" cy="186690"/>
            <a:chOff x="9850777" y="7668651"/>
            <a:chExt cx="403860" cy="186690"/>
          </a:xfrm>
        </p:grpSpPr>
        <p:pic>
          <p:nvPicPr>
            <p:cNvPr id="54" name="object 5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850777" y="7668651"/>
              <a:ext cx="158193" cy="186074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041324" y="7668651"/>
              <a:ext cx="157000" cy="184210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0231500" y="7716064"/>
              <a:ext cx="22860" cy="100330"/>
            </a:xfrm>
            <a:custGeom>
              <a:avLst/>
              <a:gdLst/>
              <a:ahLst/>
              <a:cxnLst/>
              <a:rect l="l" t="t" r="r" b="b"/>
              <a:pathLst>
                <a:path w="22859" h="10032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7"/>
                  </a:lnTo>
                  <a:lnTo>
                    <a:pt x="0" y="17444"/>
                  </a:lnTo>
                  <a:lnTo>
                    <a:pt x="5218" y="22514"/>
                  </a:lnTo>
                  <a:lnTo>
                    <a:pt x="17593" y="22514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  <a:path w="22859" h="100329">
                  <a:moveTo>
                    <a:pt x="17593" y="77307"/>
                  </a:moveTo>
                  <a:lnTo>
                    <a:pt x="5218" y="77307"/>
                  </a:lnTo>
                  <a:lnTo>
                    <a:pt x="0" y="82376"/>
                  </a:lnTo>
                  <a:lnTo>
                    <a:pt x="148" y="88564"/>
                  </a:lnTo>
                  <a:lnTo>
                    <a:pt x="0" y="94752"/>
                  </a:lnTo>
                  <a:lnTo>
                    <a:pt x="5218" y="99821"/>
                  </a:lnTo>
                  <a:lnTo>
                    <a:pt x="17593" y="99821"/>
                  </a:lnTo>
                  <a:lnTo>
                    <a:pt x="22662" y="94752"/>
                  </a:lnTo>
                  <a:lnTo>
                    <a:pt x="22662" y="82376"/>
                  </a:lnTo>
                  <a:lnTo>
                    <a:pt x="17593" y="77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9579548" y="8050496"/>
            <a:ext cx="869950" cy="157480"/>
            <a:chOff x="9579548" y="8050496"/>
            <a:chExt cx="869950" cy="157480"/>
          </a:xfrm>
        </p:grpSpPr>
        <p:sp>
          <p:nvSpPr>
            <p:cNvPr id="58" name="object 58" descr=""/>
            <p:cNvSpPr/>
            <p:nvPr/>
          </p:nvSpPr>
          <p:spPr>
            <a:xfrm>
              <a:off x="9579548" y="8122288"/>
              <a:ext cx="64769" cy="13335"/>
            </a:xfrm>
            <a:custGeom>
              <a:avLst/>
              <a:gdLst/>
              <a:ahLst/>
              <a:cxnLst/>
              <a:rect l="l" t="t" r="r" b="b"/>
              <a:pathLst>
                <a:path w="64770" h="13334">
                  <a:moveTo>
                    <a:pt x="64186" y="0"/>
                  </a:moveTo>
                  <a:lnTo>
                    <a:pt x="0" y="0"/>
                  </a:lnTo>
                  <a:lnTo>
                    <a:pt x="0" y="13269"/>
                  </a:lnTo>
                  <a:lnTo>
                    <a:pt x="64186" y="13269"/>
                  </a:lnTo>
                  <a:lnTo>
                    <a:pt x="641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75643" y="8052584"/>
              <a:ext cx="105934" cy="152676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9805048" y="8053070"/>
              <a:ext cx="208915" cy="152400"/>
            </a:xfrm>
            <a:custGeom>
              <a:avLst/>
              <a:gdLst/>
              <a:ahLst/>
              <a:cxnLst/>
              <a:rect l="l" t="t" r="r" b="b"/>
              <a:pathLst>
                <a:path w="208915" h="152400">
                  <a:moveTo>
                    <a:pt x="90805" y="138430"/>
                  </a:moveTo>
                  <a:lnTo>
                    <a:pt x="14986" y="138430"/>
                  </a:lnTo>
                  <a:lnTo>
                    <a:pt x="14986" y="82550"/>
                  </a:lnTo>
                  <a:lnTo>
                    <a:pt x="84696" y="82550"/>
                  </a:lnTo>
                  <a:lnTo>
                    <a:pt x="84696" y="68580"/>
                  </a:lnTo>
                  <a:lnTo>
                    <a:pt x="14986" y="68580"/>
                  </a:lnTo>
                  <a:lnTo>
                    <a:pt x="14986" y="12700"/>
                  </a:lnTo>
                  <a:lnTo>
                    <a:pt x="89471" y="12700"/>
                  </a:lnTo>
                  <a:lnTo>
                    <a:pt x="89471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68580"/>
                  </a:lnTo>
                  <a:lnTo>
                    <a:pt x="0" y="82550"/>
                  </a:lnTo>
                  <a:lnTo>
                    <a:pt x="0" y="138430"/>
                  </a:lnTo>
                  <a:lnTo>
                    <a:pt x="0" y="152400"/>
                  </a:lnTo>
                  <a:lnTo>
                    <a:pt x="90805" y="152400"/>
                  </a:lnTo>
                  <a:lnTo>
                    <a:pt x="90805" y="138430"/>
                  </a:lnTo>
                  <a:close/>
                </a:path>
                <a:path w="208915" h="152400">
                  <a:moveTo>
                    <a:pt x="208597" y="138430"/>
                  </a:moveTo>
                  <a:lnTo>
                    <a:pt x="136207" y="138430"/>
                  </a:lnTo>
                  <a:lnTo>
                    <a:pt x="136207" y="0"/>
                  </a:lnTo>
                  <a:lnTo>
                    <a:pt x="121221" y="0"/>
                  </a:lnTo>
                  <a:lnTo>
                    <a:pt x="121221" y="138430"/>
                  </a:lnTo>
                  <a:lnTo>
                    <a:pt x="121221" y="152400"/>
                  </a:lnTo>
                  <a:lnTo>
                    <a:pt x="208597" y="152400"/>
                  </a:lnTo>
                  <a:lnTo>
                    <a:pt x="208597" y="138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034150" y="8050496"/>
              <a:ext cx="275309" cy="156851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331526" y="8052584"/>
              <a:ext cx="117639" cy="152676"/>
            </a:xfrm>
            <a:prstGeom prst="rect">
              <a:avLst/>
            </a:prstGeom>
          </p:spPr>
        </p:pic>
      </p:grpSp>
      <p:sp>
        <p:nvSpPr>
          <p:cNvPr id="63" name="object 63" descr=""/>
          <p:cNvSpPr/>
          <p:nvPr/>
        </p:nvSpPr>
        <p:spPr>
          <a:xfrm>
            <a:off x="10520502" y="8041640"/>
            <a:ext cx="543560" cy="179705"/>
          </a:xfrm>
          <a:custGeom>
            <a:avLst/>
            <a:gdLst/>
            <a:ahLst/>
            <a:cxnLst/>
            <a:rect l="l" t="t" r="r" b="b"/>
            <a:pathLst>
              <a:path w="543559" h="179704">
                <a:moveTo>
                  <a:pt x="148501" y="147751"/>
                </a:moveTo>
                <a:lnTo>
                  <a:pt x="144119" y="134124"/>
                </a:lnTo>
                <a:lnTo>
                  <a:pt x="135229" y="127076"/>
                </a:lnTo>
                <a:lnTo>
                  <a:pt x="135229" y="147751"/>
                </a:lnTo>
                <a:lnTo>
                  <a:pt x="131660" y="156616"/>
                </a:lnTo>
                <a:lnTo>
                  <a:pt x="121615" y="163258"/>
                </a:lnTo>
                <a:lnTo>
                  <a:pt x="105740" y="167398"/>
                </a:lnTo>
                <a:lnTo>
                  <a:pt x="84683" y="168770"/>
                </a:lnTo>
                <a:lnTo>
                  <a:pt x="63550" y="167398"/>
                </a:lnTo>
                <a:lnTo>
                  <a:pt x="47663" y="163258"/>
                </a:lnTo>
                <a:lnTo>
                  <a:pt x="37680" y="156616"/>
                </a:lnTo>
                <a:lnTo>
                  <a:pt x="34290" y="147751"/>
                </a:lnTo>
                <a:lnTo>
                  <a:pt x="37680" y="138849"/>
                </a:lnTo>
                <a:lnTo>
                  <a:pt x="47663" y="132219"/>
                </a:lnTo>
                <a:lnTo>
                  <a:pt x="63550" y="128079"/>
                </a:lnTo>
                <a:lnTo>
                  <a:pt x="84683" y="126657"/>
                </a:lnTo>
                <a:lnTo>
                  <a:pt x="105740" y="128079"/>
                </a:lnTo>
                <a:lnTo>
                  <a:pt x="121615" y="132219"/>
                </a:lnTo>
                <a:lnTo>
                  <a:pt x="131660" y="138849"/>
                </a:lnTo>
                <a:lnTo>
                  <a:pt x="135229" y="147751"/>
                </a:lnTo>
                <a:lnTo>
                  <a:pt x="135229" y="127076"/>
                </a:lnTo>
                <a:lnTo>
                  <a:pt x="134708" y="126657"/>
                </a:lnTo>
                <a:lnTo>
                  <a:pt x="131546" y="124142"/>
                </a:lnTo>
                <a:lnTo>
                  <a:pt x="111506" y="118008"/>
                </a:lnTo>
                <a:lnTo>
                  <a:pt x="84683" y="115912"/>
                </a:lnTo>
                <a:lnTo>
                  <a:pt x="57772" y="118008"/>
                </a:lnTo>
                <a:lnTo>
                  <a:pt x="37655" y="124142"/>
                </a:lnTo>
                <a:lnTo>
                  <a:pt x="25069" y="134124"/>
                </a:lnTo>
                <a:lnTo>
                  <a:pt x="20726" y="147751"/>
                </a:lnTo>
                <a:lnTo>
                  <a:pt x="25069" y="161328"/>
                </a:lnTo>
                <a:lnTo>
                  <a:pt x="37655" y="171284"/>
                </a:lnTo>
                <a:lnTo>
                  <a:pt x="57772" y="177419"/>
                </a:lnTo>
                <a:lnTo>
                  <a:pt x="84683" y="179501"/>
                </a:lnTo>
                <a:lnTo>
                  <a:pt x="111506" y="177419"/>
                </a:lnTo>
                <a:lnTo>
                  <a:pt x="131546" y="171284"/>
                </a:lnTo>
                <a:lnTo>
                  <a:pt x="134721" y="168770"/>
                </a:lnTo>
                <a:lnTo>
                  <a:pt x="144119" y="161328"/>
                </a:lnTo>
                <a:lnTo>
                  <a:pt x="148501" y="147751"/>
                </a:lnTo>
                <a:close/>
              </a:path>
              <a:path w="543559" h="179704">
                <a:moveTo>
                  <a:pt x="159461" y="58064"/>
                </a:moveTo>
                <a:lnTo>
                  <a:pt x="114795" y="43840"/>
                </a:lnTo>
                <a:lnTo>
                  <a:pt x="93027" y="14528"/>
                </a:lnTo>
                <a:lnTo>
                  <a:pt x="93027" y="14008"/>
                </a:lnTo>
                <a:lnTo>
                  <a:pt x="154317" y="14008"/>
                </a:lnTo>
                <a:lnTo>
                  <a:pt x="154317" y="2971"/>
                </a:lnTo>
                <a:lnTo>
                  <a:pt x="15570" y="2971"/>
                </a:lnTo>
                <a:lnTo>
                  <a:pt x="15570" y="14008"/>
                </a:lnTo>
                <a:lnTo>
                  <a:pt x="76555" y="14008"/>
                </a:lnTo>
                <a:lnTo>
                  <a:pt x="76555" y="14528"/>
                </a:lnTo>
                <a:lnTo>
                  <a:pt x="70459" y="30784"/>
                </a:lnTo>
                <a:lnTo>
                  <a:pt x="54813" y="43840"/>
                </a:lnTo>
                <a:lnTo>
                  <a:pt x="33464" y="53124"/>
                </a:lnTo>
                <a:lnTo>
                  <a:pt x="10210" y="58064"/>
                </a:lnTo>
                <a:lnTo>
                  <a:pt x="15278" y="68795"/>
                </a:lnTo>
                <a:lnTo>
                  <a:pt x="36804" y="64135"/>
                </a:lnTo>
                <a:lnTo>
                  <a:pt x="56959" y="56045"/>
                </a:lnTo>
                <a:lnTo>
                  <a:pt x="73660" y="44640"/>
                </a:lnTo>
                <a:lnTo>
                  <a:pt x="84836" y="30035"/>
                </a:lnTo>
                <a:lnTo>
                  <a:pt x="95351" y="43840"/>
                </a:lnTo>
                <a:lnTo>
                  <a:pt x="95973" y="44640"/>
                </a:lnTo>
                <a:lnTo>
                  <a:pt x="112687" y="56045"/>
                </a:lnTo>
                <a:lnTo>
                  <a:pt x="132854" y="64135"/>
                </a:lnTo>
                <a:lnTo>
                  <a:pt x="154393" y="68795"/>
                </a:lnTo>
                <a:lnTo>
                  <a:pt x="159461" y="58064"/>
                </a:lnTo>
                <a:close/>
              </a:path>
              <a:path w="543559" h="179704">
                <a:moveTo>
                  <a:pt x="169519" y="87807"/>
                </a:moveTo>
                <a:lnTo>
                  <a:pt x="91313" y="87807"/>
                </a:lnTo>
                <a:lnTo>
                  <a:pt x="91313" y="59855"/>
                </a:lnTo>
                <a:lnTo>
                  <a:pt x="78193" y="59855"/>
                </a:lnTo>
                <a:lnTo>
                  <a:pt x="78193" y="87807"/>
                </a:lnTo>
                <a:lnTo>
                  <a:pt x="0" y="87807"/>
                </a:lnTo>
                <a:lnTo>
                  <a:pt x="0" y="99072"/>
                </a:lnTo>
                <a:lnTo>
                  <a:pt x="169519" y="99072"/>
                </a:lnTo>
                <a:lnTo>
                  <a:pt x="169519" y="87807"/>
                </a:lnTo>
                <a:close/>
              </a:path>
              <a:path w="543559" h="179704">
                <a:moveTo>
                  <a:pt x="339267" y="96520"/>
                </a:moveTo>
                <a:lnTo>
                  <a:pt x="221703" y="96520"/>
                </a:lnTo>
                <a:lnTo>
                  <a:pt x="221703" y="62230"/>
                </a:lnTo>
                <a:lnTo>
                  <a:pt x="334949" y="62230"/>
                </a:lnTo>
                <a:lnTo>
                  <a:pt x="334949" y="52070"/>
                </a:lnTo>
                <a:lnTo>
                  <a:pt x="334949" y="19050"/>
                </a:lnTo>
                <a:lnTo>
                  <a:pt x="334949" y="8890"/>
                </a:lnTo>
                <a:lnTo>
                  <a:pt x="207987" y="8890"/>
                </a:lnTo>
                <a:lnTo>
                  <a:pt x="207987" y="19050"/>
                </a:lnTo>
                <a:lnTo>
                  <a:pt x="321830" y="19050"/>
                </a:lnTo>
                <a:lnTo>
                  <a:pt x="321830" y="52070"/>
                </a:lnTo>
                <a:lnTo>
                  <a:pt x="208584" y="52070"/>
                </a:lnTo>
                <a:lnTo>
                  <a:pt x="208584" y="62230"/>
                </a:lnTo>
                <a:lnTo>
                  <a:pt x="208584" y="96520"/>
                </a:lnTo>
                <a:lnTo>
                  <a:pt x="208584" y="106680"/>
                </a:lnTo>
                <a:lnTo>
                  <a:pt x="339267" y="106680"/>
                </a:lnTo>
                <a:lnTo>
                  <a:pt x="339267" y="96520"/>
                </a:lnTo>
                <a:close/>
              </a:path>
              <a:path w="543559" h="179704">
                <a:moveTo>
                  <a:pt x="357009" y="144767"/>
                </a:moveTo>
                <a:lnTo>
                  <a:pt x="309156" y="144767"/>
                </a:lnTo>
                <a:lnTo>
                  <a:pt x="309156" y="107264"/>
                </a:lnTo>
                <a:lnTo>
                  <a:pt x="296176" y="107264"/>
                </a:lnTo>
                <a:lnTo>
                  <a:pt x="296176" y="144767"/>
                </a:lnTo>
                <a:lnTo>
                  <a:pt x="248996" y="144767"/>
                </a:lnTo>
                <a:lnTo>
                  <a:pt x="248996" y="107264"/>
                </a:lnTo>
                <a:lnTo>
                  <a:pt x="235940" y="107264"/>
                </a:lnTo>
                <a:lnTo>
                  <a:pt x="235940" y="144767"/>
                </a:lnTo>
                <a:lnTo>
                  <a:pt x="186664" y="144767"/>
                </a:lnTo>
                <a:lnTo>
                  <a:pt x="186664" y="156171"/>
                </a:lnTo>
                <a:lnTo>
                  <a:pt x="357009" y="156171"/>
                </a:lnTo>
                <a:lnTo>
                  <a:pt x="357009" y="144767"/>
                </a:lnTo>
                <a:close/>
              </a:path>
              <a:path w="543559" h="179704">
                <a:moveTo>
                  <a:pt x="524370" y="55880"/>
                </a:moveTo>
                <a:lnTo>
                  <a:pt x="408673" y="55880"/>
                </a:lnTo>
                <a:lnTo>
                  <a:pt x="408673" y="36830"/>
                </a:lnTo>
                <a:lnTo>
                  <a:pt x="521093" y="36830"/>
                </a:lnTo>
                <a:lnTo>
                  <a:pt x="521093" y="27940"/>
                </a:lnTo>
                <a:lnTo>
                  <a:pt x="521093" y="10160"/>
                </a:lnTo>
                <a:lnTo>
                  <a:pt x="521093" y="0"/>
                </a:lnTo>
                <a:lnTo>
                  <a:pt x="394881" y="0"/>
                </a:lnTo>
                <a:lnTo>
                  <a:pt x="394881" y="10160"/>
                </a:lnTo>
                <a:lnTo>
                  <a:pt x="507822" y="10160"/>
                </a:lnTo>
                <a:lnTo>
                  <a:pt x="507822" y="27940"/>
                </a:lnTo>
                <a:lnTo>
                  <a:pt x="395554" y="27940"/>
                </a:lnTo>
                <a:lnTo>
                  <a:pt x="395554" y="36830"/>
                </a:lnTo>
                <a:lnTo>
                  <a:pt x="395554" y="55880"/>
                </a:lnTo>
                <a:lnTo>
                  <a:pt x="395554" y="66040"/>
                </a:lnTo>
                <a:lnTo>
                  <a:pt x="524370" y="66040"/>
                </a:lnTo>
                <a:lnTo>
                  <a:pt x="524370" y="55880"/>
                </a:lnTo>
                <a:close/>
              </a:path>
              <a:path w="543559" h="179704">
                <a:moveTo>
                  <a:pt x="528027" y="167640"/>
                </a:moveTo>
                <a:lnTo>
                  <a:pt x="407555" y="167640"/>
                </a:lnTo>
                <a:lnTo>
                  <a:pt x="407555" y="147320"/>
                </a:lnTo>
                <a:lnTo>
                  <a:pt x="521766" y="147320"/>
                </a:lnTo>
                <a:lnTo>
                  <a:pt x="521766" y="137160"/>
                </a:lnTo>
                <a:lnTo>
                  <a:pt x="521766" y="119380"/>
                </a:lnTo>
                <a:lnTo>
                  <a:pt x="521766" y="109220"/>
                </a:lnTo>
                <a:lnTo>
                  <a:pt x="393915" y="109220"/>
                </a:lnTo>
                <a:lnTo>
                  <a:pt x="393915" y="119380"/>
                </a:lnTo>
                <a:lnTo>
                  <a:pt x="508571" y="119380"/>
                </a:lnTo>
                <a:lnTo>
                  <a:pt x="508571" y="137160"/>
                </a:lnTo>
                <a:lnTo>
                  <a:pt x="394360" y="137160"/>
                </a:lnTo>
                <a:lnTo>
                  <a:pt x="394360" y="147320"/>
                </a:lnTo>
                <a:lnTo>
                  <a:pt x="394360" y="167640"/>
                </a:lnTo>
                <a:lnTo>
                  <a:pt x="394360" y="177800"/>
                </a:lnTo>
                <a:lnTo>
                  <a:pt x="528027" y="177800"/>
                </a:lnTo>
                <a:lnTo>
                  <a:pt x="528027" y="167640"/>
                </a:lnTo>
                <a:close/>
              </a:path>
              <a:path w="543559" h="179704">
                <a:moveTo>
                  <a:pt x="543382" y="81470"/>
                </a:moveTo>
                <a:lnTo>
                  <a:pt x="373037" y="81470"/>
                </a:lnTo>
                <a:lnTo>
                  <a:pt x="373037" y="92214"/>
                </a:lnTo>
                <a:lnTo>
                  <a:pt x="543382" y="92214"/>
                </a:lnTo>
                <a:lnTo>
                  <a:pt x="543382" y="81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11127490" y="8052583"/>
            <a:ext cx="358775" cy="153035"/>
            <a:chOff x="11127490" y="8052583"/>
            <a:chExt cx="358775" cy="153035"/>
          </a:xfrm>
        </p:grpSpPr>
        <p:pic>
          <p:nvPicPr>
            <p:cNvPr id="65" name="object 6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127490" y="8052583"/>
              <a:ext cx="321158" cy="15267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1470716" y="8052583"/>
              <a:ext cx="15240" cy="153035"/>
            </a:xfrm>
            <a:custGeom>
              <a:avLst/>
              <a:gdLst/>
              <a:ahLst/>
              <a:cxnLst/>
              <a:rect l="l" t="t" r="r" b="b"/>
              <a:pathLst>
                <a:path w="15240" h="153034">
                  <a:moveTo>
                    <a:pt x="14983" y="0"/>
                  </a:moveTo>
                  <a:lnTo>
                    <a:pt x="0" y="0"/>
                  </a:lnTo>
                  <a:lnTo>
                    <a:pt x="0" y="152676"/>
                  </a:lnTo>
                  <a:lnTo>
                    <a:pt x="14983" y="152676"/>
                  </a:lnTo>
                  <a:lnTo>
                    <a:pt x="149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11512836" y="8035661"/>
            <a:ext cx="1694814" cy="186055"/>
            <a:chOff x="11512836" y="8035661"/>
            <a:chExt cx="1694814" cy="186055"/>
          </a:xfrm>
        </p:grpSpPr>
        <p:sp>
          <p:nvSpPr>
            <p:cNvPr id="68" name="object 68" descr=""/>
            <p:cNvSpPr/>
            <p:nvPr/>
          </p:nvSpPr>
          <p:spPr>
            <a:xfrm>
              <a:off x="11512830" y="8053070"/>
              <a:ext cx="227965" cy="152400"/>
            </a:xfrm>
            <a:custGeom>
              <a:avLst/>
              <a:gdLst/>
              <a:ahLst/>
              <a:cxnLst/>
              <a:rect l="l" t="t" r="r" b="b"/>
              <a:pathLst>
                <a:path w="227965" h="152400">
                  <a:moveTo>
                    <a:pt x="111671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48387" y="12700"/>
                  </a:lnTo>
                  <a:lnTo>
                    <a:pt x="48387" y="152400"/>
                  </a:lnTo>
                  <a:lnTo>
                    <a:pt x="63436" y="152400"/>
                  </a:lnTo>
                  <a:lnTo>
                    <a:pt x="63436" y="12700"/>
                  </a:lnTo>
                  <a:lnTo>
                    <a:pt x="111671" y="12700"/>
                  </a:lnTo>
                  <a:lnTo>
                    <a:pt x="111671" y="0"/>
                  </a:lnTo>
                  <a:close/>
                </a:path>
                <a:path w="227965" h="152400">
                  <a:moveTo>
                    <a:pt x="227901" y="0"/>
                  </a:moveTo>
                  <a:lnTo>
                    <a:pt x="138811" y="0"/>
                  </a:lnTo>
                  <a:lnTo>
                    <a:pt x="138811" y="12700"/>
                  </a:lnTo>
                  <a:lnTo>
                    <a:pt x="138811" y="68580"/>
                  </a:lnTo>
                  <a:lnTo>
                    <a:pt x="138811" y="82550"/>
                  </a:lnTo>
                  <a:lnTo>
                    <a:pt x="138811" y="152400"/>
                  </a:lnTo>
                  <a:lnTo>
                    <a:pt x="153797" y="152400"/>
                  </a:lnTo>
                  <a:lnTo>
                    <a:pt x="153797" y="82550"/>
                  </a:lnTo>
                  <a:lnTo>
                    <a:pt x="220967" y="82550"/>
                  </a:lnTo>
                  <a:lnTo>
                    <a:pt x="220967" y="68580"/>
                  </a:lnTo>
                  <a:lnTo>
                    <a:pt x="153797" y="68580"/>
                  </a:lnTo>
                  <a:lnTo>
                    <a:pt x="153797" y="12700"/>
                  </a:lnTo>
                  <a:lnTo>
                    <a:pt x="227901" y="12700"/>
                  </a:lnTo>
                  <a:lnTo>
                    <a:pt x="2279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764515" y="8050496"/>
              <a:ext cx="132697" cy="156851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926734" y="8050422"/>
              <a:ext cx="229014" cy="157448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2185117" y="8053070"/>
              <a:ext cx="90805" cy="152400"/>
            </a:xfrm>
            <a:custGeom>
              <a:avLst/>
              <a:gdLst/>
              <a:ahLst/>
              <a:cxnLst/>
              <a:rect l="l" t="t" r="r" b="b"/>
              <a:pathLst>
                <a:path w="90804" h="152400">
                  <a:moveTo>
                    <a:pt x="90805" y="138430"/>
                  </a:moveTo>
                  <a:lnTo>
                    <a:pt x="14986" y="138430"/>
                  </a:lnTo>
                  <a:lnTo>
                    <a:pt x="14986" y="82550"/>
                  </a:lnTo>
                  <a:lnTo>
                    <a:pt x="84683" y="82550"/>
                  </a:lnTo>
                  <a:lnTo>
                    <a:pt x="84683" y="68580"/>
                  </a:lnTo>
                  <a:lnTo>
                    <a:pt x="14986" y="68580"/>
                  </a:lnTo>
                  <a:lnTo>
                    <a:pt x="14986" y="12700"/>
                  </a:lnTo>
                  <a:lnTo>
                    <a:pt x="89458" y="12700"/>
                  </a:lnTo>
                  <a:lnTo>
                    <a:pt x="89458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68580"/>
                  </a:lnTo>
                  <a:lnTo>
                    <a:pt x="0" y="82550"/>
                  </a:lnTo>
                  <a:lnTo>
                    <a:pt x="0" y="138430"/>
                  </a:lnTo>
                  <a:lnTo>
                    <a:pt x="0" y="152400"/>
                  </a:lnTo>
                  <a:lnTo>
                    <a:pt x="90805" y="152400"/>
                  </a:lnTo>
                  <a:lnTo>
                    <a:pt x="90805" y="1384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299628" y="8050496"/>
              <a:ext cx="127031" cy="156851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448579" y="8050496"/>
              <a:ext cx="132697" cy="156851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610797" y="8052584"/>
              <a:ext cx="119353" cy="152676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766456" y="8052584"/>
              <a:ext cx="117639" cy="152676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906757" y="8050422"/>
              <a:ext cx="106456" cy="157448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034834" y="8035661"/>
              <a:ext cx="172358" cy="186000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13274278" y="8035661"/>
            <a:ext cx="545465" cy="186690"/>
            <a:chOff x="13274278" y="8035661"/>
            <a:chExt cx="545465" cy="186690"/>
          </a:xfrm>
        </p:grpSpPr>
        <p:pic>
          <p:nvPicPr>
            <p:cNvPr id="79" name="object 7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274278" y="8035661"/>
              <a:ext cx="171761" cy="186074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470119" y="8035661"/>
              <a:ext cx="139555" cy="186074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651199" y="8035661"/>
              <a:ext cx="168183" cy="186298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13885141" y="8035661"/>
            <a:ext cx="336550" cy="186690"/>
            <a:chOff x="13885141" y="8035661"/>
            <a:chExt cx="336550" cy="186690"/>
          </a:xfrm>
        </p:grpSpPr>
        <p:pic>
          <p:nvPicPr>
            <p:cNvPr id="83" name="object 8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3885141" y="8035661"/>
              <a:ext cx="156255" cy="186074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081951" y="8035661"/>
              <a:ext cx="139555" cy="186074"/>
            </a:xfrm>
            <a:prstGeom prst="rect">
              <a:avLst/>
            </a:prstGeom>
          </p:spPr>
        </p:pic>
      </p:grpSp>
      <p:grpSp>
        <p:nvGrpSpPr>
          <p:cNvPr id="85" name="object 85" descr=""/>
          <p:cNvGrpSpPr/>
          <p:nvPr/>
        </p:nvGrpSpPr>
        <p:grpSpPr>
          <a:xfrm>
            <a:off x="14263180" y="8035661"/>
            <a:ext cx="523875" cy="186690"/>
            <a:chOff x="14263180" y="8035661"/>
            <a:chExt cx="523875" cy="186690"/>
          </a:xfrm>
        </p:grpSpPr>
        <p:sp>
          <p:nvSpPr>
            <p:cNvPr id="86" name="object 86" descr=""/>
            <p:cNvSpPr/>
            <p:nvPr/>
          </p:nvSpPr>
          <p:spPr>
            <a:xfrm>
              <a:off x="14263180" y="8035671"/>
              <a:ext cx="151765" cy="186690"/>
            </a:xfrm>
            <a:custGeom>
              <a:avLst/>
              <a:gdLst/>
              <a:ahLst/>
              <a:cxnLst/>
              <a:rect l="l" t="t" r="r" b="b"/>
              <a:pathLst>
                <a:path w="151765" h="186690">
                  <a:moveTo>
                    <a:pt x="114579" y="82296"/>
                  </a:moveTo>
                  <a:lnTo>
                    <a:pt x="101676" y="82296"/>
                  </a:lnTo>
                  <a:lnTo>
                    <a:pt x="101676" y="176301"/>
                  </a:lnTo>
                  <a:lnTo>
                    <a:pt x="114579" y="176301"/>
                  </a:lnTo>
                  <a:lnTo>
                    <a:pt x="114579" y="82296"/>
                  </a:lnTo>
                  <a:close/>
                </a:path>
                <a:path w="151765" h="186690">
                  <a:moveTo>
                    <a:pt x="114579" y="4394"/>
                  </a:moveTo>
                  <a:lnTo>
                    <a:pt x="101676" y="4394"/>
                  </a:lnTo>
                  <a:lnTo>
                    <a:pt x="101676" y="70739"/>
                  </a:lnTo>
                  <a:lnTo>
                    <a:pt x="70446" y="70739"/>
                  </a:lnTo>
                  <a:lnTo>
                    <a:pt x="70446" y="33909"/>
                  </a:lnTo>
                  <a:lnTo>
                    <a:pt x="70446" y="22479"/>
                  </a:lnTo>
                  <a:lnTo>
                    <a:pt x="57848" y="22479"/>
                  </a:lnTo>
                  <a:lnTo>
                    <a:pt x="57848" y="33909"/>
                  </a:lnTo>
                  <a:lnTo>
                    <a:pt x="57848" y="70739"/>
                  </a:lnTo>
                  <a:lnTo>
                    <a:pt x="57848" y="82169"/>
                  </a:lnTo>
                  <a:lnTo>
                    <a:pt x="57848" y="124079"/>
                  </a:lnTo>
                  <a:lnTo>
                    <a:pt x="12661" y="124079"/>
                  </a:lnTo>
                  <a:lnTo>
                    <a:pt x="12661" y="33909"/>
                  </a:lnTo>
                  <a:lnTo>
                    <a:pt x="57848" y="33909"/>
                  </a:lnTo>
                  <a:lnTo>
                    <a:pt x="57848" y="22479"/>
                  </a:lnTo>
                  <a:lnTo>
                    <a:pt x="0" y="22479"/>
                  </a:lnTo>
                  <a:lnTo>
                    <a:pt x="0" y="33909"/>
                  </a:lnTo>
                  <a:lnTo>
                    <a:pt x="0" y="124079"/>
                  </a:lnTo>
                  <a:lnTo>
                    <a:pt x="0" y="134239"/>
                  </a:lnTo>
                  <a:lnTo>
                    <a:pt x="70446" y="134239"/>
                  </a:lnTo>
                  <a:lnTo>
                    <a:pt x="70446" y="124079"/>
                  </a:lnTo>
                  <a:lnTo>
                    <a:pt x="70446" y="82169"/>
                  </a:lnTo>
                  <a:lnTo>
                    <a:pt x="114579" y="82169"/>
                  </a:lnTo>
                  <a:lnTo>
                    <a:pt x="114579" y="70967"/>
                  </a:lnTo>
                  <a:lnTo>
                    <a:pt x="114579" y="70739"/>
                  </a:lnTo>
                  <a:lnTo>
                    <a:pt x="114579" y="4394"/>
                  </a:lnTo>
                  <a:close/>
                </a:path>
                <a:path w="151765" h="186690">
                  <a:moveTo>
                    <a:pt x="151549" y="0"/>
                  </a:moveTo>
                  <a:lnTo>
                    <a:pt x="138582" y="0"/>
                  </a:lnTo>
                  <a:lnTo>
                    <a:pt x="138582" y="186067"/>
                  </a:lnTo>
                  <a:lnTo>
                    <a:pt x="151549" y="186067"/>
                  </a:lnTo>
                  <a:lnTo>
                    <a:pt x="151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4450001" y="8035661"/>
              <a:ext cx="145147" cy="186298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630112" y="8035885"/>
              <a:ext cx="156925" cy="181378"/>
            </a:xfrm>
            <a:prstGeom prst="rect">
              <a:avLst/>
            </a:prstGeom>
          </p:spPr>
        </p:pic>
      </p:grpSp>
      <p:pic>
        <p:nvPicPr>
          <p:cNvPr id="89" name="object 89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4875079" y="8035661"/>
            <a:ext cx="145148" cy="186298"/>
          </a:xfrm>
          <a:prstGeom prst="rect">
            <a:avLst/>
          </a:prstGeom>
        </p:spPr>
      </p:pic>
      <p:sp>
        <p:nvSpPr>
          <p:cNvPr id="90" name="object 90" descr=""/>
          <p:cNvSpPr/>
          <p:nvPr/>
        </p:nvSpPr>
        <p:spPr>
          <a:xfrm>
            <a:off x="15063457" y="8035670"/>
            <a:ext cx="154305" cy="181610"/>
          </a:xfrm>
          <a:custGeom>
            <a:avLst/>
            <a:gdLst/>
            <a:ahLst/>
            <a:cxnLst/>
            <a:rect l="l" t="t" r="r" b="b"/>
            <a:pathLst>
              <a:path w="154305" h="181609">
                <a:moveTo>
                  <a:pt x="71869" y="15125"/>
                </a:moveTo>
                <a:lnTo>
                  <a:pt x="59270" y="15125"/>
                </a:lnTo>
                <a:lnTo>
                  <a:pt x="59270" y="47637"/>
                </a:lnTo>
                <a:lnTo>
                  <a:pt x="71869" y="47637"/>
                </a:lnTo>
                <a:lnTo>
                  <a:pt x="71869" y="15125"/>
                </a:lnTo>
                <a:close/>
              </a:path>
              <a:path w="154305" h="181609">
                <a:moveTo>
                  <a:pt x="113322" y="66052"/>
                </a:moveTo>
                <a:lnTo>
                  <a:pt x="100495" y="66052"/>
                </a:lnTo>
                <a:lnTo>
                  <a:pt x="100495" y="136055"/>
                </a:lnTo>
                <a:lnTo>
                  <a:pt x="113322" y="136055"/>
                </a:lnTo>
                <a:lnTo>
                  <a:pt x="113322" y="66052"/>
                </a:lnTo>
                <a:close/>
              </a:path>
              <a:path w="154305" h="181609">
                <a:moveTo>
                  <a:pt x="113322" y="3949"/>
                </a:moveTo>
                <a:lnTo>
                  <a:pt x="100495" y="3949"/>
                </a:lnTo>
                <a:lnTo>
                  <a:pt x="100495" y="54229"/>
                </a:lnTo>
                <a:lnTo>
                  <a:pt x="71869" y="54229"/>
                </a:lnTo>
                <a:lnTo>
                  <a:pt x="71869" y="47879"/>
                </a:lnTo>
                <a:lnTo>
                  <a:pt x="59270" y="47879"/>
                </a:lnTo>
                <a:lnTo>
                  <a:pt x="59270" y="58039"/>
                </a:lnTo>
                <a:lnTo>
                  <a:pt x="59270" y="65659"/>
                </a:lnTo>
                <a:lnTo>
                  <a:pt x="59270" y="93599"/>
                </a:lnTo>
                <a:lnTo>
                  <a:pt x="12674" y="93599"/>
                </a:lnTo>
                <a:lnTo>
                  <a:pt x="12674" y="58039"/>
                </a:lnTo>
                <a:lnTo>
                  <a:pt x="59270" y="58039"/>
                </a:lnTo>
                <a:lnTo>
                  <a:pt x="59270" y="47879"/>
                </a:lnTo>
                <a:lnTo>
                  <a:pt x="12674" y="47879"/>
                </a:lnTo>
                <a:lnTo>
                  <a:pt x="12674" y="14859"/>
                </a:lnTo>
                <a:lnTo>
                  <a:pt x="0" y="14859"/>
                </a:lnTo>
                <a:lnTo>
                  <a:pt x="0" y="105029"/>
                </a:lnTo>
                <a:lnTo>
                  <a:pt x="71869" y="105029"/>
                </a:lnTo>
                <a:lnTo>
                  <a:pt x="71869" y="93599"/>
                </a:lnTo>
                <a:lnTo>
                  <a:pt x="71869" y="65659"/>
                </a:lnTo>
                <a:lnTo>
                  <a:pt x="113322" y="65659"/>
                </a:lnTo>
                <a:lnTo>
                  <a:pt x="113322" y="58039"/>
                </a:lnTo>
                <a:lnTo>
                  <a:pt x="113322" y="54787"/>
                </a:lnTo>
                <a:lnTo>
                  <a:pt x="113322" y="54229"/>
                </a:lnTo>
                <a:lnTo>
                  <a:pt x="113322" y="3949"/>
                </a:lnTo>
                <a:close/>
              </a:path>
              <a:path w="154305" h="181609">
                <a:moveTo>
                  <a:pt x="148132" y="0"/>
                </a:moveTo>
                <a:lnTo>
                  <a:pt x="135534" y="0"/>
                </a:lnTo>
                <a:lnTo>
                  <a:pt x="135534" y="141566"/>
                </a:lnTo>
                <a:lnTo>
                  <a:pt x="148132" y="141566"/>
                </a:lnTo>
                <a:lnTo>
                  <a:pt x="148132" y="0"/>
                </a:lnTo>
                <a:close/>
              </a:path>
              <a:path w="154305" h="181609">
                <a:moveTo>
                  <a:pt x="154241" y="169799"/>
                </a:moveTo>
                <a:lnTo>
                  <a:pt x="40779" y="169799"/>
                </a:lnTo>
                <a:lnTo>
                  <a:pt x="40779" y="122809"/>
                </a:lnTo>
                <a:lnTo>
                  <a:pt x="27508" y="122809"/>
                </a:lnTo>
                <a:lnTo>
                  <a:pt x="27508" y="169799"/>
                </a:lnTo>
                <a:lnTo>
                  <a:pt x="27508" y="181229"/>
                </a:lnTo>
                <a:lnTo>
                  <a:pt x="154241" y="181229"/>
                </a:lnTo>
                <a:lnTo>
                  <a:pt x="154241" y="169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5240965" y="8050529"/>
            <a:ext cx="357505" cy="147320"/>
          </a:xfrm>
          <a:custGeom>
            <a:avLst/>
            <a:gdLst/>
            <a:ahLst/>
            <a:cxnLst/>
            <a:rect l="l" t="t" r="r" b="b"/>
            <a:pathLst>
              <a:path w="357505" h="147320">
                <a:moveTo>
                  <a:pt x="150291" y="87630"/>
                </a:moveTo>
                <a:lnTo>
                  <a:pt x="36080" y="87630"/>
                </a:lnTo>
                <a:lnTo>
                  <a:pt x="36080" y="54610"/>
                </a:lnTo>
                <a:lnTo>
                  <a:pt x="144170" y="54610"/>
                </a:lnTo>
                <a:lnTo>
                  <a:pt x="144170" y="43180"/>
                </a:lnTo>
                <a:lnTo>
                  <a:pt x="36080" y="43180"/>
                </a:lnTo>
                <a:lnTo>
                  <a:pt x="36080" y="12700"/>
                </a:lnTo>
                <a:lnTo>
                  <a:pt x="148056" y="12700"/>
                </a:lnTo>
                <a:lnTo>
                  <a:pt x="148056" y="2540"/>
                </a:lnTo>
                <a:lnTo>
                  <a:pt x="22656" y="2540"/>
                </a:lnTo>
                <a:lnTo>
                  <a:pt x="22656" y="12700"/>
                </a:lnTo>
                <a:lnTo>
                  <a:pt x="22656" y="43180"/>
                </a:lnTo>
                <a:lnTo>
                  <a:pt x="22656" y="54610"/>
                </a:lnTo>
                <a:lnTo>
                  <a:pt x="22656" y="87630"/>
                </a:lnTo>
                <a:lnTo>
                  <a:pt x="22656" y="97790"/>
                </a:lnTo>
                <a:lnTo>
                  <a:pt x="150291" y="97790"/>
                </a:lnTo>
                <a:lnTo>
                  <a:pt x="150291" y="87630"/>
                </a:lnTo>
                <a:close/>
              </a:path>
              <a:path w="357505" h="147320">
                <a:moveTo>
                  <a:pt x="170345" y="134683"/>
                </a:moveTo>
                <a:lnTo>
                  <a:pt x="0" y="134683"/>
                </a:lnTo>
                <a:lnTo>
                  <a:pt x="0" y="146088"/>
                </a:lnTo>
                <a:lnTo>
                  <a:pt x="170345" y="146088"/>
                </a:lnTo>
                <a:lnTo>
                  <a:pt x="170345" y="134683"/>
                </a:lnTo>
                <a:close/>
              </a:path>
              <a:path w="357505" h="147320">
                <a:moveTo>
                  <a:pt x="357009" y="135890"/>
                </a:moveTo>
                <a:lnTo>
                  <a:pt x="277837" y="135890"/>
                </a:lnTo>
                <a:lnTo>
                  <a:pt x="277837" y="99060"/>
                </a:lnTo>
                <a:lnTo>
                  <a:pt x="339267" y="99060"/>
                </a:lnTo>
                <a:lnTo>
                  <a:pt x="339267" y="87630"/>
                </a:lnTo>
                <a:lnTo>
                  <a:pt x="221703" y="87630"/>
                </a:lnTo>
                <a:lnTo>
                  <a:pt x="221703" y="53340"/>
                </a:lnTo>
                <a:lnTo>
                  <a:pt x="334949" y="53340"/>
                </a:lnTo>
                <a:lnTo>
                  <a:pt x="334949" y="43180"/>
                </a:lnTo>
                <a:lnTo>
                  <a:pt x="334949" y="10160"/>
                </a:lnTo>
                <a:lnTo>
                  <a:pt x="334949" y="0"/>
                </a:lnTo>
                <a:lnTo>
                  <a:pt x="207987" y="0"/>
                </a:lnTo>
                <a:lnTo>
                  <a:pt x="207987" y="10160"/>
                </a:lnTo>
                <a:lnTo>
                  <a:pt x="321830" y="10160"/>
                </a:lnTo>
                <a:lnTo>
                  <a:pt x="321830" y="43180"/>
                </a:lnTo>
                <a:lnTo>
                  <a:pt x="208584" y="43180"/>
                </a:lnTo>
                <a:lnTo>
                  <a:pt x="208584" y="53340"/>
                </a:lnTo>
                <a:lnTo>
                  <a:pt x="208584" y="87630"/>
                </a:lnTo>
                <a:lnTo>
                  <a:pt x="208584" y="99060"/>
                </a:lnTo>
                <a:lnTo>
                  <a:pt x="264718" y="99060"/>
                </a:lnTo>
                <a:lnTo>
                  <a:pt x="264718" y="135890"/>
                </a:lnTo>
                <a:lnTo>
                  <a:pt x="186664" y="135890"/>
                </a:lnTo>
                <a:lnTo>
                  <a:pt x="186664" y="147320"/>
                </a:lnTo>
                <a:lnTo>
                  <a:pt x="357009" y="147320"/>
                </a:lnTo>
                <a:lnTo>
                  <a:pt x="357009" y="1358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" name="object 92" descr=""/>
          <p:cNvGrpSpPr/>
          <p:nvPr/>
        </p:nvGrpSpPr>
        <p:grpSpPr>
          <a:xfrm>
            <a:off x="15667132" y="8035661"/>
            <a:ext cx="339090" cy="186690"/>
            <a:chOff x="15667132" y="8035661"/>
            <a:chExt cx="339090" cy="186690"/>
          </a:xfrm>
        </p:grpSpPr>
        <p:pic>
          <p:nvPicPr>
            <p:cNvPr id="93" name="object 9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5667132" y="8035661"/>
              <a:ext cx="152304" cy="186298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863644" y="8035661"/>
              <a:ext cx="142164" cy="186298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16039132" y="8035661"/>
            <a:ext cx="401320" cy="211454"/>
            <a:chOff x="16039132" y="8035661"/>
            <a:chExt cx="401320" cy="211454"/>
          </a:xfrm>
        </p:grpSpPr>
        <p:pic>
          <p:nvPicPr>
            <p:cNvPr id="96" name="object 9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226922" y="8035661"/>
              <a:ext cx="152602" cy="186298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039132" y="8035661"/>
              <a:ext cx="158193" cy="186074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6412325" y="8192289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40" h="55245">
                  <a:moveTo>
                    <a:pt x="27733" y="0"/>
                  </a:moveTo>
                  <a:lnTo>
                    <a:pt x="11853" y="0"/>
                  </a:lnTo>
                  <a:lnTo>
                    <a:pt x="0" y="54644"/>
                  </a:lnTo>
                  <a:lnTo>
                    <a:pt x="12375" y="54644"/>
                  </a:lnTo>
                  <a:lnTo>
                    <a:pt x="277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" name="object 99" descr=""/>
          <p:cNvGrpSpPr/>
          <p:nvPr/>
        </p:nvGrpSpPr>
        <p:grpSpPr>
          <a:xfrm>
            <a:off x="9573883" y="8402671"/>
            <a:ext cx="526415" cy="186690"/>
            <a:chOff x="9573883" y="8402671"/>
            <a:chExt cx="526415" cy="186690"/>
          </a:xfrm>
        </p:grpSpPr>
        <p:pic>
          <p:nvPicPr>
            <p:cNvPr id="100" name="object 10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73883" y="8402671"/>
              <a:ext cx="345610" cy="185478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954755" y="8402671"/>
              <a:ext cx="145147" cy="186298"/>
            </a:xfrm>
            <a:prstGeom prst="rect">
              <a:avLst/>
            </a:prstGeom>
          </p:spPr>
        </p:pic>
      </p:grpSp>
      <p:grpSp>
        <p:nvGrpSpPr>
          <p:cNvPr id="102" name="object 102" descr=""/>
          <p:cNvGrpSpPr/>
          <p:nvPr/>
        </p:nvGrpSpPr>
        <p:grpSpPr>
          <a:xfrm>
            <a:off x="10185789" y="8402671"/>
            <a:ext cx="526415" cy="186690"/>
            <a:chOff x="10185789" y="8402671"/>
            <a:chExt cx="526415" cy="186690"/>
          </a:xfrm>
        </p:grpSpPr>
        <p:pic>
          <p:nvPicPr>
            <p:cNvPr id="103" name="object 10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185789" y="8402895"/>
              <a:ext cx="345535" cy="181378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563381" y="8402671"/>
              <a:ext cx="148352" cy="186074"/>
            </a:xfrm>
            <a:prstGeom prst="rect">
              <a:avLst/>
            </a:prstGeom>
          </p:spPr>
        </p:pic>
      </p:grpSp>
      <p:grpSp>
        <p:nvGrpSpPr>
          <p:cNvPr id="105" name="object 105" descr=""/>
          <p:cNvGrpSpPr/>
          <p:nvPr/>
        </p:nvGrpSpPr>
        <p:grpSpPr>
          <a:xfrm>
            <a:off x="10797771" y="8402671"/>
            <a:ext cx="899794" cy="186690"/>
            <a:chOff x="10797771" y="8402671"/>
            <a:chExt cx="899794" cy="186690"/>
          </a:xfrm>
        </p:grpSpPr>
        <p:pic>
          <p:nvPicPr>
            <p:cNvPr id="106" name="object 10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0797771" y="8410499"/>
              <a:ext cx="170120" cy="175563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993984" y="8402671"/>
              <a:ext cx="164082" cy="183391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1177599" y="8402671"/>
              <a:ext cx="154391" cy="186074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1358083" y="8402671"/>
              <a:ext cx="338974" cy="186074"/>
            </a:xfrm>
            <a:prstGeom prst="rect">
              <a:avLst/>
            </a:prstGeom>
          </p:spPr>
        </p:pic>
      </p:grpSp>
      <p:sp>
        <p:nvSpPr>
          <p:cNvPr id="110" name="object 110" descr=""/>
          <p:cNvSpPr/>
          <p:nvPr/>
        </p:nvSpPr>
        <p:spPr>
          <a:xfrm>
            <a:off x="11791582" y="8402319"/>
            <a:ext cx="165100" cy="96520"/>
          </a:xfrm>
          <a:custGeom>
            <a:avLst/>
            <a:gdLst/>
            <a:ahLst/>
            <a:cxnLst/>
            <a:rect l="l" t="t" r="r" b="b"/>
            <a:pathLst>
              <a:path w="165100" h="96520">
                <a:moveTo>
                  <a:pt x="85509" y="36830"/>
                </a:moveTo>
                <a:lnTo>
                  <a:pt x="13042" y="36830"/>
                </a:lnTo>
                <a:lnTo>
                  <a:pt x="13042" y="7620"/>
                </a:lnTo>
                <a:lnTo>
                  <a:pt x="0" y="7620"/>
                </a:lnTo>
                <a:lnTo>
                  <a:pt x="0" y="36830"/>
                </a:lnTo>
                <a:lnTo>
                  <a:pt x="0" y="46990"/>
                </a:lnTo>
                <a:lnTo>
                  <a:pt x="0" y="77470"/>
                </a:lnTo>
                <a:lnTo>
                  <a:pt x="0" y="88900"/>
                </a:lnTo>
                <a:lnTo>
                  <a:pt x="85509" y="88900"/>
                </a:lnTo>
                <a:lnTo>
                  <a:pt x="85509" y="77889"/>
                </a:lnTo>
                <a:lnTo>
                  <a:pt x="85509" y="77470"/>
                </a:lnTo>
                <a:lnTo>
                  <a:pt x="85509" y="47104"/>
                </a:lnTo>
                <a:lnTo>
                  <a:pt x="72390" y="47104"/>
                </a:lnTo>
                <a:lnTo>
                  <a:pt x="72390" y="77470"/>
                </a:lnTo>
                <a:lnTo>
                  <a:pt x="13042" y="77470"/>
                </a:lnTo>
                <a:lnTo>
                  <a:pt x="13042" y="46990"/>
                </a:lnTo>
                <a:lnTo>
                  <a:pt x="85509" y="46990"/>
                </a:lnTo>
                <a:lnTo>
                  <a:pt x="85509" y="36830"/>
                </a:lnTo>
                <a:close/>
              </a:path>
              <a:path w="165100" h="96520">
                <a:moveTo>
                  <a:pt x="85509" y="8039"/>
                </a:moveTo>
                <a:lnTo>
                  <a:pt x="72390" y="8039"/>
                </a:lnTo>
                <a:lnTo>
                  <a:pt x="72390" y="36360"/>
                </a:lnTo>
                <a:lnTo>
                  <a:pt x="85509" y="36360"/>
                </a:lnTo>
                <a:lnTo>
                  <a:pt x="85509" y="8039"/>
                </a:lnTo>
                <a:close/>
              </a:path>
              <a:path w="165100" h="96520">
                <a:moveTo>
                  <a:pt x="164896" y="41910"/>
                </a:moveTo>
                <a:lnTo>
                  <a:pt x="136131" y="41910"/>
                </a:lnTo>
                <a:lnTo>
                  <a:pt x="136131" y="0"/>
                </a:lnTo>
                <a:lnTo>
                  <a:pt x="122783" y="0"/>
                </a:lnTo>
                <a:lnTo>
                  <a:pt x="122783" y="41910"/>
                </a:lnTo>
                <a:lnTo>
                  <a:pt x="122783" y="53340"/>
                </a:lnTo>
                <a:lnTo>
                  <a:pt x="122783" y="96520"/>
                </a:lnTo>
                <a:lnTo>
                  <a:pt x="136131" y="96520"/>
                </a:lnTo>
                <a:lnTo>
                  <a:pt x="136131" y="53340"/>
                </a:lnTo>
                <a:lnTo>
                  <a:pt x="164896" y="53340"/>
                </a:lnTo>
                <a:lnTo>
                  <a:pt x="164896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1810517" y="8402675"/>
            <a:ext cx="516255" cy="186690"/>
          </a:xfrm>
          <a:custGeom>
            <a:avLst/>
            <a:gdLst/>
            <a:ahLst/>
            <a:cxnLst/>
            <a:rect l="l" t="t" r="r" b="b"/>
            <a:pathLst>
              <a:path w="516254" h="186690">
                <a:moveTo>
                  <a:pt x="124421" y="172364"/>
                </a:moveTo>
                <a:lnTo>
                  <a:pt x="13487" y="172364"/>
                </a:lnTo>
                <a:lnTo>
                  <a:pt x="13487" y="149504"/>
                </a:lnTo>
                <a:lnTo>
                  <a:pt x="117195" y="149504"/>
                </a:lnTo>
                <a:lnTo>
                  <a:pt x="117195" y="139344"/>
                </a:lnTo>
                <a:lnTo>
                  <a:pt x="117195" y="116484"/>
                </a:lnTo>
                <a:lnTo>
                  <a:pt x="117195" y="106324"/>
                </a:lnTo>
                <a:lnTo>
                  <a:pt x="0" y="106324"/>
                </a:lnTo>
                <a:lnTo>
                  <a:pt x="0" y="116484"/>
                </a:lnTo>
                <a:lnTo>
                  <a:pt x="104000" y="116484"/>
                </a:lnTo>
                <a:lnTo>
                  <a:pt x="104000" y="139344"/>
                </a:lnTo>
                <a:lnTo>
                  <a:pt x="444" y="139344"/>
                </a:lnTo>
                <a:lnTo>
                  <a:pt x="444" y="149504"/>
                </a:lnTo>
                <a:lnTo>
                  <a:pt x="444" y="172364"/>
                </a:lnTo>
                <a:lnTo>
                  <a:pt x="444" y="183794"/>
                </a:lnTo>
                <a:lnTo>
                  <a:pt x="124421" y="183794"/>
                </a:lnTo>
                <a:lnTo>
                  <a:pt x="124421" y="172364"/>
                </a:lnTo>
                <a:close/>
              </a:path>
              <a:path w="516254" h="186690">
                <a:moveTo>
                  <a:pt x="268973" y="131508"/>
                </a:moveTo>
                <a:lnTo>
                  <a:pt x="234632" y="99529"/>
                </a:lnTo>
                <a:lnTo>
                  <a:pt x="219468" y="52565"/>
                </a:lnTo>
                <a:lnTo>
                  <a:pt x="219468" y="16700"/>
                </a:lnTo>
                <a:lnTo>
                  <a:pt x="206425" y="16700"/>
                </a:lnTo>
                <a:lnTo>
                  <a:pt x="206425" y="52565"/>
                </a:lnTo>
                <a:lnTo>
                  <a:pt x="202209" y="77889"/>
                </a:lnTo>
                <a:lnTo>
                  <a:pt x="191160" y="101600"/>
                </a:lnTo>
                <a:lnTo>
                  <a:pt x="175336" y="121450"/>
                </a:lnTo>
                <a:lnTo>
                  <a:pt x="156781" y="135166"/>
                </a:lnTo>
                <a:lnTo>
                  <a:pt x="165277" y="145745"/>
                </a:lnTo>
                <a:lnTo>
                  <a:pt x="180314" y="134899"/>
                </a:lnTo>
                <a:lnTo>
                  <a:pt x="193878" y="119964"/>
                </a:lnTo>
                <a:lnTo>
                  <a:pt x="205105" y="101854"/>
                </a:lnTo>
                <a:lnTo>
                  <a:pt x="213131" y="81483"/>
                </a:lnTo>
                <a:lnTo>
                  <a:pt x="221170" y="100698"/>
                </a:lnTo>
                <a:lnTo>
                  <a:pt x="232308" y="117754"/>
                </a:lnTo>
                <a:lnTo>
                  <a:pt x="245719" y="131851"/>
                </a:lnTo>
                <a:lnTo>
                  <a:pt x="260553" y="142163"/>
                </a:lnTo>
                <a:lnTo>
                  <a:pt x="268973" y="131508"/>
                </a:lnTo>
                <a:close/>
              </a:path>
              <a:path w="516254" h="186690">
                <a:moveTo>
                  <a:pt x="334352" y="76708"/>
                </a:moveTo>
                <a:lnTo>
                  <a:pt x="302145" y="76708"/>
                </a:lnTo>
                <a:lnTo>
                  <a:pt x="302145" y="0"/>
                </a:lnTo>
                <a:lnTo>
                  <a:pt x="288798" y="0"/>
                </a:lnTo>
                <a:lnTo>
                  <a:pt x="288798" y="186080"/>
                </a:lnTo>
                <a:lnTo>
                  <a:pt x="302145" y="186080"/>
                </a:lnTo>
                <a:lnTo>
                  <a:pt x="302145" y="88341"/>
                </a:lnTo>
                <a:lnTo>
                  <a:pt x="334352" y="88341"/>
                </a:lnTo>
                <a:lnTo>
                  <a:pt x="334352" y="76708"/>
                </a:lnTo>
                <a:close/>
              </a:path>
              <a:path w="516254" h="186690">
                <a:moveTo>
                  <a:pt x="496722" y="61874"/>
                </a:moveTo>
                <a:lnTo>
                  <a:pt x="381025" y="61874"/>
                </a:lnTo>
                <a:lnTo>
                  <a:pt x="381025" y="42824"/>
                </a:lnTo>
                <a:lnTo>
                  <a:pt x="493445" y="42824"/>
                </a:lnTo>
                <a:lnTo>
                  <a:pt x="493445" y="33934"/>
                </a:lnTo>
                <a:lnTo>
                  <a:pt x="493445" y="16154"/>
                </a:lnTo>
                <a:lnTo>
                  <a:pt x="493445" y="5994"/>
                </a:lnTo>
                <a:lnTo>
                  <a:pt x="367233" y="5994"/>
                </a:lnTo>
                <a:lnTo>
                  <a:pt x="367233" y="16154"/>
                </a:lnTo>
                <a:lnTo>
                  <a:pt x="480174" y="16154"/>
                </a:lnTo>
                <a:lnTo>
                  <a:pt x="480174" y="33934"/>
                </a:lnTo>
                <a:lnTo>
                  <a:pt x="367893" y="33934"/>
                </a:lnTo>
                <a:lnTo>
                  <a:pt x="367893" y="42824"/>
                </a:lnTo>
                <a:lnTo>
                  <a:pt x="367893" y="61874"/>
                </a:lnTo>
                <a:lnTo>
                  <a:pt x="367893" y="72034"/>
                </a:lnTo>
                <a:lnTo>
                  <a:pt x="496722" y="72034"/>
                </a:lnTo>
                <a:lnTo>
                  <a:pt x="496722" y="61874"/>
                </a:lnTo>
                <a:close/>
              </a:path>
              <a:path w="516254" h="186690">
                <a:moveTo>
                  <a:pt x="500367" y="173634"/>
                </a:moveTo>
                <a:lnTo>
                  <a:pt x="379895" y="173634"/>
                </a:lnTo>
                <a:lnTo>
                  <a:pt x="379895" y="153314"/>
                </a:lnTo>
                <a:lnTo>
                  <a:pt x="494106" y="153314"/>
                </a:lnTo>
                <a:lnTo>
                  <a:pt x="494106" y="143154"/>
                </a:lnTo>
                <a:lnTo>
                  <a:pt x="494106" y="125374"/>
                </a:lnTo>
                <a:lnTo>
                  <a:pt x="494106" y="115214"/>
                </a:lnTo>
                <a:lnTo>
                  <a:pt x="366255" y="115214"/>
                </a:lnTo>
                <a:lnTo>
                  <a:pt x="366255" y="125374"/>
                </a:lnTo>
                <a:lnTo>
                  <a:pt x="480910" y="125374"/>
                </a:lnTo>
                <a:lnTo>
                  <a:pt x="480910" y="143154"/>
                </a:lnTo>
                <a:lnTo>
                  <a:pt x="366712" y="143154"/>
                </a:lnTo>
                <a:lnTo>
                  <a:pt x="366712" y="153314"/>
                </a:lnTo>
                <a:lnTo>
                  <a:pt x="366712" y="173634"/>
                </a:lnTo>
                <a:lnTo>
                  <a:pt x="366712" y="183794"/>
                </a:lnTo>
                <a:lnTo>
                  <a:pt x="500367" y="183794"/>
                </a:lnTo>
                <a:lnTo>
                  <a:pt x="500367" y="173634"/>
                </a:lnTo>
                <a:close/>
              </a:path>
              <a:path w="516254" h="186690">
                <a:moveTo>
                  <a:pt x="515734" y="87452"/>
                </a:moveTo>
                <a:lnTo>
                  <a:pt x="345389" y="87452"/>
                </a:lnTo>
                <a:lnTo>
                  <a:pt x="345389" y="98183"/>
                </a:lnTo>
                <a:lnTo>
                  <a:pt x="515734" y="98183"/>
                </a:lnTo>
                <a:lnTo>
                  <a:pt x="515734" y="87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12393503" y="8402447"/>
            <a:ext cx="918210" cy="186690"/>
            <a:chOff x="12393503" y="8402447"/>
            <a:chExt cx="918210" cy="186690"/>
          </a:xfrm>
        </p:grpSpPr>
        <p:pic>
          <p:nvPicPr>
            <p:cNvPr id="113" name="object 11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393503" y="8402671"/>
              <a:ext cx="176532" cy="186074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12590754" y="8402459"/>
              <a:ext cx="720725" cy="186690"/>
            </a:xfrm>
            <a:custGeom>
              <a:avLst/>
              <a:gdLst/>
              <a:ahLst/>
              <a:cxnLst/>
              <a:rect l="l" t="t" r="r" b="b"/>
              <a:pathLst>
                <a:path w="720725" h="186690">
                  <a:moveTo>
                    <a:pt x="101904" y="94665"/>
                  </a:moveTo>
                  <a:lnTo>
                    <a:pt x="101092" y="89674"/>
                  </a:lnTo>
                  <a:lnTo>
                    <a:pt x="100050" y="83337"/>
                  </a:lnTo>
                  <a:lnTo>
                    <a:pt x="80873" y="86614"/>
                  </a:lnTo>
                  <a:lnTo>
                    <a:pt x="61366" y="88582"/>
                  </a:lnTo>
                  <a:lnTo>
                    <a:pt x="39687" y="89509"/>
                  </a:lnTo>
                  <a:lnTo>
                    <a:pt x="14020" y="89674"/>
                  </a:lnTo>
                  <a:lnTo>
                    <a:pt x="13119" y="89674"/>
                  </a:lnTo>
                  <a:lnTo>
                    <a:pt x="13119" y="28028"/>
                  </a:lnTo>
                  <a:lnTo>
                    <a:pt x="82372" y="28028"/>
                  </a:lnTo>
                  <a:lnTo>
                    <a:pt x="82372" y="16687"/>
                  </a:lnTo>
                  <a:lnTo>
                    <a:pt x="0" y="16687"/>
                  </a:lnTo>
                  <a:lnTo>
                    <a:pt x="0" y="101079"/>
                  </a:lnTo>
                  <a:lnTo>
                    <a:pt x="14020" y="101079"/>
                  </a:lnTo>
                  <a:lnTo>
                    <a:pt x="40093" y="100863"/>
                  </a:lnTo>
                  <a:lnTo>
                    <a:pt x="62153" y="99860"/>
                  </a:lnTo>
                  <a:lnTo>
                    <a:pt x="82118" y="97866"/>
                  </a:lnTo>
                  <a:lnTo>
                    <a:pt x="101904" y="94665"/>
                  </a:lnTo>
                  <a:close/>
                </a:path>
                <a:path w="720725" h="186690">
                  <a:moveTo>
                    <a:pt x="144551" y="170561"/>
                  </a:moveTo>
                  <a:lnTo>
                    <a:pt x="33401" y="170561"/>
                  </a:lnTo>
                  <a:lnTo>
                    <a:pt x="33401" y="121589"/>
                  </a:lnTo>
                  <a:lnTo>
                    <a:pt x="20281" y="121589"/>
                  </a:lnTo>
                  <a:lnTo>
                    <a:pt x="20281" y="181825"/>
                  </a:lnTo>
                  <a:lnTo>
                    <a:pt x="144551" y="181825"/>
                  </a:lnTo>
                  <a:lnTo>
                    <a:pt x="144551" y="170561"/>
                  </a:lnTo>
                  <a:close/>
                </a:path>
                <a:path w="720725" h="186690">
                  <a:moveTo>
                    <a:pt x="164452" y="57023"/>
                  </a:moveTo>
                  <a:lnTo>
                    <a:pt x="135458" y="57023"/>
                  </a:lnTo>
                  <a:lnTo>
                    <a:pt x="135458" y="0"/>
                  </a:lnTo>
                  <a:lnTo>
                    <a:pt x="122110" y="0"/>
                  </a:lnTo>
                  <a:lnTo>
                    <a:pt x="122110" y="134924"/>
                  </a:lnTo>
                  <a:lnTo>
                    <a:pt x="135458" y="134924"/>
                  </a:lnTo>
                  <a:lnTo>
                    <a:pt x="135458" y="68287"/>
                  </a:lnTo>
                  <a:lnTo>
                    <a:pt x="164452" y="68287"/>
                  </a:lnTo>
                  <a:lnTo>
                    <a:pt x="164452" y="57023"/>
                  </a:lnTo>
                  <a:close/>
                </a:path>
                <a:path w="720725" h="186690">
                  <a:moveTo>
                    <a:pt x="277774" y="101307"/>
                  </a:moveTo>
                  <a:lnTo>
                    <a:pt x="274358" y="84239"/>
                  </a:lnTo>
                  <a:lnTo>
                    <a:pt x="265099" y="71005"/>
                  </a:lnTo>
                  <a:lnTo>
                    <a:pt x="265099" y="101307"/>
                  </a:lnTo>
                  <a:lnTo>
                    <a:pt x="262597" y="113563"/>
                  </a:lnTo>
                  <a:lnTo>
                    <a:pt x="255866" y="123304"/>
                  </a:lnTo>
                  <a:lnTo>
                    <a:pt x="245668" y="129705"/>
                  </a:lnTo>
                  <a:lnTo>
                    <a:pt x="232816" y="131953"/>
                  </a:lnTo>
                  <a:lnTo>
                    <a:pt x="219862" y="129705"/>
                  </a:lnTo>
                  <a:lnTo>
                    <a:pt x="209600" y="123304"/>
                  </a:lnTo>
                  <a:lnTo>
                    <a:pt x="202882" y="113563"/>
                  </a:lnTo>
                  <a:lnTo>
                    <a:pt x="200533" y="101307"/>
                  </a:lnTo>
                  <a:lnTo>
                    <a:pt x="202882" y="89027"/>
                  </a:lnTo>
                  <a:lnTo>
                    <a:pt x="209600" y="79235"/>
                  </a:lnTo>
                  <a:lnTo>
                    <a:pt x="219862" y="72745"/>
                  </a:lnTo>
                  <a:lnTo>
                    <a:pt x="232816" y="70370"/>
                  </a:lnTo>
                  <a:lnTo>
                    <a:pt x="245668" y="72745"/>
                  </a:lnTo>
                  <a:lnTo>
                    <a:pt x="255866" y="79235"/>
                  </a:lnTo>
                  <a:lnTo>
                    <a:pt x="262597" y="89027"/>
                  </a:lnTo>
                  <a:lnTo>
                    <a:pt x="265099" y="101307"/>
                  </a:lnTo>
                  <a:lnTo>
                    <a:pt x="265099" y="71005"/>
                  </a:lnTo>
                  <a:lnTo>
                    <a:pt x="264172" y="70370"/>
                  </a:lnTo>
                  <a:lnTo>
                    <a:pt x="250825" y="62179"/>
                  </a:lnTo>
                  <a:lnTo>
                    <a:pt x="232816" y="59042"/>
                  </a:lnTo>
                  <a:lnTo>
                    <a:pt x="214731" y="62179"/>
                  </a:lnTo>
                  <a:lnTo>
                    <a:pt x="200469" y="70891"/>
                  </a:lnTo>
                  <a:lnTo>
                    <a:pt x="191147" y="84239"/>
                  </a:lnTo>
                  <a:lnTo>
                    <a:pt x="187871" y="101307"/>
                  </a:lnTo>
                  <a:lnTo>
                    <a:pt x="191147" y="118427"/>
                  </a:lnTo>
                  <a:lnTo>
                    <a:pt x="200469" y="131737"/>
                  </a:lnTo>
                  <a:lnTo>
                    <a:pt x="214731" y="140360"/>
                  </a:lnTo>
                  <a:lnTo>
                    <a:pt x="232816" y="143421"/>
                  </a:lnTo>
                  <a:lnTo>
                    <a:pt x="250825" y="140360"/>
                  </a:lnTo>
                  <a:lnTo>
                    <a:pt x="264668" y="131953"/>
                  </a:lnTo>
                  <a:lnTo>
                    <a:pt x="265023" y="131737"/>
                  </a:lnTo>
                  <a:lnTo>
                    <a:pt x="274358" y="118427"/>
                  </a:lnTo>
                  <a:lnTo>
                    <a:pt x="277774" y="101307"/>
                  </a:lnTo>
                  <a:close/>
                </a:path>
                <a:path w="720725" h="186690">
                  <a:moveTo>
                    <a:pt x="287388" y="30784"/>
                  </a:moveTo>
                  <a:lnTo>
                    <a:pt x="239153" y="30784"/>
                  </a:lnTo>
                  <a:lnTo>
                    <a:pt x="239153" y="2235"/>
                  </a:lnTo>
                  <a:lnTo>
                    <a:pt x="225882" y="2235"/>
                  </a:lnTo>
                  <a:lnTo>
                    <a:pt x="225882" y="30784"/>
                  </a:lnTo>
                  <a:lnTo>
                    <a:pt x="176237" y="30784"/>
                  </a:lnTo>
                  <a:lnTo>
                    <a:pt x="176237" y="42113"/>
                  </a:lnTo>
                  <a:lnTo>
                    <a:pt x="287388" y="42113"/>
                  </a:lnTo>
                  <a:lnTo>
                    <a:pt x="287388" y="30784"/>
                  </a:lnTo>
                  <a:close/>
                </a:path>
                <a:path w="720725" h="186690">
                  <a:moveTo>
                    <a:pt x="352615" y="78117"/>
                  </a:moveTo>
                  <a:lnTo>
                    <a:pt x="320408" y="78117"/>
                  </a:lnTo>
                  <a:lnTo>
                    <a:pt x="320408" y="215"/>
                  </a:lnTo>
                  <a:lnTo>
                    <a:pt x="307213" y="215"/>
                  </a:lnTo>
                  <a:lnTo>
                    <a:pt x="307213" y="186296"/>
                  </a:lnTo>
                  <a:lnTo>
                    <a:pt x="320408" y="186296"/>
                  </a:lnTo>
                  <a:lnTo>
                    <a:pt x="320408" y="89382"/>
                  </a:lnTo>
                  <a:lnTo>
                    <a:pt x="352615" y="89382"/>
                  </a:lnTo>
                  <a:lnTo>
                    <a:pt x="352615" y="78117"/>
                  </a:lnTo>
                  <a:close/>
                </a:path>
                <a:path w="720725" h="186690">
                  <a:moveTo>
                    <a:pt x="534289" y="150990"/>
                  </a:moveTo>
                  <a:lnTo>
                    <a:pt x="455117" y="150990"/>
                  </a:lnTo>
                  <a:lnTo>
                    <a:pt x="455117" y="100190"/>
                  </a:lnTo>
                  <a:lnTo>
                    <a:pt x="513791" y="100190"/>
                  </a:lnTo>
                  <a:lnTo>
                    <a:pt x="513791" y="88760"/>
                  </a:lnTo>
                  <a:lnTo>
                    <a:pt x="399580" y="88760"/>
                  </a:lnTo>
                  <a:lnTo>
                    <a:pt x="399580" y="26530"/>
                  </a:lnTo>
                  <a:lnTo>
                    <a:pt x="511784" y="26530"/>
                  </a:lnTo>
                  <a:lnTo>
                    <a:pt x="511784" y="16370"/>
                  </a:lnTo>
                  <a:lnTo>
                    <a:pt x="386245" y="16370"/>
                  </a:lnTo>
                  <a:lnTo>
                    <a:pt x="386245" y="26530"/>
                  </a:lnTo>
                  <a:lnTo>
                    <a:pt x="386245" y="88760"/>
                  </a:lnTo>
                  <a:lnTo>
                    <a:pt x="386245" y="100190"/>
                  </a:lnTo>
                  <a:lnTo>
                    <a:pt x="441998" y="100190"/>
                  </a:lnTo>
                  <a:lnTo>
                    <a:pt x="441998" y="150990"/>
                  </a:lnTo>
                  <a:lnTo>
                    <a:pt x="363943" y="150990"/>
                  </a:lnTo>
                  <a:lnTo>
                    <a:pt x="363943" y="162420"/>
                  </a:lnTo>
                  <a:lnTo>
                    <a:pt x="534289" y="162420"/>
                  </a:lnTo>
                  <a:lnTo>
                    <a:pt x="534289" y="150990"/>
                  </a:lnTo>
                  <a:close/>
                </a:path>
                <a:path w="720725" h="186690">
                  <a:moveTo>
                    <a:pt x="699427" y="130670"/>
                  </a:moveTo>
                  <a:lnTo>
                    <a:pt x="569480" y="130670"/>
                  </a:lnTo>
                  <a:lnTo>
                    <a:pt x="569480" y="140830"/>
                  </a:lnTo>
                  <a:lnTo>
                    <a:pt x="686003" y="140830"/>
                  </a:lnTo>
                  <a:lnTo>
                    <a:pt x="686003" y="184010"/>
                  </a:lnTo>
                  <a:lnTo>
                    <a:pt x="699427" y="184010"/>
                  </a:lnTo>
                  <a:lnTo>
                    <a:pt x="699427" y="140830"/>
                  </a:lnTo>
                  <a:lnTo>
                    <a:pt x="699427" y="130670"/>
                  </a:lnTo>
                  <a:close/>
                </a:path>
                <a:path w="720725" h="186690">
                  <a:moveTo>
                    <a:pt x="702475" y="70980"/>
                  </a:moveTo>
                  <a:lnTo>
                    <a:pt x="585952" y="70980"/>
                  </a:lnTo>
                  <a:lnTo>
                    <a:pt x="585952" y="48120"/>
                  </a:lnTo>
                  <a:lnTo>
                    <a:pt x="698373" y="48120"/>
                  </a:lnTo>
                  <a:lnTo>
                    <a:pt x="698373" y="37960"/>
                  </a:lnTo>
                  <a:lnTo>
                    <a:pt x="698373" y="16370"/>
                  </a:lnTo>
                  <a:lnTo>
                    <a:pt x="698373" y="4940"/>
                  </a:lnTo>
                  <a:lnTo>
                    <a:pt x="572160" y="4940"/>
                  </a:lnTo>
                  <a:lnTo>
                    <a:pt x="572160" y="16370"/>
                  </a:lnTo>
                  <a:lnTo>
                    <a:pt x="685114" y="16370"/>
                  </a:lnTo>
                  <a:lnTo>
                    <a:pt x="685114" y="37960"/>
                  </a:lnTo>
                  <a:lnTo>
                    <a:pt x="572833" y="37960"/>
                  </a:lnTo>
                  <a:lnTo>
                    <a:pt x="572833" y="48120"/>
                  </a:lnTo>
                  <a:lnTo>
                    <a:pt x="572833" y="70980"/>
                  </a:lnTo>
                  <a:lnTo>
                    <a:pt x="572833" y="81140"/>
                  </a:lnTo>
                  <a:lnTo>
                    <a:pt x="702475" y="81140"/>
                  </a:lnTo>
                  <a:lnTo>
                    <a:pt x="702475" y="70980"/>
                  </a:lnTo>
                  <a:close/>
                </a:path>
                <a:path w="720725" h="186690">
                  <a:moveTo>
                    <a:pt x="720674" y="103466"/>
                  </a:moveTo>
                  <a:lnTo>
                    <a:pt x="641946" y="103466"/>
                  </a:lnTo>
                  <a:lnTo>
                    <a:pt x="641946" y="81775"/>
                  </a:lnTo>
                  <a:lnTo>
                    <a:pt x="628967" y="81775"/>
                  </a:lnTo>
                  <a:lnTo>
                    <a:pt x="628967" y="103466"/>
                  </a:lnTo>
                  <a:lnTo>
                    <a:pt x="550329" y="103466"/>
                  </a:lnTo>
                  <a:lnTo>
                    <a:pt x="550329" y="114731"/>
                  </a:lnTo>
                  <a:lnTo>
                    <a:pt x="720674" y="114731"/>
                  </a:lnTo>
                  <a:lnTo>
                    <a:pt x="720674" y="1034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5" name="object 115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3378894" y="8402671"/>
            <a:ext cx="340988" cy="186298"/>
          </a:xfrm>
          <a:prstGeom prst="rect">
            <a:avLst/>
          </a:prstGeom>
        </p:spPr>
      </p:pic>
      <p:grpSp>
        <p:nvGrpSpPr>
          <p:cNvPr id="116" name="object 116" descr=""/>
          <p:cNvGrpSpPr/>
          <p:nvPr/>
        </p:nvGrpSpPr>
        <p:grpSpPr>
          <a:xfrm>
            <a:off x="13804693" y="8401031"/>
            <a:ext cx="548005" cy="187960"/>
            <a:chOff x="13804693" y="8401031"/>
            <a:chExt cx="548005" cy="187960"/>
          </a:xfrm>
        </p:grpSpPr>
        <p:pic>
          <p:nvPicPr>
            <p:cNvPr id="117" name="object 117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804693" y="8402671"/>
              <a:ext cx="158193" cy="186074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995241" y="8402671"/>
              <a:ext cx="157000" cy="184211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179154" y="8401031"/>
              <a:ext cx="172954" cy="185031"/>
            </a:xfrm>
            <a:prstGeom prst="rect">
              <a:avLst/>
            </a:prstGeom>
          </p:spPr>
        </p:pic>
      </p:grpSp>
      <p:grpSp>
        <p:nvGrpSpPr>
          <p:cNvPr id="120" name="object 120" descr=""/>
          <p:cNvGrpSpPr/>
          <p:nvPr/>
        </p:nvGrpSpPr>
        <p:grpSpPr>
          <a:xfrm>
            <a:off x="1353312" y="8100775"/>
            <a:ext cx="239395" cy="131445"/>
            <a:chOff x="1353312" y="8100775"/>
            <a:chExt cx="239395" cy="131445"/>
          </a:xfrm>
        </p:grpSpPr>
        <p:pic>
          <p:nvPicPr>
            <p:cNvPr id="121" name="object 121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353312" y="8100775"/>
              <a:ext cx="111243" cy="131345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87762" y="8100933"/>
              <a:ext cx="104613" cy="129293"/>
            </a:xfrm>
            <a:prstGeom prst="rect">
              <a:avLst/>
            </a:prstGeom>
          </p:spPr>
        </p:pic>
      </p:grpSp>
      <p:grpSp>
        <p:nvGrpSpPr>
          <p:cNvPr id="123" name="object 123" descr=""/>
          <p:cNvGrpSpPr/>
          <p:nvPr/>
        </p:nvGrpSpPr>
        <p:grpSpPr>
          <a:xfrm>
            <a:off x="1657928" y="8100775"/>
            <a:ext cx="279400" cy="132080"/>
            <a:chOff x="1657928" y="8100775"/>
            <a:chExt cx="279400" cy="132080"/>
          </a:xfrm>
        </p:grpSpPr>
        <p:pic>
          <p:nvPicPr>
            <p:cNvPr id="124" name="object 124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657928" y="8100775"/>
              <a:ext cx="102455" cy="131503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784222" y="8103870"/>
              <a:ext cx="152867" cy="125729"/>
            </a:xfrm>
            <a:prstGeom prst="rect">
              <a:avLst/>
            </a:prstGeom>
          </p:spPr>
        </p:pic>
      </p:grpSp>
      <p:grpSp>
        <p:nvGrpSpPr>
          <p:cNvPr id="126" name="object 126" descr=""/>
          <p:cNvGrpSpPr/>
          <p:nvPr/>
        </p:nvGrpSpPr>
        <p:grpSpPr>
          <a:xfrm>
            <a:off x="1994742" y="8111246"/>
            <a:ext cx="373380" cy="111125"/>
            <a:chOff x="1994742" y="8111246"/>
            <a:chExt cx="373380" cy="111125"/>
          </a:xfrm>
        </p:grpSpPr>
        <p:pic>
          <p:nvPicPr>
            <p:cNvPr id="127" name="object 127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994742" y="8111246"/>
              <a:ext cx="72513" cy="110717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089778" y="8112720"/>
              <a:ext cx="277740" cy="107770"/>
            </a:xfrm>
            <a:prstGeom prst="rect">
              <a:avLst/>
            </a:prstGeom>
          </p:spPr>
        </p:pic>
      </p:grpSp>
      <p:grpSp>
        <p:nvGrpSpPr>
          <p:cNvPr id="129" name="object 129" descr=""/>
          <p:cNvGrpSpPr/>
          <p:nvPr/>
        </p:nvGrpSpPr>
        <p:grpSpPr>
          <a:xfrm>
            <a:off x="2419581" y="8111194"/>
            <a:ext cx="245745" cy="111760"/>
            <a:chOff x="2419581" y="8111194"/>
            <a:chExt cx="245745" cy="111760"/>
          </a:xfrm>
        </p:grpSpPr>
        <p:sp>
          <p:nvSpPr>
            <p:cNvPr id="130" name="object 130" descr=""/>
            <p:cNvSpPr/>
            <p:nvPr/>
          </p:nvSpPr>
          <p:spPr>
            <a:xfrm>
              <a:off x="2419581" y="8112720"/>
              <a:ext cx="63500" cy="107950"/>
            </a:xfrm>
            <a:custGeom>
              <a:avLst/>
              <a:gdLst/>
              <a:ahLst/>
              <a:cxnLst/>
              <a:rect l="l" t="t" r="r" b="b"/>
              <a:pathLst>
                <a:path w="63500" h="107950">
                  <a:moveTo>
                    <a:pt x="62883" y="0"/>
                  </a:moveTo>
                  <a:lnTo>
                    <a:pt x="0" y="0"/>
                  </a:lnTo>
                  <a:lnTo>
                    <a:pt x="0" y="107770"/>
                  </a:lnTo>
                  <a:lnTo>
                    <a:pt x="10577" y="107770"/>
                  </a:lnTo>
                  <a:lnTo>
                    <a:pt x="10577" y="58515"/>
                  </a:lnTo>
                  <a:lnTo>
                    <a:pt x="57989" y="58515"/>
                  </a:lnTo>
                  <a:lnTo>
                    <a:pt x="57989" y="49096"/>
                  </a:lnTo>
                  <a:lnTo>
                    <a:pt x="10577" y="49096"/>
                  </a:lnTo>
                  <a:lnTo>
                    <a:pt x="10577" y="9472"/>
                  </a:lnTo>
                  <a:lnTo>
                    <a:pt x="62883" y="9472"/>
                  </a:lnTo>
                  <a:lnTo>
                    <a:pt x="628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03987" y="8111194"/>
              <a:ext cx="160814" cy="111138"/>
            </a:xfrm>
            <a:prstGeom prst="rect">
              <a:avLst/>
            </a:prstGeom>
          </p:spPr>
        </p:pic>
      </p:grpSp>
      <p:grpSp>
        <p:nvGrpSpPr>
          <p:cNvPr id="132" name="object 132" descr=""/>
          <p:cNvGrpSpPr/>
          <p:nvPr/>
        </p:nvGrpSpPr>
        <p:grpSpPr>
          <a:xfrm>
            <a:off x="1359627" y="8358209"/>
            <a:ext cx="409575" cy="133350"/>
            <a:chOff x="1359627" y="8358209"/>
            <a:chExt cx="409575" cy="133350"/>
          </a:xfrm>
        </p:grpSpPr>
        <p:pic>
          <p:nvPicPr>
            <p:cNvPr id="133" name="object 133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59627" y="8359736"/>
              <a:ext cx="104718" cy="131345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486657" y="8359736"/>
              <a:ext cx="105981" cy="131345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616634" y="8358209"/>
              <a:ext cx="152183" cy="131187"/>
            </a:xfrm>
            <a:prstGeom prst="rect">
              <a:avLst/>
            </a:prstGeom>
          </p:spPr>
        </p:pic>
      </p:grpSp>
      <p:grpSp>
        <p:nvGrpSpPr>
          <p:cNvPr id="136" name="object 136" descr=""/>
          <p:cNvGrpSpPr/>
          <p:nvPr/>
        </p:nvGrpSpPr>
        <p:grpSpPr>
          <a:xfrm>
            <a:off x="1822270" y="8359140"/>
            <a:ext cx="815975" cy="142875"/>
            <a:chOff x="1822270" y="8359140"/>
            <a:chExt cx="815975" cy="142875"/>
          </a:xfrm>
        </p:grpSpPr>
        <p:pic>
          <p:nvPicPr>
            <p:cNvPr id="137" name="object 137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822270" y="8359736"/>
              <a:ext cx="111033" cy="131345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959509" y="8359140"/>
              <a:ext cx="418663" cy="142255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403378" y="8359736"/>
              <a:ext cx="102455" cy="131503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532408" y="8359736"/>
              <a:ext cx="105665" cy="131503"/>
            </a:xfrm>
            <a:prstGeom prst="rect">
              <a:avLst/>
            </a:prstGeom>
          </p:spPr>
        </p:pic>
      </p:grpSp>
      <p:grpSp>
        <p:nvGrpSpPr>
          <p:cNvPr id="141" name="object 141" descr=""/>
          <p:cNvGrpSpPr/>
          <p:nvPr/>
        </p:nvGrpSpPr>
        <p:grpSpPr>
          <a:xfrm>
            <a:off x="2702999" y="8359736"/>
            <a:ext cx="277495" cy="149225"/>
            <a:chOff x="2702999" y="8359736"/>
            <a:chExt cx="277495" cy="149225"/>
          </a:xfrm>
        </p:grpSpPr>
        <p:pic>
          <p:nvPicPr>
            <p:cNvPr id="142" name="object 142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702999" y="8359736"/>
              <a:ext cx="102455" cy="131503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829503" y="8365998"/>
              <a:ext cx="150920" cy="142869"/>
            </a:xfrm>
            <a:prstGeom prst="rect">
              <a:avLst/>
            </a:prstGeom>
          </p:spPr>
        </p:pic>
      </p:grpSp>
      <p:pic>
        <p:nvPicPr>
          <p:cNvPr id="144" name="object 144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035874" y="8359157"/>
            <a:ext cx="119663" cy="131503"/>
          </a:xfrm>
          <a:prstGeom prst="rect">
            <a:avLst/>
          </a:prstGeom>
        </p:spPr>
      </p:pic>
      <p:grpSp>
        <p:nvGrpSpPr>
          <p:cNvPr id="145" name="object 145" descr=""/>
          <p:cNvGrpSpPr/>
          <p:nvPr/>
        </p:nvGrpSpPr>
        <p:grpSpPr>
          <a:xfrm>
            <a:off x="3202620" y="8359736"/>
            <a:ext cx="381635" cy="131445"/>
            <a:chOff x="3202620" y="8359736"/>
            <a:chExt cx="381635" cy="131445"/>
          </a:xfrm>
        </p:grpSpPr>
        <p:pic>
          <p:nvPicPr>
            <p:cNvPr id="146" name="object 146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202620" y="8359736"/>
              <a:ext cx="241589" cy="131345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474731" y="8359736"/>
              <a:ext cx="108980" cy="130871"/>
            </a:xfrm>
            <a:prstGeom prst="rect">
              <a:avLst/>
            </a:prstGeom>
          </p:spPr>
        </p:pic>
      </p:grpSp>
      <p:grpSp>
        <p:nvGrpSpPr>
          <p:cNvPr id="148" name="object 148" descr=""/>
          <p:cNvGrpSpPr/>
          <p:nvPr/>
        </p:nvGrpSpPr>
        <p:grpSpPr>
          <a:xfrm>
            <a:off x="3635002" y="8359736"/>
            <a:ext cx="415925" cy="149225"/>
            <a:chOff x="3635002" y="8359736"/>
            <a:chExt cx="415925" cy="149225"/>
          </a:xfrm>
        </p:grpSpPr>
        <p:pic>
          <p:nvPicPr>
            <p:cNvPr id="149" name="object 149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635002" y="8359736"/>
              <a:ext cx="113138" cy="131345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767663" y="8359736"/>
              <a:ext cx="243956" cy="130924"/>
            </a:xfrm>
            <a:prstGeom prst="rect">
              <a:avLst/>
            </a:prstGeom>
          </p:spPr>
        </p:pic>
        <p:sp>
          <p:nvSpPr>
            <p:cNvPr id="151" name="object 151" descr=""/>
            <p:cNvSpPr/>
            <p:nvPr/>
          </p:nvSpPr>
          <p:spPr>
            <a:xfrm>
              <a:off x="4030827" y="8470295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2" name="object 152" descr=""/>
          <p:cNvGrpSpPr/>
          <p:nvPr/>
        </p:nvGrpSpPr>
        <p:grpSpPr>
          <a:xfrm>
            <a:off x="4112650" y="8371681"/>
            <a:ext cx="118745" cy="109855"/>
            <a:chOff x="4112650" y="8371681"/>
            <a:chExt cx="118745" cy="109855"/>
          </a:xfrm>
        </p:grpSpPr>
        <p:pic>
          <p:nvPicPr>
            <p:cNvPr id="153" name="object 153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112650" y="8371681"/>
              <a:ext cx="82196" cy="109612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4220420" y="8371681"/>
              <a:ext cx="10795" cy="107950"/>
            </a:xfrm>
            <a:custGeom>
              <a:avLst/>
              <a:gdLst/>
              <a:ahLst/>
              <a:cxnLst/>
              <a:rect l="l" t="t" r="r" b="b"/>
              <a:pathLst>
                <a:path w="10795" h="107950">
                  <a:moveTo>
                    <a:pt x="10577" y="0"/>
                  </a:moveTo>
                  <a:lnTo>
                    <a:pt x="0" y="0"/>
                  </a:lnTo>
                  <a:lnTo>
                    <a:pt x="0" y="107770"/>
                  </a:lnTo>
                  <a:lnTo>
                    <a:pt x="10577" y="107770"/>
                  </a:lnTo>
                  <a:lnTo>
                    <a:pt x="105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5" name="object 155" descr=""/>
          <p:cNvGrpSpPr/>
          <p:nvPr/>
        </p:nvGrpSpPr>
        <p:grpSpPr>
          <a:xfrm>
            <a:off x="4289696" y="8359736"/>
            <a:ext cx="542925" cy="149225"/>
            <a:chOff x="4289696" y="8359736"/>
            <a:chExt cx="542925" cy="149225"/>
          </a:xfrm>
        </p:grpSpPr>
        <p:pic>
          <p:nvPicPr>
            <p:cNvPr id="156" name="object 156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289696" y="8359894"/>
              <a:ext cx="108875" cy="128030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424199" y="8359736"/>
              <a:ext cx="102087" cy="131503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555807" y="8359894"/>
              <a:ext cx="105086" cy="131187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682259" y="8359894"/>
              <a:ext cx="110769" cy="128030"/>
            </a:xfrm>
            <a:prstGeom prst="rect">
              <a:avLst/>
            </a:prstGeom>
          </p:spPr>
        </p:pic>
        <p:sp>
          <p:nvSpPr>
            <p:cNvPr id="160" name="object 160" descr=""/>
            <p:cNvSpPr/>
            <p:nvPr/>
          </p:nvSpPr>
          <p:spPr>
            <a:xfrm>
              <a:off x="4812973" y="8470295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" name="object 161" descr=""/>
          <p:cNvGrpSpPr/>
          <p:nvPr/>
        </p:nvGrpSpPr>
        <p:grpSpPr>
          <a:xfrm>
            <a:off x="4887594" y="8359736"/>
            <a:ext cx="414655" cy="149225"/>
            <a:chOff x="4887594" y="8359736"/>
            <a:chExt cx="414655" cy="149225"/>
          </a:xfrm>
        </p:grpSpPr>
        <p:pic>
          <p:nvPicPr>
            <p:cNvPr id="162" name="object 162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4887594" y="8359736"/>
              <a:ext cx="371724" cy="131503"/>
            </a:xfrm>
            <a:prstGeom prst="rect">
              <a:avLst/>
            </a:prstGeom>
          </p:spPr>
        </p:pic>
        <p:sp>
          <p:nvSpPr>
            <p:cNvPr id="163" name="object 163" descr=""/>
            <p:cNvSpPr/>
            <p:nvPr/>
          </p:nvSpPr>
          <p:spPr>
            <a:xfrm>
              <a:off x="5282472" y="8470295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4" name="object 164" descr="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5399467" y="8358209"/>
            <a:ext cx="2939067" cy="150657"/>
          </a:xfrm>
          <a:prstGeom prst="rect">
            <a:avLst/>
          </a:prstGeom>
        </p:spPr>
      </p:pic>
      <p:grpSp>
        <p:nvGrpSpPr>
          <p:cNvPr id="165" name="object 165" descr=""/>
          <p:cNvGrpSpPr/>
          <p:nvPr/>
        </p:nvGrpSpPr>
        <p:grpSpPr>
          <a:xfrm>
            <a:off x="1361416" y="8618697"/>
            <a:ext cx="599440" cy="149225"/>
            <a:chOff x="1361416" y="8618697"/>
            <a:chExt cx="599440" cy="149225"/>
          </a:xfrm>
        </p:grpSpPr>
        <p:pic>
          <p:nvPicPr>
            <p:cNvPr id="166" name="object 166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361416" y="8618697"/>
              <a:ext cx="98929" cy="131503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482500" y="8618697"/>
              <a:ext cx="245904" cy="131345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1757031" y="8625643"/>
              <a:ext cx="28575" cy="135255"/>
            </a:xfrm>
            <a:custGeom>
              <a:avLst/>
              <a:gdLst/>
              <a:ahLst/>
              <a:cxnLst/>
              <a:rect l="l" t="t" r="r" b="b"/>
              <a:pathLst>
                <a:path w="28575" h="135254">
                  <a:moveTo>
                    <a:pt x="27994" y="0"/>
                  </a:moveTo>
                  <a:lnTo>
                    <a:pt x="18838" y="0"/>
                  </a:lnTo>
                  <a:lnTo>
                    <a:pt x="10766" y="15186"/>
                  </a:lnTo>
                  <a:lnTo>
                    <a:pt x="4860" y="31468"/>
                  </a:lnTo>
                  <a:lnTo>
                    <a:pt x="1234" y="48854"/>
                  </a:lnTo>
                  <a:lnTo>
                    <a:pt x="0" y="67356"/>
                  </a:lnTo>
                  <a:lnTo>
                    <a:pt x="1234" y="85858"/>
                  </a:lnTo>
                  <a:lnTo>
                    <a:pt x="4860" y="103245"/>
                  </a:lnTo>
                  <a:lnTo>
                    <a:pt x="10766" y="119526"/>
                  </a:lnTo>
                  <a:lnTo>
                    <a:pt x="18838" y="134713"/>
                  </a:lnTo>
                  <a:lnTo>
                    <a:pt x="27994" y="134713"/>
                  </a:lnTo>
                  <a:lnTo>
                    <a:pt x="20972" y="120851"/>
                  </a:lnTo>
                  <a:lnTo>
                    <a:pt x="15424" y="104172"/>
                  </a:lnTo>
                  <a:lnTo>
                    <a:pt x="11781" y="85924"/>
                  </a:lnTo>
                  <a:lnTo>
                    <a:pt x="10471" y="67356"/>
                  </a:lnTo>
                  <a:lnTo>
                    <a:pt x="11774" y="48847"/>
                  </a:lnTo>
                  <a:lnTo>
                    <a:pt x="15405" y="30619"/>
                  </a:lnTo>
                  <a:lnTo>
                    <a:pt x="20950" y="13921"/>
                  </a:lnTo>
                  <a:lnTo>
                    <a:pt x="279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804391" y="8630642"/>
              <a:ext cx="82196" cy="109612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1912150" y="8630653"/>
              <a:ext cx="48895" cy="137795"/>
            </a:xfrm>
            <a:custGeom>
              <a:avLst/>
              <a:gdLst/>
              <a:ahLst/>
              <a:cxnLst/>
              <a:rect l="l" t="t" r="r" b="b"/>
              <a:pathLst>
                <a:path w="48894" h="137795">
                  <a:moveTo>
                    <a:pt x="10579" y="0"/>
                  </a:moveTo>
                  <a:lnTo>
                    <a:pt x="0" y="0"/>
                  </a:lnTo>
                  <a:lnTo>
                    <a:pt x="0" y="107759"/>
                  </a:lnTo>
                  <a:lnTo>
                    <a:pt x="10579" y="107759"/>
                  </a:lnTo>
                  <a:lnTo>
                    <a:pt x="10579" y="0"/>
                  </a:lnTo>
                  <a:close/>
                </a:path>
                <a:path w="48894" h="137795">
                  <a:moveTo>
                    <a:pt x="48310" y="98615"/>
                  </a:moveTo>
                  <a:lnTo>
                    <a:pt x="37109" y="98615"/>
                  </a:lnTo>
                  <a:lnTo>
                    <a:pt x="28740" y="137185"/>
                  </a:lnTo>
                  <a:lnTo>
                    <a:pt x="37477" y="137185"/>
                  </a:lnTo>
                  <a:lnTo>
                    <a:pt x="48310" y="986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 descr=""/>
          <p:cNvGrpSpPr/>
          <p:nvPr/>
        </p:nvGrpSpPr>
        <p:grpSpPr>
          <a:xfrm>
            <a:off x="2017351" y="8618697"/>
            <a:ext cx="676275" cy="149225"/>
            <a:chOff x="2017351" y="8618697"/>
            <a:chExt cx="676275" cy="149225"/>
          </a:xfrm>
        </p:grpSpPr>
        <p:pic>
          <p:nvPicPr>
            <p:cNvPr id="172" name="object 172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017351" y="8618697"/>
              <a:ext cx="110296" cy="131345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156273" y="8618697"/>
              <a:ext cx="98508" cy="131345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284198" y="8618697"/>
              <a:ext cx="106981" cy="131345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416070" y="8618697"/>
              <a:ext cx="102455" cy="131503"/>
            </a:xfrm>
            <a:prstGeom prst="rect">
              <a:avLst/>
            </a:prstGeom>
          </p:spPr>
        </p:pic>
        <p:pic>
          <p:nvPicPr>
            <p:cNvPr id="176" name="object 176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2543205" y="8618855"/>
              <a:ext cx="110770" cy="128030"/>
            </a:xfrm>
            <a:prstGeom prst="rect">
              <a:avLst/>
            </a:prstGeom>
          </p:spPr>
        </p:pic>
        <p:sp>
          <p:nvSpPr>
            <p:cNvPr id="177" name="object 177" descr=""/>
            <p:cNvSpPr/>
            <p:nvPr/>
          </p:nvSpPr>
          <p:spPr>
            <a:xfrm>
              <a:off x="2673919" y="8729256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8" name="object 178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2748487" y="8623300"/>
            <a:ext cx="150920" cy="144528"/>
          </a:xfrm>
          <a:prstGeom prst="rect">
            <a:avLst/>
          </a:prstGeom>
        </p:spPr>
      </p:pic>
      <p:pic>
        <p:nvPicPr>
          <p:cNvPr id="179" name="object 179" descr="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2961385" y="8618854"/>
            <a:ext cx="104560" cy="129293"/>
          </a:xfrm>
          <a:prstGeom prst="rect">
            <a:avLst/>
          </a:prstGeom>
        </p:spPr>
      </p:pic>
      <p:pic>
        <p:nvPicPr>
          <p:cNvPr id="180" name="object 180" descr="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3123385" y="8624590"/>
            <a:ext cx="160550" cy="135765"/>
          </a:xfrm>
          <a:prstGeom prst="rect">
            <a:avLst/>
          </a:prstGeom>
        </p:spPr>
      </p:pic>
      <p:sp>
        <p:nvSpPr>
          <p:cNvPr id="181" name="object 181" descr=""/>
          <p:cNvSpPr/>
          <p:nvPr/>
        </p:nvSpPr>
        <p:spPr>
          <a:xfrm>
            <a:off x="9547607" y="3308858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2" name="object 182" descr=""/>
          <p:cNvGrpSpPr/>
          <p:nvPr/>
        </p:nvGrpSpPr>
        <p:grpSpPr>
          <a:xfrm>
            <a:off x="9547607" y="3327956"/>
            <a:ext cx="7543165" cy="610235"/>
            <a:chOff x="9547607" y="3327956"/>
            <a:chExt cx="7543165" cy="610235"/>
          </a:xfrm>
        </p:grpSpPr>
        <p:sp>
          <p:nvSpPr>
            <p:cNvPr id="183" name="object 183" descr=""/>
            <p:cNvSpPr/>
            <p:nvPr/>
          </p:nvSpPr>
          <p:spPr>
            <a:xfrm>
              <a:off x="9547607" y="392432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9547607" y="3327956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5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2902141" y="3514780"/>
              <a:ext cx="173656" cy="201440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3100899" y="3514780"/>
              <a:ext cx="167972" cy="199072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3353901" y="3514622"/>
              <a:ext cx="167103" cy="201598"/>
            </a:xfrm>
            <a:prstGeom prst="rect">
              <a:avLst/>
            </a:prstGeom>
          </p:spPr>
        </p:pic>
        <p:pic>
          <p:nvPicPr>
            <p:cNvPr id="188" name="object 188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3550211" y="3518095"/>
              <a:ext cx="184153" cy="197336"/>
            </a:xfrm>
            <a:prstGeom prst="rect">
              <a:avLst/>
            </a:prstGeom>
          </p:spPr>
        </p:pic>
      </p:grpSp>
      <p:pic>
        <p:nvPicPr>
          <p:cNvPr id="189" name="object 189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346840" y="3074784"/>
            <a:ext cx="7111224" cy="3991233"/>
          </a:xfrm>
          <a:prstGeom prst="rect">
            <a:avLst/>
          </a:prstGeom>
        </p:spPr>
      </p:pic>
      <p:sp>
        <p:nvSpPr>
          <p:cNvPr id="190" name="object 190" descr=""/>
          <p:cNvSpPr/>
          <p:nvPr/>
        </p:nvSpPr>
        <p:spPr>
          <a:xfrm>
            <a:off x="9572511" y="4058221"/>
            <a:ext cx="145415" cy="77470"/>
          </a:xfrm>
          <a:custGeom>
            <a:avLst/>
            <a:gdLst/>
            <a:ahLst/>
            <a:cxnLst/>
            <a:rect l="l" t="t" r="r" b="b"/>
            <a:pathLst>
              <a:path w="145415" h="77470">
                <a:moveTo>
                  <a:pt x="130962" y="0"/>
                </a:moveTo>
                <a:lnTo>
                  <a:pt x="93878" y="0"/>
                </a:lnTo>
                <a:lnTo>
                  <a:pt x="93878" y="9194"/>
                </a:lnTo>
                <a:lnTo>
                  <a:pt x="93878" y="43345"/>
                </a:lnTo>
                <a:lnTo>
                  <a:pt x="50927" y="43345"/>
                </a:lnTo>
                <a:lnTo>
                  <a:pt x="50927" y="9194"/>
                </a:lnTo>
                <a:lnTo>
                  <a:pt x="93878" y="9194"/>
                </a:lnTo>
                <a:lnTo>
                  <a:pt x="93878" y="0"/>
                </a:lnTo>
                <a:lnTo>
                  <a:pt x="13843" y="0"/>
                </a:lnTo>
                <a:lnTo>
                  <a:pt x="13843" y="9194"/>
                </a:lnTo>
                <a:lnTo>
                  <a:pt x="39624" y="9194"/>
                </a:lnTo>
                <a:lnTo>
                  <a:pt x="39624" y="43345"/>
                </a:lnTo>
                <a:lnTo>
                  <a:pt x="14160" y="43345"/>
                </a:lnTo>
                <a:lnTo>
                  <a:pt x="14160" y="52400"/>
                </a:lnTo>
                <a:lnTo>
                  <a:pt x="130568" y="52400"/>
                </a:lnTo>
                <a:lnTo>
                  <a:pt x="130568" y="43345"/>
                </a:lnTo>
                <a:lnTo>
                  <a:pt x="105232" y="43345"/>
                </a:lnTo>
                <a:lnTo>
                  <a:pt x="105232" y="9194"/>
                </a:lnTo>
                <a:lnTo>
                  <a:pt x="130962" y="9194"/>
                </a:lnTo>
                <a:lnTo>
                  <a:pt x="130962" y="0"/>
                </a:lnTo>
                <a:close/>
              </a:path>
              <a:path w="145415" h="77470">
                <a:moveTo>
                  <a:pt x="145122" y="67398"/>
                </a:moveTo>
                <a:lnTo>
                  <a:pt x="0" y="67398"/>
                </a:lnTo>
                <a:lnTo>
                  <a:pt x="0" y="76847"/>
                </a:lnTo>
                <a:lnTo>
                  <a:pt x="145122" y="76847"/>
                </a:lnTo>
                <a:lnTo>
                  <a:pt x="145122" y="67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1" name="object 191" descr=""/>
          <p:cNvGrpSpPr/>
          <p:nvPr/>
        </p:nvGrpSpPr>
        <p:grpSpPr>
          <a:xfrm>
            <a:off x="9590447" y="4053113"/>
            <a:ext cx="593090" cy="160020"/>
            <a:chOff x="9590447" y="4053113"/>
            <a:chExt cx="593090" cy="160020"/>
          </a:xfrm>
        </p:grpSpPr>
        <p:sp>
          <p:nvSpPr>
            <p:cNvPr id="192" name="object 192" descr=""/>
            <p:cNvSpPr/>
            <p:nvPr/>
          </p:nvSpPr>
          <p:spPr>
            <a:xfrm>
              <a:off x="9590443" y="4150359"/>
              <a:ext cx="113664" cy="59690"/>
            </a:xfrm>
            <a:custGeom>
              <a:avLst/>
              <a:gdLst/>
              <a:ahLst/>
              <a:cxnLst/>
              <a:rect l="l" t="t" r="r" b="b"/>
              <a:pathLst>
                <a:path w="113665" h="59689">
                  <a:moveTo>
                    <a:pt x="113157" y="50812"/>
                  </a:moveTo>
                  <a:lnTo>
                    <a:pt x="11544" y="50812"/>
                  </a:lnTo>
                  <a:lnTo>
                    <a:pt x="11544" y="34290"/>
                  </a:lnTo>
                  <a:lnTo>
                    <a:pt x="108178" y="34290"/>
                  </a:lnTo>
                  <a:lnTo>
                    <a:pt x="108178" y="25400"/>
                  </a:lnTo>
                  <a:lnTo>
                    <a:pt x="108178" y="8890"/>
                  </a:lnTo>
                  <a:lnTo>
                    <a:pt x="10817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97002" y="8890"/>
                  </a:lnTo>
                  <a:lnTo>
                    <a:pt x="97002" y="25400"/>
                  </a:lnTo>
                  <a:lnTo>
                    <a:pt x="444" y="25400"/>
                  </a:lnTo>
                  <a:lnTo>
                    <a:pt x="444" y="34290"/>
                  </a:lnTo>
                  <a:lnTo>
                    <a:pt x="444" y="50812"/>
                  </a:lnTo>
                  <a:lnTo>
                    <a:pt x="444" y="59690"/>
                  </a:lnTo>
                  <a:lnTo>
                    <a:pt x="113157" y="59690"/>
                  </a:lnTo>
                  <a:lnTo>
                    <a:pt x="113157" y="50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9737618" y="4053113"/>
              <a:ext cx="130322" cy="159297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9898511" y="4053113"/>
              <a:ext cx="124259" cy="159489"/>
            </a:xfrm>
            <a:prstGeom prst="rect">
              <a:avLst/>
            </a:prstGeom>
          </p:spPr>
        </p:pic>
        <p:pic>
          <p:nvPicPr>
            <p:cNvPr id="195" name="object 195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0055000" y="4053113"/>
              <a:ext cx="128152" cy="159489"/>
            </a:xfrm>
            <a:prstGeom prst="rect">
              <a:avLst/>
            </a:prstGeom>
          </p:spPr>
        </p:pic>
      </p:grpSp>
      <p:sp>
        <p:nvSpPr>
          <p:cNvPr id="196" name="object 196" descr=""/>
          <p:cNvSpPr/>
          <p:nvPr/>
        </p:nvSpPr>
        <p:spPr>
          <a:xfrm>
            <a:off x="9577299" y="4450850"/>
            <a:ext cx="55244" cy="11430"/>
          </a:xfrm>
          <a:custGeom>
            <a:avLst/>
            <a:gdLst/>
            <a:ahLst/>
            <a:cxnLst/>
            <a:rect l="l" t="t" r="r" b="b"/>
            <a:pathLst>
              <a:path w="55245" h="11429">
                <a:moveTo>
                  <a:pt x="54949" y="0"/>
                </a:moveTo>
                <a:lnTo>
                  <a:pt x="0" y="0"/>
                </a:lnTo>
                <a:lnTo>
                  <a:pt x="0" y="11423"/>
                </a:lnTo>
                <a:lnTo>
                  <a:pt x="54949" y="11423"/>
                </a:lnTo>
                <a:lnTo>
                  <a:pt x="549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7" name="object 197" descr=""/>
          <p:cNvGrpSpPr/>
          <p:nvPr/>
        </p:nvGrpSpPr>
        <p:grpSpPr>
          <a:xfrm>
            <a:off x="9691443" y="4367308"/>
            <a:ext cx="984885" cy="180975"/>
            <a:chOff x="9691443" y="4367308"/>
            <a:chExt cx="984885" cy="180975"/>
          </a:xfrm>
        </p:grpSpPr>
        <p:pic>
          <p:nvPicPr>
            <p:cNvPr id="198" name="object 198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9691443" y="4379945"/>
              <a:ext cx="379096" cy="134790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0095686" y="4381796"/>
              <a:ext cx="100708" cy="130705"/>
            </a:xfrm>
            <a:prstGeom prst="rect">
              <a:avLst/>
            </a:prstGeom>
          </p:spPr>
        </p:pic>
        <p:sp>
          <p:nvSpPr>
            <p:cNvPr id="200" name="object 200" descr=""/>
            <p:cNvSpPr/>
            <p:nvPr/>
          </p:nvSpPr>
          <p:spPr>
            <a:xfrm>
              <a:off x="10224221" y="4375733"/>
              <a:ext cx="34290" cy="163830"/>
            </a:xfrm>
            <a:custGeom>
              <a:avLst/>
              <a:gdLst/>
              <a:ahLst/>
              <a:cxnLst/>
              <a:rect l="l" t="t" r="r" b="b"/>
              <a:pathLst>
                <a:path w="34290" h="163829">
                  <a:moveTo>
                    <a:pt x="33952" y="0"/>
                  </a:moveTo>
                  <a:lnTo>
                    <a:pt x="22848" y="0"/>
                  </a:lnTo>
                  <a:lnTo>
                    <a:pt x="13058" y="18418"/>
                  </a:lnTo>
                  <a:lnTo>
                    <a:pt x="5895" y="38165"/>
                  </a:lnTo>
                  <a:lnTo>
                    <a:pt x="1496" y="59251"/>
                  </a:lnTo>
                  <a:lnTo>
                    <a:pt x="0" y="81690"/>
                  </a:lnTo>
                  <a:lnTo>
                    <a:pt x="1496" y="104130"/>
                  </a:lnTo>
                  <a:lnTo>
                    <a:pt x="5895" y="125216"/>
                  </a:lnTo>
                  <a:lnTo>
                    <a:pt x="13058" y="144963"/>
                  </a:lnTo>
                  <a:lnTo>
                    <a:pt x="22848" y="163381"/>
                  </a:lnTo>
                  <a:lnTo>
                    <a:pt x="33952" y="163381"/>
                  </a:lnTo>
                  <a:lnTo>
                    <a:pt x="25435" y="146570"/>
                  </a:lnTo>
                  <a:lnTo>
                    <a:pt x="18707" y="126342"/>
                  </a:lnTo>
                  <a:lnTo>
                    <a:pt x="14288" y="104211"/>
                  </a:lnTo>
                  <a:lnTo>
                    <a:pt x="12700" y="81690"/>
                  </a:lnTo>
                  <a:lnTo>
                    <a:pt x="14279" y="59242"/>
                  </a:lnTo>
                  <a:lnTo>
                    <a:pt x="18683" y="37135"/>
                  </a:lnTo>
                  <a:lnTo>
                    <a:pt x="25408" y="16883"/>
                  </a:lnTo>
                  <a:lnTo>
                    <a:pt x="33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0279554" y="4367308"/>
              <a:ext cx="124259" cy="159489"/>
            </a:xfrm>
            <a:prstGeom prst="rect">
              <a:avLst/>
            </a:prstGeom>
          </p:spPr>
        </p:pic>
        <p:pic>
          <p:nvPicPr>
            <p:cNvPr id="202" name="object 202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0432980" y="4374903"/>
              <a:ext cx="194716" cy="164211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10652269" y="4501397"/>
              <a:ext cx="24130" cy="46990"/>
            </a:xfrm>
            <a:custGeom>
              <a:avLst/>
              <a:gdLst/>
              <a:ahLst/>
              <a:cxnLst/>
              <a:rect l="l" t="t" r="r" b="b"/>
              <a:pathLst>
                <a:path w="24129" h="46989">
                  <a:moveTo>
                    <a:pt x="23741" y="0"/>
                  </a:moveTo>
                  <a:lnTo>
                    <a:pt x="10147" y="0"/>
                  </a:lnTo>
                  <a:lnTo>
                    <a:pt x="0" y="46780"/>
                  </a:lnTo>
                  <a:lnTo>
                    <a:pt x="10593" y="46780"/>
                  </a:lnTo>
                  <a:lnTo>
                    <a:pt x="237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4" name="object 204" descr=""/>
          <p:cNvGrpSpPr/>
          <p:nvPr/>
        </p:nvGrpSpPr>
        <p:grpSpPr>
          <a:xfrm>
            <a:off x="10745778" y="4379945"/>
            <a:ext cx="129539" cy="135255"/>
            <a:chOff x="10745778" y="4379945"/>
            <a:chExt cx="129539" cy="135255"/>
          </a:xfrm>
        </p:grpSpPr>
        <p:pic>
          <p:nvPicPr>
            <p:cNvPr id="205" name="object 205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0745778" y="4379945"/>
              <a:ext cx="91136" cy="134790"/>
            </a:xfrm>
            <a:prstGeom prst="rect">
              <a:avLst/>
            </a:prstGeom>
          </p:spPr>
        </p:pic>
        <p:sp>
          <p:nvSpPr>
            <p:cNvPr id="206" name="object 206" descr=""/>
            <p:cNvSpPr/>
            <p:nvPr/>
          </p:nvSpPr>
          <p:spPr>
            <a:xfrm>
              <a:off x="10862060" y="4452619"/>
              <a:ext cx="13335" cy="59690"/>
            </a:xfrm>
            <a:custGeom>
              <a:avLst/>
              <a:gdLst/>
              <a:ahLst/>
              <a:cxnLst/>
              <a:rect l="l" t="t" r="r" b="b"/>
              <a:pathLst>
                <a:path w="13334" h="59689">
                  <a:moveTo>
                    <a:pt x="0" y="59689"/>
                  </a:moveTo>
                  <a:lnTo>
                    <a:pt x="12828" y="59689"/>
                  </a:lnTo>
                  <a:lnTo>
                    <a:pt x="12828" y="0"/>
                  </a:lnTo>
                  <a:lnTo>
                    <a:pt x="0" y="0"/>
                  </a:lnTo>
                  <a:lnTo>
                    <a:pt x="0" y="596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7" name="object 207" descr=""/>
          <p:cNvSpPr/>
          <p:nvPr/>
        </p:nvSpPr>
        <p:spPr>
          <a:xfrm>
            <a:off x="10862056" y="4381499"/>
            <a:ext cx="250190" cy="131445"/>
          </a:xfrm>
          <a:custGeom>
            <a:avLst/>
            <a:gdLst/>
            <a:ahLst/>
            <a:cxnLst/>
            <a:rect l="l" t="t" r="r" b="b"/>
            <a:pathLst>
              <a:path w="250190" h="131445">
                <a:moveTo>
                  <a:pt x="98856" y="0"/>
                </a:moveTo>
                <a:lnTo>
                  <a:pt x="85966" y="0"/>
                </a:lnTo>
                <a:lnTo>
                  <a:pt x="85966" y="59690"/>
                </a:lnTo>
                <a:lnTo>
                  <a:pt x="12827" y="59690"/>
                </a:lnTo>
                <a:lnTo>
                  <a:pt x="12827" y="0"/>
                </a:lnTo>
                <a:lnTo>
                  <a:pt x="0" y="0"/>
                </a:lnTo>
                <a:lnTo>
                  <a:pt x="0" y="59690"/>
                </a:lnTo>
                <a:lnTo>
                  <a:pt x="0" y="71120"/>
                </a:lnTo>
                <a:lnTo>
                  <a:pt x="85966" y="71120"/>
                </a:lnTo>
                <a:lnTo>
                  <a:pt x="85966" y="130810"/>
                </a:lnTo>
                <a:lnTo>
                  <a:pt x="98856" y="130810"/>
                </a:lnTo>
                <a:lnTo>
                  <a:pt x="98856" y="71120"/>
                </a:lnTo>
                <a:lnTo>
                  <a:pt x="98856" y="59690"/>
                </a:lnTo>
                <a:lnTo>
                  <a:pt x="98856" y="0"/>
                </a:lnTo>
                <a:close/>
              </a:path>
              <a:path w="250190" h="131445">
                <a:moveTo>
                  <a:pt x="142697" y="304"/>
                </a:moveTo>
                <a:lnTo>
                  <a:pt x="129870" y="304"/>
                </a:lnTo>
                <a:lnTo>
                  <a:pt x="129870" y="131013"/>
                </a:lnTo>
                <a:lnTo>
                  <a:pt x="142697" y="131013"/>
                </a:lnTo>
                <a:lnTo>
                  <a:pt x="142697" y="304"/>
                </a:lnTo>
                <a:close/>
              </a:path>
              <a:path w="250190" h="131445">
                <a:moveTo>
                  <a:pt x="249986" y="0"/>
                </a:moveTo>
                <a:lnTo>
                  <a:pt x="173723" y="0"/>
                </a:lnTo>
                <a:lnTo>
                  <a:pt x="173723" y="11442"/>
                </a:lnTo>
                <a:lnTo>
                  <a:pt x="173723" y="59690"/>
                </a:lnTo>
                <a:lnTo>
                  <a:pt x="173723" y="71120"/>
                </a:lnTo>
                <a:lnTo>
                  <a:pt x="173723" y="130810"/>
                </a:lnTo>
                <a:lnTo>
                  <a:pt x="186550" y="130810"/>
                </a:lnTo>
                <a:lnTo>
                  <a:pt x="186550" y="71120"/>
                </a:lnTo>
                <a:lnTo>
                  <a:pt x="244055" y="71120"/>
                </a:lnTo>
                <a:lnTo>
                  <a:pt x="244055" y="59690"/>
                </a:lnTo>
                <a:lnTo>
                  <a:pt x="186550" y="59690"/>
                </a:lnTo>
                <a:lnTo>
                  <a:pt x="186550" y="11442"/>
                </a:lnTo>
                <a:lnTo>
                  <a:pt x="249986" y="11442"/>
                </a:lnTo>
                <a:lnTo>
                  <a:pt x="2499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8" name="object 208" descr=""/>
          <p:cNvGrpSpPr/>
          <p:nvPr/>
        </p:nvGrpSpPr>
        <p:grpSpPr>
          <a:xfrm>
            <a:off x="11130364" y="4367308"/>
            <a:ext cx="733425" cy="180975"/>
            <a:chOff x="11130364" y="4367308"/>
            <a:chExt cx="733425" cy="180975"/>
          </a:xfrm>
        </p:grpSpPr>
        <p:sp>
          <p:nvSpPr>
            <p:cNvPr id="209" name="object 209" descr=""/>
            <p:cNvSpPr/>
            <p:nvPr/>
          </p:nvSpPr>
          <p:spPr>
            <a:xfrm>
              <a:off x="11130356" y="4375733"/>
              <a:ext cx="155575" cy="163830"/>
            </a:xfrm>
            <a:custGeom>
              <a:avLst/>
              <a:gdLst/>
              <a:ahLst/>
              <a:cxnLst/>
              <a:rect l="l" t="t" r="r" b="b"/>
              <a:pathLst>
                <a:path w="155575" h="163829">
                  <a:moveTo>
                    <a:pt x="95605" y="5765"/>
                  </a:moveTo>
                  <a:lnTo>
                    <a:pt x="0" y="5765"/>
                  </a:lnTo>
                  <a:lnTo>
                    <a:pt x="0" y="17208"/>
                  </a:lnTo>
                  <a:lnTo>
                    <a:pt x="41427" y="17208"/>
                  </a:lnTo>
                  <a:lnTo>
                    <a:pt x="41427" y="136575"/>
                  </a:lnTo>
                  <a:lnTo>
                    <a:pt x="54317" y="136575"/>
                  </a:lnTo>
                  <a:lnTo>
                    <a:pt x="54317" y="17208"/>
                  </a:lnTo>
                  <a:lnTo>
                    <a:pt x="95605" y="17208"/>
                  </a:lnTo>
                  <a:lnTo>
                    <a:pt x="95605" y="5765"/>
                  </a:lnTo>
                  <a:close/>
                </a:path>
                <a:path w="155575" h="163829">
                  <a:moveTo>
                    <a:pt x="155346" y="0"/>
                  </a:moveTo>
                  <a:lnTo>
                    <a:pt x="144233" y="0"/>
                  </a:lnTo>
                  <a:lnTo>
                    <a:pt x="134442" y="18427"/>
                  </a:lnTo>
                  <a:lnTo>
                    <a:pt x="127279" y="38176"/>
                  </a:lnTo>
                  <a:lnTo>
                    <a:pt x="122885" y="59258"/>
                  </a:lnTo>
                  <a:lnTo>
                    <a:pt x="121386" y="81699"/>
                  </a:lnTo>
                  <a:lnTo>
                    <a:pt x="122885" y="104140"/>
                  </a:lnTo>
                  <a:lnTo>
                    <a:pt x="127279" y="125222"/>
                  </a:lnTo>
                  <a:lnTo>
                    <a:pt x="134442" y="144970"/>
                  </a:lnTo>
                  <a:lnTo>
                    <a:pt x="144233" y="163385"/>
                  </a:lnTo>
                  <a:lnTo>
                    <a:pt x="155346" y="163385"/>
                  </a:lnTo>
                  <a:lnTo>
                    <a:pt x="146824" y="146570"/>
                  </a:lnTo>
                  <a:lnTo>
                    <a:pt x="140093" y="126352"/>
                  </a:lnTo>
                  <a:lnTo>
                    <a:pt x="135674" y="104216"/>
                  </a:lnTo>
                  <a:lnTo>
                    <a:pt x="134086" y="81699"/>
                  </a:lnTo>
                  <a:lnTo>
                    <a:pt x="135674" y="59245"/>
                  </a:lnTo>
                  <a:lnTo>
                    <a:pt x="140068" y="37147"/>
                  </a:lnTo>
                  <a:lnTo>
                    <a:pt x="146799" y="16891"/>
                  </a:lnTo>
                  <a:lnTo>
                    <a:pt x="155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1308553" y="4367308"/>
              <a:ext cx="140789" cy="156999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1469701" y="4367308"/>
              <a:ext cx="121706" cy="159489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1622872" y="4367308"/>
              <a:ext cx="128407" cy="159297"/>
            </a:xfrm>
            <a:prstGeom prst="rect">
              <a:avLst/>
            </a:prstGeom>
          </p:spPr>
        </p:pic>
        <p:sp>
          <p:nvSpPr>
            <p:cNvPr id="213" name="object 213" descr=""/>
            <p:cNvSpPr/>
            <p:nvPr/>
          </p:nvSpPr>
          <p:spPr>
            <a:xfrm>
              <a:off x="11781079" y="4375733"/>
              <a:ext cx="82550" cy="172720"/>
            </a:xfrm>
            <a:custGeom>
              <a:avLst/>
              <a:gdLst/>
              <a:ahLst/>
              <a:cxnLst/>
              <a:rect l="l" t="t" r="r" b="b"/>
              <a:pathLst>
                <a:path w="82550" h="172720">
                  <a:moveTo>
                    <a:pt x="33947" y="81699"/>
                  </a:moveTo>
                  <a:lnTo>
                    <a:pt x="32461" y="59296"/>
                  </a:lnTo>
                  <a:lnTo>
                    <a:pt x="28067" y="38214"/>
                  </a:lnTo>
                  <a:lnTo>
                    <a:pt x="20916" y="18465"/>
                  </a:lnTo>
                  <a:lnTo>
                    <a:pt x="11163" y="0"/>
                  </a:lnTo>
                  <a:lnTo>
                    <a:pt x="0" y="0"/>
                  </a:lnTo>
                  <a:lnTo>
                    <a:pt x="8547" y="16852"/>
                  </a:lnTo>
                  <a:lnTo>
                    <a:pt x="15265" y="37096"/>
                  </a:lnTo>
                  <a:lnTo>
                    <a:pt x="19672" y="59207"/>
                  </a:lnTo>
                  <a:lnTo>
                    <a:pt x="21247" y="81699"/>
                  </a:lnTo>
                  <a:lnTo>
                    <a:pt x="19672" y="104178"/>
                  </a:lnTo>
                  <a:lnTo>
                    <a:pt x="15265" y="126301"/>
                  </a:lnTo>
                  <a:lnTo>
                    <a:pt x="8547" y="146545"/>
                  </a:lnTo>
                  <a:lnTo>
                    <a:pt x="0" y="163385"/>
                  </a:lnTo>
                  <a:lnTo>
                    <a:pt x="11163" y="163385"/>
                  </a:lnTo>
                  <a:lnTo>
                    <a:pt x="20916" y="145008"/>
                  </a:lnTo>
                  <a:lnTo>
                    <a:pt x="28067" y="125272"/>
                  </a:lnTo>
                  <a:lnTo>
                    <a:pt x="32461" y="104165"/>
                  </a:lnTo>
                  <a:lnTo>
                    <a:pt x="33947" y="81699"/>
                  </a:lnTo>
                  <a:close/>
                </a:path>
                <a:path w="82550" h="172720">
                  <a:moveTo>
                    <a:pt x="82257" y="125666"/>
                  </a:moveTo>
                  <a:lnTo>
                    <a:pt x="68668" y="125666"/>
                  </a:lnTo>
                  <a:lnTo>
                    <a:pt x="58521" y="172453"/>
                  </a:lnTo>
                  <a:lnTo>
                    <a:pt x="69113" y="172453"/>
                  </a:lnTo>
                  <a:lnTo>
                    <a:pt x="82257" y="125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4" name="object 214" descr=""/>
          <p:cNvGrpSpPr/>
          <p:nvPr/>
        </p:nvGrpSpPr>
        <p:grpSpPr>
          <a:xfrm>
            <a:off x="11932991" y="4367308"/>
            <a:ext cx="1027430" cy="180975"/>
            <a:chOff x="11932991" y="4367308"/>
            <a:chExt cx="1027430" cy="180975"/>
          </a:xfrm>
        </p:grpSpPr>
        <p:pic>
          <p:nvPicPr>
            <p:cNvPr id="215" name="object 215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1932991" y="4379945"/>
              <a:ext cx="91136" cy="134790"/>
            </a:xfrm>
            <a:prstGeom prst="rect">
              <a:avLst/>
            </a:prstGeom>
          </p:spPr>
        </p:pic>
        <p:pic>
          <p:nvPicPr>
            <p:cNvPr id="216" name="object 216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2049274" y="4380009"/>
              <a:ext cx="328486" cy="134279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12402262" y="4381499"/>
              <a:ext cx="78105" cy="130810"/>
            </a:xfrm>
            <a:custGeom>
              <a:avLst/>
              <a:gdLst/>
              <a:ahLst/>
              <a:cxnLst/>
              <a:rect l="l" t="t" r="r" b="b"/>
              <a:pathLst>
                <a:path w="78104" h="130810">
                  <a:moveTo>
                    <a:pt x="77736" y="119380"/>
                  </a:moveTo>
                  <a:lnTo>
                    <a:pt x="12827" y="119380"/>
                  </a:lnTo>
                  <a:lnTo>
                    <a:pt x="12827" y="71120"/>
                  </a:lnTo>
                  <a:lnTo>
                    <a:pt x="72504" y="71120"/>
                  </a:lnTo>
                  <a:lnTo>
                    <a:pt x="72504" y="59690"/>
                  </a:lnTo>
                  <a:lnTo>
                    <a:pt x="12827" y="59690"/>
                  </a:lnTo>
                  <a:lnTo>
                    <a:pt x="12827" y="11442"/>
                  </a:lnTo>
                  <a:lnTo>
                    <a:pt x="76581" y="11442"/>
                  </a:lnTo>
                  <a:lnTo>
                    <a:pt x="76581" y="0"/>
                  </a:lnTo>
                  <a:lnTo>
                    <a:pt x="0" y="0"/>
                  </a:lnTo>
                  <a:lnTo>
                    <a:pt x="0" y="11442"/>
                  </a:lnTo>
                  <a:lnTo>
                    <a:pt x="0" y="59690"/>
                  </a:lnTo>
                  <a:lnTo>
                    <a:pt x="0" y="71120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7736" y="130810"/>
                  </a:lnTo>
                  <a:lnTo>
                    <a:pt x="77736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2508593" y="4367308"/>
              <a:ext cx="180231" cy="171806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12717349" y="4375733"/>
              <a:ext cx="243204" cy="172720"/>
            </a:xfrm>
            <a:custGeom>
              <a:avLst/>
              <a:gdLst/>
              <a:ahLst/>
              <a:cxnLst/>
              <a:rect l="l" t="t" r="r" b="b"/>
              <a:pathLst>
                <a:path w="243204" h="172720">
                  <a:moveTo>
                    <a:pt x="131343" y="8369"/>
                  </a:moveTo>
                  <a:lnTo>
                    <a:pt x="93878" y="8369"/>
                  </a:lnTo>
                  <a:lnTo>
                    <a:pt x="93878" y="18008"/>
                  </a:lnTo>
                  <a:lnTo>
                    <a:pt x="93878" y="76149"/>
                  </a:lnTo>
                  <a:lnTo>
                    <a:pt x="50927" y="76149"/>
                  </a:lnTo>
                  <a:lnTo>
                    <a:pt x="50927" y="18008"/>
                  </a:lnTo>
                  <a:lnTo>
                    <a:pt x="93878" y="18008"/>
                  </a:lnTo>
                  <a:lnTo>
                    <a:pt x="93878" y="8369"/>
                  </a:lnTo>
                  <a:lnTo>
                    <a:pt x="13398" y="8369"/>
                  </a:lnTo>
                  <a:lnTo>
                    <a:pt x="13398" y="18008"/>
                  </a:lnTo>
                  <a:lnTo>
                    <a:pt x="39636" y="18008"/>
                  </a:lnTo>
                  <a:lnTo>
                    <a:pt x="39636" y="76149"/>
                  </a:lnTo>
                  <a:lnTo>
                    <a:pt x="13525" y="76149"/>
                  </a:lnTo>
                  <a:lnTo>
                    <a:pt x="13525" y="85521"/>
                  </a:lnTo>
                  <a:lnTo>
                    <a:pt x="131089" y="85521"/>
                  </a:lnTo>
                  <a:lnTo>
                    <a:pt x="131089" y="76149"/>
                  </a:lnTo>
                  <a:lnTo>
                    <a:pt x="105041" y="76149"/>
                  </a:lnTo>
                  <a:lnTo>
                    <a:pt x="105041" y="18008"/>
                  </a:lnTo>
                  <a:lnTo>
                    <a:pt x="131343" y="18008"/>
                  </a:lnTo>
                  <a:lnTo>
                    <a:pt x="131343" y="8369"/>
                  </a:lnTo>
                  <a:close/>
                </a:path>
                <a:path w="243204" h="172720">
                  <a:moveTo>
                    <a:pt x="145834" y="119735"/>
                  </a:moveTo>
                  <a:lnTo>
                    <a:pt x="0" y="119735"/>
                  </a:lnTo>
                  <a:lnTo>
                    <a:pt x="0" y="129692"/>
                  </a:lnTo>
                  <a:lnTo>
                    <a:pt x="145834" y="129692"/>
                  </a:lnTo>
                  <a:lnTo>
                    <a:pt x="145834" y="119735"/>
                  </a:lnTo>
                  <a:close/>
                </a:path>
                <a:path w="243204" h="172720">
                  <a:moveTo>
                    <a:pt x="194716" y="81699"/>
                  </a:moveTo>
                  <a:lnTo>
                    <a:pt x="193217" y="59296"/>
                  </a:lnTo>
                  <a:lnTo>
                    <a:pt x="188823" y="38214"/>
                  </a:lnTo>
                  <a:lnTo>
                    <a:pt x="181686" y="18465"/>
                  </a:lnTo>
                  <a:lnTo>
                    <a:pt x="171932" y="0"/>
                  </a:lnTo>
                  <a:lnTo>
                    <a:pt x="160756" y="0"/>
                  </a:lnTo>
                  <a:lnTo>
                    <a:pt x="169303" y="16852"/>
                  </a:lnTo>
                  <a:lnTo>
                    <a:pt x="176034" y="37096"/>
                  </a:lnTo>
                  <a:lnTo>
                    <a:pt x="180441" y="59207"/>
                  </a:lnTo>
                  <a:lnTo>
                    <a:pt x="182016" y="81699"/>
                  </a:lnTo>
                  <a:lnTo>
                    <a:pt x="180441" y="104178"/>
                  </a:lnTo>
                  <a:lnTo>
                    <a:pt x="176034" y="126301"/>
                  </a:lnTo>
                  <a:lnTo>
                    <a:pt x="169303" y="146545"/>
                  </a:lnTo>
                  <a:lnTo>
                    <a:pt x="160756" y="163385"/>
                  </a:lnTo>
                  <a:lnTo>
                    <a:pt x="171932" y="163385"/>
                  </a:lnTo>
                  <a:lnTo>
                    <a:pt x="181686" y="145008"/>
                  </a:lnTo>
                  <a:lnTo>
                    <a:pt x="188823" y="125272"/>
                  </a:lnTo>
                  <a:lnTo>
                    <a:pt x="193217" y="104165"/>
                  </a:lnTo>
                  <a:lnTo>
                    <a:pt x="194716" y="81699"/>
                  </a:lnTo>
                  <a:close/>
                </a:path>
                <a:path w="243204" h="172720">
                  <a:moveTo>
                    <a:pt x="243027" y="125666"/>
                  </a:moveTo>
                  <a:lnTo>
                    <a:pt x="229438" y="125666"/>
                  </a:lnTo>
                  <a:lnTo>
                    <a:pt x="219290" y="172453"/>
                  </a:lnTo>
                  <a:lnTo>
                    <a:pt x="229882" y="172453"/>
                  </a:lnTo>
                  <a:lnTo>
                    <a:pt x="243027" y="125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 descr=""/>
          <p:cNvSpPr/>
          <p:nvPr/>
        </p:nvSpPr>
        <p:spPr>
          <a:xfrm>
            <a:off x="13035991" y="4367313"/>
            <a:ext cx="1036319" cy="180975"/>
          </a:xfrm>
          <a:custGeom>
            <a:avLst/>
            <a:gdLst/>
            <a:ahLst/>
            <a:cxnLst/>
            <a:rect l="l" t="t" r="r" b="b"/>
            <a:pathLst>
              <a:path w="1036319" h="180975">
                <a:moveTo>
                  <a:pt x="76263" y="14185"/>
                </a:moveTo>
                <a:lnTo>
                  <a:pt x="0" y="14185"/>
                </a:lnTo>
                <a:lnTo>
                  <a:pt x="0" y="25628"/>
                </a:lnTo>
                <a:lnTo>
                  <a:pt x="0" y="73875"/>
                </a:lnTo>
                <a:lnTo>
                  <a:pt x="0" y="85305"/>
                </a:lnTo>
                <a:lnTo>
                  <a:pt x="0" y="144995"/>
                </a:lnTo>
                <a:lnTo>
                  <a:pt x="12827" y="144995"/>
                </a:lnTo>
                <a:lnTo>
                  <a:pt x="12827" y="85305"/>
                </a:lnTo>
                <a:lnTo>
                  <a:pt x="70332" y="85305"/>
                </a:lnTo>
                <a:lnTo>
                  <a:pt x="70332" y="73875"/>
                </a:lnTo>
                <a:lnTo>
                  <a:pt x="12827" y="73875"/>
                </a:lnTo>
                <a:lnTo>
                  <a:pt x="12827" y="25628"/>
                </a:lnTo>
                <a:lnTo>
                  <a:pt x="76263" y="25628"/>
                </a:lnTo>
                <a:lnTo>
                  <a:pt x="76263" y="14185"/>
                </a:lnTo>
                <a:close/>
              </a:path>
              <a:path w="1036319" h="180975">
                <a:moveTo>
                  <a:pt x="138874" y="8420"/>
                </a:moveTo>
                <a:lnTo>
                  <a:pt x="127774" y="8420"/>
                </a:lnTo>
                <a:lnTo>
                  <a:pt x="117983" y="26847"/>
                </a:lnTo>
                <a:lnTo>
                  <a:pt x="110820" y="46596"/>
                </a:lnTo>
                <a:lnTo>
                  <a:pt x="106413" y="67678"/>
                </a:lnTo>
                <a:lnTo>
                  <a:pt x="104914" y="90119"/>
                </a:lnTo>
                <a:lnTo>
                  <a:pt x="106413" y="112560"/>
                </a:lnTo>
                <a:lnTo>
                  <a:pt x="110820" y="133642"/>
                </a:lnTo>
                <a:lnTo>
                  <a:pt x="117983" y="153390"/>
                </a:lnTo>
                <a:lnTo>
                  <a:pt x="127774" y="171805"/>
                </a:lnTo>
                <a:lnTo>
                  <a:pt x="138874" y="171805"/>
                </a:lnTo>
                <a:lnTo>
                  <a:pt x="130352" y="154990"/>
                </a:lnTo>
                <a:lnTo>
                  <a:pt x="123621" y="134772"/>
                </a:lnTo>
                <a:lnTo>
                  <a:pt x="119214" y="112636"/>
                </a:lnTo>
                <a:lnTo>
                  <a:pt x="117614" y="90119"/>
                </a:lnTo>
                <a:lnTo>
                  <a:pt x="119202" y="67665"/>
                </a:lnTo>
                <a:lnTo>
                  <a:pt x="123609" y="45567"/>
                </a:lnTo>
                <a:lnTo>
                  <a:pt x="130327" y="25311"/>
                </a:lnTo>
                <a:lnTo>
                  <a:pt x="138874" y="8420"/>
                </a:lnTo>
                <a:close/>
              </a:path>
              <a:path w="1036319" h="180975">
                <a:moveTo>
                  <a:pt x="246087" y="76644"/>
                </a:moveTo>
                <a:lnTo>
                  <a:pt x="230276" y="68541"/>
                </a:lnTo>
                <a:lnTo>
                  <a:pt x="217373" y="56743"/>
                </a:lnTo>
                <a:lnTo>
                  <a:pt x="211874" y="47548"/>
                </a:lnTo>
                <a:lnTo>
                  <a:pt x="208686" y="42227"/>
                </a:lnTo>
                <a:lnTo>
                  <a:pt x="205498" y="25971"/>
                </a:lnTo>
                <a:lnTo>
                  <a:pt x="205498" y="8102"/>
                </a:lnTo>
                <a:lnTo>
                  <a:pt x="194525" y="8102"/>
                </a:lnTo>
                <a:lnTo>
                  <a:pt x="182778" y="59347"/>
                </a:lnTo>
                <a:lnTo>
                  <a:pt x="153809" y="80924"/>
                </a:lnTo>
                <a:lnTo>
                  <a:pt x="159931" y="90119"/>
                </a:lnTo>
                <a:lnTo>
                  <a:pt x="173189" y="83096"/>
                </a:lnTo>
                <a:lnTo>
                  <a:pt x="184670" y="73456"/>
                </a:lnTo>
                <a:lnTo>
                  <a:pt x="193890" y="61493"/>
                </a:lnTo>
                <a:lnTo>
                  <a:pt x="200393" y="47548"/>
                </a:lnTo>
                <a:lnTo>
                  <a:pt x="206971" y="59944"/>
                </a:lnTo>
                <a:lnTo>
                  <a:pt x="216039" y="70675"/>
                </a:lnTo>
                <a:lnTo>
                  <a:pt x="227139" y="79387"/>
                </a:lnTo>
                <a:lnTo>
                  <a:pt x="239776" y="85712"/>
                </a:lnTo>
                <a:lnTo>
                  <a:pt x="246087" y="76644"/>
                </a:lnTo>
                <a:close/>
              </a:path>
              <a:path w="1036319" h="180975">
                <a:moveTo>
                  <a:pt x="279209" y="130390"/>
                </a:moveTo>
                <a:lnTo>
                  <a:pt x="275628" y="118389"/>
                </a:lnTo>
                <a:lnTo>
                  <a:pt x="268173" y="111937"/>
                </a:lnTo>
                <a:lnTo>
                  <a:pt x="268173" y="130390"/>
                </a:lnTo>
                <a:lnTo>
                  <a:pt x="265303" y="138417"/>
                </a:lnTo>
                <a:lnTo>
                  <a:pt x="257098" y="144449"/>
                </a:lnTo>
                <a:lnTo>
                  <a:pt x="244182" y="148247"/>
                </a:lnTo>
                <a:lnTo>
                  <a:pt x="227203" y="149593"/>
                </a:lnTo>
                <a:lnTo>
                  <a:pt x="210159" y="148247"/>
                </a:lnTo>
                <a:lnTo>
                  <a:pt x="197205" y="144449"/>
                </a:lnTo>
                <a:lnTo>
                  <a:pt x="188988" y="138417"/>
                </a:lnTo>
                <a:lnTo>
                  <a:pt x="186169" y="130390"/>
                </a:lnTo>
                <a:lnTo>
                  <a:pt x="188988" y="122491"/>
                </a:lnTo>
                <a:lnTo>
                  <a:pt x="197205" y="116497"/>
                </a:lnTo>
                <a:lnTo>
                  <a:pt x="210159" y="112699"/>
                </a:lnTo>
                <a:lnTo>
                  <a:pt x="227203" y="111366"/>
                </a:lnTo>
                <a:lnTo>
                  <a:pt x="244182" y="112699"/>
                </a:lnTo>
                <a:lnTo>
                  <a:pt x="257098" y="116497"/>
                </a:lnTo>
                <a:lnTo>
                  <a:pt x="265303" y="122491"/>
                </a:lnTo>
                <a:lnTo>
                  <a:pt x="268173" y="130390"/>
                </a:lnTo>
                <a:lnTo>
                  <a:pt x="268173" y="111937"/>
                </a:lnTo>
                <a:lnTo>
                  <a:pt x="267525" y="111366"/>
                </a:lnTo>
                <a:lnTo>
                  <a:pt x="265366" y="109499"/>
                </a:lnTo>
                <a:lnTo>
                  <a:pt x="249021" y="103962"/>
                </a:lnTo>
                <a:lnTo>
                  <a:pt x="227203" y="102057"/>
                </a:lnTo>
                <a:lnTo>
                  <a:pt x="205244" y="103962"/>
                </a:lnTo>
                <a:lnTo>
                  <a:pt x="188785" y="109499"/>
                </a:lnTo>
                <a:lnTo>
                  <a:pt x="178473" y="118389"/>
                </a:lnTo>
                <a:lnTo>
                  <a:pt x="174929" y="130390"/>
                </a:lnTo>
                <a:lnTo>
                  <a:pt x="178473" y="142468"/>
                </a:lnTo>
                <a:lnTo>
                  <a:pt x="188785" y="151384"/>
                </a:lnTo>
                <a:lnTo>
                  <a:pt x="205244" y="156895"/>
                </a:lnTo>
                <a:lnTo>
                  <a:pt x="227203" y="158788"/>
                </a:lnTo>
                <a:lnTo>
                  <a:pt x="249021" y="156895"/>
                </a:lnTo>
                <a:lnTo>
                  <a:pt x="265366" y="151384"/>
                </a:lnTo>
                <a:lnTo>
                  <a:pt x="267423" y="149593"/>
                </a:lnTo>
                <a:lnTo>
                  <a:pt x="275628" y="142468"/>
                </a:lnTo>
                <a:lnTo>
                  <a:pt x="279209" y="130390"/>
                </a:lnTo>
                <a:close/>
              </a:path>
              <a:path w="1036319" h="180975">
                <a:moveTo>
                  <a:pt x="302514" y="42887"/>
                </a:moveTo>
                <a:lnTo>
                  <a:pt x="277876" y="42887"/>
                </a:lnTo>
                <a:lnTo>
                  <a:pt x="277876" y="0"/>
                </a:lnTo>
                <a:lnTo>
                  <a:pt x="266446" y="0"/>
                </a:lnTo>
                <a:lnTo>
                  <a:pt x="266446" y="97713"/>
                </a:lnTo>
                <a:lnTo>
                  <a:pt x="277876" y="97713"/>
                </a:lnTo>
                <a:lnTo>
                  <a:pt x="277876" y="52590"/>
                </a:lnTo>
                <a:lnTo>
                  <a:pt x="302514" y="52590"/>
                </a:lnTo>
                <a:lnTo>
                  <a:pt x="302514" y="42887"/>
                </a:lnTo>
                <a:close/>
              </a:path>
              <a:path w="1036319" h="180975">
                <a:moveTo>
                  <a:pt x="450900" y="24701"/>
                </a:moveTo>
                <a:lnTo>
                  <a:pt x="391858" y="24701"/>
                </a:lnTo>
                <a:lnTo>
                  <a:pt x="391858" y="2997"/>
                </a:lnTo>
                <a:lnTo>
                  <a:pt x="380631" y="2997"/>
                </a:lnTo>
                <a:lnTo>
                  <a:pt x="380631" y="24701"/>
                </a:lnTo>
                <a:lnTo>
                  <a:pt x="321208" y="24701"/>
                </a:lnTo>
                <a:lnTo>
                  <a:pt x="321208" y="34404"/>
                </a:lnTo>
                <a:lnTo>
                  <a:pt x="450900" y="34404"/>
                </a:lnTo>
                <a:lnTo>
                  <a:pt x="450900" y="24701"/>
                </a:lnTo>
                <a:close/>
              </a:path>
              <a:path w="1036319" h="180975">
                <a:moveTo>
                  <a:pt x="459511" y="130009"/>
                </a:moveTo>
                <a:lnTo>
                  <a:pt x="391858" y="130009"/>
                </a:lnTo>
                <a:lnTo>
                  <a:pt x="391858" y="106324"/>
                </a:lnTo>
                <a:lnTo>
                  <a:pt x="410908" y="103670"/>
                </a:lnTo>
                <a:lnTo>
                  <a:pt x="411035" y="103670"/>
                </a:lnTo>
                <a:lnTo>
                  <a:pt x="425577" y="97586"/>
                </a:lnTo>
                <a:lnTo>
                  <a:pt x="426123" y="97078"/>
                </a:lnTo>
                <a:lnTo>
                  <a:pt x="434797" y="88366"/>
                </a:lnTo>
                <a:lnTo>
                  <a:pt x="437997" y="76263"/>
                </a:lnTo>
                <a:lnTo>
                  <a:pt x="434378" y="63627"/>
                </a:lnTo>
                <a:lnTo>
                  <a:pt x="426516" y="56502"/>
                </a:lnTo>
                <a:lnTo>
                  <a:pt x="426516" y="76263"/>
                </a:lnTo>
                <a:lnTo>
                  <a:pt x="423672" y="84950"/>
                </a:lnTo>
                <a:lnTo>
                  <a:pt x="415582" y="91478"/>
                </a:lnTo>
                <a:lnTo>
                  <a:pt x="402869" y="95605"/>
                </a:lnTo>
                <a:lnTo>
                  <a:pt x="386181" y="97078"/>
                </a:lnTo>
                <a:lnTo>
                  <a:pt x="369443" y="95605"/>
                </a:lnTo>
                <a:lnTo>
                  <a:pt x="356704" y="91478"/>
                </a:lnTo>
                <a:lnTo>
                  <a:pt x="348615" y="84950"/>
                </a:lnTo>
                <a:lnTo>
                  <a:pt x="345846" y="76263"/>
                </a:lnTo>
                <a:lnTo>
                  <a:pt x="348615" y="67652"/>
                </a:lnTo>
                <a:lnTo>
                  <a:pt x="356704" y="61137"/>
                </a:lnTo>
                <a:lnTo>
                  <a:pt x="369443" y="57023"/>
                </a:lnTo>
                <a:lnTo>
                  <a:pt x="386181" y="55587"/>
                </a:lnTo>
                <a:lnTo>
                  <a:pt x="402869" y="57023"/>
                </a:lnTo>
                <a:lnTo>
                  <a:pt x="415582" y="61137"/>
                </a:lnTo>
                <a:lnTo>
                  <a:pt x="423672" y="67652"/>
                </a:lnTo>
                <a:lnTo>
                  <a:pt x="426516" y="76263"/>
                </a:lnTo>
                <a:lnTo>
                  <a:pt x="426516" y="56502"/>
                </a:lnTo>
                <a:lnTo>
                  <a:pt x="425513" y="55587"/>
                </a:lnTo>
                <a:lnTo>
                  <a:pt x="424027" y="54254"/>
                </a:lnTo>
                <a:lnTo>
                  <a:pt x="407708" y="48412"/>
                </a:lnTo>
                <a:lnTo>
                  <a:pt x="386181" y="46393"/>
                </a:lnTo>
                <a:lnTo>
                  <a:pt x="364578" y="48412"/>
                </a:lnTo>
                <a:lnTo>
                  <a:pt x="348297" y="54254"/>
                </a:lnTo>
                <a:lnTo>
                  <a:pt x="338035" y="63627"/>
                </a:lnTo>
                <a:lnTo>
                  <a:pt x="334479" y="76263"/>
                </a:lnTo>
                <a:lnTo>
                  <a:pt x="337629" y="88366"/>
                </a:lnTo>
                <a:lnTo>
                  <a:pt x="346760" y="97586"/>
                </a:lnTo>
                <a:lnTo>
                  <a:pt x="361289" y="103670"/>
                </a:lnTo>
                <a:lnTo>
                  <a:pt x="380631" y="106324"/>
                </a:lnTo>
                <a:lnTo>
                  <a:pt x="380631" y="130009"/>
                </a:lnTo>
                <a:lnTo>
                  <a:pt x="313677" y="130009"/>
                </a:lnTo>
                <a:lnTo>
                  <a:pt x="313677" y="139636"/>
                </a:lnTo>
                <a:lnTo>
                  <a:pt x="459511" y="139636"/>
                </a:lnTo>
                <a:lnTo>
                  <a:pt x="459511" y="130009"/>
                </a:lnTo>
                <a:close/>
              </a:path>
              <a:path w="1036319" h="180975">
                <a:moveTo>
                  <a:pt x="565772" y="79781"/>
                </a:moveTo>
                <a:lnTo>
                  <a:pt x="549897" y="71767"/>
                </a:lnTo>
                <a:lnTo>
                  <a:pt x="537260" y="60325"/>
                </a:lnTo>
                <a:lnTo>
                  <a:pt x="531939" y="51371"/>
                </a:lnTo>
                <a:lnTo>
                  <a:pt x="528904" y="46278"/>
                </a:lnTo>
                <a:lnTo>
                  <a:pt x="525894" y="30505"/>
                </a:lnTo>
                <a:lnTo>
                  <a:pt x="525881" y="21323"/>
                </a:lnTo>
                <a:lnTo>
                  <a:pt x="562902" y="21323"/>
                </a:lnTo>
                <a:lnTo>
                  <a:pt x="562902" y="11747"/>
                </a:lnTo>
                <a:lnTo>
                  <a:pt x="477189" y="11747"/>
                </a:lnTo>
                <a:lnTo>
                  <a:pt x="477189" y="21323"/>
                </a:lnTo>
                <a:lnTo>
                  <a:pt x="514781" y="21323"/>
                </a:lnTo>
                <a:lnTo>
                  <a:pt x="514781" y="30505"/>
                </a:lnTo>
                <a:lnTo>
                  <a:pt x="511517" y="47523"/>
                </a:lnTo>
                <a:lnTo>
                  <a:pt x="502716" y="62509"/>
                </a:lnTo>
                <a:lnTo>
                  <a:pt x="489610" y="74625"/>
                </a:lnTo>
                <a:lnTo>
                  <a:pt x="473417" y="83032"/>
                </a:lnTo>
                <a:lnTo>
                  <a:pt x="479615" y="91909"/>
                </a:lnTo>
                <a:lnTo>
                  <a:pt x="492937" y="85267"/>
                </a:lnTo>
                <a:lnTo>
                  <a:pt x="504532" y="76085"/>
                </a:lnTo>
                <a:lnTo>
                  <a:pt x="513854" y="64693"/>
                </a:lnTo>
                <a:lnTo>
                  <a:pt x="520395" y="51371"/>
                </a:lnTo>
                <a:lnTo>
                  <a:pt x="526834" y="63525"/>
                </a:lnTo>
                <a:lnTo>
                  <a:pt x="535813" y="73990"/>
                </a:lnTo>
                <a:lnTo>
                  <a:pt x="546976" y="82461"/>
                </a:lnTo>
                <a:lnTo>
                  <a:pt x="559904" y="88646"/>
                </a:lnTo>
                <a:lnTo>
                  <a:pt x="565772" y="79781"/>
                </a:lnTo>
                <a:close/>
              </a:path>
              <a:path w="1036319" h="180975">
                <a:moveTo>
                  <a:pt x="597496" y="104863"/>
                </a:moveTo>
                <a:lnTo>
                  <a:pt x="494169" y="104863"/>
                </a:lnTo>
                <a:lnTo>
                  <a:pt x="494169" y="114427"/>
                </a:lnTo>
                <a:lnTo>
                  <a:pt x="586066" y="114427"/>
                </a:lnTo>
                <a:lnTo>
                  <a:pt x="586066" y="159296"/>
                </a:lnTo>
                <a:lnTo>
                  <a:pt x="597496" y="159296"/>
                </a:lnTo>
                <a:lnTo>
                  <a:pt x="597496" y="104863"/>
                </a:lnTo>
                <a:close/>
              </a:path>
              <a:path w="1036319" h="180975">
                <a:moveTo>
                  <a:pt x="622122" y="43205"/>
                </a:moveTo>
                <a:lnTo>
                  <a:pt x="597496" y="43205"/>
                </a:lnTo>
                <a:lnTo>
                  <a:pt x="597496" y="0"/>
                </a:lnTo>
                <a:lnTo>
                  <a:pt x="586066" y="0"/>
                </a:lnTo>
                <a:lnTo>
                  <a:pt x="586066" y="95923"/>
                </a:lnTo>
                <a:lnTo>
                  <a:pt x="597496" y="95923"/>
                </a:lnTo>
                <a:lnTo>
                  <a:pt x="597496" y="53035"/>
                </a:lnTo>
                <a:lnTo>
                  <a:pt x="622122" y="53035"/>
                </a:lnTo>
                <a:lnTo>
                  <a:pt x="622122" y="43205"/>
                </a:lnTo>
                <a:close/>
              </a:path>
              <a:path w="1036319" h="180975">
                <a:moveTo>
                  <a:pt x="760425" y="130708"/>
                </a:moveTo>
                <a:lnTo>
                  <a:pt x="756666" y="118783"/>
                </a:lnTo>
                <a:lnTo>
                  <a:pt x="749071" y="112623"/>
                </a:lnTo>
                <a:lnTo>
                  <a:pt x="749071" y="130708"/>
                </a:lnTo>
                <a:lnTo>
                  <a:pt x="745972" y="138696"/>
                </a:lnTo>
                <a:lnTo>
                  <a:pt x="737311" y="144678"/>
                </a:lnTo>
                <a:lnTo>
                  <a:pt x="723709" y="148424"/>
                </a:lnTo>
                <a:lnTo>
                  <a:pt x="705789" y="149656"/>
                </a:lnTo>
                <a:lnTo>
                  <a:pt x="687806" y="148424"/>
                </a:lnTo>
                <a:lnTo>
                  <a:pt x="674192" y="144678"/>
                </a:lnTo>
                <a:lnTo>
                  <a:pt x="665594" y="138696"/>
                </a:lnTo>
                <a:lnTo>
                  <a:pt x="662647" y="130708"/>
                </a:lnTo>
                <a:lnTo>
                  <a:pt x="665594" y="122859"/>
                </a:lnTo>
                <a:lnTo>
                  <a:pt x="674192" y="116928"/>
                </a:lnTo>
                <a:lnTo>
                  <a:pt x="687806" y="113157"/>
                </a:lnTo>
                <a:lnTo>
                  <a:pt x="705789" y="111810"/>
                </a:lnTo>
                <a:lnTo>
                  <a:pt x="723709" y="113157"/>
                </a:lnTo>
                <a:lnTo>
                  <a:pt x="737311" y="116928"/>
                </a:lnTo>
                <a:lnTo>
                  <a:pt x="745972" y="122859"/>
                </a:lnTo>
                <a:lnTo>
                  <a:pt x="749071" y="130708"/>
                </a:lnTo>
                <a:lnTo>
                  <a:pt x="749071" y="112623"/>
                </a:lnTo>
                <a:lnTo>
                  <a:pt x="748080" y="111810"/>
                </a:lnTo>
                <a:lnTo>
                  <a:pt x="745896" y="110045"/>
                </a:lnTo>
                <a:lnTo>
                  <a:pt x="728726" y="104686"/>
                </a:lnTo>
                <a:lnTo>
                  <a:pt x="705789" y="102882"/>
                </a:lnTo>
                <a:lnTo>
                  <a:pt x="682752" y="104686"/>
                </a:lnTo>
                <a:lnTo>
                  <a:pt x="665543" y="110045"/>
                </a:lnTo>
                <a:lnTo>
                  <a:pt x="654761" y="118783"/>
                </a:lnTo>
                <a:lnTo>
                  <a:pt x="651040" y="130708"/>
                </a:lnTo>
                <a:lnTo>
                  <a:pt x="654761" y="142748"/>
                </a:lnTo>
                <a:lnTo>
                  <a:pt x="665543" y="151574"/>
                </a:lnTo>
                <a:lnTo>
                  <a:pt x="682752" y="156997"/>
                </a:lnTo>
                <a:lnTo>
                  <a:pt x="705789" y="158851"/>
                </a:lnTo>
                <a:lnTo>
                  <a:pt x="728726" y="156997"/>
                </a:lnTo>
                <a:lnTo>
                  <a:pt x="745896" y="151574"/>
                </a:lnTo>
                <a:lnTo>
                  <a:pt x="748233" y="149656"/>
                </a:lnTo>
                <a:lnTo>
                  <a:pt x="756666" y="142748"/>
                </a:lnTo>
                <a:lnTo>
                  <a:pt x="760425" y="130708"/>
                </a:lnTo>
                <a:close/>
              </a:path>
              <a:path w="1036319" h="180975">
                <a:moveTo>
                  <a:pt x="778421" y="79908"/>
                </a:moveTo>
                <a:lnTo>
                  <a:pt x="741476" y="79908"/>
                </a:lnTo>
                <a:lnTo>
                  <a:pt x="741476" y="59359"/>
                </a:lnTo>
                <a:lnTo>
                  <a:pt x="741476" y="56095"/>
                </a:lnTo>
                <a:lnTo>
                  <a:pt x="761517" y="32423"/>
                </a:lnTo>
                <a:lnTo>
                  <a:pt x="757656" y="20027"/>
                </a:lnTo>
                <a:lnTo>
                  <a:pt x="749960" y="13677"/>
                </a:lnTo>
                <a:lnTo>
                  <a:pt x="749960" y="32423"/>
                </a:lnTo>
                <a:lnTo>
                  <a:pt x="746848" y="40830"/>
                </a:lnTo>
                <a:lnTo>
                  <a:pt x="737971" y="47129"/>
                </a:lnTo>
                <a:lnTo>
                  <a:pt x="730237" y="49339"/>
                </a:lnTo>
                <a:lnTo>
                  <a:pt x="730237" y="59359"/>
                </a:lnTo>
                <a:lnTo>
                  <a:pt x="730237" y="79908"/>
                </a:lnTo>
                <a:lnTo>
                  <a:pt x="681609" y="79908"/>
                </a:lnTo>
                <a:lnTo>
                  <a:pt x="681609" y="59359"/>
                </a:lnTo>
                <a:lnTo>
                  <a:pt x="688632" y="60693"/>
                </a:lnTo>
                <a:lnTo>
                  <a:pt x="696734" y="61391"/>
                </a:lnTo>
                <a:lnTo>
                  <a:pt x="714857" y="61391"/>
                </a:lnTo>
                <a:lnTo>
                  <a:pt x="723087" y="60693"/>
                </a:lnTo>
                <a:lnTo>
                  <a:pt x="729907" y="59359"/>
                </a:lnTo>
                <a:lnTo>
                  <a:pt x="730237" y="59359"/>
                </a:lnTo>
                <a:lnTo>
                  <a:pt x="730237" y="49339"/>
                </a:lnTo>
                <a:lnTo>
                  <a:pt x="724027" y="51092"/>
                </a:lnTo>
                <a:lnTo>
                  <a:pt x="705726" y="52463"/>
                </a:lnTo>
                <a:lnTo>
                  <a:pt x="687412" y="51092"/>
                </a:lnTo>
                <a:lnTo>
                  <a:pt x="673481" y="47129"/>
                </a:lnTo>
                <a:lnTo>
                  <a:pt x="664667" y="40830"/>
                </a:lnTo>
                <a:lnTo>
                  <a:pt x="661631" y="32423"/>
                </a:lnTo>
                <a:lnTo>
                  <a:pt x="664667" y="24053"/>
                </a:lnTo>
                <a:lnTo>
                  <a:pt x="673481" y="17729"/>
                </a:lnTo>
                <a:lnTo>
                  <a:pt x="687412" y="13716"/>
                </a:lnTo>
                <a:lnTo>
                  <a:pt x="705726" y="12319"/>
                </a:lnTo>
                <a:lnTo>
                  <a:pt x="724027" y="13716"/>
                </a:lnTo>
                <a:lnTo>
                  <a:pt x="737971" y="17729"/>
                </a:lnTo>
                <a:lnTo>
                  <a:pt x="746848" y="24053"/>
                </a:lnTo>
                <a:lnTo>
                  <a:pt x="749960" y="32423"/>
                </a:lnTo>
                <a:lnTo>
                  <a:pt x="749960" y="13677"/>
                </a:lnTo>
                <a:lnTo>
                  <a:pt x="748322" y="12319"/>
                </a:lnTo>
                <a:lnTo>
                  <a:pt x="746569" y="10871"/>
                </a:lnTo>
                <a:lnTo>
                  <a:pt x="729018" y="5207"/>
                </a:lnTo>
                <a:lnTo>
                  <a:pt x="705726" y="3251"/>
                </a:lnTo>
                <a:lnTo>
                  <a:pt x="682383" y="5207"/>
                </a:lnTo>
                <a:lnTo>
                  <a:pt x="664819" y="10871"/>
                </a:lnTo>
                <a:lnTo>
                  <a:pt x="653745" y="20027"/>
                </a:lnTo>
                <a:lnTo>
                  <a:pt x="649884" y="32423"/>
                </a:lnTo>
                <a:lnTo>
                  <a:pt x="651243" y="40068"/>
                </a:lnTo>
                <a:lnTo>
                  <a:pt x="655104" y="46482"/>
                </a:lnTo>
                <a:lnTo>
                  <a:pt x="655193" y="46634"/>
                </a:lnTo>
                <a:lnTo>
                  <a:pt x="661606" y="52044"/>
                </a:lnTo>
                <a:lnTo>
                  <a:pt x="670306" y="56286"/>
                </a:lnTo>
                <a:lnTo>
                  <a:pt x="670306" y="79908"/>
                </a:lnTo>
                <a:lnTo>
                  <a:pt x="633298" y="79908"/>
                </a:lnTo>
                <a:lnTo>
                  <a:pt x="633298" y="89357"/>
                </a:lnTo>
                <a:lnTo>
                  <a:pt x="778421" y="89357"/>
                </a:lnTo>
                <a:lnTo>
                  <a:pt x="778421" y="79908"/>
                </a:lnTo>
                <a:close/>
              </a:path>
              <a:path w="1036319" h="180975">
                <a:moveTo>
                  <a:pt x="877989" y="17043"/>
                </a:moveTo>
                <a:lnTo>
                  <a:pt x="805357" y="17043"/>
                </a:lnTo>
                <a:lnTo>
                  <a:pt x="805357" y="26619"/>
                </a:lnTo>
                <a:lnTo>
                  <a:pt x="866686" y="26619"/>
                </a:lnTo>
                <a:lnTo>
                  <a:pt x="865974" y="34404"/>
                </a:lnTo>
                <a:lnTo>
                  <a:pt x="864793" y="42049"/>
                </a:lnTo>
                <a:lnTo>
                  <a:pt x="863104" y="49542"/>
                </a:lnTo>
                <a:lnTo>
                  <a:pt x="860882" y="56870"/>
                </a:lnTo>
                <a:lnTo>
                  <a:pt x="797445" y="61264"/>
                </a:lnTo>
                <a:lnTo>
                  <a:pt x="799617" y="71742"/>
                </a:lnTo>
                <a:lnTo>
                  <a:pt x="857173" y="66243"/>
                </a:lnTo>
                <a:lnTo>
                  <a:pt x="847813" y="82588"/>
                </a:lnTo>
                <a:lnTo>
                  <a:pt x="834847" y="97637"/>
                </a:lnTo>
                <a:lnTo>
                  <a:pt x="818019" y="111213"/>
                </a:lnTo>
                <a:lnTo>
                  <a:pt x="797064" y="123177"/>
                </a:lnTo>
                <a:lnTo>
                  <a:pt x="803376" y="132308"/>
                </a:lnTo>
                <a:lnTo>
                  <a:pt x="839038" y="108991"/>
                </a:lnTo>
                <a:lnTo>
                  <a:pt x="861987" y="81203"/>
                </a:lnTo>
                <a:lnTo>
                  <a:pt x="867905" y="66243"/>
                </a:lnTo>
                <a:lnTo>
                  <a:pt x="874280" y="50152"/>
                </a:lnTo>
                <a:lnTo>
                  <a:pt x="877989" y="17043"/>
                </a:lnTo>
                <a:close/>
              </a:path>
              <a:path w="1036319" h="180975">
                <a:moveTo>
                  <a:pt x="924064" y="0"/>
                </a:moveTo>
                <a:lnTo>
                  <a:pt x="912698" y="0"/>
                </a:lnTo>
                <a:lnTo>
                  <a:pt x="912698" y="159296"/>
                </a:lnTo>
                <a:lnTo>
                  <a:pt x="924064" y="159296"/>
                </a:lnTo>
                <a:lnTo>
                  <a:pt x="924064" y="0"/>
                </a:lnTo>
                <a:close/>
              </a:path>
              <a:path w="1036319" h="180975">
                <a:moveTo>
                  <a:pt x="987818" y="90119"/>
                </a:moveTo>
                <a:lnTo>
                  <a:pt x="986320" y="67716"/>
                </a:lnTo>
                <a:lnTo>
                  <a:pt x="981938" y="46634"/>
                </a:lnTo>
                <a:lnTo>
                  <a:pt x="974788" y="26885"/>
                </a:lnTo>
                <a:lnTo>
                  <a:pt x="965034" y="8420"/>
                </a:lnTo>
                <a:lnTo>
                  <a:pt x="953871" y="8420"/>
                </a:lnTo>
                <a:lnTo>
                  <a:pt x="962406" y="25273"/>
                </a:lnTo>
                <a:lnTo>
                  <a:pt x="969137" y="45516"/>
                </a:lnTo>
                <a:lnTo>
                  <a:pt x="973543" y="67627"/>
                </a:lnTo>
                <a:lnTo>
                  <a:pt x="975118" y="90119"/>
                </a:lnTo>
                <a:lnTo>
                  <a:pt x="973543" y="112598"/>
                </a:lnTo>
                <a:lnTo>
                  <a:pt x="969137" y="134721"/>
                </a:lnTo>
                <a:lnTo>
                  <a:pt x="962406" y="154965"/>
                </a:lnTo>
                <a:lnTo>
                  <a:pt x="953871" y="171805"/>
                </a:lnTo>
                <a:lnTo>
                  <a:pt x="965034" y="171805"/>
                </a:lnTo>
                <a:lnTo>
                  <a:pt x="974788" y="153428"/>
                </a:lnTo>
                <a:lnTo>
                  <a:pt x="981938" y="133692"/>
                </a:lnTo>
                <a:lnTo>
                  <a:pt x="986320" y="112585"/>
                </a:lnTo>
                <a:lnTo>
                  <a:pt x="987818" y="90119"/>
                </a:lnTo>
                <a:close/>
              </a:path>
              <a:path w="1036319" h="180975">
                <a:moveTo>
                  <a:pt x="1036129" y="134086"/>
                </a:moveTo>
                <a:lnTo>
                  <a:pt x="1022540" y="134086"/>
                </a:lnTo>
                <a:lnTo>
                  <a:pt x="1012393" y="180873"/>
                </a:lnTo>
                <a:lnTo>
                  <a:pt x="1022985" y="180873"/>
                </a:lnTo>
                <a:lnTo>
                  <a:pt x="1036129" y="134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1" name="object 221" descr=""/>
          <p:cNvGrpSpPr/>
          <p:nvPr/>
        </p:nvGrpSpPr>
        <p:grpSpPr>
          <a:xfrm>
            <a:off x="14142037" y="4367308"/>
            <a:ext cx="859790" cy="172085"/>
            <a:chOff x="14142037" y="4367308"/>
            <a:chExt cx="859790" cy="172085"/>
          </a:xfrm>
        </p:grpSpPr>
        <p:pic>
          <p:nvPicPr>
            <p:cNvPr id="222" name="object 222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4142037" y="4380009"/>
              <a:ext cx="221076" cy="134279"/>
            </a:xfrm>
            <a:prstGeom prst="rect">
              <a:avLst/>
            </a:prstGeom>
          </p:spPr>
        </p:pic>
        <p:pic>
          <p:nvPicPr>
            <p:cNvPr id="223" name="object 223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4386344" y="4381796"/>
              <a:ext cx="90689" cy="130705"/>
            </a:xfrm>
            <a:prstGeom prst="rect">
              <a:avLst/>
            </a:prstGeom>
          </p:spPr>
        </p:pic>
        <p:sp>
          <p:nvSpPr>
            <p:cNvPr id="224" name="object 224" descr=""/>
            <p:cNvSpPr/>
            <p:nvPr/>
          </p:nvSpPr>
          <p:spPr>
            <a:xfrm>
              <a:off x="14497126" y="4381499"/>
              <a:ext cx="74930" cy="130810"/>
            </a:xfrm>
            <a:custGeom>
              <a:avLst/>
              <a:gdLst/>
              <a:ahLst/>
              <a:cxnLst/>
              <a:rect l="l" t="t" r="r" b="b"/>
              <a:pathLst>
                <a:path w="74930" h="130810">
                  <a:moveTo>
                    <a:pt x="74803" y="119380"/>
                  </a:moveTo>
                  <a:lnTo>
                    <a:pt x="12827" y="119380"/>
                  </a:lnTo>
                  <a:lnTo>
                    <a:pt x="12827" y="0"/>
                  </a:lnTo>
                  <a:lnTo>
                    <a:pt x="0" y="0"/>
                  </a:lnTo>
                  <a:lnTo>
                    <a:pt x="0" y="119380"/>
                  </a:lnTo>
                  <a:lnTo>
                    <a:pt x="0" y="130810"/>
                  </a:lnTo>
                  <a:lnTo>
                    <a:pt x="74803" y="130810"/>
                  </a:lnTo>
                  <a:lnTo>
                    <a:pt x="74803" y="1193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4597782" y="4367308"/>
              <a:ext cx="339720" cy="171806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14967306" y="4375733"/>
              <a:ext cx="34290" cy="163830"/>
            </a:xfrm>
            <a:custGeom>
              <a:avLst/>
              <a:gdLst/>
              <a:ahLst/>
              <a:cxnLst/>
              <a:rect l="l" t="t" r="r" b="b"/>
              <a:pathLst>
                <a:path w="34290" h="163829">
                  <a:moveTo>
                    <a:pt x="11169" y="0"/>
                  </a:moveTo>
                  <a:lnTo>
                    <a:pt x="0" y="0"/>
                  </a:lnTo>
                  <a:lnTo>
                    <a:pt x="8544" y="16847"/>
                  </a:lnTo>
                  <a:lnTo>
                    <a:pt x="15269" y="37087"/>
                  </a:lnTo>
                  <a:lnTo>
                    <a:pt x="19672" y="59206"/>
                  </a:lnTo>
                  <a:lnTo>
                    <a:pt x="21252" y="81690"/>
                  </a:lnTo>
                  <a:lnTo>
                    <a:pt x="19672" y="104175"/>
                  </a:lnTo>
                  <a:lnTo>
                    <a:pt x="15269" y="126294"/>
                  </a:lnTo>
                  <a:lnTo>
                    <a:pt x="8544" y="146534"/>
                  </a:lnTo>
                  <a:lnTo>
                    <a:pt x="0" y="163381"/>
                  </a:lnTo>
                  <a:lnTo>
                    <a:pt x="11169" y="163381"/>
                  </a:lnTo>
                  <a:lnTo>
                    <a:pt x="20921" y="144999"/>
                  </a:lnTo>
                  <a:lnTo>
                    <a:pt x="28065" y="125264"/>
                  </a:lnTo>
                  <a:lnTo>
                    <a:pt x="32456" y="104165"/>
                  </a:lnTo>
                  <a:lnTo>
                    <a:pt x="33952" y="81690"/>
                  </a:lnTo>
                  <a:lnTo>
                    <a:pt x="32456" y="59287"/>
                  </a:lnTo>
                  <a:lnTo>
                    <a:pt x="28065" y="38213"/>
                  </a:lnTo>
                  <a:lnTo>
                    <a:pt x="20921" y="18454"/>
                  </a:lnTo>
                  <a:lnTo>
                    <a:pt x="111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 descr=""/>
          <p:cNvSpPr/>
          <p:nvPr/>
        </p:nvSpPr>
        <p:spPr>
          <a:xfrm>
            <a:off x="9577299" y="4680813"/>
            <a:ext cx="259079" cy="160020"/>
          </a:xfrm>
          <a:custGeom>
            <a:avLst/>
            <a:gdLst/>
            <a:ahLst/>
            <a:cxnLst/>
            <a:rect l="l" t="t" r="r" b="b"/>
            <a:pathLst>
              <a:path w="259079" h="160020">
                <a:moveTo>
                  <a:pt x="54940" y="74853"/>
                </a:moveTo>
                <a:lnTo>
                  <a:pt x="0" y="74853"/>
                </a:lnTo>
                <a:lnTo>
                  <a:pt x="0" y="86220"/>
                </a:lnTo>
                <a:lnTo>
                  <a:pt x="54940" y="86220"/>
                </a:lnTo>
                <a:lnTo>
                  <a:pt x="54940" y="74853"/>
                </a:lnTo>
                <a:close/>
              </a:path>
              <a:path w="259079" h="160020">
                <a:moveTo>
                  <a:pt x="200901" y="133311"/>
                </a:moveTo>
                <a:lnTo>
                  <a:pt x="197192" y="122072"/>
                </a:lnTo>
                <a:lnTo>
                  <a:pt x="189547" y="116205"/>
                </a:lnTo>
                <a:lnTo>
                  <a:pt x="189547" y="133311"/>
                </a:lnTo>
                <a:lnTo>
                  <a:pt x="186486" y="140614"/>
                </a:lnTo>
                <a:lnTo>
                  <a:pt x="177888" y="146011"/>
                </a:lnTo>
                <a:lnTo>
                  <a:pt x="164299" y="149364"/>
                </a:lnTo>
                <a:lnTo>
                  <a:pt x="146278" y="150482"/>
                </a:lnTo>
                <a:lnTo>
                  <a:pt x="128181" y="149364"/>
                </a:lnTo>
                <a:lnTo>
                  <a:pt x="114579" y="146011"/>
                </a:lnTo>
                <a:lnTo>
                  <a:pt x="106045" y="140614"/>
                </a:lnTo>
                <a:lnTo>
                  <a:pt x="103124" y="133311"/>
                </a:lnTo>
                <a:lnTo>
                  <a:pt x="106045" y="126034"/>
                </a:lnTo>
                <a:lnTo>
                  <a:pt x="114579" y="120586"/>
                </a:lnTo>
                <a:lnTo>
                  <a:pt x="128181" y="117170"/>
                </a:lnTo>
                <a:lnTo>
                  <a:pt x="146278" y="115951"/>
                </a:lnTo>
                <a:lnTo>
                  <a:pt x="164299" y="117170"/>
                </a:lnTo>
                <a:lnTo>
                  <a:pt x="177888" y="120586"/>
                </a:lnTo>
                <a:lnTo>
                  <a:pt x="186486" y="126034"/>
                </a:lnTo>
                <a:lnTo>
                  <a:pt x="189547" y="133311"/>
                </a:lnTo>
                <a:lnTo>
                  <a:pt x="189547" y="116205"/>
                </a:lnTo>
                <a:lnTo>
                  <a:pt x="189217" y="115951"/>
                </a:lnTo>
                <a:lnTo>
                  <a:pt x="186486" y="113868"/>
                </a:lnTo>
                <a:lnTo>
                  <a:pt x="169341" y="108851"/>
                </a:lnTo>
                <a:lnTo>
                  <a:pt x="146278" y="107149"/>
                </a:lnTo>
                <a:lnTo>
                  <a:pt x="123177" y="108851"/>
                </a:lnTo>
                <a:lnTo>
                  <a:pt x="105968" y="113868"/>
                </a:lnTo>
                <a:lnTo>
                  <a:pt x="95224" y="122072"/>
                </a:lnTo>
                <a:lnTo>
                  <a:pt x="91516" y="133311"/>
                </a:lnTo>
                <a:lnTo>
                  <a:pt x="95224" y="144564"/>
                </a:lnTo>
                <a:lnTo>
                  <a:pt x="105968" y="152768"/>
                </a:lnTo>
                <a:lnTo>
                  <a:pt x="123177" y="157784"/>
                </a:lnTo>
                <a:lnTo>
                  <a:pt x="146278" y="159486"/>
                </a:lnTo>
                <a:lnTo>
                  <a:pt x="169341" y="157784"/>
                </a:lnTo>
                <a:lnTo>
                  <a:pt x="186486" y="152768"/>
                </a:lnTo>
                <a:lnTo>
                  <a:pt x="189471" y="150482"/>
                </a:lnTo>
                <a:lnTo>
                  <a:pt x="197192" y="144564"/>
                </a:lnTo>
                <a:lnTo>
                  <a:pt x="200901" y="133311"/>
                </a:lnTo>
                <a:close/>
              </a:path>
              <a:path w="259079" h="160020">
                <a:moveTo>
                  <a:pt x="209651" y="61645"/>
                </a:moveTo>
                <a:lnTo>
                  <a:pt x="170738" y="50355"/>
                </a:lnTo>
                <a:lnTo>
                  <a:pt x="152463" y="26098"/>
                </a:lnTo>
                <a:lnTo>
                  <a:pt x="203835" y="26098"/>
                </a:lnTo>
                <a:lnTo>
                  <a:pt x="203835" y="16713"/>
                </a:lnTo>
                <a:lnTo>
                  <a:pt x="151955" y="16713"/>
                </a:lnTo>
                <a:lnTo>
                  <a:pt x="151955" y="0"/>
                </a:lnTo>
                <a:lnTo>
                  <a:pt x="140716" y="0"/>
                </a:lnTo>
                <a:lnTo>
                  <a:pt x="140716" y="16713"/>
                </a:lnTo>
                <a:lnTo>
                  <a:pt x="89090" y="16713"/>
                </a:lnTo>
                <a:lnTo>
                  <a:pt x="89090" y="26098"/>
                </a:lnTo>
                <a:lnTo>
                  <a:pt x="140208" y="26098"/>
                </a:lnTo>
                <a:lnTo>
                  <a:pt x="134950" y="39751"/>
                </a:lnTo>
                <a:lnTo>
                  <a:pt x="121843" y="50355"/>
                </a:lnTo>
                <a:lnTo>
                  <a:pt x="103644" y="57721"/>
                </a:lnTo>
                <a:lnTo>
                  <a:pt x="83096" y="61645"/>
                </a:lnTo>
                <a:lnTo>
                  <a:pt x="86728" y="70777"/>
                </a:lnTo>
                <a:lnTo>
                  <a:pt x="105244" y="67208"/>
                </a:lnTo>
                <a:lnTo>
                  <a:pt x="122377" y="61048"/>
                </a:lnTo>
                <a:lnTo>
                  <a:pt x="136575" y="52222"/>
                </a:lnTo>
                <a:lnTo>
                  <a:pt x="146342" y="40652"/>
                </a:lnTo>
                <a:lnTo>
                  <a:pt x="156083" y="52222"/>
                </a:lnTo>
                <a:lnTo>
                  <a:pt x="170268" y="61048"/>
                </a:lnTo>
                <a:lnTo>
                  <a:pt x="187426" y="67208"/>
                </a:lnTo>
                <a:lnTo>
                  <a:pt x="206070" y="70777"/>
                </a:lnTo>
                <a:lnTo>
                  <a:pt x="209651" y="61645"/>
                </a:lnTo>
                <a:close/>
              </a:path>
              <a:path w="259079" h="160020">
                <a:moveTo>
                  <a:pt x="218897" y="83985"/>
                </a:moveTo>
                <a:lnTo>
                  <a:pt x="151955" y="83985"/>
                </a:lnTo>
                <a:lnTo>
                  <a:pt x="151955" y="62661"/>
                </a:lnTo>
                <a:lnTo>
                  <a:pt x="140716" y="62661"/>
                </a:lnTo>
                <a:lnTo>
                  <a:pt x="140716" y="83985"/>
                </a:lnTo>
                <a:lnTo>
                  <a:pt x="73774" y="83985"/>
                </a:lnTo>
                <a:lnTo>
                  <a:pt x="73774" y="93687"/>
                </a:lnTo>
                <a:lnTo>
                  <a:pt x="218897" y="93687"/>
                </a:lnTo>
                <a:lnTo>
                  <a:pt x="218897" y="83985"/>
                </a:lnTo>
                <a:close/>
              </a:path>
              <a:path w="259079" h="160020">
                <a:moveTo>
                  <a:pt x="258914" y="111810"/>
                </a:moveTo>
                <a:lnTo>
                  <a:pt x="254571" y="107467"/>
                </a:lnTo>
                <a:lnTo>
                  <a:pt x="243979" y="107467"/>
                </a:lnTo>
                <a:lnTo>
                  <a:pt x="239522" y="111810"/>
                </a:lnTo>
                <a:lnTo>
                  <a:pt x="239522" y="122402"/>
                </a:lnTo>
                <a:lnTo>
                  <a:pt x="243979" y="126746"/>
                </a:lnTo>
                <a:lnTo>
                  <a:pt x="254571" y="126746"/>
                </a:lnTo>
                <a:lnTo>
                  <a:pt x="258914" y="122402"/>
                </a:lnTo>
                <a:lnTo>
                  <a:pt x="258914" y="111810"/>
                </a:lnTo>
                <a:close/>
              </a:path>
              <a:path w="259079" h="160020">
                <a:moveTo>
                  <a:pt x="258914" y="45631"/>
                </a:moveTo>
                <a:lnTo>
                  <a:pt x="254571" y="41287"/>
                </a:lnTo>
                <a:lnTo>
                  <a:pt x="243979" y="41287"/>
                </a:lnTo>
                <a:lnTo>
                  <a:pt x="239522" y="45631"/>
                </a:lnTo>
                <a:lnTo>
                  <a:pt x="239522" y="56222"/>
                </a:lnTo>
                <a:lnTo>
                  <a:pt x="243979" y="60566"/>
                </a:lnTo>
                <a:lnTo>
                  <a:pt x="254571" y="60566"/>
                </a:lnTo>
                <a:lnTo>
                  <a:pt x="258914" y="56222"/>
                </a:lnTo>
                <a:lnTo>
                  <a:pt x="258914" y="45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 descr=""/>
          <p:cNvSpPr/>
          <p:nvPr/>
        </p:nvSpPr>
        <p:spPr>
          <a:xfrm>
            <a:off x="9900717" y="4681511"/>
            <a:ext cx="454659" cy="159385"/>
          </a:xfrm>
          <a:custGeom>
            <a:avLst/>
            <a:gdLst/>
            <a:ahLst/>
            <a:cxnLst/>
            <a:rect l="l" t="t" r="r" b="b"/>
            <a:pathLst>
              <a:path w="454659" h="159385">
                <a:moveTo>
                  <a:pt x="145834" y="128409"/>
                </a:moveTo>
                <a:lnTo>
                  <a:pt x="78054" y="128409"/>
                </a:lnTo>
                <a:lnTo>
                  <a:pt x="78054" y="92989"/>
                </a:lnTo>
                <a:lnTo>
                  <a:pt x="99174" y="89192"/>
                </a:lnTo>
                <a:lnTo>
                  <a:pt x="109613" y="83858"/>
                </a:lnTo>
                <a:lnTo>
                  <a:pt x="115633" y="80784"/>
                </a:lnTo>
                <a:lnTo>
                  <a:pt x="126352" y="68262"/>
                </a:lnTo>
                <a:lnTo>
                  <a:pt x="130200" y="52209"/>
                </a:lnTo>
                <a:lnTo>
                  <a:pt x="125895" y="35356"/>
                </a:lnTo>
                <a:lnTo>
                  <a:pt x="119341" y="28270"/>
                </a:lnTo>
                <a:lnTo>
                  <a:pt x="119341" y="52209"/>
                </a:lnTo>
                <a:lnTo>
                  <a:pt x="115798" y="65087"/>
                </a:lnTo>
                <a:lnTo>
                  <a:pt x="105994" y="75069"/>
                </a:lnTo>
                <a:lnTo>
                  <a:pt x="91122" y="81534"/>
                </a:lnTo>
                <a:lnTo>
                  <a:pt x="72440" y="83858"/>
                </a:lnTo>
                <a:lnTo>
                  <a:pt x="53784" y="81534"/>
                </a:lnTo>
                <a:lnTo>
                  <a:pt x="38950" y="75069"/>
                </a:lnTo>
                <a:lnTo>
                  <a:pt x="29159" y="65087"/>
                </a:lnTo>
                <a:lnTo>
                  <a:pt x="25654" y="52209"/>
                </a:lnTo>
                <a:lnTo>
                  <a:pt x="29159" y="39395"/>
                </a:lnTo>
                <a:lnTo>
                  <a:pt x="38950" y="29438"/>
                </a:lnTo>
                <a:lnTo>
                  <a:pt x="53784" y="22999"/>
                </a:lnTo>
                <a:lnTo>
                  <a:pt x="72440" y="20739"/>
                </a:lnTo>
                <a:lnTo>
                  <a:pt x="91122" y="22999"/>
                </a:lnTo>
                <a:lnTo>
                  <a:pt x="105994" y="29438"/>
                </a:lnTo>
                <a:lnTo>
                  <a:pt x="115798" y="39395"/>
                </a:lnTo>
                <a:lnTo>
                  <a:pt x="119341" y="52209"/>
                </a:lnTo>
                <a:lnTo>
                  <a:pt x="119341" y="28270"/>
                </a:lnTo>
                <a:lnTo>
                  <a:pt x="113957" y="22440"/>
                </a:lnTo>
                <a:lnTo>
                  <a:pt x="110197" y="20739"/>
                </a:lnTo>
                <a:lnTo>
                  <a:pt x="95694" y="14147"/>
                </a:lnTo>
                <a:lnTo>
                  <a:pt x="72440" y="11163"/>
                </a:lnTo>
                <a:lnTo>
                  <a:pt x="49276" y="14147"/>
                </a:lnTo>
                <a:lnTo>
                  <a:pt x="31038" y="22440"/>
                </a:lnTo>
                <a:lnTo>
                  <a:pt x="19088" y="35356"/>
                </a:lnTo>
                <a:lnTo>
                  <a:pt x="14808" y="52209"/>
                </a:lnTo>
                <a:lnTo>
                  <a:pt x="18630" y="68262"/>
                </a:lnTo>
                <a:lnTo>
                  <a:pt x="29324" y="80784"/>
                </a:lnTo>
                <a:lnTo>
                  <a:pt x="45770" y="89192"/>
                </a:lnTo>
                <a:lnTo>
                  <a:pt x="66814" y="92989"/>
                </a:lnTo>
                <a:lnTo>
                  <a:pt x="66814" y="128409"/>
                </a:lnTo>
                <a:lnTo>
                  <a:pt x="0" y="128409"/>
                </a:lnTo>
                <a:lnTo>
                  <a:pt x="0" y="138176"/>
                </a:lnTo>
                <a:lnTo>
                  <a:pt x="145834" y="138176"/>
                </a:lnTo>
                <a:lnTo>
                  <a:pt x="145834" y="128409"/>
                </a:lnTo>
                <a:close/>
              </a:path>
              <a:path w="454659" h="159385">
                <a:moveTo>
                  <a:pt x="287261" y="52070"/>
                </a:moveTo>
                <a:lnTo>
                  <a:pt x="276021" y="52070"/>
                </a:lnTo>
                <a:lnTo>
                  <a:pt x="276021" y="84620"/>
                </a:lnTo>
                <a:lnTo>
                  <a:pt x="287261" y="84620"/>
                </a:lnTo>
                <a:lnTo>
                  <a:pt x="287261" y="52070"/>
                </a:lnTo>
                <a:close/>
              </a:path>
              <a:path w="454659" h="159385">
                <a:moveTo>
                  <a:pt x="287261" y="42887"/>
                </a:moveTo>
                <a:lnTo>
                  <a:pt x="188976" y="42887"/>
                </a:lnTo>
                <a:lnTo>
                  <a:pt x="188976" y="12407"/>
                </a:lnTo>
                <a:lnTo>
                  <a:pt x="177609" y="12407"/>
                </a:lnTo>
                <a:lnTo>
                  <a:pt x="177609" y="42887"/>
                </a:lnTo>
                <a:lnTo>
                  <a:pt x="177609" y="51790"/>
                </a:lnTo>
                <a:lnTo>
                  <a:pt x="177609" y="84797"/>
                </a:lnTo>
                <a:lnTo>
                  <a:pt x="177609" y="93687"/>
                </a:lnTo>
                <a:lnTo>
                  <a:pt x="287261" y="93687"/>
                </a:lnTo>
                <a:lnTo>
                  <a:pt x="287261" y="84797"/>
                </a:lnTo>
                <a:lnTo>
                  <a:pt x="188976" y="84797"/>
                </a:lnTo>
                <a:lnTo>
                  <a:pt x="188976" y="51790"/>
                </a:lnTo>
                <a:lnTo>
                  <a:pt x="287261" y="51790"/>
                </a:lnTo>
                <a:lnTo>
                  <a:pt x="287261" y="42887"/>
                </a:lnTo>
                <a:close/>
              </a:path>
              <a:path w="454659" h="159385">
                <a:moveTo>
                  <a:pt x="287261" y="11811"/>
                </a:moveTo>
                <a:lnTo>
                  <a:pt x="276021" y="11811"/>
                </a:lnTo>
                <a:lnTo>
                  <a:pt x="276021" y="42633"/>
                </a:lnTo>
                <a:lnTo>
                  <a:pt x="287261" y="42633"/>
                </a:lnTo>
                <a:lnTo>
                  <a:pt x="287261" y="11811"/>
                </a:lnTo>
                <a:close/>
              </a:path>
              <a:path w="454659" h="159385">
                <a:moveTo>
                  <a:pt x="305638" y="127571"/>
                </a:moveTo>
                <a:lnTo>
                  <a:pt x="159804" y="127571"/>
                </a:lnTo>
                <a:lnTo>
                  <a:pt x="159804" y="137337"/>
                </a:lnTo>
                <a:lnTo>
                  <a:pt x="305638" y="137337"/>
                </a:lnTo>
                <a:lnTo>
                  <a:pt x="305638" y="127571"/>
                </a:lnTo>
                <a:close/>
              </a:path>
              <a:path w="454659" h="159385">
                <a:moveTo>
                  <a:pt x="398564" y="79705"/>
                </a:moveTo>
                <a:lnTo>
                  <a:pt x="384949" y="71450"/>
                </a:lnTo>
                <a:lnTo>
                  <a:pt x="374624" y="60248"/>
                </a:lnTo>
                <a:lnTo>
                  <a:pt x="371767" y="54622"/>
                </a:lnTo>
                <a:lnTo>
                  <a:pt x="368058" y="47332"/>
                </a:lnTo>
                <a:lnTo>
                  <a:pt x="365785" y="34074"/>
                </a:lnTo>
                <a:lnTo>
                  <a:pt x="365760" y="23228"/>
                </a:lnTo>
                <a:lnTo>
                  <a:pt x="395249" y="23228"/>
                </a:lnTo>
                <a:lnTo>
                  <a:pt x="395249" y="13525"/>
                </a:lnTo>
                <a:lnTo>
                  <a:pt x="323634" y="13525"/>
                </a:lnTo>
                <a:lnTo>
                  <a:pt x="323634" y="23228"/>
                </a:lnTo>
                <a:lnTo>
                  <a:pt x="354850" y="23228"/>
                </a:lnTo>
                <a:lnTo>
                  <a:pt x="354850" y="34074"/>
                </a:lnTo>
                <a:lnTo>
                  <a:pt x="352463" y="48793"/>
                </a:lnTo>
                <a:lnTo>
                  <a:pt x="345681" y="62839"/>
                </a:lnTo>
                <a:lnTo>
                  <a:pt x="335076" y="74917"/>
                </a:lnTo>
                <a:lnTo>
                  <a:pt x="321208" y="83667"/>
                </a:lnTo>
                <a:lnTo>
                  <a:pt x="327469" y="92735"/>
                </a:lnTo>
                <a:lnTo>
                  <a:pt x="338670" y="85953"/>
                </a:lnTo>
                <a:lnTo>
                  <a:pt x="348056" y="77025"/>
                </a:lnTo>
                <a:lnTo>
                  <a:pt x="355434" y="66433"/>
                </a:lnTo>
                <a:lnTo>
                  <a:pt x="360654" y="54622"/>
                </a:lnTo>
                <a:lnTo>
                  <a:pt x="365747" y="65100"/>
                </a:lnTo>
                <a:lnTo>
                  <a:pt x="372808" y="74510"/>
                </a:lnTo>
                <a:lnTo>
                  <a:pt x="381711" y="82461"/>
                </a:lnTo>
                <a:lnTo>
                  <a:pt x="392366" y="88519"/>
                </a:lnTo>
                <a:lnTo>
                  <a:pt x="398564" y="79705"/>
                </a:lnTo>
                <a:close/>
              </a:path>
              <a:path w="454659" h="159385">
                <a:moveTo>
                  <a:pt x="423583" y="3632"/>
                </a:moveTo>
                <a:lnTo>
                  <a:pt x="412534" y="3632"/>
                </a:lnTo>
                <a:lnTo>
                  <a:pt x="412534" y="41605"/>
                </a:lnTo>
                <a:lnTo>
                  <a:pt x="385864" y="41605"/>
                </a:lnTo>
                <a:lnTo>
                  <a:pt x="385864" y="51181"/>
                </a:lnTo>
                <a:lnTo>
                  <a:pt x="412534" y="51181"/>
                </a:lnTo>
                <a:lnTo>
                  <a:pt x="412534" y="95859"/>
                </a:lnTo>
                <a:lnTo>
                  <a:pt x="423583" y="95859"/>
                </a:lnTo>
                <a:lnTo>
                  <a:pt x="423583" y="3632"/>
                </a:lnTo>
                <a:close/>
              </a:path>
              <a:path w="454659" h="159385">
                <a:moveTo>
                  <a:pt x="454279" y="104851"/>
                </a:moveTo>
                <a:lnTo>
                  <a:pt x="347827" y="104851"/>
                </a:lnTo>
                <a:lnTo>
                  <a:pt x="347827" y="114427"/>
                </a:lnTo>
                <a:lnTo>
                  <a:pt x="443179" y="114427"/>
                </a:lnTo>
                <a:lnTo>
                  <a:pt x="443179" y="159296"/>
                </a:lnTo>
                <a:lnTo>
                  <a:pt x="454279" y="159296"/>
                </a:lnTo>
                <a:lnTo>
                  <a:pt x="454279" y="104851"/>
                </a:lnTo>
                <a:close/>
              </a:path>
              <a:path w="454659" h="159385">
                <a:moveTo>
                  <a:pt x="454279" y="0"/>
                </a:moveTo>
                <a:lnTo>
                  <a:pt x="443496" y="0"/>
                </a:lnTo>
                <a:lnTo>
                  <a:pt x="443496" y="97383"/>
                </a:lnTo>
                <a:lnTo>
                  <a:pt x="454279" y="97383"/>
                </a:lnTo>
                <a:lnTo>
                  <a:pt x="4542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9" name="object 229" descr=""/>
          <p:cNvGrpSpPr/>
          <p:nvPr/>
        </p:nvGrpSpPr>
        <p:grpSpPr>
          <a:xfrm>
            <a:off x="10380147" y="4680801"/>
            <a:ext cx="575945" cy="172720"/>
            <a:chOff x="10380147" y="4680801"/>
            <a:chExt cx="575945" cy="172720"/>
          </a:xfrm>
        </p:grpSpPr>
        <p:sp>
          <p:nvSpPr>
            <p:cNvPr id="230" name="object 230" descr=""/>
            <p:cNvSpPr/>
            <p:nvPr/>
          </p:nvSpPr>
          <p:spPr>
            <a:xfrm>
              <a:off x="10380142" y="4696472"/>
              <a:ext cx="146050" cy="123189"/>
            </a:xfrm>
            <a:custGeom>
              <a:avLst/>
              <a:gdLst/>
              <a:ahLst/>
              <a:cxnLst/>
              <a:rect l="l" t="t" r="r" b="b"/>
              <a:pathLst>
                <a:path w="146050" h="123189">
                  <a:moveTo>
                    <a:pt x="128663" y="72377"/>
                  </a:moveTo>
                  <a:lnTo>
                    <a:pt x="30886" y="72377"/>
                  </a:lnTo>
                  <a:lnTo>
                    <a:pt x="30886" y="44437"/>
                  </a:lnTo>
                  <a:lnTo>
                    <a:pt x="123431" y="44437"/>
                  </a:lnTo>
                  <a:lnTo>
                    <a:pt x="123431" y="35547"/>
                  </a:lnTo>
                  <a:lnTo>
                    <a:pt x="30886" y="35547"/>
                  </a:lnTo>
                  <a:lnTo>
                    <a:pt x="30886" y="8877"/>
                  </a:lnTo>
                  <a:lnTo>
                    <a:pt x="126746" y="8877"/>
                  </a:lnTo>
                  <a:lnTo>
                    <a:pt x="126746" y="0"/>
                  </a:lnTo>
                  <a:lnTo>
                    <a:pt x="19405" y="0"/>
                  </a:lnTo>
                  <a:lnTo>
                    <a:pt x="19405" y="8877"/>
                  </a:lnTo>
                  <a:lnTo>
                    <a:pt x="19405" y="35547"/>
                  </a:lnTo>
                  <a:lnTo>
                    <a:pt x="19405" y="44437"/>
                  </a:lnTo>
                  <a:lnTo>
                    <a:pt x="19405" y="72377"/>
                  </a:lnTo>
                  <a:lnTo>
                    <a:pt x="19405" y="81267"/>
                  </a:lnTo>
                  <a:lnTo>
                    <a:pt x="128663" y="81267"/>
                  </a:lnTo>
                  <a:lnTo>
                    <a:pt x="128663" y="72377"/>
                  </a:lnTo>
                  <a:close/>
                </a:path>
                <a:path w="146050" h="123189">
                  <a:moveTo>
                    <a:pt x="145834" y="113068"/>
                  </a:moveTo>
                  <a:lnTo>
                    <a:pt x="0" y="113068"/>
                  </a:lnTo>
                  <a:lnTo>
                    <a:pt x="0" y="122821"/>
                  </a:lnTo>
                  <a:lnTo>
                    <a:pt x="145834" y="122821"/>
                  </a:lnTo>
                  <a:lnTo>
                    <a:pt x="145834" y="113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0550995" y="4680801"/>
              <a:ext cx="243668" cy="172508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0821980" y="4681503"/>
              <a:ext cx="133768" cy="159297"/>
            </a:xfrm>
            <a:prstGeom prst="rect">
              <a:avLst/>
            </a:prstGeom>
          </p:spPr>
        </p:pic>
      </p:grpSp>
      <p:pic>
        <p:nvPicPr>
          <p:cNvPr id="233" name="object 233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11025571" y="4681503"/>
            <a:ext cx="293065" cy="159233"/>
          </a:xfrm>
          <a:prstGeom prst="rect">
            <a:avLst/>
          </a:prstGeom>
        </p:spPr>
      </p:pic>
      <p:grpSp>
        <p:nvGrpSpPr>
          <p:cNvPr id="234" name="object 234" descr=""/>
          <p:cNvGrpSpPr/>
          <p:nvPr/>
        </p:nvGrpSpPr>
        <p:grpSpPr>
          <a:xfrm>
            <a:off x="11396348" y="4695991"/>
            <a:ext cx="144145" cy="133350"/>
            <a:chOff x="11396348" y="4695991"/>
            <a:chExt cx="144145" cy="133350"/>
          </a:xfrm>
        </p:grpSpPr>
        <p:pic>
          <p:nvPicPr>
            <p:cNvPr id="235" name="object 235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1396348" y="4695991"/>
              <a:ext cx="99688" cy="132938"/>
            </a:xfrm>
            <a:prstGeom prst="rect">
              <a:avLst/>
            </a:prstGeom>
          </p:spPr>
        </p:pic>
        <p:sp>
          <p:nvSpPr>
            <p:cNvPr id="236" name="object 236" descr=""/>
            <p:cNvSpPr/>
            <p:nvPr/>
          </p:nvSpPr>
          <p:spPr>
            <a:xfrm>
              <a:off x="11527053" y="4695991"/>
              <a:ext cx="13335" cy="130810"/>
            </a:xfrm>
            <a:custGeom>
              <a:avLst/>
              <a:gdLst/>
              <a:ahLst/>
              <a:cxnLst/>
              <a:rect l="l" t="t" r="r" b="b"/>
              <a:pathLst>
                <a:path w="13334" h="130810">
                  <a:moveTo>
                    <a:pt x="12828" y="0"/>
                  </a:moveTo>
                  <a:lnTo>
                    <a:pt x="0" y="0"/>
                  </a:lnTo>
                  <a:lnTo>
                    <a:pt x="0" y="130705"/>
                  </a:lnTo>
                  <a:lnTo>
                    <a:pt x="12828" y="130705"/>
                  </a:lnTo>
                  <a:lnTo>
                    <a:pt x="12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 descr=""/>
          <p:cNvSpPr/>
          <p:nvPr/>
        </p:nvSpPr>
        <p:spPr>
          <a:xfrm>
            <a:off x="11606937" y="4681511"/>
            <a:ext cx="770255" cy="159385"/>
          </a:xfrm>
          <a:custGeom>
            <a:avLst/>
            <a:gdLst/>
            <a:ahLst/>
            <a:cxnLst/>
            <a:rect l="l" t="t" r="r" b="b"/>
            <a:pathLst>
              <a:path w="770254" h="159385">
                <a:moveTo>
                  <a:pt x="92290" y="76644"/>
                </a:moveTo>
                <a:lnTo>
                  <a:pt x="76466" y="68541"/>
                </a:lnTo>
                <a:lnTo>
                  <a:pt x="63563" y="56743"/>
                </a:lnTo>
                <a:lnTo>
                  <a:pt x="58064" y="47548"/>
                </a:lnTo>
                <a:lnTo>
                  <a:pt x="54876" y="42227"/>
                </a:lnTo>
                <a:lnTo>
                  <a:pt x="51689" y="25971"/>
                </a:lnTo>
                <a:lnTo>
                  <a:pt x="51689" y="8102"/>
                </a:lnTo>
                <a:lnTo>
                  <a:pt x="40716" y="8102"/>
                </a:lnTo>
                <a:lnTo>
                  <a:pt x="28981" y="59347"/>
                </a:lnTo>
                <a:lnTo>
                  <a:pt x="0" y="80924"/>
                </a:lnTo>
                <a:lnTo>
                  <a:pt x="6121" y="90119"/>
                </a:lnTo>
                <a:lnTo>
                  <a:pt x="19380" y="83096"/>
                </a:lnTo>
                <a:lnTo>
                  <a:pt x="30861" y="73444"/>
                </a:lnTo>
                <a:lnTo>
                  <a:pt x="40093" y="61493"/>
                </a:lnTo>
                <a:lnTo>
                  <a:pt x="46583" y="47548"/>
                </a:lnTo>
                <a:lnTo>
                  <a:pt x="53162" y="59944"/>
                </a:lnTo>
                <a:lnTo>
                  <a:pt x="62230" y="70675"/>
                </a:lnTo>
                <a:lnTo>
                  <a:pt x="73329" y="79375"/>
                </a:lnTo>
                <a:lnTo>
                  <a:pt x="85966" y="85712"/>
                </a:lnTo>
                <a:lnTo>
                  <a:pt x="92290" y="76644"/>
                </a:lnTo>
                <a:close/>
              </a:path>
              <a:path w="770254" h="159385">
                <a:moveTo>
                  <a:pt x="125412" y="130378"/>
                </a:moveTo>
                <a:lnTo>
                  <a:pt x="121818" y="118389"/>
                </a:lnTo>
                <a:lnTo>
                  <a:pt x="114363" y="111937"/>
                </a:lnTo>
                <a:lnTo>
                  <a:pt x="114363" y="130378"/>
                </a:lnTo>
                <a:lnTo>
                  <a:pt x="111493" y="138417"/>
                </a:lnTo>
                <a:lnTo>
                  <a:pt x="103289" y="144437"/>
                </a:lnTo>
                <a:lnTo>
                  <a:pt x="90373" y="148247"/>
                </a:lnTo>
                <a:lnTo>
                  <a:pt x="73393" y="149593"/>
                </a:lnTo>
                <a:lnTo>
                  <a:pt x="56349" y="148247"/>
                </a:lnTo>
                <a:lnTo>
                  <a:pt x="43395" y="144437"/>
                </a:lnTo>
                <a:lnTo>
                  <a:pt x="35179" y="138417"/>
                </a:lnTo>
                <a:lnTo>
                  <a:pt x="32359" y="130378"/>
                </a:lnTo>
                <a:lnTo>
                  <a:pt x="35179" y="122491"/>
                </a:lnTo>
                <a:lnTo>
                  <a:pt x="43395" y="116497"/>
                </a:lnTo>
                <a:lnTo>
                  <a:pt x="56349" y="112699"/>
                </a:lnTo>
                <a:lnTo>
                  <a:pt x="73393" y="111366"/>
                </a:lnTo>
                <a:lnTo>
                  <a:pt x="90373" y="112699"/>
                </a:lnTo>
                <a:lnTo>
                  <a:pt x="103289" y="116497"/>
                </a:lnTo>
                <a:lnTo>
                  <a:pt x="111493" y="122491"/>
                </a:lnTo>
                <a:lnTo>
                  <a:pt x="114363" y="130378"/>
                </a:lnTo>
                <a:lnTo>
                  <a:pt x="114363" y="111937"/>
                </a:lnTo>
                <a:lnTo>
                  <a:pt x="113715" y="111366"/>
                </a:lnTo>
                <a:lnTo>
                  <a:pt x="111556" y="109486"/>
                </a:lnTo>
                <a:lnTo>
                  <a:pt x="95211" y="103949"/>
                </a:lnTo>
                <a:lnTo>
                  <a:pt x="73393" y="102044"/>
                </a:lnTo>
                <a:lnTo>
                  <a:pt x="51435" y="103949"/>
                </a:lnTo>
                <a:lnTo>
                  <a:pt x="34975" y="109486"/>
                </a:lnTo>
                <a:lnTo>
                  <a:pt x="24663" y="118389"/>
                </a:lnTo>
                <a:lnTo>
                  <a:pt x="21120" y="130378"/>
                </a:lnTo>
                <a:lnTo>
                  <a:pt x="24663" y="142468"/>
                </a:lnTo>
                <a:lnTo>
                  <a:pt x="34975" y="151384"/>
                </a:lnTo>
                <a:lnTo>
                  <a:pt x="51435" y="156895"/>
                </a:lnTo>
                <a:lnTo>
                  <a:pt x="73393" y="158788"/>
                </a:lnTo>
                <a:lnTo>
                  <a:pt x="95211" y="156895"/>
                </a:lnTo>
                <a:lnTo>
                  <a:pt x="111556" y="151384"/>
                </a:lnTo>
                <a:lnTo>
                  <a:pt x="113614" y="149593"/>
                </a:lnTo>
                <a:lnTo>
                  <a:pt x="121818" y="142468"/>
                </a:lnTo>
                <a:lnTo>
                  <a:pt x="125412" y="130378"/>
                </a:lnTo>
                <a:close/>
              </a:path>
              <a:path w="770254" h="159385">
                <a:moveTo>
                  <a:pt x="148704" y="42887"/>
                </a:moveTo>
                <a:lnTo>
                  <a:pt x="124066" y="42887"/>
                </a:lnTo>
                <a:lnTo>
                  <a:pt x="124066" y="0"/>
                </a:lnTo>
                <a:lnTo>
                  <a:pt x="112649" y="0"/>
                </a:lnTo>
                <a:lnTo>
                  <a:pt x="112649" y="97713"/>
                </a:lnTo>
                <a:lnTo>
                  <a:pt x="124066" y="97713"/>
                </a:lnTo>
                <a:lnTo>
                  <a:pt x="124066" y="52590"/>
                </a:lnTo>
                <a:lnTo>
                  <a:pt x="148704" y="52590"/>
                </a:lnTo>
                <a:lnTo>
                  <a:pt x="148704" y="42887"/>
                </a:lnTo>
                <a:close/>
              </a:path>
              <a:path w="770254" h="159385">
                <a:moveTo>
                  <a:pt x="297091" y="24701"/>
                </a:moveTo>
                <a:lnTo>
                  <a:pt x="238048" y="24701"/>
                </a:lnTo>
                <a:lnTo>
                  <a:pt x="238048" y="2997"/>
                </a:lnTo>
                <a:lnTo>
                  <a:pt x="226822" y="2997"/>
                </a:lnTo>
                <a:lnTo>
                  <a:pt x="226822" y="24701"/>
                </a:lnTo>
                <a:lnTo>
                  <a:pt x="167398" y="24701"/>
                </a:lnTo>
                <a:lnTo>
                  <a:pt x="167398" y="34391"/>
                </a:lnTo>
                <a:lnTo>
                  <a:pt x="297091" y="34391"/>
                </a:lnTo>
                <a:lnTo>
                  <a:pt x="297091" y="24701"/>
                </a:lnTo>
                <a:close/>
              </a:path>
              <a:path w="770254" h="159385">
                <a:moveTo>
                  <a:pt x="305701" y="129997"/>
                </a:moveTo>
                <a:lnTo>
                  <a:pt x="238048" y="129997"/>
                </a:lnTo>
                <a:lnTo>
                  <a:pt x="238048" y="106324"/>
                </a:lnTo>
                <a:lnTo>
                  <a:pt x="257098" y="103670"/>
                </a:lnTo>
                <a:lnTo>
                  <a:pt x="257238" y="103670"/>
                </a:lnTo>
                <a:lnTo>
                  <a:pt x="271767" y="97586"/>
                </a:lnTo>
                <a:lnTo>
                  <a:pt x="272313" y="97066"/>
                </a:lnTo>
                <a:lnTo>
                  <a:pt x="280987" y="88366"/>
                </a:lnTo>
                <a:lnTo>
                  <a:pt x="284200" y="76263"/>
                </a:lnTo>
                <a:lnTo>
                  <a:pt x="280581" y="63627"/>
                </a:lnTo>
                <a:lnTo>
                  <a:pt x="272707" y="56502"/>
                </a:lnTo>
                <a:lnTo>
                  <a:pt x="272707" y="76263"/>
                </a:lnTo>
                <a:lnTo>
                  <a:pt x="269875" y="84950"/>
                </a:lnTo>
                <a:lnTo>
                  <a:pt x="261772" y="91478"/>
                </a:lnTo>
                <a:lnTo>
                  <a:pt x="249072" y="95605"/>
                </a:lnTo>
                <a:lnTo>
                  <a:pt x="232371" y="97066"/>
                </a:lnTo>
                <a:lnTo>
                  <a:pt x="215633" y="95605"/>
                </a:lnTo>
                <a:lnTo>
                  <a:pt x="202895" y="91478"/>
                </a:lnTo>
                <a:lnTo>
                  <a:pt x="194818" y="84950"/>
                </a:lnTo>
                <a:lnTo>
                  <a:pt x="192036" y="76263"/>
                </a:lnTo>
                <a:lnTo>
                  <a:pt x="194818" y="67652"/>
                </a:lnTo>
                <a:lnTo>
                  <a:pt x="202895" y="61137"/>
                </a:lnTo>
                <a:lnTo>
                  <a:pt x="215633" y="57023"/>
                </a:lnTo>
                <a:lnTo>
                  <a:pt x="232371" y="55587"/>
                </a:lnTo>
                <a:lnTo>
                  <a:pt x="249072" y="57023"/>
                </a:lnTo>
                <a:lnTo>
                  <a:pt x="261772" y="61137"/>
                </a:lnTo>
                <a:lnTo>
                  <a:pt x="269875" y="67652"/>
                </a:lnTo>
                <a:lnTo>
                  <a:pt x="272707" y="76263"/>
                </a:lnTo>
                <a:lnTo>
                  <a:pt x="272707" y="56502"/>
                </a:lnTo>
                <a:lnTo>
                  <a:pt x="271703" y="55587"/>
                </a:lnTo>
                <a:lnTo>
                  <a:pt x="270230" y="54241"/>
                </a:lnTo>
                <a:lnTo>
                  <a:pt x="253911" y="48399"/>
                </a:lnTo>
                <a:lnTo>
                  <a:pt x="232371" y="46393"/>
                </a:lnTo>
                <a:lnTo>
                  <a:pt x="210769" y="48399"/>
                </a:lnTo>
                <a:lnTo>
                  <a:pt x="194487" y="54241"/>
                </a:lnTo>
                <a:lnTo>
                  <a:pt x="184226" y="63627"/>
                </a:lnTo>
                <a:lnTo>
                  <a:pt x="180682" y="76263"/>
                </a:lnTo>
                <a:lnTo>
                  <a:pt x="183819" y="88366"/>
                </a:lnTo>
                <a:lnTo>
                  <a:pt x="192951" y="97586"/>
                </a:lnTo>
                <a:lnTo>
                  <a:pt x="207479" y="103670"/>
                </a:lnTo>
                <a:lnTo>
                  <a:pt x="226822" y="106324"/>
                </a:lnTo>
                <a:lnTo>
                  <a:pt x="226822" y="129997"/>
                </a:lnTo>
                <a:lnTo>
                  <a:pt x="159867" y="129997"/>
                </a:lnTo>
                <a:lnTo>
                  <a:pt x="159867" y="139636"/>
                </a:lnTo>
                <a:lnTo>
                  <a:pt x="305701" y="139636"/>
                </a:lnTo>
                <a:lnTo>
                  <a:pt x="305701" y="129997"/>
                </a:lnTo>
                <a:close/>
              </a:path>
              <a:path w="770254" h="159385">
                <a:moveTo>
                  <a:pt x="411962" y="79768"/>
                </a:moveTo>
                <a:lnTo>
                  <a:pt x="396087" y="71755"/>
                </a:lnTo>
                <a:lnTo>
                  <a:pt x="383451" y="60325"/>
                </a:lnTo>
                <a:lnTo>
                  <a:pt x="378129" y="51371"/>
                </a:lnTo>
                <a:lnTo>
                  <a:pt x="375094" y="46278"/>
                </a:lnTo>
                <a:lnTo>
                  <a:pt x="372084" y="30505"/>
                </a:lnTo>
                <a:lnTo>
                  <a:pt x="372071" y="21310"/>
                </a:lnTo>
                <a:lnTo>
                  <a:pt x="409092" y="21310"/>
                </a:lnTo>
                <a:lnTo>
                  <a:pt x="409092" y="11734"/>
                </a:lnTo>
                <a:lnTo>
                  <a:pt x="323380" y="11734"/>
                </a:lnTo>
                <a:lnTo>
                  <a:pt x="323380" y="21310"/>
                </a:lnTo>
                <a:lnTo>
                  <a:pt x="360972" y="21310"/>
                </a:lnTo>
                <a:lnTo>
                  <a:pt x="360972" y="30505"/>
                </a:lnTo>
                <a:lnTo>
                  <a:pt x="357708" y="47523"/>
                </a:lnTo>
                <a:lnTo>
                  <a:pt x="348907" y="62509"/>
                </a:lnTo>
                <a:lnTo>
                  <a:pt x="335800" y="74625"/>
                </a:lnTo>
                <a:lnTo>
                  <a:pt x="319620" y="83032"/>
                </a:lnTo>
                <a:lnTo>
                  <a:pt x="325805" y="91897"/>
                </a:lnTo>
                <a:lnTo>
                  <a:pt x="339128" y="85267"/>
                </a:lnTo>
                <a:lnTo>
                  <a:pt x="350723" y="76085"/>
                </a:lnTo>
                <a:lnTo>
                  <a:pt x="360045" y="64693"/>
                </a:lnTo>
                <a:lnTo>
                  <a:pt x="366585" y="51371"/>
                </a:lnTo>
                <a:lnTo>
                  <a:pt x="373024" y="63512"/>
                </a:lnTo>
                <a:lnTo>
                  <a:pt x="382003" y="73977"/>
                </a:lnTo>
                <a:lnTo>
                  <a:pt x="393166" y="82461"/>
                </a:lnTo>
                <a:lnTo>
                  <a:pt x="406095" y="88646"/>
                </a:lnTo>
                <a:lnTo>
                  <a:pt x="411962" y="79768"/>
                </a:lnTo>
                <a:close/>
              </a:path>
              <a:path w="770254" h="159385">
                <a:moveTo>
                  <a:pt x="443687" y="104851"/>
                </a:moveTo>
                <a:lnTo>
                  <a:pt x="340360" y="104851"/>
                </a:lnTo>
                <a:lnTo>
                  <a:pt x="340360" y="114427"/>
                </a:lnTo>
                <a:lnTo>
                  <a:pt x="432257" y="114427"/>
                </a:lnTo>
                <a:lnTo>
                  <a:pt x="432257" y="159296"/>
                </a:lnTo>
                <a:lnTo>
                  <a:pt x="443687" y="159296"/>
                </a:lnTo>
                <a:lnTo>
                  <a:pt x="443687" y="104851"/>
                </a:lnTo>
                <a:close/>
              </a:path>
              <a:path w="770254" h="159385">
                <a:moveTo>
                  <a:pt x="468325" y="43205"/>
                </a:moveTo>
                <a:lnTo>
                  <a:pt x="443687" y="43205"/>
                </a:lnTo>
                <a:lnTo>
                  <a:pt x="443687" y="0"/>
                </a:lnTo>
                <a:lnTo>
                  <a:pt x="432257" y="0"/>
                </a:lnTo>
                <a:lnTo>
                  <a:pt x="432257" y="95923"/>
                </a:lnTo>
                <a:lnTo>
                  <a:pt x="443687" y="95923"/>
                </a:lnTo>
                <a:lnTo>
                  <a:pt x="443687" y="53035"/>
                </a:lnTo>
                <a:lnTo>
                  <a:pt x="468325" y="53035"/>
                </a:lnTo>
                <a:lnTo>
                  <a:pt x="468325" y="43205"/>
                </a:lnTo>
                <a:close/>
              </a:path>
              <a:path w="770254" h="159385">
                <a:moveTo>
                  <a:pt x="606615" y="130708"/>
                </a:moveTo>
                <a:lnTo>
                  <a:pt x="602856" y="118783"/>
                </a:lnTo>
                <a:lnTo>
                  <a:pt x="595261" y="112623"/>
                </a:lnTo>
                <a:lnTo>
                  <a:pt x="595261" y="130708"/>
                </a:lnTo>
                <a:lnTo>
                  <a:pt x="592162" y="138696"/>
                </a:lnTo>
                <a:lnTo>
                  <a:pt x="583514" y="144678"/>
                </a:lnTo>
                <a:lnTo>
                  <a:pt x="569899" y="148424"/>
                </a:lnTo>
                <a:lnTo>
                  <a:pt x="551992" y="149656"/>
                </a:lnTo>
                <a:lnTo>
                  <a:pt x="533996" y="148424"/>
                </a:lnTo>
                <a:lnTo>
                  <a:pt x="520395" y="144678"/>
                </a:lnTo>
                <a:lnTo>
                  <a:pt x="511784" y="138696"/>
                </a:lnTo>
                <a:lnTo>
                  <a:pt x="508850" y="130708"/>
                </a:lnTo>
                <a:lnTo>
                  <a:pt x="511784" y="122859"/>
                </a:lnTo>
                <a:lnTo>
                  <a:pt x="520395" y="116928"/>
                </a:lnTo>
                <a:lnTo>
                  <a:pt x="533996" y="113157"/>
                </a:lnTo>
                <a:lnTo>
                  <a:pt x="551992" y="111810"/>
                </a:lnTo>
                <a:lnTo>
                  <a:pt x="569899" y="113157"/>
                </a:lnTo>
                <a:lnTo>
                  <a:pt x="583514" y="116928"/>
                </a:lnTo>
                <a:lnTo>
                  <a:pt x="592162" y="122859"/>
                </a:lnTo>
                <a:lnTo>
                  <a:pt x="595261" y="130708"/>
                </a:lnTo>
                <a:lnTo>
                  <a:pt x="595261" y="112623"/>
                </a:lnTo>
                <a:lnTo>
                  <a:pt x="594271" y="111810"/>
                </a:lnTo>
                <a:lnTo>
                  <a:pt x="592086" y="110045"/>
                </a:lnTo>
                <a:lnTo>
                  <a:pt x="574916" y="104673"/>
                </a:lnTo>
                <a:lnTo>
                  <a:pt x="551992" y="102882"/>
                </a:lnTo>
                <a:lnTo>
                  <a:pt x="528942" y="104673"/>
                </a:lnTo>
                <a:lnTo>
                  <a:pt x="511733" y="110045"/>
                </a:lnTo>
                <a:lnTo>
                  <a:pt x="500964" y="118783"/>
                </a:lnTo>
                <a:lnTo>
                  <a:pt x="497230" y="130708"/>
                </a:lnTo>
                <a:lnTo>
                  <a:pt x="500964" y="142748"/>
                </a:lnTo>
                <a:lnTo>
                  <a:pt x="511733" y="151574"/>
                </a:lnTo>
                <a:lnTo>
                  <a:pt x="528942" y="156997"/>
                </a:lnTo>
                <a:lnTo>
                  <a:pt x="551992" y="158851"/>
                </a:lnTo>
                <a:lnTo>
                  <a:pt x="574916" y="156997"/>
                </a:lnTo>
                <a:lnTo>
                  <a:pt x="592086" y="151574"/>
                </a:lnTo>
                <a:lnTo>
                  <a:pt x="594423" y="149656"/>
                </a:lnTo>
                <a:lnTo>
                  <a:pt x="602856" y="142748"/>
                </a:lnTo>
                <a:lnTo>
                  <a:pt x="606615" y="130708"/>
                </a:lnTo>
                <a:close/>
              </a:path>
              <a:path w="770254" h="159385">
                <a:moveTo>
                  <a:pt x="624611" y="79895"/>
                </a:moveTo>
                <a:lnTo>
                  <a:pt x="587667" y="79895"/>
                </a:lnTo>
                <a:lnTo>
                  <a:pt x="587667" y="59347"/>
                </a:lnTo>
                <a:lnTo>
                  <a:pt x="587667" y="56095"/>
                </a:lnTo>
                <a:lnTo>
                  <a:pt x="607707" y="32423"/>
                </a:lnTo>
                <a:lnTo>
                  <a:pt x="603846" y="20027"/>
                </a:lnTo>
                <a:lnTo>
                  <a:pt x="596150" y="13677"/>
                </a:lnTo>
                <a:lnTo>
                  <a:pt x="596150" y="32423"/>
                </a:lnTo>
                <a:lnTo>
                  <a:pt x="593039" y="40830"/>
                </a:lnTo>
                <a:lnTo>
                  <a:pt x="584161" y="47129"/>
                </a:lnTo>
                <a:lnTo>
                  <a:pt x="576427" y="49339"/>
                </a:lnTo>
                <a:lnTo>
                  <a:pt x="576427" y="59347"/>
                </a:lnTo>
                <a:lnTo>
                  <a:pt x="576427" y="79895"/>
                </a:lnTo>
                <a:lnTo>
                  <a:pt x="527799" y="79895"/>
                </a:lnTo>
                <a:lnTo>
                  <a:pt x="527799" y="59347"/>
                </a:lnTo>
                <a:lnTo>
                  <a:pt x="534822" y="60693"/>
                </a:lnTo>
                <a:lnTo>
                  <a:pt x="542925" y="61391"/>
                </a:lnTo>
                <a:lnTo>
                  <a:pt x="561047" y="61391"/>
                </a:lnTo>
                <a:lnTo>
                  <a:pt x="569290" y="60693"/>
                </a:lnTo>
                <a:lnTo>
                  <a:pt x="576110" y="59347"/>
                </a:lnTo>
                <a:lnTo>
                  <a:pt x="576427" y="59347"/>
                </a:lnTo>
                <a:lnTo>
                  <a:pt x="576427" y="49339"/>
                </a:lnTo>
                <a:lnTo>
                  <a:pt x="570230" y="51092"/>
                </a:lnTo>
                <a:lnTo>
                  <a:pt x="551929" y="52463"/>
                </a:lnTo>
                <a:lnTo>
                  <a:pt x="533603" y="51092"/>
                </a:lnTo>
                <a:lnTo>
                  <a:pt x="519684" y="47129"/>
                </a:lnTo>
                <a:lnTo>
                  <a:pt x="510857" y="40830"/>
                </a:lnTo>
                <a:lnTo>
                  <a:pt x="507822" y="32423"/>
                </a:lnTo>
                <a:lnTo>
                  <a:pt x="510857" y="24053"/>
                </a:lnTo>
                <a:lnTo>
                  <a:pt x="519684" y="17729"/>
                </a:lnTo>
                <a:lnTo>
                  <a:pt x="533603" y="13716"/>
                </a:lnTo>
                <a:lnTo>
                  <a:pt x="551929" y="12319"/>
                </a:lnTo>
                <a:lnTo>
                  <a:pt x="570230" y="13716"/>
                </a:lnTo>
                <a:lnTo>
                  <a:pt x="584161" y="17729"/>
                </a:lnTo>
                <a:lnTo>
                  <a:pt x="593039" y="24053"/>
                </a:lnTo>
                <a:lnTo>
                  <a:pt x="596150" y="32423"/>
                </a:lnTo>
                <a:lnTo>
                  <a:pt x="596150" y="13677"/>
                </a:lnTo>
                <a:lnTo>
                  <a:pt x="594512" y="12319"/>
                </a:lnTo>
                <a:lnTo>
                  <a:pt x="592759" y="10871"/>
                </a:lnTo>
                <a:lnTo>
                  <a:pt x="575208" y="5194"/>
                </a:lnTo>
                <a:lnTo>
                  <a:pt x="551929" y="3251"/>
                </a:lnTo>
                <a:lnTo>
                  <a:pt x="528574" y="5194"/>
                </a:lnTo>
                <a:lnTo>
                  <a:pt x="511009" y="10871"/>
                </a:lnTo>
                <a:lnTo>
                  <a:pt x="499935" y="20027"/>
                </a:lnTo>
                <a:lnTo>
                  <a:pt x="496087" y="32423"/>
                </a:lnTo>
                <a:lnTo>
                  <a:pt x="497433" y="40068"/>
                </a:lnTo>
                <a:lnTo>
                  <a:pt x="501294" y="46482"/>
                </a:lnTo>
                <a:lnTo>
                  <a:pt x="501383" y="46621"/>
                </a:lnTo>
                <a:lnTo>
                  <a:pt x="507796" y="52044"/>
                </a:lnTo>
                <a:lnTo>
                  <a:pt x="516509" y="56286"/>
                </a:lnTo>
                <a:lnTo>
                  <a:pt x="516509" y="79895"/>
                </a:lnTo>
                <a:lnTo>
                  <a:pt x="479488" y="79895"/>
                </a:lnTo>
                <a:lnTo>
                  <a:pt x="479488" y="89344"/>
                </a:lnTo>
                <a:lnTo>
                  <a:pt x="624611" y="89344"/>
                </a:lnTo>
                <a:lnTo>
                  <a:pt x="624611" y="79895"/>
                </a:lnTo>
                <a:close/>
              </a:path>
              <a:path w="770254" h="159385">
                <a:moveTo>
                  <a:pt x="724179" y="17043"/>
                </a:moveTo>
                <a:lnTo>
                  <a:pt x="651548" y="17043"/>
                </a:lnTo>
                <a:lnTo>
                  <a:pt x="651548" y="26606"/>
                </a:lnTo>
                <a:lnTo>
                  <a:pt x="712876" y="26606"/>
                </a:lnTo>
                <a:lnTo>
                  <a:pt x="712165" y="34404"/>
                </a:lnTo>
                <a:lnTo>
                  <a:pt x="710984" y="42049"/>
                </a:lnTo>
                <a:lnTo>
                  <a:pt x="709295" y="49542"/>
                </a:lnTo>
                <a:lnTo>
                  <a:pt x="707072" y="56857"/>
                </a:lnTo>
                <a:lnTo>
                  <a:pt x="643636" y="61264"/>
                </a:lnTo>
                <a:lnTo>
                  <a:pt x="645807" y="71729"/>
                </a:lnTo>
                <a:lnTo>
                  <a:pt x="703376" y="66243"/>
                </a:lnTo>
                <a:lnTo>
                  <a:pt x="694004" y="82588"/>
                </a:lnTo>
                <a:lnTo>
                  <a:pt x="681037" y="97624"/>
                </a:lnTo>
                <a:lnTo>
                  <a:pt x="664210" y="111213"/>
                </a:lnTo>
                <a:lnTo>
                  <a:pt x="643255" y="123177"/>
                </a:lnTo>
                <a:lnTo>
                  <a:pt x="649566" y="132295"/>
                </a:lnTo>
                <a:lnTo>
                  <a:pt x="685228" y="108991"/>
                </a:lnTo>
                <a:lnTo>
                  <a:pt x="708177" y="81203"/>
                </a:lnTo>
                <a:lnTo>
                  <a:pt x="714095" y="66243"/>
                </a:lnTo>
                <a:lnTo>
                  <a:pt x="720471" y="50152"/>
                </a:lnTo>
                <a:lnTo>
                  <a:pt x="724179" y="17043"/>
                </a:lnTo>
                <a:close/>
              </a:path>
              <a:path w="770254" h="159385">
                <a:moveTo>
                  <a:pt x="770255" y="0"/>
                </a:moveTo>
                <a:lnTo>
                  <a:pt x="758901" y="0"/>
                </a:lnTo>
                <a:lnTo>
                  <a:pt x="758901" y="159296"/>
                </a:lnTo>
                <a:lnTo>
                  <a:pt x="770255" y="159296"/>
                </a:lnTo>
                <a:lnTo>
                  <a:pt x="7702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8" name="object 238" descr="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12450337" y="4681503"/>
            <a:ext cx="290449" cy="159489"/>
          </a:xfrm>
          <a:prstGeom prst="rect">
            <a:avLst/>
          </a:prstGeom>
        </p:spPr>
      </p:pic>
      <p:pic>
        <p:nvPicPr>
          <p:cNvPr id="239" name="object 239" descr="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12822965" y="4681503"/>
            <a:ext cx="132173" cy="158722"/>
          </a:xfrm>
          <a:prstGeom prst="rect">
            <a:avLst/>
          </a:prstGeom>
        </p:spPr>
      </p:pic>
      <p:sp>
        <p:nvSpPr>
          <p:cNvPr id="240" name="object 240" descr=""/>
          <p:cNvSpPr/>
          <p:nvPr/>
        </p:nvSpPr>
        <p:spPr>
          <a:xfrm>
            <a:off x="13018771" y="4681511"/>
            <a:ext cx="662940" cy="180975"/>
          </a:xfrm>
          <a:custGeom>
            <a:avLst/>
            <a:gdLst/>
            <a:ahLst/>
            <a:cxnLst/>
            <a:rect l="l" t="t" r="r" b="b"/>
            <a:pathLst>
              <a:path w="662940" h="180975">
                <a:moveTo>
                  <a:pt x="92290" y="76644"/>
                </a:moveTo>
                <a:lnTo>
                  <a:pt x="76466" y="68541"/>
                </a:lnTo>
                <a:lnTo>
                  <a:pt x="63563" y="56743"/>
                </a:lnTo>
                <a:lnTo>
                  <a:pt x="58064" y="47548"/>
                </a:lnTo>
                <a:lnTo>
                  <a:pt x="54876" y="42227"/>
                </a:lnTo>
                <a:lnTo>
                  <a:pt x="51701" y="25971"/>
                </a:lnTo>
                <a:lnTo>
                  <a:pt x="51701" y="8102"/>
                </a:lnTo>
                <a:lnTo>
                  <a:pt x="40716" y="8102"/>
                </a:lnTo>
                <a:lnTo>
                  <a:pt x="28981" y="59347"/>
                </a:lnTo>
                <a:lnTo>
                  <a:pt x="0" y="80924"/>
                </a:lnTo>
                <a:lnTo>
                  <a:pt x="6134" y="90119"/>
                </a:lnTo>
                <a:lnTo>
                  <a:pt x="19380" y="83096"/>
                </a:lnTo>
                <a:lnTo>
                  <a:pt x="30861" y="73444"/>
                </a:lnTo>
                <a:lnTo>
                  <a:pt x="40093" y="61493"/>
                </a:lnTo>
                <a:lnTo>
                  <a:pt x="46596" y="47548"/>
                </a:lnTo>
                <a:lnTo>
                  <a:pt x="53162" y="59944"/>
                </a:lnTo>
                <a:lnTo>
                  <a:pt x="62242" y="70675"/>
                </a:lnTo>
                <a:lnTo>
                  <a:pt x="73329" y="79375"/>
                </a:lnTo>
                <a:lnTo>
                  <a:pt x="85966" y="85712"/>
                </a:lnTo>
                <a:lnTo>
                  <a:pt x="92290" y="76644"/>
                </a:lnTo>
                <a:close/>
              </a:path>
              <a:path w="662940" h="180975">
                <a:moveTo>
                  <a:pt x="125412" y="130378"/>
                </a:moveTo>
                <a:lnTo>
                  <a:pt x="121831" y="118389"/>
                </a:lnTo>
                <a:lnTo>
                  <a:pt x="114376" y="111937"/>
                </a:lnTo>
                <a:lnTo>
                  <a:pt x="114376" y="130378"/>
                </a:lnTo>
                <a:lnTo>
                  <a:pt x="111493" y="138417"/>
                </a:lnTo>
                <a:lnTo>
                  <a:pt x="103289" y="144437"/>
                </a:lnTo>
                <a:lnTo>
                  <a:pt x="90385" y="148247"/>
                </a:lnTo>
                <a:lnTo>
                  <a:pt x="73393" y="149593"/>
                </a:lnTo>
                <a:lnTo>
                  <a:pt x="56362" y="148247"/>
                </a:lnTo>
                <a:lnTo>
                  <a:pt x="43408" y="144437"/>
                </a:lnTo>
                <a:lnTo>
                  <a:pt x="35179" y="138417"/>
                </a:lnTo>
                <a:lnTo>
                  <a:pt x="32359" y="130378"/>
                </a:lnTo>
                <a:lnTo>
                  <a:pt x="35179" y="122491"/>
                </a:lnTo>
                <a:lnTo>
                  <a:pt x="43408" y="116497"/>
                </a:lnTo>
                <a:lnTo>
                  <a:pt x="56362" y="112699"/>
                </a:lnTo>
                <a:lnTo>
                  <a:pt x="73393" y="111366"/>
                </a:lnTo>
                <a:lnTo>
                  <a:pt x="90385" y="112699"/>
                </a:lnTo>
                <a:lnTo>
                  <a:pt x="103289" y="116497"/>
                </a:lnTo>
                <a:lnTo>
                  <a:pt x="111493" y="122491"/>
                </a:lnTo>
                <a:lnTo>
                  <a:pt x="114376" y="130378"/>
                </a:lnTo>
                <a:lnTo>
                  <a:pt x="114376" y="111937"/>
                </a:lnTo>
                <a:lnTo>
                  <a:pt x="113728" y="111366"/>
                </a:lnTo>
                <a:lnTo>
                  <a:pt x="111569" y="109486"/>
                </a:lnTo>
                <a:lnTo>
                  <a:pt x="95224" y="103949"/>
                </a:lnTo>
                <a:lnTo>
                  <a:pt x="73393" y="102044"/>
                </a:lnTo>
                <a:lnTo>
                  <a:pt x="51435" y="103949"/>
                </a:lnTo>
                <a:lnTo>
                  <a:pt x="34988" y="109486"/>
                </a:lnTo>
                <a:lnTo>
                  <a:pt x="24676" y="118389"/>
                </a:lnTo>
                <a:lnTo>
                  <a:pt x="21132" y="130378"/>
                </a:lnTo>
                <a:lnTo>
                  <a:pt x="24676" y="142468"/>
                </a:lnTo>
                <a:lnTo>
                  <a:pt x="34988" y="151384"/>
                </a:lnTo>
                <a:lnTo>
                  <a:pt x="51435" y="156895"/>
                </a:lnTo>
                <a:lnTo>
                  <a:pt x="73393" y="158788"/>
                </a:lnTo>
                <a:lnTo>
                  <a:pt x="95224" y="156895"/>
                </a:lnTo>
                <a:lnTo>
                  <a:pt x="111569" y="151384"/>
                </a:lnTo>
                <a:lnTo>
                  <a:pt x="113626" y="149593"/>
                </a:lnTo>
                <a:lnTo>
                  <a:pt x="121831" y="142468"/>
                </a:lnTo>
                <a:lnTo>
                  <a:pt x="125412" y="130378"/>
                </a:lnTo>
                <a:close/>
              </a:path>
              <a:path w="662940" h="180975">
                <a:moveTo>
                  <a:pt x="148704" y="42887"/>
                </a:moveTo>
                <a:lnTo>
                  <a:pt x="124066" y="42887"/>
                </a:lnTo>
                <a:lnTo>
                  <a:pt x="124066" y="0"/>
                </a:lnTo>
                <a:lnTo>
                  <a:pt x="112649" y="0"/>
                </a:lnTo>
                <a:lnTo>
                  <a:pt x="112649" y="97713"/>
                </a:lnTo>
                <a:lnTo>
                  <a:pt x="124066" y="97713"/>
                </a:lnTo>
                <a:lnTo>
                  <a:pt x="124066" y="52590"/>
                </a:lnTo>
                <a:lnTo>
                  <a:pt x="148704" y="52590"/>
                </a:lnTo>
                <a:lnTo>
                  <a:pt x="148704" y="42887"/>
                </a:lnTo>
                <a:close/>
              </a:path>
              <a:path w="662940" h="180975">
                <a:moveTo>
                  <a:pt x="297091" y="24701"/>
                </a:moveTo>
                <a:lnTo>
                  <a:pt x="238061" y="24701"/>
                </a:lnTo>
                <a:lnTo>
                  <a:pt x="238061" y="2997"/>
                </a:lnTo>
                <a:lnTo>
                  <a:pt x="226822" y="2997"/>
                </a:lnTo>
                <a:lnTo>
                  <a:pt x="226822" y="24701"/>
                </a:lnTo>
                <a:lnTo>
                  <a:pt x="167411" y="24701"/>
                </a:lnTo>
                <a:lnTo>
                  <a:pt x="167411" y="34391"/>
                </a:lnTo>
                <a:lnTo>
                  <a:pt x="297091" y="34391"/>
                </a:lnTo>
                <a:lnTo>
                  <a:pt x="297091" y="24701"/>
                </a:lnTo>
                <a:close/>
              </a:path>
              <a:path w="662940" h="180975">
                <a:moveTo>
                  <a:pt x="305701" y="129997"/>
                </a:moveTo>
                <a:lnTo>
                  <a:pt x="238061" y="129997"/>
                </a:lnTo>
                <a:lnTo>
                  <a:pt x="238061" y="106324"/>
                </a:lnTo>
                <a:lnTo>
                  <a:pt x="257111" y="103670"/>
                </a:lnTo>
                <a:lnTo>
                  <a:pt x="257238" y="103670"/>
                </a:lnTo>
                <a:lnTo>
                  <a:pt x="271767" y="97586"/>
                </a:lnTo>
                <a:lnTo>
                  <a:pt x="272313" y="97066"/>
                </a:lnTo>
                <a:lnTo>
                  <a:pt x="280987" y="88366"/>
                </a:lnTo>
                <a:lnTo>
                  <a:pt x="284200" y="76263"/>
                </a:lnTo>
                <a:lnTo>
                  <a:pt x="280581" y="63627"/>
                </a:lnTo>
                <a:lnTo>
                  <a:pt x="272707" y="56502"/>
                </a:lnTo>
                <a:lnTo>
                  <a:pt x="272707" y="76263"/>
                </a:lnTo>
                <a:lnTo>
                  <a:pt x="269875" y="84950"/>
                </a:lnTo>
                <a:lnTo>
                  <a:pt x="261785" y="91478"/>
                </a:lnTo>
                <a:lnTo>
                  <a:pt x="249072" y="95605"/>
                </a:lnTo>
                <a:lnTo>
                  <a:pt x="232371" y="97066"/>
                </a:lnTo>
                <a:lnTo>
                  <a:pt x="215633" y="95605"/>
                </a:lnTo>
                <a:lnTo>
                  <a:pt x="202895" y="91478"/>
                </a:lnTo>
                <a:lnTo>
                  <a:pt x="194818" y="84950"/>
                </a:lnTo>
                <a:lnTo>
                  <a:pt x="192036" y="76263"/>
                </a:lnTo>
                <a:lnTo>
                  <a:pt x="194818" y="67652"/>
                </a:lnTo>
                <a:lnTo>
                  <a:pt x="202895" y="61137"/>
                </a:lnTo>
                <a:lnTo>
                  <a:pt x="215633" y="57023"/>
                </a:lnTo>
                <a:lnTo>
                  <a:pt x="232371" y="55587"/>
                </a:lnTo>
                <a:lnTo>
                  <a:pt x="249072" y="57023"/>
                </a:lnTo>
                <a:lnTo>
                  <a:pt x="261785" y="61137"/>
                </a:lnTo>
                <a:lnTo>
                  <a:pt x="269875" y="67652"/>
                </a:lnTo>
                <a:lnTo>
                  <a:pt x="272707" y="76263"/>
                </a:lnTo>
                <a:lnTo>
                  <a:pt x="272707" y="56502"/>
                </a:lnTo>
                <a:lnTo>
                  <a:pt x="271703" y="55587"/>
                </a:lnTo>
                <a:lnTo>
                  <a:pt x="270230" y="54241"/>
                </a:lnTo>
                <a:lnTo>
                  <a:pt x="253911" y="48399"/>
                </a:lnTo>
                <a:lnTo>
                  <a:pt x="232371" y="46393"/>
                </a:lnTo>
                <a:lnTo>
                  <a:pt x="210769" y="48399"/>
                </a:lnTo>
                <a:lnTo>
                  <a:pt x="194487" y="54241"/>
                </a:lnTo>
                <a:lnTo>
                  <a:pt x="184226" y="63627"/>
                </a:lnTo>
                <a:lnTo>
                  <a:pt x="180682" y="76263"/>
                </a:lnTo>
                <a:lnTo>
                  <a:pt x="183819" y="88366"/>
                </a:lnTo>
                <a:lnTo>
                  <a:pt x="192963" y="97586"/>
                </a:lnTo>
                <a:lnTo>
                  <a:pt x="207492" y="103670"/>
                </a:lnTo>
                <a:lnTo>
                  <a:pt x="226822" y="106324"/>
                </a:lnTo>
                <a:lnTo>
                  <a:pt x="226822" y="129997"/>
                </a:lnTo>
                <a:lnTo>
                  <a:pt x="159880" y="129997"/>
                </a:lnTo>
                <a:lnTo>
                  <a:pt x="159880" y="139636"/>
                </a:lnTo>
                <a:lnTo>
                  <a:pt x="305701" y="139636"/>
                </a:lnTo>
                <a:lnTo>
                  <a:pt x="305701" y="129997"/>
                </a:lnTo>
                <a:close/>
              </a:path>
              <a:path w="662940" h="180975">
                <a:moveTo>
                  <a:pt x="411975" y="79768"/>
                </a:moveTo>
                <a:lnTo>
                  <a:pt x="396100" y="71755"/>
                </a:lnTo>
                <a:lnTo>
                  <a:pt x="383451" y="60325"/>
                </a:lnTo>
                <a:lnTo>
                  <a:pt x="378129" y="51371"/>
                </a:lnTo>
                <a:lnTo>
                  <a:pt x="375094" y="46278"/>
                </a:lnTo>
                <a:lnTo>
                  <a:pt x="372097" y="30505"/>
                </a:lnTo>
                <a:lnTo>
                  <a:pt x="372084" y="21310"/>
                </a:lnTo>
                <a:lnTo>
                  <a:pt x="409092" y="21310"/>
                </a:lnTo>
                <a:lnTo>
                  <a:pt x="409092" y="11734"/>
                </a:lnTo>
                <a:lnTo>
                  <a:pt x="323380" y="11734"/>
                </a:lnTo>
                <a:lnTo>
                  <a:pt x="323380" y="21310"/>
                </a:lnTo>
                <a:lnTo>
                  <a:pt x="360972" y="21310"/>
                </a:lnTo>
                <a:lnTo>
                  <a:pt x="360972" y="30505"/>
                </a:lnTo>
                <a:lnTo>
                  <a:pt x="357708" y="47523"/>
                </a:lnTo>
                <a:lnTo>
                  <a:pt x="348919" y="62509"/>
                </a:lnTo>
                <a:lnTo>
                  <a:pt x="335813" y="74625"/>
                </a:lnTo>
                <a:lnTo>
                  <a:pt x="319620" y="83032"/>
                </a:lnTo>
                <a:lnTo>
                  <a:pt x="325805" y="91897"/>
                </a:lnTo>
                <a:lnTo>
                  <a:pt x="339140" y="85267"/>
                </a:lnTo>
                <a:lnTo>
                  <a:pt x="350723" y="76085"/>
                </a:lnTo>
                <a:lnTo>
                  <a:pt x="360045" y="64693"/>
                </a:lnTo>
                <a:lnTo>
                  <a:pt x="366598" y="51371"/>
                </a:lnTo>
                <a:lnTo>
                  <a:pt x="373024" y="63512"/>
                </a:lnTo>
                <a:lnTo>
                  <a:pt x="382016" y="73977"/>
                </a:lnTo>
                <a:lnTo>
                  <a:pt x="393166" y="82461"/>
                </a:lnTo>
                <a:lnTo>
                  <a:pt x="406095" y="88646"/>
                </a:lnTo>
                <a:lnTo>
                  <a:pt x="411975" y="79768"/>
                </a:lnTo>
                <a:close/>
              </a:path>
              <a:path w="662940" h="180975">
                <a:moveTo>
                  <a:pt x="443687" y="104851"/>
                </a:moveTo>
                <a:lnTo>
                  <a:pt x="340360" y="104851"/>
                </a:lnTo>
                <a:lnTo>
                  <a:pt x="340360" y="114427"/>
                </a:lnTo>
                <a:lnTo>
                  <a:pt x="432269" y="114427"/>
                </a:lnTo>
                <a:lnTo>
                  <a:pt x="432269" y="159296"/>
                </a:lnTo>
                <a:lnTo>
                  <a:pt x="443687" y="159296"/>
                </a:lnTo>
                <a:lnTo>
                  <a:pt x="443687" y="104851"/>
                </a:lnTo>
                <a:close/>
              </a:path>
              <a:path w="662940" h="180975">
                <a:moveTo>
                  <a:pt x="468325" y="43205"/>
                </a:moveTo>
                <a:lnTo>
                  <a:pt x="443687" y="43205"/>
                </a:lnTo>
                <a:lnTo>
                  <a:pt x="443687" y="0"/>
                </a:lnTo>
                <a:lnTo>
                  <a:pt x="432269" y="0"/>
                </a:lnTo>
                <a:lnTo>
                  <a:pt x="432269" y="95923"/>
                </a:lnTo>
                <a:lnTo>
                  <a:pt x="443687" y="95923"/>
                </a:lnTo>
                <a:lnTo>
                  <a:pt x="443687" y="53035"/>
                </a:lnTo>
                <a:lnTo>
                  <a:pt x="468325" y="53035"/>
                </a:lnTo>
                <a:lnTo>
                  <a:pt x="468325" y="43205"/>
                </a:lnTo>
                <a:close/>
              </a:path>
              <a:path w="662940" h="180975">
                <a:moveTo>
                  <a:pt x="606628" y="130708"/>
                </a:moveTo>
                <a:lnTo>
                  <a:pt x="602856" y="118783"/>
                </a:lnTo>
                <a:lnTo>
                  <a:pt x="595261" y="112623"/>
                </a:lnTo>
                <a:lnTo>
                  <a:pt x="595261" y="130708"/>
                </a:lnTo>
                <a:lnTo>
                  <a:pt x="592175" y="138696"/>
                </a:lnTo>
                <a:lnTo>
                  <a:pt x="583514" y="144678"/>
                </a:lnTo>
                <a:lnTo>
                  <a:pt x="569912" y="148424"/>
                </a:lnTo>
                <a:lnTo>
                  <a:pt x="551992" y="149656"/>
                </a:lnTo>
                <a:lnTo>
                  <a:pt x="534009" y="148424"/>
                </a:lnTo>
                <a:lnTo>
                  <a:pt x="520395" y="144678"/>
                </a:lnTo>
                <a:lnTo>
                  <a:pt x="511797" y="138696"/>
                </a:lnTo>
                <a:lnTo>
                  <a:pt x="508850" y="130708"/>
                </a:lnTo>
                <a:lnTo>
                  <a:pt x="511797" y="122859"/>
                </a:lnTo>
                <a:lnTo>
                  <a:pt x="520395" y="116928"/>
                </a:lnTo>
                <a:lnTo>
                  <a:pt x="534009" y="113157"/>
                </a:lnTo>
                <a:lnTo>
                  <a:pt x="551992" y="111810"/>
                </a:lnTo>
                <a:lnTo>
                  <a:pt x="569912" y="113157"/>
                </a:lnTo>
                <a:lnTo>
                  <a:pt x="583514" y="116928"/>
                </a:lnTo>
                <a:lnTo>
                  <a:pt x="592175" y="122859"/>
                </a:lnTo>
                <a:lnTo>
                  <a:pt x="595261" y="130708"/>
                </a:lnTo>
                <a:lnTo>
                  <a:pt x="595261" y="112623"/>
                </a:lnTo>
                <a:lnTo>
                  <a:pt x="594271" y="111810"/>
                </a:lnTo>
                <a:lnTo>
                  <a:pt x="592086" y="110045"/>
                </a:lnTo>
                <a:lnTo>
                  <a:pt x="574929" y="104673"/>
                </a:lnTo>
                <a:lnTo>
                  <a:pt x="551992" y="102882"/>
                </a:lnTo>
                <a:lnTo>
                  <a:pt x="528955" y="104673"/>
                </a:lnTo>
                <a:lnTo>
                  <a:pt x="511733" y="110045"/>
                </a:lnTo>
                <a:lnTo>
                  <a:pt x="500964" y="118783"/>
                </a:lnTo>
                <a:lnTo>
                  <a:pt x="497230" y="130708"/>
                </a:lnTo>
                <a:lnTo>
                  <a:pt x="500964" y="142748"/>
                </a:lnTo>
                <a:lnTo>
                  <a:pt x="511733" y="151574"/>
                </a:lnTo>
                <a:lnTo>
                  <a:pt x="528955" y="156997"/>
                </a:lnTo>
                <a:lnTo>
                  <a:pt x="551992" y="158851"/>
                </a:lnTo>
                <a:lnTo>
                  <a:pt x="574929" y="156997"/>
                </a:lnTo>
                <a:lnTo>
                  <a:pt x="592086" y="151574"/>
                </a:lnTo>
                <a:lnTo>
                  <a:pt x="594423" y="149656"/>
                </a:lnTo>
                <a:lnTo>
                  <a:pt x="602856" y="142748"/>
                </a:lnTo>
                <a:lnTo>
                  <a:pt x="606628" y="130708"/>
                </a:lnTo>
                <a:close/>
              </a:path>
              <a:path w="662940" h="180975">
                <a:moveTo>
                  <a:pt x="624624" y="79895"/>
                </a:moveTo>
                <a:lnTo>
                  <a:pt x="587667" y="79895"/>
                </a:lnTo>
                <a:lnTo>
                  <a:pt x="587667" y="59347"/>
                </a:lnTo>
                <a:lnTo>
                  <a:pt x="587667" y="56095"/>
                </a:lnTo>
                <a:lnTo>
                  <a:pt x="607707" y="32423"/>
                </a:lnTo>
                <a:lnTo>
                  <a:pt x="603846" y="20027"/>
                </a:lnTo>
                <a:lnTo>
                  <a:pt x="596150" y="13677"/>
                </a:lnTo>
                <a:lnTo>
                  <a:pt x="596150" y="32423"/>
                </a:lnTo>
                <a:lnTo>
                  <a:pt x="593039" y="40830"/>
                </a:lnTo>
                <a:lnTo>
                  <a:pt x="584161" y="47129"/>
                </a:lnTo>
                <a:lnTo>
                  <a:pt x="576440" y="49326"/>
                </a:lnTo>
                <a:lnTo>
                  <a:pt x="576440" y="59347"/>
                </a:lnTo>
                <a:lnTo>
                  <a:pt x="576440" y="79895"/>
                </a:lnTo>
                <a:lnTo>
                  <a:pt x="527799" y="79895"/>
                </a:lnTo>
                <a:lnTo>
                  <a:pt x="527799" y="59347"/>
                </a:lnTo>
                <a:lnTo>
                  <a:pt x="534822" y="60693"/>
                </a:lnTo>
                <a:lnTo>
                  <a:pt x="542925" y="61391"/>
                </a:lnTo>
                <a:lnTo>
                  <a:pt x="561060" y="61391"/>
                </a:lnTo>
                <a:lnTo>
                  <a:pt x="569290" y="60693"/>
                </a:lnTo>
                <a:lnTo>
                  <a:pt x="576110" y="59347"/>
                </a:lnTo>
                <a:lnTo>
                  <a:pt x="576440" y="59347"/>
                </a:lnTo>
                <a:lnTo>
                  <a:pt x="576440" y="49326"/>
                </a:lnTo>
                <a:lnTo>
                  <a:pt x="570230" y="51092"/>
                </a:lnTo>
                <a:lnTo>
                  <a:pt x="551929" y="52463"/>
                </a:lnTo>
                <a:lnTo>
                  <a:pt x="533603" y="51092"/>
                </a:lnTo>
                <a:lnTo>
                  <a:pt x="519684" y="47129"/>
                </a:lnTo>
                <a:lnTo>
                  <a:pt x="510857" y="40830"/>
                </a:lnTo>
                <a:lnTo>
                  <a:pt x="507834" y="32423"/>
                </a:lnTo>
                <a:lnTo>
                  <a:pt x="510857" y="24053"/>
                </a:lnTo>
                <a:lnTo>
                  <a:pt x="519684" y="17729"/>
                </a:lnTo>
                <a:lnTo>
                  <a:pt x="533603" y="13716"/>
                </a:lnTo>
                <a:lnTo>
                  <a:pt x="551929" y="12319"/>
                </a:lnTo>
                <a:lnTo>
                  <a:pt x="570230" y="13716"/>
                </a:lnTo>
                <a:lnTo>
                  <a:pt x="584161" y="17729"/>
                </a:lnTo>
                <a:lnTo>
                  <a:pt x="593039" y="24053"/>
                </a:lnTo>
                <a:lnTo>
                  <a:pt x="596150" y="32423"/>
                </a:lnTo>
                <a:lnTo>
                  <a:pt x="596150" y="13677"/>
                </a:lnTo>
                <a:lnTo>
                  <a:pt x="594512" y="12319"/>
                </a:lnTo>
                <a:lnTo>
                  <a:pt x="592772" y="10871"/>
                </a:lnTo>
                <a:lnTo>
                  <a:pt x="575208" y="5194"/>
                </a:lnTo>
                <a:lnTo>
                  <a:pt x="551929" y="3251"/>
                </a:lnTo>
                <a:lnTo>
                  <a:pt x="528586" y="5194"/>
                </a:lnTo>
                <a:lnTo>
                  <a:pt x="511009" y="10871"/>
                </a:lnTo>
                <a:lnTo>
                  <a:pt x="499935" y="20027"/>
                </a:lnTo>
                <a:lnTo>
                  <a:pt x="496087" y="32423"/>
                </a:lnTo>
                <a:lnTo>
                  <a:pt x="497433" y="40068"/>
                </a:lnTo>
                <a:lnTo>
                  <a:pt x="501307" y="46482"/>
                </a:lnTo>
                <a:lnTo>
                  <a:pt x="501396" y="46621"/>
                </a:lnTo>
                <a:lnTo>
                  <a:pt x="507796" y="52044"/>
                </a:lnTo>
                <a:lnTo>
                  <a:pt x="516509" y="56286"/>
                </a:lnTo>
                <a:lnTo>
                  <a:pt x="516509" y="79895"/>
                </a:lnTo>
                <a:lnTo>
                  <a:pt x="479488" y="79895"/>
                </a:lnTo>
                <a:lnTo>
                  <a:pt x="479488" y="89344"/>
                </a:lnTo>
                <a:lnTo>
                  <a:pt x="624624" y="89344"/>
                </a:lnTo>
                <a:lnTo>
                  <a:pt x="624624" y="79895"/>
                </a:lnTo>
                <a:close/>
              </a:path>
              <a:path w="662940" h="180975">
                <a:moveTo>
                  <a:pt x="662533" y="134086"/>
                </a:moveTo>
                <a:lnTo>
                  <a:pt x="648931" y="134086"/>
                </a:lnTo>
                <a:lnTo>
                  <a:pt x="638784" y="180873"/>
                </a:lnTo>
                <a:lnTo>
                  <a:pt x="649389" y="180873"/>
                </a:lnTo>
                <a:lnTo>
                  <a:pt x="662533" y="134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1" name="object 241" descr=""/>
          <p:cNvGrpSpPr/>
          <p:nvPr/>
        </p:nvGrpSpPr>
        <p:grpSpPr>
          <a:xfrm>
            <a:off x="13748588" y="4681694"/>
            <a:ext cx="290830" cy="159385"/>
            <a:chOff x="13748588" y="4681694"/>
            <a:chExt cx="290830" cy="159385"/>
          </a:xfrm>
        </p:grpSpPr>
        <p:pic>
          <p:nvPicPr>
            <p:cNvPr id="242" name="object 242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3748588" y="4689800"/>
              <a:ext cx="145001" cy="148703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3916245" y="4681694"/>
              <a:ext cx="123047" cy="159105"/>
            </a:xfrm>
            <a:prstGeom prst="rect">
              <a:avLst/>
            </a:prstGeom>
          </p:spPr>
        </p:pic>
      </p:grpSp>
      <p:grpSp>
        <p:nvGrpSpPr>
          <p:cNvPr id="244" name="object 244" descr=""/>
          <p:cNvGrpSpPr/>
          <p:nvPr/>
        </p:nvGrpSpPr>
        <p:grpSpPr>
          <a:xfrm>
            <a:off x="14123705" y="4681220"/>
            <a:ext cx="452120" cy="181610"/>
            <a:chOff x="14123705" y="4681220"/>
            <a:chExt cx="452120" cy="181610"/>
          </a:xfrm>
        </p:grpSpPr>
        <p:sp>
          <p:nvSpPr>
            <p:cNvPr id="245" name="object 245" descr=""/>
            <p:cNvSpPr/>
            <p:nvPr/>
          </p:nvSpPr>
          <p:spPr>
            <a:xfrm>
              <a:off x="14123705" y="4689928"/>
              <a:ext cx="34290" cy="163830"/>
            </a:xfrm>
            <a:custGeom>
              <a:avLst/>
              <a:gdLst/>
              <a:ahLst/>
              <a:cxnLst/>
              <a:rect l="l" t="t" r="r" b="b"/>
              <a:pathLst>
                <a:path w="34290" h="163829">
                  <a:moveTo>
                    <a:pt x="33952" y="0"/>
                  </a:moveTo>
                  <a:lnTo>
                    <a:pt x="22848" y="0"/>
                  </a:lnTo>
                  <a:lnTo>
                    <a:pt x="13058" y="18418"/>
                  </a:lnTo>
                  <a:lnTo>
                    <a:pt x="5895" y="38165"/>
                  </a:lnTo>
                  <a:lnTo>
                    <a:pt x="1496" y="59251"/>
                  </a:lnTo>
                  <a:lnTo>
                    <a:pt x="0" y="81690"/>
                  </a:lnTo>
                  <a:lnTo>
                    <a:pt x="1496" y="104129"/>
                  </a:lnTo>
                  <a:lnTo>
                    <a:pt x="5895" y="125216"/>
                  </a:lnTo>
                  <a:lnTo>
                    <a:pt x="13058" y="144963"/>
                  </a:lnTo>
                  <a:lnTo>
                    <a:pt x="22848" y="163381"/>
                  </a:lnTo>
                  <a:lnTo>
                    <a:pt x="33952" y="163381"/>
                  </a:lnTo>
                  <a:lnTo>
                    <a:pt x="25435" y="146569"/>
                  </a:lnTo>
                  <a:lnTo>
                    <a:pt x="18707" y="126341"/>
                  </a:lnTo>
                  <a:lnTo>
                    <a:pt x="14288" y="104210"/>
                  </a:lnTo>
                  <a:lnTo>
                    <a:pt x="12700" y="81690"/>
                  </a:lnTo>
                  <a:lnTo>
                    <a:pt x="14279" y="59242"/>
                  </a:lnTo>
                  <a:lnTo>
                    <a:pt x="18683" y="37135"/>
                  </a:lnTo>
                  <a:lnTo>
                    <a:pt x="25408" y="16883"/>
                  </a:lnTo>
                  <a:lnTo>
                    <a:pt x="339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6" name="object 246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4180123" y="4681220"/>
              <a:ext cx="347058" cy="172090"/>
            </a:xfrm>
            <a:prstGeom prst="rect">
              <a:avLst/>
            </a:prstGeom>
          </p:spPr>
        </p:pic>
        <p:sp>
          <p:nvSpPr>
            <p:cNvPr id="247" name="object 247" descr=""/>
            <p:cNvSpPr/>
            <p:nvPr/>
          </p:nvSpPr>
          <p:spPr>
            <a:xfrm>
              <a:off x="14551753" y="4815592"/>
              <a:ext cx="24130" cy="46990"/>
            </a:xfrm>
            <a:custGeom>
              <a:avLst/>
              <a:gdLst/>
              <a:ahLst/>
              <a:cxnLst/>
              <a:rect l="l" t="t" r="r" b="b"/>
              <a:pathLst>
                <a:path w="24130" h="46989">
                  <a:moveTo>
                    <a:pt x="23741" y="0"/>
                  </a:moveTo>
                  <a:lnTo>
                    <a:pt x="10147" y="0"/>
                  </a:lnTo>
                  <a:lnTo>
                    <a:pt x="0" y="46780"/>
                  </a:lnTo>
                  <a:lnTo>
                    <a:pt x="10593" y="46780"/>
                  </a:lnTo>
                  <a:lnTo>
                    <a:pt x="237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8" name="object 248" descr=""/>
          <p:cNvGrpSpPr/>
          <p:nvPr/>
        </p:nvGrpSpPr>
        <p:grpSpPr>
          <a:xfrm>
            <a:off x="14651435" y="4681503"/>
            <a:ext cx="516890" cy="172085"/>
            <a:chOff x="14651435" y="4681503"/>
            <a:chExt cx="516890" cy="172085"/>
          </a:xfrm>
        </p:grpSpPr>
        <p:pic>
          <p:nvPicPr>
            <p:cNvPr id="249" name="object 249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4651435" y="4695991"/>
              <a:ext cx="90689" cy="130705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4764782" y="4681503"/>
              <a:ext cx="344760" cy="171806"/>
            </a:xfrm>
            <a:prstGeom prst="rect">
              <a:avLst/>
            </a:prstGeom>
          </p:spPr>
        </p:pic>
        <p:sp>
          <p:nvSpPr>
            <p:cNvPr id="251" name="object 251" descr=""/>
            <p:cNvSpPr/>
            <p:nvPr/>
          </p:nvSpPr>
          <p:spPr>
            <a:xfrm>
              <a:off x="15134305" y="4689928"/>
              <a:ext cx="34290" cy="163830"/>
            </a:xfrm>
            <a:custGeom>
              <a:avLst/>
              <a:gdLst/>
              <a:ahLst/>
              <a:cxnLst/>
              <a:rect l="l" t="t" r="r" b="b"/>
              <a:pathLst>
                <a:path w="34290" h="163829">
                  <a:moveTo>
                    <a:pt x="11167" y="0"/>
                  </a:moveTo>
                  <a:lnTo>
                    <a:pt x="0" y="0"/>
                  </a:lnTo>
                  <a:lnTo>
                    <a:pt x="8543" y="16847"/>
                  </a:lnTo>
                  <a:lnTo>
                    <a:pt x="15268" y="37087"/>
                  </a:lnTo>
                  <a:lnTo>
                    <a:pt x="19672" y="59206"/>
                  </a:lnTo>
                  <a:lnTo>
                    <a:pt x="21252" y="81690"/>
                  </a:lnTo>
                  <a:lnTo>
                    <a:pt x="19672" y="104175"/>
                  </a:lnTo>
                  <a:lnTo>
                    <a:pt x="15268" y="126294"/>
                  </a:lnTo>
                  <a:lnTo>
                    <a:pt x="8543" y="146534"/>
                  </a:lnTo>
                  <a:lnTo>
                    <a:pt x="0" y="163381"/>
                  </a:lnTo>
                  <a:lnTo>
                    <a:pt x="11167" y="163381"/>
                  </a:lnTo>
                  <a:lnTo>
                    <a:pt x="20920" y="144999"/>
                  </a:lnTo>
                  <a:lnTo>
                    <a:pt x="28065" y="125264"/>
                  </a:lnTo>
                  <a:lnTo>
                    <a:pt x="32456" y="104165"/>
                  </a:lnTo>
                  <a:lnTo>
                    <a:pt x="33952" y="81690"/>
                  </a:lnTo>
                  <a:lnTo>
                    <a:pt x="32456" y="59287"/>
                  </a:lnTo>
                  <a:lnTo>
                    <a:pt x="28065" y="38212"/>
                  </a:lnTo>
                  <a:lnTo>
                    <a:pt x="20920" y="18454"/>
                  </a:lnTo>
                  <a:lnTo>
                    <a:pt x="111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2" name="object 252" descr=""/>
          <p:cNvGrpSpPr/>
          <p:nvPr/>
        </p:nvGrpSpPr>
        <p:grpSpPr>
          <a:xfrm>
            <a:off x="9572513" y="5074308"/>
            <a:ext cx="450850" cy="160020"/>
            <a:chOff x="9572513" y="5074308"/>
            <a:chExt cx="450850" cy="160020"/>
          </a:xfrm>
        </p:grpSpPr>
        <p:pic>
          <p:nvPicPr>
            <p:cNvPr id="253" name="object 253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9572513" y="5082540"/>
              <a:ext cx="305638" cy="147320"/>
            </a:xfrm>
            <a:prstGeom prst="rect">
              <a:avLst/>
            </a:prstGeom>
          </p:spPr>
        </p:pic>
        <p:pic>
          <p:nvPicPr>
            <p:cNvPr id="254" name="object 254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9899532" y="5074308"/>
              <a:ext cx="123813" cy="159488"/>
            </a:xfrm>
            <a:prstGeom prst="rect">
              <a:avLst/>
            </a:prstGeom>
          </p:spPr>
        </p:pic>
      </p:grpSp>
      <p:grpSp>
        <p:nvGrpSpPr>
          <p:cNvPr id="255" name="object 255" descr=""/>
          <p:cNvGrpSpPr/>
          <p:nvPr/>
        </p:nvGrpSpPr>
        <p:grpSpPr>
          <a:xfrm>
            <a:off x="9577299" y="5388503"/>
            <a:ext cx="365125" cy="159385"/>
            <a:chOff x="9577299" y="5388503"/>
            <a:chExt cx="365125" cy="159385"/>
          </a:xfrm>
        </p:grpSpPr>
        <p:sp>
          <p:nvSpPr>
            <p:cNvPr id="256" name="object 256" descr=""/>
            <p:cNvSpPr/>
            <p:nvPr/>
          </p:nvSpPr>
          <p:spPr>
            <a:xfrm>
              <a:off x="9577299" y="5462663"/>
              <a:ext cx="55244" cy="11430"/>
            </a:xfrm>
            <a:custGeom>
              <a:avLst/>
              <a:gdLst/>
              <a:ahLst/>
              <a:cxnLst/>
              <a:rect l="l" t="t" r="r" b="b"/>
              <a:pathLst>
                <a:path w="55245" h="11429">
                  <a:moveTo>
                    <a:pt x="54949" y="0"/>
                  </a:moveTo>
                  <a:lnTo>
                    <a:pt x="0" y="0"/>
                  </a:lnTo>
                  <a:lnTo>
                    <a:pt x="0" y="11359"/>
                  </a:lnTo>
                  <a:lnTo>
                    <a:pt x="54949" y="11359"/>
                  </a:lnTo>
                  <a:lnTo>
                    <a:pt x="54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9651906" y="5388503"/>
              <a:ext cx="134917" cy="159297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9814969" y="5388694"/>
              <a:ext cx="126876" cy="156808"/>
            </a:xfrm>
            <a:prstGeom prst="rect">
              <a:avLst/>
            </a:prstGeom>
          </p:spPr>
        </p:pic>
      </p:grpSp>
      <p:grpSp>
        <p:nvGrpSpPr>
          <p:cNvPr id="259" name="object 259" descr=""/>
          <p:cNvGrpSpPr/>
          <p:nvPr/>
        </p:nvGrpSpPr>
        <p:grpSpPr>
          <a:xfrm>
            <a:off x="10014691" y="5388503"/>
            <a:ext cx="309245" cy="160020"/>
            <a:chOff x="10014691" y="5388503"/>
            <a:chExt cx="309245" cy="160020"/>
          </a:xfrm>
        </p:grpSpPr>
        <p:pic>
          <p:nvPicPr>
            <p:cNvPr id="260" name="object 260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0014691" y="5388503"/>
              <a:ext cx="131088" cy="159488"/>
            </a:xfrm>
            <a:prstGeom prst="rect">
              <a:avLst/>
            </a:prstGeom>
          </p:spPr>
        </p:pic>
        <p:pic>
          <p:nvPicPr>
            <p:cNvPr id="261" name="object 261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0174881" y="5388503"/>
              <a:ext cx="148703" cy="159297"/>
            </a:xfrm>
            <a:prstGeom prst="rect">
              <a:avLst/>
            </a:prstGeom>
          </p:spPr>
        </p:pic>
      </p:grpSp>
      <p:grpSp>
        <p:nvGrpSpPr>
          <p:cNvPr id="262" name="object 262" descr=""/>
          <p:cNvGrpSpPr/>
          <p:nvPr/>
        </p:nvGrpSpPr>
        <p:grpSpPr>
          <a:xfrm>
            <a:off x="10384956" y="5392332"/>
            <a:ext cx="360680" cy="143510"/>
            <a:chOff x="10384956" y="5392332"/>
            <a:chExt cx="360680" cy="143510"/>
          </a:xfrm>
        </p:grpSpPr>
        <p:pic>
          <p:nvPicPr>
            <p:cNvPr id="263" name="object 263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0384956" y="5401203"/>
              <a:ext cx="87945" cy="134279"/>
            </a:xfrm>
            <a:prstGeom prst="rect">
              <a:avLst/>
            </a:prstGeom>
          </p:spPr>
        </p:pic>
        <p:pic>
          <p:nvPicPr>
            <p:cNvPr id="264" name="object 264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0494474" y="5392332"/>
              <a:ext cx="250880" cy="143150"/>
            </a:xfrm>
            <a:prstGeom prst="rect">
              <a:avLst/>
            </a:prstGeom>
          </p:spPr>
        </p:pic>
      </p:grpSp>
      <p:grpSp>
        <p:nvGrpSpPr>
          <p:cNvPr id="265" name="object 265" descr=""/>
          <p:cNvGrpSpPr/>
          <p:nvPr/>
        </p:nvGrpSpPr>
        <p:grpSpPr>
          <a:xfrm>
            <a:off x="10810191" y="5387418"/>
            <a:ext cx="299720" cy="160655"/>
            <a:chOff x="10810191" y="5387418"/>
            <a:chExt cx="299720" cy="160655"/>
          </a:xfrm>
        </p:grpSpPr>
        <p:pic>
          <p:nvPicPr>
            <p:cNvPr id="266" name="object 266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0810191" y="5388503"/>
              <a:ext cx="124259" cy="159488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0963618" y="5387418"/>
              <a:ext cx="145830" cy="160573"/>
            </a:xfrm>
            <a:prstGeom prst="rect">
              <a:avLst/>
            </a:prstGeom>
          </p:spPr>
        </p:pic>
      </p:grpSp>
      <p:grpSp>
        <p:nvGrpSpPr>
          <p:cNvPr id="268" name="object 268" descr=""/>
          <p:cNvGrpSpPr/>
          <p:nvPr/>
        </p:nvGrpSpPr>
        <p:grpSpPr>
          <a:xfrm>
            <a:off x="11174331" y="5388503"/>
            <a:ext cx="336550" cy="180975"/>
            <a:chOff x="11174331" y="5388503"/>
            <a:chExt cx="336550" cy="180975"/>
          </a:xfrm>
        </p:grpSpPr>
        <p:pic>
          <p:nvPicPr>
            <p:cNvPr id="269" name="object 269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1174331" y="5388503"/>
              <a:ext cx="124258" cy="159488"/>
            </a:xfrm>
            <a:prstGeom prst="rect">
              <a:avLst/>
            </a:prstGeom>
          </p:spPr>
        </p:pic>
        <p:pic>
          <p:nvPicPr>
            <p:cNvPr id="270" name="object 270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1327757" y="5396097"/>
              <a:ext cx="183038" cy="173274"/>
            </a:xfrm>
            <a:prstGeom prst="rect">
              <a:avLst/>
            </a:prstGeom>
          </p:spPr>
        </p:pic>
      </p:grpSp>
      <p:sp>
        <p:nvSpPr>
          <p:cNvPr id="271" name="object 271" descr=""/>
          <p:cNvSpPr/>
          <p:nvPr/>
        </p:nvSpPr>
        <p:spPr>
          <a:xfrm>
            <a:off x="11578209" y="5393613"/>
            <a:ext cx="145415" cy="77470"/>
          </a:xfrm>
          <a:custGeom>
            <a:avLst/>
            <a:gdLst/>
            <a:ahLst/>
            <a:cxnLst/>
            <a:rect l="l" t="t" r="r" b="b"/>
            <a:pathLst>
              <a:path w="145415" h="77470">
                <a:moveTo>
                  <a:pt x="130962" y="0"/>
                </a:moveTo>
                <a:lnTo>
                  <a:pt x="93878" y="0"/>
                </a:lnTo>
                <a:lnTo>
                  <a:pt x="93878" y="9194"/>
                </a:lnTo>
                <a:lnTo>
                  <a:pt x="93878" y="43332"/>
                </a:lnTo>
                <a:lnTo>
                  <a:pt x="50927" y="43332"/>
                </a:lnTo>
                <a:lnTo>
                  <a:pt x="50927" y="9194"/>
                </a:lnTo>
                <a:lnTo>
                  <a:pt x="93878" y="9194"/>
                </a:lnTo>
                <a:lnTo>
                  <a:pt x="93878" y="0"/>
                </a:lnTo>
                <a:lnTo>
                  <a:pt x="13843" y="0"/>
                </a:lnTo>
                <a:lnTo>
                  <a:pt x="13843" y="9194"/>
                </a:lnTo>
                <a:lnTo>
                  <a:pt x="39624" y="9194"/>
                </a:lnTo>
                <a:lnTo>
                  <a:pt x="39624" y="43332"/>
                </a:lnTo>
                <a:lnTo>
                  <a:pt x="14160" y="43332"/>
                </a:lnTo>
                <a:lnTo>
                  <a:pt x="14160" y="52400"/>
                </a:lnTo>
                <a:lnTo>
                  <a:pt x="130568" y="52400"/>
                </a:lnTo>
                <a:lnTo>
                  <a:pt x="130568" y="43332"/>
                </a:lnTo>
                <a:lnTo>
                  <a:pt x="105232" y="43332"/>
                </a:lnTo>
                <a:lnTo>
                  <a:pt x="105232" y="9194"/>
                </a:lnTo>
                <a:lnTo>
                  <a:pt x="130962" y="9194"/>
                </a:lnTo>
                <a:lnTo>
                  <a:pt x="130962" y="0"/>
                </a:lnTo>
                <a:close/>
              </a:path>
              <a:path w="145415" h="77470">
                <a:moveTo>
                  <a:pt x="145122" y="67398"/>
                </a:moveTo>
                <a:lnTo>
                  <a:pt x="0" y="67398"/>
                </a:lnTo>
                <a:lnTo>
                  <a:pt x="0" y="76847"/>
                </a:lnTo>
                <a:lnTo>
                  <a:pt x="145122" y="76847"/>
                </a:lnTo>
                <a:lnTo>
                  <a:pt x="145122" y="67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2" name="object 272" descr=""/>
          <p:cNvGrpSpPr/>
          <p:nvPr/>
        </p:nvGrpSpPr>
        <p:grpSpPr>
          <a:xfrm>
            <a:off x="11596146" y="5388503"/>
            <a:ext cx="593090" cy="160020"/>
            <a:chOff x="11596146" y="5388503"/>
            <a:chExt cx="593090" cy="160020"/>
          </a:xfrm>
        </p:grpSpPr>
        <p:sp>
          <p:nvSpPr>
            <p:cNvPr id="273" name="object 273" descr=""/>
            <p:cNvSpPr/>
            <p:nvPr/>
          </p:nvSpPr>
          <p:spPr>
            <a:xfrm>
              <a:off x="11596142" y="5486399"/>
              <a:ext cx="113664" cy="59690"/>
            </a:xfrm>
            <a:custGeom>
              <a:avLst/>
              <a:gdLst/>
              <a:ahLst/>
              <a:cxnLst/>
              <a:rect l="l" t="t" r="r" b="b"/>
              <a:pathLst>
                <a:path w="113665" h="59689">
                  <a:moveTo>
                    <a:pt x="113157" y="50800"/>
                  </a:moveTo>
                  <a:lnTo>
                    <a:pt x="11544" y="50800"/>
                  </a:lnTo>
                  <a:lnTo>
                    <a:pt x="11544" y="33020"/>
                  </a:lnTo>
                  <a:lnTo>
                    <a:pt x="108178" y="33020"/>
                  </a:lnTo>
                  <a:lnTo>
                    <a:pt x="108178" y="24130"/>
                  </a:lnTo>
                  <a:lnTo>
                    <a:pt x="108178" y="8890"/>
                  </a:lnTo>
                  <a:lnTo>
                    <a:pt x="10817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97002" y="8890"/>
                  </a:lnTo>
                  <a:lnTo>
                    <a:pt x="97002" y="24130"/>
                  </a:lnTo>
                  <a:lnTo>
                    <a:pt x="444" y="24130"/>
                  </a:lnTo>
                  <a:lnTo>
                    <a:pt x="444" y="33020"/>
                  </a:lnTo>
                  <a:lnTo>
                    <a:pt x="444" y="50800"/>
                  </a:lnTo>
                  <a:lnTo>
                    <a:pt x="444" y="59690"/>
                  </a:lnTo>
                  <a:lnTo>
                    <a:pt x="113157" y="59690"/>
                  </a:lnTo>
                  <a:lnTo>
                    <a:pt x="113157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4" name="object 274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1743317" y="5388503"/>
              <a:ext cx="130322" cy="159297"/>
            </a:xfrm>
            <a:prstGeom prst="rect">
              <a:avLst/>
            </a:prstGeom>
          </p:spPr>
        </p:pic>
        <p:pic>
          <p:nvPicPr>
            <p:cNvPr id="275" name="object 275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1904210" y="5388503"/>
              <a:ext cx="124259" cy="159488"/>
            </a:xfrm>
            <a:prstGeom prst="rect">
              <a:avLst/>
            </a:prstGeom>
          </p:spPr>
        </p:pic>
        <p:pic>
          <p:nvPicPr>
            <p:cNvPr id="276" name="object 276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2060699" y="5388503"/>
              <a:ext cx="128152" cy="159488"/>
            </a:xfrm>
            <a:prstGeom prst="rect">
              <a:avLst/>
            </a:prstGeom>
          </p:spPr>
        </p:pic>
      </p:grpSp>
      <p:grpSp>
        <p:nvGrpSpPr>
          <p:cNvPr id="277" name="object 277" descr=""/>
          <p:cNvGrpSpPr/>
          <p:nvPr/>
        </p:nvGrpSpPr>
        <p:grpSpPr>
          <a:xfrm>
            <a:off x="12264642" y="5401204"/>
            <a:ext cx="466725" cy="134620"/>
            <a:chOff x="12264642" y="5401204"/>
            <a:chExt cx="466725" cy="134620"/>
          </a:xfrm>
        </p:grpSpPr>
        <p:sp>
          <p:nvSpPr>
            <p:cNvPr id="278" name="object 278" descr=""/>
            <p:cNvSpPr/>
            <p:nvPr/>
          </p:nvSpPr>
          <p:spPr>
            <a:xfrm>
              <a:off x="12264642" y="5402991"/>
              <a:ext cx="45085" cy="130810"/>
            </a:xfrm>
            <a:custGeom>
              <a:avLst/>
              <a:gdLst/>
              <a:ahLst/>
              <a:cxnLst/>
              <a:rect l="l" t="t" r="r" b="b"/>
              <a:pathLst>
                <a:path w="45084" h="130810">
                  <a:moveTo>
                    <a:pt x="44610" y="0"/>
                  </a:moveTo>
                  <a:lnTo>
                    <a:pt x="31272" y="0"/>
                  </a:lnTo>
                  <a:lnTo>
                    <a:pt x="0" y="20677"/>
                  </a:lnTo>
                  <a:lnTo>
                    <a:pt x="0" y="33824"/>
                  </a:lnTo>
                  <a:lnTo>
                    <a:pt x="30952" y="13402"/>
                  </a:lnTo>
                  <a:lnTo>
                    <a:pt x="31719" y="13402"/>
                  </a:lnTo>
                  <a:lnTo>
                    <a:pt x="31719" y="130705"/>
                  </a:lnTo>
                  <a:lnTo>
                    <a:pt x="44610" y="130705"/>
                  </a:lnTo>
                  <a:lnTo>
                    <a:pt x="44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9" name="object 279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2345247" y="5402991"/>
              <a:ext cx="84499" cy="132492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12454369" y="5402999"/>
              <a:ext cx="155575" cy="130810"/>
            </a:xfrm>
            <a:custGeom>
              <a:avLst/>
              <a:gdLst/>
              <a:ahLst/>
              <a:cxnLst/>
              <a:rect l="l" t="t" r="r" b="b"/>
              <a:pathLst>
                <a:path w="155575" h="130810">
                  <a:moveTo>
                    <a:pt x="86741" y="53797"/>
                  </a:moveTo>
                  <a:lnTo>
                    <a:pt x="75438" y="53479"/>
                  </a:lnTo>
                  <a:lnTo>
                    <a:pt x="74993" y="63119"/>
                  </a:lnTo>
                  <a:lnTo>
                    <a:pt x="69634" y="68541"/>
                  </a:lnTo>
                  <a:lnTo>
                    <a:pt x="56870" y="68541"/>
                  </a:lnTo>
                  <a:lnTo>
                    <a:pt x="53619" y="66243"/>
                  </a:lnTo>
                  <a:lnTo>
                    <a:pt x="39509" y="54698"/>
                  </a:lnTo>
                  <a:lnTo>
                    <a:pt x="33324" y="50927"/>
                  </a:lnTo>
                  <a:lnTo>
                    <a:pt x="24638" y="50927"/>
                  </a:lnTo>
                  <a:lnTo>
                    <a:pt x="15405" y="52463"/>
                  </a:lnTo>
                  <a:lnTo>
                    <a:pt x="7581" y="57226"/>
                  </a:lnTo>
                  <a:lnTo>
                    <a:pt x="2133" y="65379"/>
                  </a:lnTo>
                  <a:lnTo>
                    <a:pt x="0" y="77152"/>
                  </a:lnTo>
                  <a:lnTo>
                    <a:pt x="11239" y="77279"/>
                  </a:lnTo>
                  <a:lnTo>
                    <a:pt x="11366" y="67005"/>
                  </a:lnTo>
                  <a:lnTo>
                    <a:pt x="17170" y="62153"/>
                  </a:lnTo>
                  <a:lnTo>
                    <a:pt x="30327" y="62153"/>
                  </a:lnTo>
                  <a:lnTo>
                    <a:pt x="33832" y="64579"/>
                  </a:lnTo>
                  <a:lnTo>
                    <a:pt x="47929" y="76263"/>
                  </a:lnTo>
                  <a:lnTo>
                    <a:pt x="53873" y="79832"/>
                  </a:lnTo>
                  <a:lnTo>
                    <a:pt x="62230" y="79908"/>
                  </a:lnTo>
                  <a:lnTo>
                    <a:pt x="71272" y="78359"/>
                  </a:lnTo>
                  <a:lnTo>
                    <a:pt x="78981" y="73621"/>
                  </a:lnTo>
                  <a:lnTo>
                    <a:pt x="84455" y="65493"/>
                  </a:lnTo>
                  <a:lnTo>
                    <a:pt x="86741" y="53797"/>
                  </a:lnTo>
                  <a:close/>
                </a:path>
                <a:path w="155575" h="130810">
                  <a:moveTo>
                    <a:pt x="155028" y="0"/>
                  </a:moveTo>
                  <a:lnTo>
                    <a:pt x="141693" y="0"/>
                  </a:lnTo>
                  <a:lnTo>
                    <a:pt x="110413" y="20675"/>
                  </a:lnTo>
                  <a:lnTo>
                    <a:pt x="110413" y="33820"/>
                  </a:lnTo>
                  <a:lnTo>
                    <a:pt x="141363" y="13398"/>
                  </a:lnTo>
                  <a:lnTo>
                    <a:pt x="142138" y="13398"/>
                  </a:lnTo>
                  <a:lnTo>
                    <a:pt x="142138" y="130708"/>
                  </a:lnTo>
                  <a:lnTo>
                    <a:pt x="155028" y="130708"/>
                  </a:lnTo>
                  <a:lnTo>
                    <a:pt x="155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2642590" y="5401204"/>
              <a:ext cx="88264" cy="134279"/>
            </a:xfrm>
            <a:prstGeom prst="rect">
              <a:avLst/>
            </a:prstGeom>
          </p:spPr>
        </p:pic>
      </p:grpSp>
      <p:grpSp>
        <p:nvGrpSpPr>
          <p:cNvPr id="282" name="object 282" descr=""/>
          <p:cNvGrpSpPr/>
          <p:nvPr/>
        </p:nvGrpSpPr>
        <p:grpSpPr>
          <a:xfrm>
            <a:off x="12757276" y="5388503"/>
            <a:ext cx="281940" cy="160020"/>
            <a:chOff x="12757276" y="5388503"/>
            <a:chExt cx="281940" cy="160020"/>
          </a:xfrm>
        </p:grpSpPr>
        <p:sp>
          <p:nvSpPr>
            <p:cNvPr id="283" name="object 283" descr=""/>
            <p:cNvSpPr/>
            <p:nvPr/>
          </p:nvSpPr>
          <p:spPr>
            <a:xfrm>
              <a:off x="12757264" y="5388508"/>
              <a:ext cx="121285" cy="160020"/>
            </a:xfrm>
            <a:custGeom>
              <a:avLst/>
              <a:gdLst/>
              <a:ahLst/>
              <a:cxnLst/>
              <a:rect l="l" t="t" r="r" b="b"/>
              <a:pathLst>
                <a:path w="121284" h="160020">
                  <a:moveTo>
                    <a:pt x="72567" y="16611"/>
                  </a:moveTo>
                  <a:lnTo>
                    <a:pt x="0" y="16611"/>
                  </a:lnTo>
                  <a:lnTo>
                    <a:pt x="0" y="25501"/>
                  </a:lnTo>
                  <a:lnTo>
                    <a:pt x="0" y="109321"/>
                  </a:lnTo>
                  <a:lnTo>
                    <a:pt x="0" y="118211"/>
                  </a:lnTo>
                  <a:lnTo>
                    <a:pt x="72567" y="118211"/>
                  </a:lnTo>
                  <a:lnTo>
                    <a:pt x="72567" y="109321"/>
                  </a:lnTo>
                  <a:lnTo>
                    <a:pt x="11239" y="109321"/>
                  </a:lnTo>
                  <a:lnTo>
                    <a:pt x="11239" y="25501"/>
                  </a:lnTo>
                  <a:lnTo>
                    <a:pt x="61531" y="25501"/>
                  </a:lnTo>
                  <a:lnTo>
                    <a:pt x="61531" y="109004"/>
                  </a:lnTo>
                  <a:lnTo>
                    <a:pt x="72567" y="109004"/>
                  </a:lnTo>
                  <a:lnTo>
                    <a:pt x="72567" y="25501"/>
                  </a:lnTo>
                  <a:lnTo>
                    <a:pt x="72567" y="16611"/>
                  </a:lnTo>
                  <a:close/>
                </a:path>
                <a:path w="121284" h="160020">
                  <a:moveTo>
                    <a:pt x="121005" y="0"/>
                  </a:moveTo>
                  <a:lnTo>
                    <a:pt x="109651" y="0"/>
                  </a:lnTo>
                  <a:lnTo>
                    <a:pt x="109651" y="159486"/>
                  </a:lnTo>
                  <a:lnTo>
                    <a:pt x="121005" y="159486"/>
                  </a:lnTo>
                  <a:lnTo>
                    <a:pt x="1210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4" name="object 284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2914850" y="5388503"/>
              <a:ext cx="123813" cy="159488"/>
            </a:xfrm>
            <a:prstGeom prst="rect">
              <a:avLst/>
            </a:prstGeom>
          </p:spPr>
        </p:pic>
      </p:grpSp>
      <p:grpSp>
        <p:nvGrpSpPr>
          <p:cNvPr id="285" name="object 285" descr=""/>
          <p:cNvGrpSpPr/>
          <p:nvPr/>
        </p:nvGrpSpPr>
        <p:grpSpPr>
          <a:xfrm>
            <a:off x="13112746" y="5388503"/>
            <a:ext cx="609600" cy="160020"/>
            <a:chOff x="13112746" y="5388503"/>
            <a:chExt cx="609600" cy="160020"/>
          </a:xfrm>
        </p:grpSpPr>
        <p:pic>
          <p:nvPicPr>
            <p:cNvPr id="286" name="object 286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3112746" y="5388503"/>
              <a:ext cx="130642" cy="159041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3271406" y="5388503"/>
              <a:ext cx="295810" cy="159297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3591596" y="5388503"/>
              <a:ext cx="130642" cy="159488"/>
            </a:xfrm>
            <a:prstGeom prst="rect">
              <a:avLst/>
            </a:prstGeom>
          </p:spPr>
        </p:pic>
      </p:grpSp>
      <p:grpSp>
        <p:nvGrpSpPr>
          <p:cNvPr id="289" name="object 289" descr=""/>
          <p:cNvGrpSpPr/>
          <p:nvPr/>
        </p:nvGrpSpPr>
        <p:grpSpPr>
          <a:xfrm>
            <a:off x="13802369" y="5388503"/>
            <a:ext cx="284480" cy="156845"/>
            <a:chOff x="13802369" y="5388503"/>
            <a:chExt cx="284480" cy="156845"/>
          </a:xfrm>
        </p:grpSpPr>
        <p:pic>
          <p:nvPicPr>
            <p:cNvPr id="290" name="object 290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3802369" y="5388694"/>
              <a:ext cx="132683" cy="155276"/>
            </a:xfrm>
            <a:prstGeom prst="rect">
              <a:avLst/>
            </a:prstGeom>
          </p:spPr>
        </p:pic>
        <p:pic>
          <p:nvPicPr>
            <p:cNvPr id="291" name="object 291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3963772" y="5388503"/>
              <a:ext cx="122472" cy="156808"/>
            </a:xfrm>
            <a:prstGeom prst="rect">
              <a:avLst/>
            </a:prstGeom>
          </p:spPr>
        </p:pic>
      </p:grpSp>
      <p:grpSp>
        <p:nvGrpSpPr>
          <p:cNvPr id="292" name="object 292" descr=""/>
          <p:cNvGrpSpPr/>
          <p:nvPr/>
        </p:nvGrpSpPr>
        <p:grpSpPr>
          <a:xfrm>
            <a:off x="14165679" y="5388503"/>
            <a:ext cx="299085" cy="160020"/>
            <a:chOff x="14165679" y="5388503"/>
            <a:chExt cx="299085" cy="160020"/>
          </a:xfrm>
        </p:grpSpPr>
        <p:pic>
          <p:nvPicPr>
            <p:cNvPr id="293" name="object 293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4165679" y="5388503"/>
              <a:ext cx="124259" cy="159488"/>
            </a:xfrm>
            <a:prstGeom prst="rect">
              <a:avLst/>
            </a:prstGeom>
          </p:spPr>
        </p:pic>
        <p:pic>
          <p:nvPicPr>
            <p:cNvPr id="294" name="object 294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4319106" y="5396097"/>
              <a:ext cx="145192" cy="151447"/>
            </a:xfrm>
            <a:prstGeom prst="rect">
              <a:avLst/>
            </a:prstGeom>
          </p:spPr>
        </p:pic>
      </p:grpSp>
      <p:grpSp>
        <p:nvGrpSpPr>
          <p:cNvPr id="295" name="object 295" descr=""/>
          <p:cNvGrpSpPr/>
          <p:nvPr/>
        </p:nvGrpSpPr>
        <p:grpSpPr>
          <a:xfrm>
            <a:off x="9577299" y="5706527"/>
            <a:ext cx="427990" cy="143510"/>
            <a:chOff x="9577299" y="5706527"/>
            <a:chExt cx="427990" cy="143510"/>
          </a:xfrm>
        </p:grpSpPr>
        <p:sp>
          <p:nvSpPr>
            <p:cNvPr id="296" name="object 296" descr=""/>
            <p:cNvSpPr/>
            <p:nvPr/>
          </p:nvSpPr>
          <p:spPr>
            <a:xfrm>
              <a:off x="9577299" y="5776857"/>
              <a:ext cx="55244" cy="11430"/>
            </a:xfrm>
            <a:custGeom>
              <a:avLst/>
              <a:gdLst/>
              <a:ahLst/>
              <a:cxnLst/>
              <a:rect l="l" t="t" r="r" b="b"/>
              <a:pathLst>
                <a:path w="55245" h="11429">
                  <a:moveTo>
                    <a:pt x="54949" y="0"/>
                  </a:moveTo>
                  <a:lnTo>
                    <a:pt x="0" y="0"/>
                  </a:lnTo>
                  <a:lnTo>
                    <a:pt x="0" y="11360"/>
                  </a:lnTo>
                  <a:lnTo>
                    <a:pt x="54949" y="11360"/>
                  </a:lnTo>
                  <a:lnTo>
                    <a:pt x="54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9656629" y="5706527"/>
              <a:ext cx="348654" cy="143150"/>
            </a:xfrm>
            <a:prstGeom prst="rect">
              <a:avLst/>
            </a:prstGeom>
          </p:spPr>
        </p:pic>
      </p:grpSp>
      <p:pic>
        <p:nvPicPr>
          <p:cNvPr id="298" name="object 298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10063681" y="5701613"/>
            <a:ext cx="145830" cy="160573"/>
          </a:xfrm>
          <a:prstGeom prst="rect">
            <a:avLst/>
          </a:prstGeom>
        </p:spPr>
      </p:pic>
      <p:sp>
        <p:nvSpPr>
          <p:cNvPr id="299" name="object 299" descr=""/>
          <p:cNvSpPr/>
          <p:nvPr/>
        </p:nvSpPr>
        <p:spPr>
          <a:xfrm>
            <a:off x="10268039" y="5707811"/>
            <a:ext cx="145415" cy="76835"/>
          </a:xfrm>
          <a:custGeom>
            <a:avLst/>
            <a:gdLst/>
            <a:ahLst/>
            <a:cxnLst/>
            <a:rect l="l" t="t" r="r" b="b"/>
            <a:pathLst>
              <a:path w="145415" h="76835">
                <a:moveTo>
                  <a:pt x="130962" y="0"/>
                </a:moveTo>
                <a:lnTo>
                  <a:pt x="93878" y="0"/>
                </a:lnTo>
                <a:lnTo>
                  <a:pt x="93878" y="9194"/>
                </a:lnTo>
                <a:lnTo>
                  <a:pt x="93878" y="43332"/>
                </a:lnTo>
                <a:lnTo>
                  <a:pt x="50927" y="43332"/>
                </a:lnTo>
                <a:lnTo>
                  <a:pt x="50927" y="9194"/>
                </a:lnTo>
                <a:lnTo>
                  <a:pt x="93878" y="9194"/>
                </a:lnTo>
                <a:lnTo>
                  <a:pt x="93878" y="0"/>
                </a:lnTo>
                <a:lnTo>
                  <a:pt x="13855" y="0"/>
                </a:lnTo>
                <a:lnTo>
                  <a:pt x="13855" y="9194"/>
                </a:lnTo>
                <a:lnTo>
                  <a:pt x="39636" y="9194"/>
                </a:lnTo>
                <a:lnTo>
                  <a:pt x="39636" y="43332"/>
                </a:lnTo>
                <a:lnTo>
                  <a:pt x="14173" y="43332"/>
                </a:lnTo>
                <a:lnTo>
                  <a:pt x="14173" y="52400"/>
                </a:lnTo>
                <a:lnTo>
                  <a:pt x="130581" y="52400"/>
                </a:lnTo>
                <a:lnTo>
                  <a:pt x="130581" y="43332"/>
                </a:lnTo>
                <a:lnTo>
                  <a:pt x="105244" y="43332"/>
                </a:lnTo>
                <a:lnTo>
                  <a:pt x="105244" y="9194"/>
                </a:lnTo>
                <a:lnTo>
                  <a:pt x="130962" y="9194"/>
                </a:lnTo>
                <a:lnTo>
                  <a:pt x="130962" y="0"/>
                </a:lnTo>
                <a:close/>
              </a:path>
              <a:path w="145415" h="76835">
                <a:moveTo>
                  <a:pt x="145135" y="67398"/>
                </a:moveTo>
                <a:lnTo>
                  <a:pt x="0" y="67398"/>
                </a:lnTo>
                <a:lnTo>
                  <a:pt x="0" y="76835"/>
                </a:lnTo>
                <a:lnTo>
                  <a:pt x="145135" y="76835"/>
                </a:lnTo>
                <a:lnTo>
                  <a:pt x="145135" y="673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0" name="object 300" descr=""/>
          <p:cNvGrpSpPr/>
          <p:nvPr/>
        </p:nvGrpSpPr>
        <p:grpSpPr>
          <a:xfrm>
            <a:off x="10285981" y="5702698"/>
            <a:ext cx="593090" cy="160020"/>
            <a:chOff x="10285981" y="5702698"/>
            <a:chExt cx="593090" cy="160020"/>
          </a:xfrm>
        </p:grpSpPr>
        <p:sp>
          <p:nvSpPr>
            <p:cNvPr id="301" name="object 301" descr=""/>
            <p:cNvSpPr/>
            <p:nvPr/>
          </p:nvSpPr>
          <p:spPr>
            <a:xfrm>
              <a:off x="10285971" y="5800089"/>
              <a:ext cx="113664" cy="59690"/>
            </a:xfrm>
            <a:custGeom>
              <a:avLst/>
              <a:gdLst/>
              <a:ahLst/>
              <a:cxnLst/>
              <a:rect l="l" t="t" r="r" b="b"/>
              <a:pathLst>
                <a:path w="113665" h="59689">
                  <a:moveTo>
                    <a:pt x="113157" y="50800"/>
                  </a:moveTo>
                  <a:lnTo>
                    <a:pt x="11557" y="50800"/>
                  </a:lnTo>
                  <a:lnTo>
                    <a:pt x="11557" y="33020"/>
                  </a:lnTo>
                  <a:lnTo>
                    <a:pt x="108178" y="33020"/>
                  </a:lnTo>
                  <a:lnTo>
                    <a:pt x="108178" y="25400"/>
                  </a:lnTo>
                  <a:lnTo>
                    <a:pt x="108178" y="8890"/>
                  </a:lnTo>
                  <a:lnTo>
                    <a:pt x="10817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97015" y="8890"/>
                  </a:lnTo>
                  <a:lnTo>
                    <a:pt x="97015" y="25400"/>
                  </a:lnTo>
                  <a:lnTo>
                    <a:pt x="444" y="25400"/>
                  </a:lnTo>
                  <a:lnTo>
                    <a:pt x="444" y="33020"/>
                  </a:lnTo>
                  <a:lnTo>
                    <a:pt x="444" y="50800"/>
                  </a:lnTo>
                  <a:lnTo>
                    <a:pt x="444" y="59690"/>
                  </a:lnTo>
                  <a:lnTo>
                    <a:pt x="113157" y="59690"/>
                  </a:lnTo>
                  <a:lnTo>
                    <a:pt x="113157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0433152" y="5702698"/>
              <a:ext cx="130322" cy="159297"/>
            </a:xfrm>
            <a:prstGeom prst="rect">
              <a:avLst/>
            </a:prstGeom>
          </p:spPr>
        </p:pic>
        <p:pic>
          <p:nvPicPr>
            <p:cNvPr id="303" name="object 303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0594045" y="5702698"/>
              <a:ext cx="124259" cy="159488"/>
            </a:xfrm>
            <a:prstGeom prst="rect">
              <a:avLst/>
            </a:prstGeom>
          </p:spPr>
        </p:pic>
        <p:pic>
          <p:nvPicPr>
            <p:cNvPr id="304" name="object 304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0750534" y="5702698"/>
              <a:ext cx="128152" cy="159488"/>
            </a:xfrm>
            <a:prstGeom prst="rect">
              <a:avLst/>
            </a:prstGeom>
          </p:spPr>
        </p:pic>
      </p:grpSp>
      <p:grpSp>
        <p:nvGrpSpPr>
          <p:cNvPr id="305" name="object 305" descr=""/>
          <p:cNvGrpSpPr/>
          <p:nvPr/>
        </p:nvGrpSpPr>
        <p:grpSpPr>
          <a:xfrm>
            <a:off x="10951159" y="5702698"/>
            <a:ext cx="292100" cy="160020"/>
            <a:chOff x="10951159" y="5702698"/>
            <a:chExt cx="292100" cy="160020"/>
          </a:xfrm>
        </p:grpSpPr>
        <p:pic>
          <p:nvPicPr>
            <p:cNvPr id="306" name="object 306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0951159" y="5702698"/>
              <a:ext cx="131088" cy="159488"/>
            </a:xfrm>
            <a:prstGeom prst="rect">
              <a:avLst/>
            </a:prstGeom>
          </p:spPr>
        </p:pic>
        <p:pic>
          <p:nvPicPr>
            <p:cNvPr id="307" name="object 307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1112498" y="5702698"/>
              <a:ext cx="130195" cy="156999"/>
            </a:xfrm>
            <a:prstGeom prst="rect">
              <a:avLst/>
            </a:prstGeom>
          </p:spPr>
        </p:pic>
      </p:grpSp>
      <p:grpSp>
        <p:nvGrpSpPr>
          <p:cNvPr id="308" name="object 308" descr=""/>
          <p:cNvGrpSpPr/>
          <p:nvPr/>
        </p:nvGrpSpPr>
        <p:grpSpPr>
          <a:xfrm>
            <a:off x="11315299" y="5701485"/>
            <a:ext cx="770890" cy="161290"/>
            <a:chOff x="11315299" y="5701485"/>
            <a:chExt cx="770890" cy="161290"/>
          </a:xfrm>
        </p:grpSpPr>
        <p:pic>
          <p:nvPicPr>
            <p:cNvPr id="309" name="object 309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1315299" y="5701485"/>
              <a:ext cx="295874" cy="160509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1634468" y="5702698"/>
              <a:ext cx="295811" cy="159297"/>
            </a:xfrm>
            <a:prstGeom prst="rect">
              <a:avLst/>
            </a:prstGeom>
          </p:spPr>
        </p:pic>
        <p:pic>
          <p:nvPicPr>
            <p:cNvPr id="311" name="object 311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1955552" y="5702698"/>
              <a:ext cx="130641" cy="159488"/>
            </a:xfrm>
            <a:prstGeom prst="rect">
              <a:avLst/>
            </a:prstGeom>
          </p:spPr>
        </p:pic>
      </p:grpSp>
      <p:grpSp>
        <p:nvGrpSpPr>
          <p:cNvPr id="312" name="object 312" descr=""/>
          <p:cNvGrpSpPr/>
          <p:nvPr/>
        </p:nvGrpSpPr>
        <p:grpSpPr>
          <a:xfrm>
            <a:off x="12161183" y="5702698"/>
            <a:ext cx="453390" cy="159385"/>
            <a:chOff x="12161183" y="5702698"/>
            <a:chExt cx="453390" cy="159385"/>
          </a:xfrm>
        </p:grpSpPr>
        <p:pic>
          <p:nvPicPr>
            <p:cNvPr id="313" name="object 313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2161183" y="5702698"/>
              <a:ext cx="137789" cy="155468"/>
            </a:xfrm>
            <a:prstGeom prst="rect">
              <a:avLst/>
            </a:prstGeom>
          </p:spPr>
        </p:pic>
        <p:pic>
          <p:nvPicPr>
            <p:cNvPr id="314" name="object 314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2328904" y="5702698"/>
              <a:ext cx="121387" cy="159041"/>
            </a:xfrm>
            <a:prstGeom prst="rect">
              <a:avLst/>
            </a:prstGeom>
          </p:spPr>
        </p:pic>
        <p:pic>
          <p:nvPicPr>
            <p:cNvPr id="315" name="object 315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2478054" y="5702698"/>
              <a:ext cx="136130" cy="155468"/>
            </a:xfrm>
            <a:prstGeom prst="rect">
              <a:avLst/>
            </a:prstGeom>
          </p:spPr>
        </p:pic>
      </p:grpSp>
      <p:grpSp>
        <p:nvGrpSpPr>
          <p:cNvPr id="316" name="object 316" descr=""/>
          <p:cNvGrpSpPr/>
          <p:nvPr/>
        </p:nvGrpSpPr>
        <p:grpSpPr>
          <a:xfrm>
            <a:off x="12689371" y="5702698"/>
            <a:ext cx="299085" cy="160020"/>
            <a:chOff x="12689371" y="5702698"/>
            <a:chExt cx="299085" cy="160020"/>
          </a:xfrm>
        </p:grpSpPr>
        <p:pic>
          <p:nvPicPr>
            <p:cNvPr id="317" name="object 317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2689371" y="5702698"/>
              <a:ext cx="124258" cy="159488"/>
            </a:xfrm>
            <a:prstGeom prst="rect">
              <a:avLst/>
            </a:prstGeom>
          </p:spPr>
        </p:pic>
        <p:pic>
          <p:nvPicPr>
            <p:cNvPr id="318" name="object 318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2842797" y="5710292"/>
              <a:ext cx="145192" cy="151447"/>
            </a:xfrm>
            <a:prstGeom prst="rect">
              <a:avLst/>
            </a:prstGeom>
          </p:spPr>
        </p:pic>
      </p:grpSp>
      <p:grpSp>
        <p:nvGrpSpPr>
          <p:cNvPr id="319" name="object 319" descr=""/>
          <p:cNvGrpSpPr/>
          <p:nvPr/>
        </p:nvGrpSpPr>
        <p:grpSpPr>
          <a:xfrm>
            <a:off x="9577299" y="6016701"/>
            <a:ext cx="222885" cy="156210"/>
            <a:chOff x="9577299" y="6016701"/>
            <a:chExt cx="222885" cy="156210"/>
          </a:xfrm>
        </p:grpSpPr>
        <p:sp>
          <p:nvSpPr>
            <p:cNvPr id="320" name="object 320" descr=""/>
            <p:cNvSpPr/>
            <p:nvPr/>
          </p:nvSpPr>
          <p:spPr>
            <a:xfrm>
              <a:off x="9577299" y="6091053"/>
              <a:ext cx="55244" cy="11430"/>
            </a:xfrm>
            <a:custGeom>
              <a:avLst/>
              <a:gdLst/>
              <a:ahLst/>
              <a:cxnLst/>
              <a:rect l="l" t="t" r="r" b="b"/>
              <a:pathLst>
                <a:path w="55245" h="11429">
                  <a:moveTo>
                    <a:pt x="54949" y="0"/>
                  </a:moveTo>
                  <a:lnTo>
                    <a:pt x="0" y="0"/>
                  </a:lnTo>
                  <a:lnTo>
                    <a:pt x="0" y="11360"/>
                  </a:lnTo>
                  <a:lnTo>
                    <a:pt x="54949" y="11360"/>
                  </a:lnTo>
                  <a:lnTo>
                    <a:pt x="54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1" name="object 321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9657842" y="6016701"/>
              <a:ext cx="142065" cy="155659"/>
            </a:xfrm>
            <a:prstGeom prst="rect">
              <a:avLst/>
            </a:prstGeom>
          </p:spPr>
        </p:pic>
      </p:grpSp>
      <p:grpSp>
        <p:nvGrpSpPr>
          <p:cNvPr id="322" name="object 322" descr=""/>
          <p:cNvGrpSpPr/>
          <p:nvPr/>
        </p:nvGrpSpPr>
        <p:grpSpPr>
          <a:xfrm>
            <a:off x="9862065" y="6016892"/>
            <a:ext cx="983615" cy="172085"/>
            <a:chOff x="9862065" y="6016892"/>
            <a:chExt cx="983615" cy="172085"/>
          </a:xfrm>
        </p:grpSpPr>
        <p:sp>
          <p:nvSpPr>
            <p:cNvPr id="323" name="object 323" descr=""/>
            <p:cNvSpPr/>
            <p:nvPr/>
          </p:nvSpPr>
          <p:spPr>
            <a:xfrm>
              <a:off x="9862058" y="6016904"/>
              <a:ext cx="125095" cy="160020"/>
            </a:xfrm>
            <a:custGeom>
              <a:avLst/>
              <a:gdLst/>
              <a:ahLst/>
              <a:cxnLst/>
              <a:rect l="l" t="t" r="r" b="b"/>
              <a:pathLst>
                <a:path w="125095" h="160020">
                  <a:moveTo>
                    <a:pt x="124510" y="0"/>
                  </a:moveTo>
                  <a:lnTo>
                    <a:pt x="113284" y="0"/>
                  </a:lnTo>
                  <a:lnTo>
                    <a:pt x="113284" y="60045"/>
                  </a:lnTo>
                  <a:lnTo>
                    <a:pt x="72250" y="60045"/>
                  </a:lnTo>
                  <a:lnTo>
                    <a:pt x="72250" y="55003"/>
                  </a:lnTo>
                  <a:lnTo>
                    <a:pt x="72250" y="12446"/>
                  </a:lnTo>
                  <a:lnTo>
                    <a:pt x="61137" y="12446"/>
                  </a:lnTo>
                  <a:lnTo>
                    <a:pt x="61137" y="54965"/>
                  </a:lnTo>
                  <a:lnTo>
                    <a:pt x="61137" y="63855"/>
                  </a:lnTo>
                  <a:lnTo>
                    <a:pt x="61137" y="70205"/>
                  </a:lnTo>
                  <a:lnTo>
                    <a:pt x="61137" y="108305"/>
                  </a:lnTo>
                  <a:lnTo>
                    <a:pt x="11430" y="108305"/>
                  </a:lnTo>
                  <a:lnTo>
                    <a:pt x="11430" y="63855"/>
                  </a:lnTo>
                  <a:lnTo>
                    <a:pt x="61137" y="63855"/>
                  </a:lnTo>
                  <a:lnTo>
                    <a:pt x="61137" y="54965"/>
                  </a:lnTo>
                  <a:lnTo>
                    <a:pt x="11430" y="54965"/>
                  </a:lnTo>
                  <a:lnTo>
                    <a:pt x="11430" y="13055"/>
                  </a:lnTo>
                  <a:lnTo>
                    <a:pt x="0" y="13055"/>
                  </a:lnTo>
                  <a:lnTo>
                    <a:pt x="0" y="118465"/>
                  </a:lnTo>
                  <a:lnTo>
                    <a:pt x="72250" y="118465"/>
                  </a:lnTo>
                  <a:lnTo>
                    <a:pt x="72250" y="108305"/>
                  </a:lnTo>
                  <a:lnTo>
                    <a:pt x="72250" y="70205"/>
                  </a:lnTo>
                  <a:lnTo>
                    <a:pt x="113284" y="70205"/>
                  </a:lnTo>
                  <a:lnTo>
                    <a:pt x="113284" y="159486"/>
                  </a:lnTo>
                  <a:lnTo>
                    <a:pt x="124510" y="159486"/>
                  </a:lnTo>
                  <a:lnTo>
                    <a:pt x="124510" y="70205"/>
                  </a:lnTo>
                  <a:lnTo>
                    <a:pt x="124510" y="69875"/>
                  </a:lnTo>
                  <a:lnTo>
                    <a:pt x="124510" y="63855"/>
                  </a:lnTo>
                  <a:lnTo>
                    <a:pt x="124510" y="60299"/>
                  </a:lnTo>
                  <a:lnTo>
                    <a:pt x="124510" y="60045"/>
                  </a:lnTo>
                  <a:lnTo>
                    <a:pt x="124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4" name="object 324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0016257" y="6017084"/>
              <a:ext cx="134918" cy="155276"/>
            </a:xfrm>
            <a:prstGeom prst="rect">
              <a:avLst/>
            </a:prstGeom>
          </p:spPr>
        </p:pic>
        <p:pic>
          <p:nvPicPr>
            <p:cNvPr id="325" name="object 325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0186020" y="6021998"/>
              <a:ext cx="194080" cy="166700"/>
            </a:xfrm>
            <a:prstGeom prst="rect">
              <a:avLst/>
            </a:prstGeom>
          </p:spPr>
        </p:pic>
        <p:pic>
          <p:nvPicPr>
            <p:cNvPr id="326" name="object 326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0400076" y="6016892"/>
              <a:ext cx="130323" cy="159297"/>
            </a:xfrm>
            <a:prstGeom prst="rect">
              <a:avLst/>
            </a:prstGeom>
          </p:spPr>
        </p:pic>
        <p:pic>
          <p:nvPicPr>
            <p:cNvPr id="327" name="object 327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0560970" y="6016892"/>
              <a:ext cx="124259" cy="159488"/>
            </a:xfrm>
            <a:prstGeom prst="rect">
              <a:avLst/>
            </a:prstGeom>
          </p:spPr>
        </p:pic>
        <p:pic>
          <p:nvPicPr>
            <p:cNvPr id="328" name="object 328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0717459" y="6016892"/>
              <a:ext cx="128152" cy="159488"/>
            </a:xfrm>
            <a:prstGeom prst="rect">
              <a:avLst/>
            </a:prstGeom>
          </p:spPr>
        </p:pic>
      </p:grpSp>
      <p:grpSp>
        <p:nvGrpSpPr>
          <p:cNvPr id="329" name="object 329" descr=""/>
          <p:cNvGrpSpPr/>
          <p:nvPr/>
        </p:nvGrpSpPr>
        <p:grpSpPr>
          <a:xfrm>
            <a:off x="10918416" y="6016892"/>
            <a:ext cx="775335" cy="160020"/>
            <a:chOff x="10918416" y="6016892"/>
            <a:chExt cx="775335" cy="160020"/>
          </a:xfrm>
        </p:grpSpPr>
        <p:pic>
          <p:nvPicPr>
            <p:cNvPr id="330" name="object 330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0918416" y="6022253"/>
              <a:ext cx="145000" cy="151383"/>
            </a:xfrm>
            <a:prstGeom prst="rect">
              <a:avLst/>
            </a:prstGeom>
          </p:spPr>
        </p:pic>
        <p:pic>
          <p:nvPicPr>
            <p:cNvPr id="331" name="object 331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1084286" y="6016892"/>
              <a:ext cx="284323" cy="159488"/>
            </a:xfrm>
            <a:prstGeom prst="rect">
              <a:avLst/>
            </a:prstGeom>
          </p:spPr>
        </p:pic>
        <p:pic>
          <p:nvPicPr>
            <p:cNvPr id="332" name="object 332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1405944" y="6016892"/>
              <a:ext cx="123175" cy="159488"/>
            </a:xfrm>
            <a:prstGeom prst="rect">
              <a:avLst/>
            </a:prstGeom>
          </p:spPr>
        </p:pic>
        <p:pic>
          <p:nvPicPr>
            <p:cNvPr id="333" name="object 333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11559817" y="6016892"/>
              <a:ext cx="133768" cy="159297"/>
            </a:xfrm>
            <a:prstGeom prst="rect">
              <a:avLst/>
            </a:prstGeom>
          </p:spPr>
        </p:pic>
      </p:grpSp>
      <p:grpSp>
        <p:nvGrpSpPr>
          <p:cNvPr id="334" name="object 334" descr=""/>
          <p:cNvGrpSpPr/>
          <p:nvPr/>
        </p:nvGrpSpPr>
        <p:grpSpPr>
          <a:xfrm>
            <a:off x="11761809" y="6016892"/>
            <a:ext cx="450850" cy="160020"/>
            <a:chOff x="11761809" y="6016892"/>
            <a:chExt cx="450850" cy="160020"/>
          </a:xfrm>
        </p:grpSpPr>
        <p:pic>
          <p:nvPicPr>
            <p:cNvPr id="335" name="object 335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1761809" y="6016892"/>
              <a:ext cx="291024" cy="159488"/>
            </a:xfrm>
            <a:prstGeom prst="rect">
              <a:avLst/>
            </a:prstGeom>
          </p:spPr>
        </p:pic>
        <p:pic>
          <p:nvPicPr>
            <p:cNvPr id="336" name="object 336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2084489" y="6016892"/>
              <a:ext cx="128152" cy="159488"/>
            </a:xfrm>
            <a:prstGeom prst="rect">
              <a:avLst/>
            </a:prstGeom>
          </p:spPr>
        </p:pic>
      </p:grpSp>
      <p:sp>
        <p:nvSpPr>
          <p:cNvPr id="337" name="object 337" descr=""/>
          <p:cNvSpPr/>
          <p:nvPr/>
        </p:nvSpPr>
        <p:spPr>
          <a:xfrm>
            <a:off x="12249011" y="6017094"/>
            <a:ext cx="127635" cy="155575"/>
          </a:xfrm>
          <a:custGeom>
            <a:avLst/>
            <a:gdLst/>
            <a:ahLst/>
            <a:cxnLst/>
            <a:rect l="l" t="t" r="r" b="b"/>
            <a:pathLst>
              <a:path w="127634" h="155575">
                <a:moveTo>
                  <a:pt x="123494" y="72682"/>
                </a:moveTo>
                <a:lnTo>
                  <a:pt x="112077" y="72682"/>
                </a:lnTo>
                <a:lnTo>
                  <a:pt x="112077" y="116281"/>
                </a:lnTo>
                <a:lnTo>
                  <a:pt x="123494" y="116281"/>
                </a:lnTo>
                <a:lnTo>
                  <a:pt x="123494" y="72682"/>
                </a:lnTo>
                <a:close/>
              </a:path>
              <a:path w="127634" h="155575">
                <a:moveTo>
                  <a:pt x="123494" y="29375"/>
                </a:moveTo>
                <a:lnTo>
                  <a:pt x="72186" y="29375"/>
                </a:lnTo>
                <a:lnTo>
                  <a:pt x="72186" y="23025"/>
                </a:lnTo>
                <a:lnTo>
                  <a:pt x="72186" y="14135"/>
                </a:lnTo>
                <a:lnTo>
                  <a:pt x="61023" y="14135"/>
                </a:lnTo>
                <a:lnTo>
                  <a:pt x="61023" y="23025"/>
                </a:lnTo>
                <a:lnTo>
                  <a:pt x="61023" y="29375"/>
                </a:lnTo>
                <a:lnTo>
                  <a:pt x="61023" y="38265"/>
                </a:lnTo>
                <a:lnTo>
                  <a:pt x="61023" y="62395"/>
                </a:lnTo>
                <a:lnTo>
                  <a:pt x="61023" y="72555"/>
                </a:lnTo>
                <a:lnTo>
                  <a:pt x="61023" y="77635"/>
                </a:lnTo>
                <a:lnTo>
                  <a:pt x="11176" y="77635"/>
                </a:lnTo>
                <a:lnTo>
                  <a:pt x="11176" y="23025"/>
                </a:lnTo>
                <a:lnTo>
                  <a:pt x="61023" y="23025"/>
                </a:lnTo>
                <a:lnTo>
                  <a:pt x="61023" y="14135"/>
                </a:lnTo>
                <a:lnTo>
                  <a:pt x="0" y="14135"/>
                </a:lnTo>
                <a:lnTo>
                  <a:pt x="0" y="23025"/>
                </a:lnTo>
                <a:lnTo>
                  <a:pt x="0" y="77635"/>
                </a:lnTo>
                <a:lnTo>
                  <a:pt x="0" y="87795"/>
                </a:lnTo>
                <a:lnTo>
                  <a:pt x="72186" y="87795"/>
                </a:lnTo>
                <a:lnTo>
                  <a:pt x="72186" y="77635"/>
                </a:lnTo>
                <a:lnTo>
                  <a:pt x="72186" y="72555"/>
                </a:lnTo>
                <a:lnTo>
                  <a:pt x="123494" y="72555"/>
                </a:lnTo>
                <a:lnTo>
                  <a:pt x="123494" y="62928"/>
                </a:lnTo>
                <a:lnTo>
                  <a:pt x="123494" y="62395"/>
                </a:lnTo>
                <a:lnTo>
                  <a:pt x="123494" y="38735"/>
                </a:lnTo>
                <a:lnTo>
                  <a:pt x="112077" y="38735"/>
                </a:lnTo>
                <a:lnTo>
                  <a:pt x="112077" y="62395"/>
                </a:lnTo>
                <a:lnTo>
                  <a:pt x="72186" y="62395"/>
                </a:lnTo>
                <a:lnTo>
                  <a:pt x="72186" y="38265"/>
                </a:lnTo>
                <a:lnTo>
                  <a:pt x="123494" y="38265"/>
                </a:lnTo>
                <a:lnTo>
                  <a:pt x="123494" y="29375"/>
                </a:lnTo>
                <a:close/>
              </a:path>
              <a:path w="127634" h="155575">
                <a:moveTo>
                  <a:pt x="123494" y="0"/>
                </a:moveTo>
                <a:lnTo>
                  <a:pt x="112077" y="0"/>
                </a:lnTo>
                <a:lnTo>
                  <a:pt x="112077" y="28968"/>
                </a:lnTo>
                <a:lnTo>
                  <a:pt x="123494" y="28968"/>
                </a:lnTo>
                <a:lnTo>
                  <a:pt x="123494" y="0"/>
                </a:lnTo>
                <a:close/>
              </a:path>
              <a:path w="127634" h="155575">
                <a:moveTo>
                  <a:pt x="127330" y="146215"/>
                </a:moveTo>
                <a:lnTo>
                  <a:pt x="32931" y="146215"/>
                </a:lnTo>
                <a:lnTo>
                  <a:pt x="32931" y="105575"/>
                </a:lnTo>
                <a:lnTo>
                  <a:pt x="21513" y="105575"/>
                </a:lnTo>
                <a:lnTo>
                  <a:pt x="21513" y="146215"/>
                </a:lnTo>
                <a:lnTo>
                  <a:pt x="21513" y="155105"/>
                </a:lnTo>
                <a:lnTo>
                  <a:pt x="127330" y="155105"/>
                </a:lnTo>
                <a:lnTo>
                  <a:pt x="127330" y="1462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8" name="object 338" descr=""/>
          <p:cNvGrpSpPr/>
          <p:nvPr/>
        </p:nvGrpSpPr>
        <p:grpSpPr>
          <a:xfrm>
            <a:off x="12447475" y="6016892"/>
            <a:ext cx="453390" cy="159385"/>
            <a:chOff x="12447475" y="6016892"/>
            <a:chExt cx="453390" cy="159385"/>
          </a:xfrm>
        </p:grpSpPr>
        <p:pic>
          <p:nvPicPr>
            <p:cNvPr id="339" name="object 339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2447475" y="6016892"/>
              <a:ext cx="137789" cy="155468"/>
            </a:xfrm>
            <a:prstGeom prst="rect">
              <a:avLst/>
            </a:prstGeom>
          </p:spPr>
        </p:pic>
        <p:pic>
          <p:nvPicPr>
            <p:cNvPr id="340" name="object 340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2615196" y="6016892"/>
              <a:ext cx="121387" cy="159042"/>
            </a:xfrm>
            <a:prstGeom prst="rect">
              <a:avLst/>
            </a:prstGeom>
          </p:spPr>
        </p:pic>
        <p:pic>
          <p:nvPicPr>
            <p:cNvPr id="341" name="object 341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2764346" y="6016892"/>
              <a:ext cx="136130" cy="155468"/>
            </a:xfrm>
            <a:prstGeom prst="rect">
              <a:avLst/>
            </a:prstGeom>
          </p:spPr>
        </p:pic>
      </p:grpSp>
      <p:grpSp>
        <p:nvGrpSpPr>
          <p:cNvPr id="342" name="object 342" descr=""/>
          <p:cNvGrpSpPr/>
          <p:nvPr/>
        </p:nvGrpSpPr>
        <p:grpSpPr>
          <a:xfrm>
            <a:off x="12975663" y="6016892"/>
            <a:ext cx="348615" cy="172085"/>
            <a:chOff x="12975663" y="6016892"/>
            <a:chExt cx="348615" cy="172085"/>
          </a:xfrm>
        </p:grpSpPr>
        <p:pic>
          <p:nvPicPr>
            <p:cNvPr id="343" name="object 343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2975663" y="6016892"/>
              <a:ext cx="124258" cy="159488"/>
            </a:xfrm>
            <a:prstGeom prst="rect">
              <a:avLst/>
            </a:prstGeom>
          </p:spPr>
        </p:pic>
        <p:pic>
          <p:nvPicPr>
            <p:cNvPr id="344" name="object 344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3129089" y="6024487"/>
              <a:ext cx="194717" cy="1642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39508" y="1803755"/>
            <a:ext cx="323850" cy="219710"/>
          </a:xfrm>
          <a:custGeom>
            <a:avLst/>
            <a:gdLst/>
            <a:ahLst/>
            <a:cxnLst/>
            <a:rect l="l" t="t" r="r" b="b"/>
            <a:pathLst>
              <a:path w="323850" h="219710">
                <a:moveTo>
                  <a:pt x="323608" y="0"/>
                </a:moveTo>
                <a:lnTo>
                  <a:pt x="209461" y="0"/>
                </a:lnTo>
                <a:lnTo>
                  <a:pt x="209461" y="42316"/>
                </a:lnTo>
                <a:lnTo>
                  <a:pt x="209461" y="177800"/>
                </a:lnTo>
                <a:lnTo>
                  <a:pt x="113804" y="177800"/>
                </a:lnTo>
                <a:lnTo>
                  <a:pt x="113804" y="42316"/>
                </a:lnTo>
                <a:lnTo>
                  <a:pt x="209461" y="42316"/>
                </a:lnTo>
                <a:lnTo>
                  <a:pt x="209461" y="0"/>
                </a:lnTo>
                <a:lnTo>
                  <a:pt x="0" y="0"/>
                </a:lnTo>
                <a:lnTo>
                  <a:pt x="0" y="42316"/>
                </a:lnTo>
                <a:lnTo>
                  <a:pt x="61645" y="42316"/>
                </a:lnTo>
                <a:lnTo>
                  <a:pt x="61645" y="177800"/>
                </a:lnTo>
                <a:lnTo>
                  <a:pt x="1333" y="177800"/>
                </a:lnTo>
                <a:lnTo>
                  <a:pt x="1333" y="219456"/>
                </a:lnTo>
                <a:lnTo>
                  <a:pt x="321945" y="219456"/>
                </a:lnTo>
                <a:lnTo>
                  <a:pt x="321945" y="177800"/>
                </a:lnTo>
                <a:lnTo>
                  <a:pt x="261124" y="177800"/>
                </a:lnTo>
                <a:lnTo>
                  <a:pt x="261124" y="42316"/>
                </a:lnTo>
                <a:lnTo>
                  <a:pt x="323608" y="42316"/>
                </a:lnTo>
                <a:lnTo>
                  <a:pt x="323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507681" y="1764423"/>
            <a:ext cx="1198880" cy="426084"/>
          </a:xfrm>
          <a:custGeom>
            <a:avLst/>
            <a:gdLst/>
            <a:ahLst/>
            <a:cxnLst/>
            <a:rect l="l" t="t" r="r" b="b"/>
            <a:pathLst>
              <a:path w="1198879" h="426085">
                <a:moveTo>
                  <a:pt x="389432" y="330606"/>
                </a:moveTo>
                <a:lnTo>
                  <a:pt x="0" y="330606"/>
                </a:lnTo>
                <a:lnTo>
                  <a:pt x="0" y="374434"/>
                </a:lnTo>
                <a:lnTo>
                  <a:pt x="389432" y="374434"/>
                </a:lnTo>
                <a:lnTo>
                  <a:pt x="389432" y="330606"/>
                </a:lnTo>
                <a:close/>
              </a:path>
              <a:path w="1198879" h="426085">
                <a:moveTo>
                  <a:pt x="806691" y="333616"/>
                </a:moveTo>
                <a:lnTo>
                  <a:pt x="637057" y="333616"/>
                </a:lnTo>
                <a:lnTo>
                  <a:pt x="637057" y="263766"/>
                </a:lnTo>
                <a:lnTo>
                  <a:pt x="770369" y="263766"/>
                </a:lnTo>
                <a:lnTo>
                  <a:pt x="770369" y="220586"/>
                </a:lnTo>
                <a:lnTo>
                  <a:pt x="515747" y="220586"/>
                </a:lnTo>
                <a:lnTo>
                  <a:pt x="515747" y="165976"/>
                </a:lnTo>
                <a:lnTo>
                  <a:pt x="760539" y="165976"/>
                </a:lnTo>
                <a:lnTo>
                  <a:pt x="760539" y="124066"/>
                </a:lnTo>
                <a:lnTo>
                  <a:pt x="760539" y="70726"/>
                </a:lnTo>
                <a:lnTo>
                  <a:pt x="760539" y="28816"/>
                </a:lnTo>
                <a:lnTo>
                  <a:pt x="462749" y="28816"/>
                </a:lnTo>
                <a:lnTo>
                  <a:pt x="462749" y="70726"/>
                </a:lnTo>
                <a:lnTo>
                  <a:pt x="708710" y="70726"/>
                </a:lnTo>
                <a:lnTo>
                  <a:pt x="708710" y="124066"/>
                </a:lnTo>
                <a:lnTo>
                  <a:pt x="463423" y="124066"/>
                </a:lnTo>
                <a:lnTo>
                  <a:pt x="463423" y="165976"/>
                </a:lnTo>
                <a:lnTo>
                  <a:pt x="463423" y="220586"/>
                </a:lnTo>
                <a:lnTo>
                  <a:pt x="463423" y="263766"/>
                </a:lnTo>
                <a:lnTo>
                  <a:pt x="585063" y="263766"/>
                </a:lnTo>
                <a:lnTo>
                  <a:pt x="585063" y="333616"/>
                </a:lnTo>
                <a:lnTo>
                  <a:pt x="417258" y="333616"/>
                </a:lnTo>
                <a:lnTo>
                  <a:pt x="417258" y="376796"/>
                </a:lnTo>
                <a:lnTo>
                  <a:pt x="806691" y="376796"/>
                </a:lnTo>
                <a:lnTo>
                  <a:pt x="806691" y="333616"/>
                </a:lnTo>
                <a:close/>
              </a:path>
              <a:path w="1198879" h="426085">
                <a:moveTo>
                  <a:pt x="1045819" y="204635"/>
                </a:moveTo>
                <a:lnTo>
                  <a:pt x="1010361" y="184264"/>
                </a:lnTo>
                <a:lnTo>
                  <a:pt x="970813" y="125260"/>
                </a:lnTo>
                <a:lnTo>
                  <a:pt x="966000" y="91478"/>
                </a:lnTo>
                <a:lnTo>
                  <a:pt x="966000" y="74485"/>
                </a:lnTo>
                <a:lnTo>
                  <a:pt x="1033487" y="74485"/>
                </a:lnTo>
                <a:lnTo>
                  <a:pt x="1033487" y="32321"/>
                </a:lnTo>
                <a:lnTo>
                  <a:pt x="843521" y="32321"/>
                </a:lnTo>
                <a:lnTo>
                  <a:pt x="843521" y="74485"/>
                </a:lnTo>
                <a:lnTo>
                  <a:pt x="915174" y="74485"/>
                </a:lnTo>
                <a:lnTo>
                  <a:pt x="915123" y="91478"/>
                </a:lnTo>
                <a:lnTo>
                  <a:pt x="910082" y="127457"/>
                </a:lnTo>
                <a:lnTo>
                  <a:pt x="894600" y="161721"/>
                </a:lnTo>
                <a:lnTo>
                  <a:pt x="868349" y="191122"/>
                </a:lnTo>
                <a:lnTo>
                  <a:pt x="831024" y="212801"/>
                </a:lnTo>
                <a:lnTo>
                  <a:pt x="858685" y="254127"/>
                </a:lnTo>
                <a:lnTo>
                  <a:pt x="886460" y="239217"/>
                </a:lnTo>
                <a:lnTo>
                  <a:pt x="909383" y="219760"/>
                </a:lnTo>
                <a:lnTo>
                  <a:pt x="927633" y="196481"/>
                </a:lnTo>
                <a:lnTo>
                  <a:pt x="941336" y="170141"/>
                </a:lnTo>
                <a:lnTo>
                  <a:pt x="954481" y="193598"/>
                </a:lnTo>
                <a:lnTo>
                  <a:pt x="971753" y="214299"/>
                </a:lnTo>
                <a:lnTo>
                  <a:pt x="993267" y="231622"/>
                </a:lnTo>
                <a:lnTo>
                  <a:pt x="1019162" y="244957"/>
                </a:lnTo>
                <a:lnTo>
                  <a:pt x="1045819" y="204635"/>
                </a:lnTo>
                <a:close/>
              </a:path>
              <a:path w="1198879" h="426085">
                <a:moveTo>
                  <a:pt x="1114806" y="8826"/>
                </a:moveTo>
                <a:lnTo>
                  <a:pt x="1064983" y="8826"/>
                </a:lnTo>
                <a:lnTo>
                  <a:pt x="1064983" y="106654"/>
                </a:lnTo>
                <a:lnTo>
                  <a:pt x="1011656" y="106654"/>
                </a:lnTo>
                <a:lnTo>
                  <a:pt x="1011656" y="149479"/>
                </a:lnTo>
                <a:lnTo>
                  <a:pt x="1064983" y="149479"/>
                </a:lnTo>
                <a:lnTo>
                  <a:pt x="1064983" y="256959"/>
                </a:lnTo>
                <a:lnTo>
                  <a:pt x="1114806" y="256959"/>
                </a:lnTo>
                <a:lnTo>
                  <a:pt x="1114806" y="8826"/>
                </a:lnTo>
                <a:close/>
              </a:path>
              <a:path w="1198879" h="426085">
                <a:moveTo>
                  <a:pt x="1198791" y="276288"/>
                </a:moveTo>
                <a:lnTo>
                  <a:pt x="907008" y="276288"/>
                </a:lnTo>
                <a:lnTo>
                  <a:pt x="907008" y="318274"/>
                </a:lnTo>
                <a:lnTo>
                  <a:pt x="1146632" y="318274"/>
                </a:lnTo>
                <a:lnTo>
                  <a:pt x="1146632" y="425589"/>
                </a:lnTo>
                <a:lnTo>
                  <a:pt x="1198791" y="425589"/>
                </a:lnTo>
                <a:lnTo>
                  <a:pt x="1198791" y="276288"/>
                </a:lnTo>
                <a:close/>
              </a:path>
              <a:path w="1198879" h="426085">
                <a:moveTo>
                  <a:pt x="1198791" y="0"/>
                </a:moveTo>
                <a:lnTo>
                  <a:pt x="1148969" y="0"/>
                </a:lnTo>
                <a:lnTo>
                  <a:pt x="1148969" y="259626"/>
                </a:lnTo>
                <a:lnTo>
                  <a:pt x="1198791" y="259626"/>
                </a:lnTo>
                <a:lnTo>
                  <a:pt x="11987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806955" y="1798319"/>
            <a:ext cx="299085" cy="231140"/>
          </a:xfrm>
          <a:custGeom>
            <a:avLst/>
            <a:gdLst/>
            <a:ahLst/>
            <a:cxnLst/>
            <a:rect l="l" t="t" r="r" b="b"/>
            <a:pathLst>
              <a:path w="299084" h="231139">
                <a:moveTo>
                  <a:pt x="298792" y="189230"/>
                </a:moveTo>
                <a:lnTo>
                  <a:pt x="53162" y="189230"/>
                </a:lnTo>
                <a:lnTo>
                  <a:pt x="53162" y="134620"/>
                </a:lnTo>
                <a:lnTo>
                  <a:pt x="285292" y="134620"/>
                </a:lnTo>
                <a:lnTo>
                  <a:pt x="285292" y="92710"/>
                </a:lnTo>
                <a:lnTo>
                  <a:pt x="53162" y="92710"/>
                </a:lnTo>
                <a:lnTo>
                  <a:pt x="53162" y="41910"/>
                </a:lnTo>
                <a:lnTo>
                  <a:pt x="294957" y="41910"/>
                </a:lnTo>
                <a:lnTo>
                  <a:pt x="294957" y="0"/>
                </a:lnTo>
                <a:lnTo>
                  <a:pt x="0" y="0"/>
                </a:lnTo>
                <a:lnTo>
                  <a:pt x="0" y="41910"/>
                </a:lnTo>
                <a:lnTo>
                  <a:pt x="0" y="92710"/>
                </a:lnTo>
                <a:lnTo>
                  <a:pt x="0" y="134620"/>
                </a:lnTo>
                <a:lnTo>
                  <a:pt x="0" y="189230"/>
                </a:lnTo>
                <a:lnTo>
                  <a:pt x="0" y="231140"/>
                </a:lnTo>
                <a:lnTo>
                  <a:pt x="298792" y="231140"/>
                </a:lnTo>
                <a:lnTo>
                  <a:pt x="298792" y="189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759474" y="2095695"/>
            <a:ext cx="389890" cy="43180"/>
          </a:xfrm>
          <a:custGeom>
            <a:avLst/>
            <a:gdLst/>
            <a:ahLst/>
            <a:cxnLst/>
            <a:rect l="l" t="t" r="r" b="b"/>
            <a:pathLst>
              <a:path w="389890" h="43180">
                <a:moveTo>
                  <a:pt x="389435" y="0"/>
                </a:moveTo>
                <a:lnTo>
                  <a:pt x="0" y="0"/>
                </a:lnTo>
                <a:lnTo>
                  <a:pt x="0" y="42826"/>
                </a:lnTo>
                <a:lnTo>
                  <a:pt x="389435" y="42826"/>
                </a:lnTo>
                <a:lnTo>
                  <a:pt x="38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206560" y="1764753"/>
            <a:ext cx="514984" cy="456565"/>
          </a:xfrm>
          <a:custGeom>
            <a:avLst/>
            <a:gdLst/>
            <a:ahLst/>
            <a:cxnLst/>
            <a:rect l="l" t="t" r="r" b="b"/>
            <a:pathLst>
              <a:path w="514984" h="456564">
                <a:moveTo>
                  <a:pt x="122313" y="32499"/>
                </a:moveTo>
                <a:lnTo>
                  <a:pt x="65989" y="32499"/>
                </a:lnTo>
                <a:lnTo>
                  <a:pt x="42303" y="69316"/>
                </a:lnTo>
                <a:lnTo>
                  <a:pt x="23825" y="108724"/>
                </a:lnTo>
                <a:lnTo>
                  <a:pt x="10604" y="150901"/>
                </a:lnTo>
                <a:lnTo>
                  <a:pt x="2654" y="196037"/>
                </a:lnTo>
                <a:lnTo>
                  <a:pt x="0" y="244297"/>
                </a:lnTo>
                <a:lnTo>
                  <a:pt x="2654" y="292620"/>
                </a:lnTo>
                <a:lnTo>
                  <a:pt x="10604" y="337756"/>
                </a:lnTo>
                <a:lnTo>
                  <a:pt x="23825" y="379907"/>
                </a:lnTo>
                <a:lnTo>
                  <a:pt x="42303" y="419290"/>
                </a:lnTo>
                <a:lnTo>
                  <a:pt x="65989" y="456095"/>
                </a:lnTo>
                <a:lnTo>
                  <a:pt x="122313" y="456095"/>
                </a:lnTo>
                <a:lnTo>
                  <a:pt x="98742" y="415569"/>
                </a:lnTo>
                <a:lnTo>
                  <a:pt x="79692" y="363385"/>
                </a:lnTo>
                <a:lnTo>
                  <a:pt x="66967" y="304596"/>
                </a:lnTo>
                <a:lnTo>
                  <a:pt x="62318" y="244297"/>
                </a:lnTo>
                <a:lnTo>
                  <a:pt x="66967" y="184061"/>
                </a:lnTo>
                <a:lnTo>
                  <a:pt x="79692" y="125272"/>
                </a:lnTo>
                <a:lnTo>
                  <a:pt x="98742" y="73037"/>
                </a:lnTo>
                <a:lnTo>
                  <a:pt x="122313" y="32499"/>
                </a:lnTo>
                <a:close/>
              </a:path>
              <a:path w="514984" h="456564">
                <a:moveTo>
                  <a:pt x="347281" y="179311"/>
                </a:moveTo>
                <a:lnTo>
                  <a:pt x="340347" y="148018"/>
                </a:lnTo>
                <a:lnTo>
                  <a:pt x="335203" y="141478"/>
                </a:lnTo>
                <a:lnTo>
                  <a:pt x="321195" y="123685"/>
                </a:lnTo>
                <a:lnTo>
                  <a:pt x="299783" y="112166"/>
                </a:lnTo>
                <a:lnTo>
                  <a:pt x="299783" y="179311"/>
                </a:lnTo>
                <a:lnTo>
                  <a:pt x="296506" y="194449"/>
                </a:lnTo>
                <a:lnTo>
                  <a:pt x="287261" y="205828"/>
                </a:lnTo>
                <a:lnTo>
                  <a:pt x="272999" y="212979"/>
                </a:lnTo>
                <a:lnTo>
                  <a:pt x="254622" y="215468"/>
                </a:lnTo>
                <a:lnTo>
                  <a:pt x="236372" y="212979"/>
                </a:lnTo>
                <a:lnTo>
                  <a:pt x="222211" y="205828"/>
                </a:lnTo>
                <a:lnTo>
                  <a:pt x="213055" y="194449"/>
                </a:lnTo>
                <a:lnTo>
                  <a:pt x="209804" y="179311"/>
                </a:lnTo>
                <a:lnTo>
                  <a:pt x="213055" y="163296"/>
                </a:lnTo>
                <a:lnTo>
                  <a:pt x="222211" y="151460"/>
                </a:lnTo>
                <a:lnTo>
                  <a:pt x="236372" y="144081"/>
                </a:lnTo>
                <a:lnTo>
                  <a:pt x="254622" y="141478"/>
                </a:lnTo>
                <a:lnTo>
                  <a:pt x="272999" y="144081"/>
                </a:lnTo>
                <a:lnTo>
                  <a:pt x="287261" y="151460"/>
                </a:lnTo>
                <a:lnTo>
                  <a:pt x="296506" y="163296"/>
                </a:lnTo>
                <a:lnTo>
                  <a:pt x="299783" y="179311"/>
                </a:lnTo>
                <a:lnTo>
                  <a:pt x="299783" y="112166"/>
                </a:lnTo>
                <a:lnTo>
                  <a:pt x="291922" y="107924"/>
                </a:lnTo>
                <a:lnTo>
                  <a:pt x="254622" y="102323"/>
                </a:lnTo>
                <a:lnTo>
                  <a:pt x="217779" y="107924"/>
                </a:lnTo>
                <a:lnTo>
                  <a:pt x="188734" y="123685"/>
                </a:lnTo>
                <a:lnTo>
                  <a:pt x="169722" y="148018"/>
                </a:lnTo>
                <a:lnTo>
                  <a:pt x="162979" y="179311"/>
                </a:lnTo>
                <a:lnTo>
                  <a:pt x="169722" y="209727"/>
                </a:lnTo>
                <a:lnTo>
                  <a:pt x="188734" y="233438"/>
                </a:lnTo>
                <a:lnTo>
                  <a:pt x="217779" y="248881"/>
                </a:lnTo>
                <a:lnTo>
                  <a:pt x="254622" y="254457"/>
                </a:lnTo>
                <a:lnTo>
                  <a:pt x="291922" y="248881"/>
                </a:lnTo>
                <a:lnTo>
                  <a:pt x="321195" y="233438"/>
                </a:lnTo>
                <a:lnTo>
                  <a:pt x="335711" y="215468"/>
                </a:lnTo>
                <a:lnTo>
                  <a:pt x="340347" y="209727"/>
                </a:lnTo>
                <a:lnTo>
                  <a:pt x="347281" y="179311"/>
                </a:lnTo>
                <a:close/>
              </a:path>
              <a:path w="514984" h="456564">
                <a:moveTo>
                  <a:pt x="360273" y="45326"/>
                </a:moveTo>
                <a:lnTo>
                  <a:pt x="280619" y="45326"/>
                </a:lnTo>
                <a:lnTo>
                  <a:pt x="280619" y="2336"/>
                </a:lnTo>
                <a:lnTo>
                  <a:pt x="228625" y="2336"/>
                </a:lnTo>
                <a:lnTo>
                  <a:pt x="228625" y="45326"/>
                </a:lnTo>
                <a:lnTo>
                  <a:pt x="148145" y="45326"/>
                </a:lnTo>
                <a:lnTo>
                  <a:pt x="148145" y="86487"/>
                </a:lnTo>
                <a:lnTo>
                  <a:pt x="360273" y="86487"/>
                </a:lnTo>
                <a:lnTo>
                  <a:pt x="360273" y="45326"/>
                </a:lnTo>
                <a:close/>
              </a:path>
              <a:path w="514984" h="456564">
                <a:moveTo>
                  <a:pt x="514743" y="286956"/>
                </a:moveTo>
                <a:lnTo>
                  <a:pt x="222961" y="286956"/>
                </a:lnTo>
                <a:lnTo>
                  <a:pt x="222961" y="328777"/>
                </a:lnTo>
                <a:lnTo>
                  <a:pt x="462597" y="328777"/>
                </a:lnTo>
                <a:lnTo>
                  <a:pt x="462597" y="425259"/>
                </a:lnTo>
                <a:lnTo>
                  <a:pt x="514743" y="425259"/>
                </a:lnTo>
                <a:lnTo>
                  <a:pt x="514743" y="286956"/>
                </a:lnTo>
                <a:close/>
              </a:path>
              <a:path w="514984" h="456564">
                <a:moveTo>
                  <a:pt x="514743" y="0"/>
                </a:moveTo>
                <a:lnTo>
                  <a:pt x="464921" y="0"/>
                </a:lnTo>
                <a:lnTo>
                  <a:pt x="464921" y="114820"/>
                </a:lnTo>
                <a:lnTo>
                  <a:pt x="424599" y="114820"/>
                </a:lnTo>
                <a:lnTo>
                  <a:pt x="424599" y="6997"/>
                </a:lnTo>
                <a:lnTo>
                  <a:pt x="374942" y="6997"/>
                </a:lnTo>
                <a:lnTo>
                  <a:pt x="374942" y="263131"/>
                </a:lnTo>
                <a:lnTo>
                  <a:pt x="424599" y="263131"/>
                </a:lnTo>
                <a:lnTo>
                  <a:pt x="424599" y="157480"/>
                </a:lnTo>
                <a:lnTo>
                  <a:pt x="464921" y="157480"/>
                </a:lnTo>
                <a:lnTo>
                  <a:pt x="464921" y="265620"/>
                </a:lnTo>
                <a:lnTo>
                  <a:pt x="514743" y="265620"/>
                </a:lnTo>
                <a:lnTo>
                  <a:pt x="514743" y="157480"/>
                </a:lnTo>
                <a:lnTo>
                  <a:pt x="514743" y="114820"/>
                </a:lnTo>
                <a:lnTo>
                  <a:pt x="5147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74307" y="1764750"/>
            <a:ext cx="354965" cy="420370"/>
          </a:xfrm>
          <a:custGeom>
            <a:avLst/>
            <a:gdLst/>
            <a:ahLst/>
            <a:cxnLst/>
            <a:rect l="l" t="t" r="r" b="b"/>
            <a:pathLst>
              <a:path w="354965" h="420369">
                <a:moveTo>
                  <a:pt x="354608" y="0"/>
                </a:moveTo>
                <a:lnTo>
                  <a:pt x="302116" y="0"/>
                </a:lnTo>
                <a:lnTo>
                  <a:pt x="302116" y="240793"/>
                </a:lnTo>
                <a:lnTo>
                  <a:pt x="354608" y="240793"/>
                </a:lnTo>
                <a:lnTo>
                  <a:pt x="354608" y="0"/>
                </a:lnTo>
                <a:close/>
              </a:path>
              <a:path w="354965" h="420369">
                <a:moveTo>
                  <a:pt x="158974" y="15831"/>
                </a:moveTo>
                <a:lnTo>
                  <a:pt x="104815" y="15831"/>
                </a:lnTo>
                <a:lnTo>
                  <a:pt x="104815" y="57323"/>
                </a:lnTo>
                <a:lnTo>
                  <a:pt x="98163" y="98801"/>
                </a:lnTo>
                <a:lnTo>
                  <a:pt x="78341" y="136935"/>
                </a:lnTo>
                <a:lnTo>
                  <a:pt x="45552" y="168633"/>
                </a:lnTo>
                <a:lnTo>
                  <a:pt x="0" y="190801"/>
                </a:lnTo>
                <a:lnTo>
                  <a:pt x="25996" y="232128"/>
                </a:lnTo>
                <a:lnTo>
                  <a:pt x="61398" y="216245"/>
                </a:lnTo>
                <a:lnTo>
                  <a:pt x="91005" y="194426"/>
                </a:lnTo>
                <a:lnTo>
                  <a:pt x="114645" y="167545"/>
                </a:lnTo>
                <a:lnTo>
                  <a:pt x="132145" y="136477"/>
                </a:lnTo>
                <a:lnTo>
                  <a:pt x="188860" y="136477"/>
                </a:lnTo>
                <a:lnTo>
                  <a:pt x="185115" y="133019"/>
                </a:lnTo>
                <a:lnTo>
                  <a:pt x="165475" y="97077"/>
                </a:lnTo>
                <a:lnTo>
                  <a:pt x="158974" y="57323"/>
                </a:lnTo>
                <a:lnTo>
                  <a:pt x="158974" y="15831"/>
                </a:lnTo>
                <a:close/>
              </a:path>
              <a:path w="354965" h="420369">
                <a:moveTo>
                  <a:pt x="188860" y="136477"/>
                </a:moveTo>
                <a:lnTo>
                  <a:pt x="132145" y="136477"/>
                </a:lnTo>
                <a:lnTo>
                  <a:pt x="149582" y="165170"/>
                </a:lnTo>
                <a:lnTo>
                  <a:pt x="172784" y="189802"/>
                </a:lnTo>
                <a:lnTo>
                  <a:pt x="201579" y="209684"/>
                </a:lnTo>
                <a:lnTo>
                  <a:pt x="235794" y="224130"/>
                </a:lnTo>
                <a:lnTo>
                  <a:pt x="261623" y="183969"/>
                </a:lnTo>
                <a:lnTo>
                  <a:pt x="217346" y="162775"/>
                </a:lnTo>
                <a:lnTo>
                  <a:pt x="188860" y="136477"/>
                </a:lnTo>
                <a:close/>
              </a:path>
              <a:path w="354965" h="420369">
                <a:moveTo>
                  <a:pt x="354608" y="261956"/>
                </a:moveTo>
                <a:lnTo>
                  <a:pt x="72154" y="261956"/>
                </a:lnTo>
                <a:lnTo>
                  <a:pt x="72154" y="420263"/>
                </a:lnTo>
                <a:lnTo>
                  <a:pt x="354608" y="420263"/>
                </a:lnTo>
                <a:lnTo>
                  <a:pt x="354608" y="377937"/>
                </a:lnTo>
                <a:lnTo>
                  <a:pt x="123813" y="377937"/>
                </a:lnTo>
                <a:lnTo>
                  <a:pt x="123813" y="303616"/>
                </a:lnTo>
                <a:lnTo>
                  <a:pt x="354608" y="303616"/>
                </a:lnTo>
                <a:lnTo>
                  <a:pt x="354608" y="261956"/>
                </a:lnTo>
                <a:close/>
              </a:path>
              <a:path w="354965" h="420369">
                <a:moveTo>
                  <a:pt x="354608" y="303616"/>
                </a:moveTo>
                <a:lnTo>
                  <a:pt x="303283" y="303616"/>
                </a:lnTo>
                <a:lnTo>
                  <a:pt x="303283" y="377937"/>
                </a:lnTo>
                <a:lnTo>
                  <a:pt x="354608" y="377937"/>
                </a:lnTo>
                <a:lnTo>
                  <a:pt x="354608" y="303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191405" y="1797244"/>
            <a:ext cx="122555" cy="424180"/>
          </a:xfrm>
          <a:custGeom>
            <a:avLst/>
            <a:gdLst/>
            <a:ahLst/>
            <a:cxnLst/>
            <a:rect l="l" t="t" r="r" b="b"/>
            <a:pathLst>
              <a:path w="122554" h="424180">
                <a:moveTo>
                  <a:pt x="56324" y="0"/>
                </a:moveTo>
                <a:lnTo>
                  <a:pt x="0" y="0"/>
                </a:lnTo>
                <a:lnTo>
                  <a:pt x="23574" y="40545"/>
                </a:lnTo>
                <a:lnTo>
                  <a:pt x="42617" y="92776"/>
                </a:lnTo>
                <a:lnTo>
                  <a:pt x="55350" y="151569"/>
                </a:lnTo>
                <a:lnTo>
                  <a:pt x="59990" y="211798"/>
                </a:lnTo>
                <a:lnTo>
                  <a:pt x="55350" y="272098"/>
                </a:lnTo>
                <a:lnTo>
                  <a:pt x="42617" y="330883"/>
                </a:lnTo>
                <a:lnTo>
                  <a:pt x="23574" y="383074"/>
                </a:lnTo>
                <a:lnTo>
                  <a:pt x="0" y="423596"/>
                </a:lnTo>
                <a:lnTo>
                  <a:pt x="56324" y="423596"/>
                </a:lnTo>
                <a:lnTo>
                  <a:pt x="80016" y="386788"/>
                </a:lnTo>
                <a:lnTo>
                  <a:pt x="98485" y="347412"/>
                </a:lnTo>
                <a:lnTo>
                  <a:pt x="111706" y="305260"/>
                </a:lnTo>
                <a:lnTo>
                  <a:pt x="119657" y="260125"/>
                </a:lnTo>
                <a:lnTo>
                  <a:pt x="122313" y="211798"/>
                </a:lnTo>
                <a:lnTo>
                  <a:pt x="119657" y="163535"/>
                </a:lnTo>
                <a:lnTo>
                  <a:pt x="111706" y="118408"/>
                </a:lnTo>
                <a:lnTo>
                  <a:pt x="98485" y="76232"/>
                </a:lnTo>
                <a:lnTo>
                  <a:pt x="80016" y="36824"/>
                </a:lnTo>
                <a:lnTo>
                  <a:pt x="56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497545" y="1802410"/>
            <a:ext cx="254000" cy="351155"/>
          </a:xfrm>
          <a:custGeom>
            <a:avLst/>
            <a:gdLst/>
            <a:ahLst/>
            <a:cxnLst/>
            <a:rect l="l" t="t" r="r" b="b"/>
            <a:pathLst>
              <a:path w="254000" h="351155">
                <a:moveTo>
                  <a:pt x="127479" y="0"/>
                </a:moveTo>
                <a:lnTo>
                  <a:pt x="80607" y="7037"/>
                </a:lnTo>
                <a:lnTo>
                  <a:pt x="42701" y="26808"/>
                </a:lnTo>
                <a:lnTo>
                  <a:pt x="17107" y="57295"/>
                </a:lnTo>
                <a:lnTo>
                  <a:pt x="7165" y="96484"/>
                </a:lnTo>
                <a:lnTo>
                  <a:pt x="65989" y="96484"/>
                </a:lnTo>
                <a:lnTo>
                  <a:pt x="71491" y="77198"/>
                </a:lnTo>
                <a:lnTo>
                  <a:pt x="84882" y="62552"/>
                </a:lnTo>
                <a:lnTo>
                  <a:pt x="104115" y="53249"/>
                </a:lnTo>
                <a:lnTo>
                  <a:pt x="127145" y="49991"/>
                </a:lnTo>
                <a:lnTo>
                  <a:pt x="149605" y="53459"/>
                </a:lnTo>
                <a:lnTo>
                  <a:pt x="166847" y="63239"/>
                </a:lnTo>
                <a:lnTo>
                  <a:pt x="177903" y="78393"/>
                </a:lnTo>
                <a:lnTo>
                  <a:pt x="181804" y="97983"/>
                </a:lnTo>
                <a:lnTo>
                  <a:pt x="177278" y="118378"/>
                </a:lnTo>
                <a:lnTo>
                  <a:pt x="164598" y="134165"/>
                </a:lnTo>
                <a:lnTo>
                  <a:pt x="145106" y="144359"/>
                </a:lnTo>
                <a:lnTo>
                  <a:pt x="120147" y="147975"/>
                </a:lnTo>
                <a:lnTo>
                  <a:pt x="89818" y="147975"/>
                </a:lnTo>
                <a:lnTo>
                  <a:pt x="89818" y="195300"/>
                </a:lnTo>
                <a:lnTo>
                  <a:pt x="120147" y="195300"/>
                </a:lnTo>
                <a:lnTo>
                  <a:pt x="150006" y="199219"/>
                </a:lnTo>
                <a:lnTo>
                  <a:pt x="172305" y="210152"/>
                </a:lnTo>
                <a:lnTo>
                  <a:pt x="186229" y="226866"/>
                </a:lnTo>
                <a:lnTo>
                  <a:pt x="190968" y="248125"/>
                </a:lnTo>
                <a:lnTo>
                  <a:pt x="186232" y="268791"/>
                </a:lnTo>
                <a:lnTo>
                  <a:pt x="172825" y="284848"/>
                </a:lnTo>
                <a:lnTo>
                  <a:pt x="152327" y="295250"/>
                </a:lnTo>
                <a:lnTo>
                  <a:pt x="126313" y="298950"/>
                </a:lnTo>
                <a:lnTo>
                  <a:pt x="101499" y="295706"/>
                </a:lnTo>
                <a:lnTo>
                  <a:pt x="81403" y="286494"/>
                </a:lnTo>
                <a:lnTo>
                  <a:pt x="67682" y="272095"/>
                </a:lnTo>
                <a:lnTo>
                  <a:pt x="61990" y="253291"/>
                </a:lnTo>
                <a:lnTo>
                  <a:pt x="0" y="253291"/>
                </a:lnTo>
                <a:lnTo>
                  <a:pt x="10224" y="292821"/>
                </a:lnTo>
                <a:lnTo>
                  <a:pt x="36556" y="323571"/>
                </a:lnTo>
                <a:lnTo>
                  <a:pt x="76230" y="343511"/>
                </a:lnTo>
                <a:lnTo>
                  <a:pt x="126479" y="350608"/>
                </a:lnTo>
                <a:lnTo>
                  <a:pt x="177562" y="343175"/>
                </a:lnTo>
                <a:lnTo>
                  <a:pt x="217943" y="322509"/>
                </a:lnTo>
                <a:lnTo>
                  <a:pt x="244420" y="291063"/>
                </a:lnTo>
                <a:lnTo>
                  <a:pt x="253791" y="251291"/>
                </a:lnTo>
                <a:lnTo>
                  <a:pt x="248959" y="221518"/>
                </a:lnTo>
                <a:lnTo>
                  <a:pt x="234378" y="197446"/>
                </a:lnTo>
                <a:lnTo>
                  <a:pt x="210673" y="180217"/>
                </a:lnTo>
                <a:lnTo>
                  <a:pt x="178470" y="170971"/>
                </a:lnTo>
                <a:lnTo>
                  <a:pt x="178470" y="168305"/>
                </a:lnTo>
                <a:lnTo>
                  <a:pt x="204099" y="158879"/>
                </a:lnTo>
                <a:lnTo>
                  <a:pt x="223900" y="142892"/>
                </a:lnTo>
                <a:lnTo>
                  <a:pt x="236609" y="121157"/>
                </a:lnTo>
                <a:lnTo>
                  <a:pt x="240960" y="94484"/>
                </a:lnTo>
                <a:lnTo>
                  <a:pt x="233071" y="57717"/>
                </a:lnTo>
                <a:lnTo>
                  <a:pt x="210215" y="27682"/>
                </a:lnTo>
                <a:lnTo>
                  <a:pt x="174362" y="7428"/>
                </a:lnTo>
                <a:lnTo>
                  <a:pt x="1274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7144" y="1701158"/>
            <a:ext cx="223976" cy="139450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179671" y="7360739"/>
            <a:ext cx="7543165" cy="629285"/>
            <a:chOff x="1179671" y="7360739"/>
            <a:chExt cx="7543165" cy="629285"/>
          </a:xfrm>
        </p:grpSpPr>
        <p:sp>
          <p:nvSpPr>
            <p:cNvPr id="12" name="object 12" descr=""/>
            <p:cNvSpPr/>
            <p:nvPr/>
          </p:nvSpPr>
          <p:spPr>
            <a:xfrm>
              <a:off x="1179671" y="7379837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79671" y="7360739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79671" y="797620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5861" y="7566502"/>
              <a:ext cx="175550" cy="20159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723" y="7566660"/>
              <a:ext cx="164341" cy="19907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4305" y="7566502"/>
              <a:ext cx="373517" cy="20159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04354" y="7566502"/>
              <a:ext cx="161420" cy="20207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6405" y="7566502"/>
              <a:ext cx="169077" cy="2011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5297" y="7566502"/>
              <a:ext cx="453163" cy="20617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0660" y="7564924"/>
              <a:ext cx="187390" cy="20151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75613" y="7566502"/>
              <a:ext cx="166235" cy="201598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9565492" y="6436816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9565492" y="6455913"/>
            <a:ext cx="7543165" cy="610235"/>
            <a:chOff x="9565492" y="6455913"/>
            <a:chExt cx="7543165" cy="610235"/>
          </a:xfrm>
        </p:grpSpPr>
        <p:sp>
          <p:nvSpPr>
            <p:cNvPr id="25" name="object 25" descr=""/>
            <p:cNvSpPr/>
            <p:nvPr/>
          </p:nvSpPr>
          <p:spPr>
            <a:xfrm>
              <a:off x="9565492" y="7052277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565492" y="6455913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20895" y="6642579"/>
              <a:ext cx="371465" cy="20159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70049" y="6642579"/>
              <a:ext cx="173892" cy="20159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70859" y="6642579"/>
              <a:ext cx="171445" cy="199704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9570997" y="7415930"/>
            <a:ext cx="527685" cy="186690"/>
            <a:chOff x="9570997" y="7415930"/>
            <a:chExt cx="527685" cy="186690"/>
          </a:xfrm>
        </p:grpSpPr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70997" y="7415930"/>
              <a:ext cx="348368" cy="18607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48143" y="7415930"/>
              <a:ext cx="150290" cy="186298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10188719" y="7415930"/>
            <a:ext cx="544830" cy="186690"/>
            <a:chOff x="10188719" y="7415930"/>
            <a:chExt cx="544830" cy="186690"/>
          </a:xfrm>
        </p:grpSpPr>
        <p:pic>
          <p:nvPicPr>
            <p:cNvPr id="34" name="object 3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88719" y="7415930"/>
              <a:ext cx="150142" cy="186074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80460" y="7415930"/>
              <a:ext cx="352468" cy="186074"/>
            </a:xfrm>
            <a:prstGeom prst="rect">
              <a:avLst/>
            </a:prstGeom>
          </p:spPr>
        </p:pic>
      </p:grpSp>
      <p:sp>
        <p:nvSpPr>
          <p:cNvPr id="36" name="object 36" descr=""/>
          <p:cNvSpPr/>
          <p:nvPr/>
        </p:nvSpPr>
        <p:spPr>
          <a:xfrm>
            <a:off x="10797489" y="7416165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85" y="64325"/>
                </a:moveTo>
                <a:lnTo>
                  <a:pt x="114554" y="49822"/>
                </a:lnTo>
                <a:lnTo>
                  <a:pt x="93040" y="20269"/>
                </a:lnTo>
                <a:lnTo>
                  <a:pt x="93040" y="19748"/>
                </a:lnTo>
                <a:lnTo>
                  <a:pt x="154317" y="19748"/>
                </a:lnTo>
                <a:lnTo>
                  <a:pt x="154317" y="8712"/>
                </a:lnTo>
                <a:lnTo>
                  <a:pt x="15582" y="8712"/>
                </a:lnTo>
                <a:lnTo>
                  <a:pt x="15582" y="19748"/>
                </a:lnTo>
                <a:lnTo>
                  <a:pt x="76568" y="19748"/>
                </a:lnTo>
                <a:lnTo>
                  <a:pt x="76568" y="20269"/>
                </a:lnTo>
                <a:lnTo>
                  <a:pt x="70459" y="36601"/>
                </a:lnTo>
                <a:lnTo>
                  <a:pt x="54838" y="49822"/>
                </a:lnTo>
                <a:lnTo>
                  <a:pt x="33528" y="59283"/>
                </a:lnTo>
                <a:lnTo>
                  <a:pt x="10363" y="64325"/>
                </a:lnTo>
                <a:lnTo>
                  <a:pt x="15278" y="74993"/>
                </a:lnTo>
                <a:lnTo>
                  <a:pt x="36817" y="70281"/>
                </a:lnTo>
                <a:lnTo>
                  <a:pt x="56959" y="62077"/>
                </a:lnTo>
                <a:lnTo>
                  <a:pt x="73660" y="50546"/>
                </a:lnTo>
                <a:lnTo>
                  <a:pt x="84836" y="35852"/>
                </a:lnTo>
                <a:lnTo>
                  <a:pt x="95923" y="50546"/>
                </a:lnTo>
                <a:lnTo>
                  <a:pt x="112572" y="62077"/>
                </a:lnTo>
                <a:lnTo>
                  <a:pt x="132715" y="70281"/>
                </a:lnTo>
                <a:lnTo>
                  <a:pt x="154241" y="74993"/>
                </a:lnTo>
                <a:lnTo>
                  <a:pt x="159385" y="64325"/>
                </a:lnTo>
                <a:close/>
              </a:path>
              <a:path w="547370" h="185420">
                <a:moveTo>
                  <a:pt x="169519" y="87591"/>
                </a:moveTo>
                <a:lnTo>
                  <a:pt x="0" y="87591"/>
                </a:lnTo>
                <a:lnTo>
                  <a:pt x="0" y="98844"/>
                </a:lnTo>
                <a:lnTo>
                  <a:pt x="78054" y="98844"/>
                </a:lnTo>
                <a:lnTo>
                  <a:pt x="78054" y="120611"/>
                </a:lnTo>
                <a:lnTo>
                  <a:pt x="53873" y="123444"/>
                </a:lnTo>
                <a:lnTo>
                  <a:pt x="35852" y="129921"/>
                </a:lnTo>
                <a:lnTo>
                  <a:pt x="24612" y="139827"/>
                </a:lnTo>
                <a:lnTo>
                  <a:pt x="20726" y="152971"/>
                </a:lnTo>
                <a:lnTo>
                  <a:pt x="25082" y="166725"/>
                </a:lnTo>
                <a:lnTo>
                  <a:pt x="37668" y="176860"/>
                </a:lnTo>
                <a:lnTo>
                  <a:pt x="57772" y="183108"/>
                </a:lnTo>
                <a:lnTo>
                  <a:pt x="84683" y="185254"/>
                </a:lnTo>
                <a:lnTo>
                  <a:pt x="111480" y="183108"/>
                </a:lnTo>
                <a:lnTo>
                  <a:pt x="131521" y="176860"/>
                </a:lnTo>
                <a:lnTo>
                  <a:pt x="134340" y="174586"/>
                </a:lnTo>
                <a:lnTo>
                  <a:pt x="144106" y="166725"/>
                </a:lnTo>
                <a:lnTo>
                  <a:pt x="148501" y="152971"/>
                </a:lnTo>
                <a:lnTo>
                  <a:pt x="144589" y="139827"/>
                </a:lnTo>
                <a:lnTo>
                  <a:pt x="135229" y="131584"/>
                </a:lnTo>
                <a:lnTo>
                  <a:pt x="135229" y="152971"/>
                </a:lnTo>
                <a:lnTo>
                  <a:pt x="131622" y="162090"/>
                </a:lnTo>
                <a:lnTo>
                  <a:pt x="121500" y="168922"/>
                </a:lnTo>
                <a:lnTo>
                  <a:pt x="105613" y="173177"/>
                </a:lnTo>
                <a:lnTo>
                  <a:pt x="84683" y="174586"/>
                </a:lnTo>
                <a:lnTo>
                  <a:pt x="63677" y="173177"/>
                </a:lnTo>
                <a:lnTo>
                  <a:pt x="47777" y="168922"/>
                </a:lnTo>
                <a:lnTo>
                  <a:pt x="37731" y="162090"/>
                </a:lnTo>
                <a:lnTo>
                  <a:pt x="34290" y="152971"/>
                </a:lnTo>
                <a:lnTo>
                  <a:pt x="37731" y="143814"/>
                </a:lnTo>
                <a:lnTo>
                  <a:pt x="47777" y="136956"/>
                </a:lnTo>
                <a:lnTo>
                  <a:pt x="63677" y="132651"/>
                </a:lnTo>
                <a:lnTo>
                  <a:pt x="84683" y="131127"/>
                </a:lnTo>
                <a:lnTo>
                  <a:pt x="105613" y="132651"/>
                </a:lnTo>
                <a:lnTo>
                  <a:pt x="121500" y="136956"/>
                </a:lnTo>
                <a:lnTo>
                  <a:pt x="131622" y="143814"/>
                </a:lnTo>
                <a:lnTo>
                  <a:pt x="135229" y="152971"/>
                </a:lnTo>
                <a:lnTo>
                  <a:pt x="135229" y="131584"/>
                </a:lnTo>
                <a:lnTo>
                  <a:pt x="134721" y="131127"/>
                </a:lnTo>
                <a:lnTo>
                  <a:pt x="133350" y="129921"/>
                </a:lnTo>
                <a:lnTo>
                  <a:pt x="115341" y="123444"/>
                </a:lnTo>
                <a:lnTo>
                  <a:pt x="91173" y="120611"/>
                </a:lnTo>
                <a:lnTo>
                  <a:pt x="91173" y="98844"/>
                </a:lnTo>
                <a:lnTo>
                  <a:pt x="169519" y="98844"/>
                </a:lnTo>
                <a:lnTo>
                  <a:pt x="169519" y="87591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70"/>
                </a:lnTo>
                <a:lnTo>
                  <a:pt x="313258" y="97726"/>
                </a:lnTo>
                <a:lnTo>
                  <a:pt x="316090" y="95859"/>
                </a:lnTo>
                <a:lnTo>
                  <a:pt x="323926" y="90703"/>
                </a:lnTo>
                <a:lnTo>
                  <a:pt x="331927" y="81902"/>
                </a:lnTo>
                <a:lnTo>
                  <a:pt x="336892" y="71640"/>
                </a:lnTo>
                <a:lnTo>
                  <a:pt x="336969" y="71488"/>
                </a:lnTo>
                <a:lnTo>
                  <a:pt x="338747" y="59639"/>
                </a:lnTo>
                <a:lnTo>
                  <a:pt x="333743" y="40259"/>
                </a:lnTo>
                <a:lnTo>
                  <a:pt x="326072" y="32054"/>
                </a:lnTo>
                <a:lnTo>
                  <a:pt x="326072" y="59639"/>
                </a:lnTo>
                <a:lnTo>
                  <a:pt x="321957" y="74358"/>
                </a:lnTo>
                <a:lnTo>
                  <a:pt x="310540" y="85826"/>
                </a:lnTo>
                <a:lnTo>
                  <a:pt x="299834" y="90411"/>
                </a:lnTo>
                <a:lnTo>
                  <a:pt x="299834" y="102870"/>
                </a:lnTo>
                <a:lnTo>
                  <a:pt x="299834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94" y="104559"/>
                </a:lnTo>
                <a:lnTo>
                  <a:pt x="256565" y="105676"/>
                </a:lnTo>
                <a:lnTo>
                  <a:pt x="263766" y="106362"/>
                </a:lnTo>
                <a:lnTo>
                  <a:pt x="271284" y="106603"/>
                </a:lnTo>
                <a:lnTo>
                  <a:pt x="278879" y="106362"/>
                </a:lnTo>
                <a:lnTo>
                  <a:pt x="286092" y="105676"/>
                </a:lnTo>
                <a:lnTo>
                  <a:pt x="292887" y="104559"/>
                </a:lnTo>
                <a:lnTo>
                  <a:pt x="299237" y="103022"/>
                </a:lnTo>
                <a:lnTo>
                  <a:pt x="299834" y="102870"/>
                </a:lnTo>
                <a:lnTo>
                  <a:pt x="299834" y="90411"/>
                </a:lnTo>
                <a:lnTo>
                  <a:pt x="293179" y="93256"/>
                </a:lnTo>
                <a:lnTo>
                  <a:pt x="271284" y="95859"/>
                </a:lnTo>
                <a:lnTo>
                  <a:pt x="249339" y="93256"/>
                </a:lnTo>
                <a:lnTo>
                  <a:pt x="232029" y="85826"/>
                </a:lnTo>
                <a:lnTo>
                  <a:pt x="220675" y="74358"/>
                </a:lnTo>
                <a:lnTo>
                  <a:pt x="216636" y="59639"/>
                </a:lnTo>
                <a:lnTo>
                  <a:pt x="220675" y="44869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79" y="26009"/>
                </a:lnTo>
                <a:lnTo>
                  <a:pt x="310540" y="33413"/>
                </a:lnTo>
                <a:lnTo>
                  <a:pt x="321957" y="44869"/>
                </a:lnTo>
                <a:lnTo>
                  <a:pt x="326072" y="59639"/>
                </a:lnTo>
                <a:lnTo>
                  <a:pt x="326072" y="32054"/>
                </a:lnTo>
                <a:lnTo>
                  <a:pt x="319836" y="25374"/>
                </a:lnTo>
                <a:lnTo>
                  <a:pt x="315429" y="23406"/>
                </a:lnTo>
                <a:lnTo>
                  <a:pt x="298513" y="15811"/>
                </a:lnTo>
                <a:lnTo>
                  <a:pt x="271284" y="12369"/>
                </a:lnTo>
                <a:lnTo>
                  <a:pt x="244132" y="15811"/>
                </a:lnTo>
                <a:lnTo>
                  <a:pt x="222834" y="25374"/>
                </a:lnTo>
                <a:lnTo>
                  <a:pt x="208940" y="40259"/>
                </a:lnTo>
                <a:lnTo>
                  <a:pt x="203962" y="59639"/>
                </a:lnTo>
                <a:lnTo>
                  <a:pt x="205740" y="71488"/>
                </a:lnTo>
                <a:lnTo>
                  <a:pt x="205765" y="71640"/>
                </a:lnTo>
                <a:lnTo>
                  <a:pt x="210921" y="82156"/>
                </a:lnTo>
                <a:lnTo>
                  <a:pt x="219151" y="91008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09" y="66446"/>
                </a:lnTo>
                <a:lnTo>
                  <a:pt x="462572" y="56946"/>
                </a:lnTo>
                <a:lnTo>
                  <a:pt x="461454" y="55613"/>
                </a:lnTo>
                <a:lnTo>
                  <a:pt x="461238" y="55511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75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46" y="90182"/>
                </a:lnTo>
                <a:lnTo>
                  <a:pt x="397649" y="80657"/>
                </a:lnTo>
                <a:lnTo>
                  <a:pt x="399846" y="70980"/>
                </a:lnTo>
                <a:lnTo>
                  <a:pt x="406298" y="63487"/>
                </a:lnTo>
                <a:lnTo>
                  <a:pt x="416369" y="58661"/>
                </a:lnTo>
                <a:lnTo>
                  <a:pt x="429475" y="56946"/>
                </a:lnTo>
                <a:lnTo>
                  <a:pt x="442379" y="58661"/>
                </a:lnTo>
                <a:lnTo>
                  <a:pt x="452374" y="63487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11"/>
                </a:lnTo>
                <a:lnTo>
                  <a:pt x="447484" y="48717"/>
                </a:lnTo>
                <a:lnTo>
                  <a:pt x="429475" y="46291"/>
                </a:lnTo>
                <a:lnTo>
                  <a:pt x="411226" y="48717"/>
                </a:lnTo>
                <a:lnTo>
                  <a:pt x="397167" y="55613"/>
                </a:lnTo>
                <a:lnTo>
                  <a:pt x="388162" y="66446"/>
                </a:lnTo>
                <a:lnTo>
                  <a:pt x="385051" y="80657"/>
                </a:lnTo>
                <a:lnTo>
                  <a:pt x="388162" y="94716"/>
                </a:lnTo>
                <a:lnTo>
                  <a:pt x="397167" y="105422"/>
                </a:lnTo>
                <a:lnTo>
                  <a:pt x="411226" y="112255"/>
                </a:lnTo>
                <a:lnTo>
                  <a:pt x="429475" y="114655"/>
                </a:lnTo>
                <a:lnTo>
                  <a:pt x="447484" y="112255"/>
                </a:lnTo>
                <a:lnTo>
                  <a:pt x="461454" y="105422"/>
                </a:lnTo>
                <a:lnTo>
                  <a:pt x="462800" y="103847"/>
                </a:lnTo>
                <a:lnTo>
                  <a:pt x="470509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36" y="23774"/>
                </a:moveTo>
                <a:lnTo>
                  <a:pt x="436118" y="23774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74"/>
                </a:lnTo>
                <a:lnTo>
                  <a:pt x="374015" y="23774"/>
                </a:lnTo>
                <a:lnTo>
                  <a:pt x="374015" y="34886"/>
                </a:lnTo>
                <a:lnTo>
                  <a:pt x="484936" y="34886"/>
                </a:lnTo>
                <a:lnTo>
                  <a:pt x="484936" y="23774"/>
                </a:lnTo>
                <a:close/>
              </a:path>
              <a:path w="547370" h="185420">
                <a:moveTo>
                  <a:pt x="527291" y="170116"/>
                </a:moveTo>
                <a:lnTo>
                  <a:pt x="416128" y="170116"/>
                </a:lnTo>
                <a:lnTo>
                  <a:pt x="416128" y="128066"/>
                </a:lnTo>
                <a:lnTo>
                  <a:pt x="403009" y="128066"/>
                </a:lnTo>
                <a:lnTo>
                  <a:pt x="403009" y="181368"/>
                </a:lnTo>
                <a:lnTo>
                  <a:pt x="527291" y="181368"/>
                </a:lnTo>
                <a:lnTo>
                  <a:pt x="527291" y="170116"/>
                </a:lnTo>
                <a:close/>
              </a:path>
              <a:path w="547370" h="185420">
                <a:moveTo>
                  <a:pt x="546963" y="62611"/>
                </a:moveTo>
                <a:lnTo>
                  <a:pt x="518198" y="62611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47"/>
                </a:lnTo>
                <a:lnTo>
                  <a:pt x="518198" y="139547"/>
                </a:lnTo>
                <a:lnTo>
                  <a:pt x="518198" y="74028"/>
                </a:lnTo>
                <a:lnTo>
                  <a:pt x="546963" y="74028"/>
                </a:lnTo>
                <a:lnTo>
                  <a:pt x="546963" y="626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1413949" y="7415930"/>
            <a:ext cx="334645" cy="186690"/>
            <a:chOff x="11413949" y="7415930"/>
            <a:chExt cx="334645" cy="186690"/>
          </a:xfrm>
        </p:grpSpPr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413949" y="7415930"/>
              <a:ext cx="148352" cy="18607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95105" y="7416153"/>
              <a:ext cx="153197" cy="186074"/>
            </a:xfrm>
            <a:prstGeom prst="rect">
              <a:avLst/>
            </a:prstGeom>
          </p:spPr>
        </p:pic>
      </p:grpSp>
      <p:sp>
        <p:nvSpPr>
          <p:cNvPr id="40" name="object 40" descr=""/>
          <p:cNvSpPr/>
          <p:nvPr/>
        </p:nvSpPr>
        <p:spPr>
          <a:xfrm>
            <a:off x="11804955" y="7433309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42"/>
                </a:lnTo>
                <a:lnTo>
                  <a:pt x="125539" y="11442"/>
                </a:lnTo>
                <a:lnTo>
                  <a:pt x="125539" y="0"/>
                </a:lnTo>
                <a:lnTo>
                  <a:pt x="0" y="0"/>
                </a:lnTo>
                <a:lnTo>
                  <a:pt x="0" y="11442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1782670" y="7564283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1969039" y="742187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508"/>
                </a:moveTo>
                <a:lnTo>
                  <a:pt x="0" y="81508"/>
                </a:lnTo>
                <a:lnTo>
                  <a:pt x="0" y="92240"/>
                </a:lnTo>
                <a:lnTo>
                  <a:pt x="170345" y="92240"/>
                </a:lnTo>
                <a:lnTo>
                  <a:pt x="170345" y="81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1989905" y="7531100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24" y="58420"/>
                </a:moveTo>
                <a:lnTo>
                  <a:pt x="13652" y="58420"/>
                </a:lnTo>
                <a:lnTo>
                  <a:pt x="13652" y="38100"/>
                </a:lnTo>
                <a:lnTo>
                  <a:pt x="127863" y="38100"/>
                </a:lnTo>
                <a:lnTo>
                  <a:pt x="127863" y="27952"/>
                </a:lnTo>
                <a:lnTo>
                  <a:pt x="127863" y="10160"/>
                </a:lnTo>
                <a:lnTo>
                  <a:pt x="127863" y="0"/>
                </a:lnTo>
                <a:lnTo>
                  <a:pt x="0" y="0"/>
                </a:lnTo>
                <a:lnTo>
                  <a:pt x="0" y="10160"/>
                </a:lnTo>
                <a:lnTo>
                  <a:pt x="114668" y="10160"/>
                </a:lnTo>
                <a:lnTo>
                  <a:pt x="114668" y="27952"/>
                </a:lnTo>
                <a:lnTo>
                  <a:pt x="457" y="27952"/>
                </a:lnTo>
                <a:lnTo>
                  <a:pt x="457" y="38100"/>
                </a:lnTo>
                <a:lnTo>
                  <a:pt x="457" y="58420"/>
                </a:lnTo>
                <a:lnTo>
                  <a:pt x="457" y="68580"/>
                </a:lnTo>
                <a:lnTo>
                  <a:pt x="134124" y="68580"/>
                </a:lnTo>
                <a:lnTo>
                  <a:pt x="134124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12211145" y="7415557"/>
            <a:ext cx="709930" cy="186690"/>
            <a:chOff x="12211145" y="7415557"/>
            <a:chExt cx="709930" cy="186690"/>
          </a:xfrm>
        </p:grpSpPr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211145" y="7416153"/>
              <a:ext cx="155659" cy="181378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98039" y="7415930"/>
              <a:ext cx="157000" cy="18421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80760" y="7415930"/>
              <a:ext cx="153124" cy="186298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768848" y="7415557"/>
              <a:ext cx="152229" cy="186223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13007223" y="7415930"/>
            <a:ext cx="718185" cy="186690"/>
            <a:chOff x="13007223" y="7415930"/>
            <a:chExt cx="718185" cy="186690"/>
          </a:xfrm>
        </p:grpSpPr>
        <p:pic>
          <p:nvPicPr>
            <p:cNvPr id="50" name="object 5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007223" y="7415930"/>
              <a:ext cx="172805" cy="181601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3201346" y="7415936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90">
                  <a:moveTo>
                    <a:pt x="104368" y="95948"/>
                  </a:moveTo>
                  <a:lnTo>
                    <a:pt x="103797" y="90805"/>
                  </a:lnTo>
                  <a:lnTo>
                    <a:pt x="103098" y="84620"/>
                  </a:lnTo>
                  <a:lnTo>
                    <a:pt x="80987" y="87693"/>
                  </a:lnTo>
                  <a:lnTo>
                    <a:pt x="59753" y="89585"/>
                  </a:lnTo>
                  <a:lnTo>
                    <a:pt x="38087" y="90538"/>
                  </a:lnTo>
                  <a:lnTo>
                    <a:pt x="14681" y="90805"/>
                  </a:lnTo>
                  <a:lnTo>
                    <a:pt x="13563" y="90805"/>
                  </a:lnTo>
                  <a:lnTo>
                    <a:pt x="13563" y="60833"/>
                  </a:lnTo>
                  <a:lnTo>
                    <a:pt x="83934" y="60833"/>
                  </a:lnTo>
                  <a:lnTo>
                    <a:pt x="83934" y="11404"/>
                  </a:lnTo>
                  <a:lnTo>
                    <a:pt x="0" y="11404"/>
                  </a:lnTo>
                  <a:lnTo>
                    <a:pt x="0" y="22593"/>
                  </a:lnTo>
                  <a:lnTo>
                    <a:pt x="70891" y="22593"/>
                  </a:lnTo>
                  <a:lnTo>
                    <a:pt x="70891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81" y="102133"/>
                  </a:lnTo>
                  <a:lnTo>
                    <a:pt x="38493" y="101866"/>
                  </a:lnTo>
                  <a:lnTo>
                    <a:pt x="60502" y="100914"/>
                  </a:lnTo>
                  <a:lnTo>
                    <a:pt x="82016" y="99021"/>
                  </a:lnTo>
                  <a:lnTo>
                    <a:pt x="104368" y="95948"/>
                  </a:lnTo>
                  <a:close/>
                </a:path>
                <a:path w="523875" h="186690">
                  <a:moveTo>
                    <a:pt x="136575" y="123380"/>
                  </a:moveTo>
                  <a:lnTo>
                    <a:pt x="15875" y="123380"/>
                  </a:lnTo>
                  <a:lnTo>
                    <a:pt x="15875" y="134556"/>
                  </a:lnTo>
                  <a:lnTo>
                    <a:pt x="123228" y="134556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80"/>
                  </a:lnTo>
                  <a:close/>
                </a:path>
                <a:path w="523875" h="186690">
                  <a:moveTo>
                    <a:pt x="165417" y="31242"/>
                  </a:moveTo>
                  <a:lnTo>
                    <a:pt x="136575" y="31242"/>
                  </a:lnTo>
                  <a:lnTo>
                    <a:pt x="136575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75" y="113245"/>
                  </a:lnTo>
                  <a:lnTo>
                    <a:pt x="136575" y="81254"/>
                  </a:lnTo>
                  <a:lnTo>
                    <a:pt x="165417" y="81254"/>
                  </a:lnTo>
                  <a:lnTo>
                    <a:pt x="165417" y="69850"/>
                  </a:lnTo>
                  <a:lnTo>
                    <a:pt x="136575" y="69850"/>
                  </a:lnTo>
                  <a:lnTo>
                    <a:pt x="136575" y="42341"/>
                  </a:lnTo>
                  <a:lnTo>
                    <a:pt x="165417" y="42341"/>
                  </a:lnTo>
                  <a:lnTo>
                    <a:pt x="165417" y="31242"/>
                  </a:lnTo>
                  <a:close/>
                </a:path>
                <a:path w="523875" h="186690">
                  <a:moveTo>
                    <a:pt x="278892" y="101092"/>
                  </a:moveTo>
                  <a:lnTo>
                    <a:pt x="275463" y="84023"/>
                  </a:lnTo>
                  <a:lnTo>
                    <a:pt x="266217" y="70789"/>
                  </a:lnTo>
                  <a:lnTo>
                    <a:pt x="266217" y="101092"/>
                  </a:lnTo>
                  <a:lnTo>
                    <a:pt x="263715" y="113347"/>
                  </a:lnTo>
                  <a:lnTo>
                    <a:pt x="256984" y="123088"/>
                  </a:lnTo>
                  <a:lnTo>
                    <a:pt x="246786" y="129489"/>
                  </a:lnTo>
                  <a:lnTo>
                    <a:pt x="233934" y="131724"/>
                  </a:lnTo>
                  <a:lnTo>
                    <a:pt x="220980" y="129489"/>
                  </a:lnTo>
                  <a:lnTo>
                    <a:pt x="210718" y="123088"/>
                  </a:lnTo>
                  <a:lnTo>
                    <a:pt x="204000" y="113347"/>
                  </a:lnTo>
                  <a:lnTo>
                    <a:pt x="201650" y="101092"/>
                  </a:lnTo>
                  <a:lnTo>
                    <a:pt x="204000" y="88811"/>
                  </a:lnTo>
                  <a:lnTo>
                    <a:pt x="210718" y="79019"/>
                  </a:lnTo>
                  <a:lnTo>
                    <a:pt x="220980" y="72529"/>
                  </a:lnTo>
                  <a:lnTo>
                    <a:pt x="233934" y="70154"/>
                  </a:lnTo>
                  <a:lnTo>
                    <a:pt x="246786" y="72529"/>
                  </a:lnTo>
                  <a:lnTo>
                    <a:pt x="256984" y="79019"/>
                  </a:lnTo>
                  <a:lnTo>
                    <a:pt x="263715" y="88811"/>
                  </a:lnTo>
                  <a:lnTo>
                    <a:pt x="266217" y="101092"/>
                  </a:lnTo>
                  <a:lnTo>
                    <a:pt x="266217" y="70789"/>
                  </a:lnTo>
                  <a:lnTo>
                    <a:pt x="265290" y="70154"/>
                  </a:lnTo>
                  <a:lnTo>
                    <a:pt x="251942" y="61963"/>
                  </a:lnTo>
                  <a:lnTo>
                    <a:pt x="233934" y="58813"/>
                  </a:lnTo>
                  <a:lnTo>
                    <a:pt x="215849" y="61963"/>
                  </a:lnTo>
                  <a:lnTo>
                    <a:pt x="201587" y="70675"/>
                  </a:lnTo>
                  <a:lnTo>
                    <a:pt x="192265" y="84023"/>
                  </a:lnTo>
                  <a:lnTo>
                    <a:pt x="188976" y="101092"/>
                  </a:lnTo>
                  <a:lnTo>
                    <a:pt x="192265" y="118211"/>
                  </a:lnTo>
                  <a:lnTo>
                    <a:pt x="201587" y="131508"/>
                  </a:lnTo>
                  <a:lnTo>
                    <a:pt x="215849" y="140144"/>
                  </a:lnTo>
                  <a:lnTo>
                    <a:pt x="233934" y="143205"/>
                  </a:lnTo>
                  <a:lnTo>
                    <a:pt x="251942" y="140144"/>
                  </a:lnTo>
                  <a:lnTo>
                    <a:pt x="265785" y="131724"/>
                  </a:lnTo>
                  <a:lnTo>
                    <a:pt x="266141" y="131508"/>
                  </a:lnTo>
                  <a:lnTo>
                    <a:pt x="275463" y="118211"/>
                  </a:lnTo>
                  <a:lnTo>
                    <a:pt x="278892" y="101092"/>
                  </a:lnTo>
                  <a:close/>
                </a:path>
                <a:path w="523875" h="186690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55" y="30568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90">
                  <a:moveTo>
                    <a:pt x="353733" y="77901"/>
                  </a:moveTo>
                  <a:lnTo>
                    <a:pt x="321525" y="77901"/>
                  </a:lnTo>
                  <a:lnTo>
                    <a:pt x="321525" y="0"/>
                  </a:lnTo>
                  <a:lnTo>
                    <a:pt x="308330" y="0"/>
                  </a:lnTo>
                  <a:lnTo>
                    <a:pt x="308330" y="186080"/>
                  </a:lnTo>
                  <a:lnTo>
                    <a:pt x="321525" y="186080"/>
                  </a:lnTo>
                  <a:lnTo>
                    <a:pt x="321525" y="89166"/>
                  </a:lnTo>
                  <a:lnTo>
                    <a:pt x="353733" y="89166"/>
                  </a:lnTo>
                  <a:lnTo>
                    <a:pt x="353733" y="77901"/>
                  </a:lnTo>
                  <a:close/>
                </a:path>
                <a:path w="523875" h="186690">
                  <a:moveTo>
                    <a:pt x="484720" y="5295"/>
                  </a:moveTo>
                  <a:lnTo>
                    <a:pt x="471970" y="5295"/>
                  </a:lnTo>
                  <a:lnTo>
                    <a:pt x="471970" y="77825"/>
                  </a:lnTo>
                  <a:lnTo>
                    <a:pt x="434619" y="77825"/>
                  </a:lnTo>
                  <a:lnTo>
                    <a:pt x="439229" y="64884"/>
                  </a:lnTo>
                  <a:lnTo>
                    <a:pt x="442468" y="51587"/>
                  </a:lnTo>
                  <a:lnTo>
                    <a:pt x="444385" y="38011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27"/>
                  </a:lnTo>
                  <a:lnTo>
                    <a:pt x="413308" y="91198"/>
                  </a:lnTo>
                  <a:lnTo>
                    <a:pt x="393319" y="115125"/>
                  </a:lnTo>
                  <a:lnTo>
                    <a:pt x="366039" y="135534"/>
                  </a:lnTo>
                  <a:lnTo>
                    <a:pt x="373938" y="145300"/>
                  </a:lnTo>
                  <a:lnTo>
                    <a:pt x="391909" y="133045"/>
                  </a:lnTo>
                  <a:lnTo>
                    <a:pt x="407098" y="119443"/>
                  </a:lnTo>
                  <a:lnTo>
                    <a:pt x="419595" y="104648"/>
                  </a:lnTo>
                  <a:lnTo>
                    <a:pt x="429475" y="88785"/>
                  </a:lnTo>
                  <a:lnTo>
                    <a:pt x="471970" y="88785"/>
                  </a:lnTo>
                  <a:lnTo>
                    <a:pt x="471970" y="176161"/>
                  </a:lnTo>
                  <a:lnTo>
                    <a:pt x="484720" y="176161"/>
                  </a:lnTo>
                  <a:lnTo>
                    <a:pt x="484720" y="88785"/>
                  </a:lnTo>
                  <a:lnTo>
                    <a:pt x="484720" y="77825"/>
                  </a:lnTo>
                  <a:lnTo>
                    <a:pt x="484720" y="5295"/>
                  </a:lnTo>
                  <a:close/>
                </a:path>
                <a:path w="523875" h="186690">
                  <a:moveTo>
                    <a:pt x="523633" y="0"/>
                  </a:moveTo>
                  <a:lnTo>
                    <a:pt x="510882" y="0"/>
                  </a:lnTo>
                  <a:lnTo>
                    <a:pt x="510882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13809636" y="7415930"/>
            <a:ext cx="335280" cy="186690"/>
            <a:chOff x="13809636" y="7415930"/>
            <a:chExt cx="335280" cy="186690"/>
          </a:xfrm>
        </p:grpSpPr>
        <p:pic>
          <p:nvPicPr>
            <p:cNvPr id="53" name="object 5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809636" y="7415930"/>
              <a:ext cx="148203" cy="183391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999289" y="7416153"/>
              <a:ext cx="145594" cy="186224"/>
            </a:xfrm>
            <a:prstGeom prst="rect">
              <a:avLst/>
            </a:prstGeom>
          </p:spPr>
        </p:pic>
      </p:grpSp>
      <p:grpSp>
        <p:nvGrpSpPr>
          <p:cNvPr id="55" name="object 55" descr=""/>
          <p:cNvGrpSpPr/>
          <p:nvPr/>
        </p:nvGrpSpPr>
        <p:grpSpPr>
          <a:xfrm>
            <a:off x="14229173" y="7415930"/>
            <a:ext cx="591185" cy="186690"/>
            <a:chOff x="14229173" y="7415930"/>
            <a:chExt cx="591185" cy="186690"/>
          </a:xfrm>
        </p:grpSpPr>
        <p:pic>
          <p:nvPicPr>
            <p:cNvPr id="56" name="object 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229173" y="7415930"/>
              <a:ext cx="346580" cy="186074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603559" y="7428528"/>
              <a:ext cx="170345" cy="14880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14797163" y="756413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7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14895180" y="7415930"/>
            <a:ext cx="719455" cy="186690"/>
            <a:chOff x="14895180" y="7415930"/>
            <a:chExt cx="719455" cy="186690"/>
          </a:xfrm>
        </p:grpSpPr>
        <p:pic>
          <p:nvPicPr>
            <p:cNvPr id="60" name="object 6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895180" y="7415930"/>
              <a:ext cx="345088" cy="186298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69790" y="7415930"/>
              <a:ext cx="152080" cy="186074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459966" y="7416153"/>
              <a:ext cx="154241" cy="181378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15696252" y="7415930"/>
            <a:ext cx="337185" cy="186690"/>
            <a:chOff x="15696252" y="7415930"/>
            <a:chExt cx="337185" cy="186690"/>
          </a:xfrm>
        </p:grpSpPr>
        <p:pic>
          <p:nvPicPr>
            <p:cNvPr id="64" name="object 6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696252" y="7415930"/>
              <a:ext cx="156255" cy="186074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879792" y="7415930"/>
              <a:ext cx="153124" cy="186298"/>
            </a:xfrm>
            <a:prstGeom prst="rect">
              <a:avLst/>
            </a:prstGeom>
          </p:spPr>
        </p:pic>
      </p:grpSp>
      <p:sp>
        <p:nvSpPr>
          <p:cNvPr id="66" name="object 66" descr=""/>
          <p:cNvSpPr/>
          <p:nvPr/>
        </p:nvSpPr>
        <p:spPr>
          <a:xfrm>
            <a:off x="16066681" y="742187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508"/>
                </a:moveTo>
                <a:lnTo>
                  <a:pt x="0" y="81508"/>
                </a:lnTo>
                <a:lnTo>
                  <a:pt x="0" y="92240"/>
                </a:lnTo>
                <a:lnTo>
                  <a:pt x="170345" y="92240"/>
                </a:lnTo>
                <a:lnTo>
                  <a:pt x="170345" y="81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6087560" y="7531100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52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52"/>
                </a:lnTo>
                <a:lnTo>
                  <a:pt x="444" y="27952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 descr=""/>
          <p:cNvGrpSpPr/>
          <p:nvPr/>
        </p:nvGrpSpPr>
        <p:grpSpPr>
          <a:xfrm>
            <a:off x="16313078" y="7415930"/>
            <a:ext cx="523875" cy="186690"/>
            <a:chOff x="16313078" y="7415930"/>
            <a:chExt cx="523875" cy="186690"/>
          </a:xfrm>
        </p:grpSpPr>
        <p:pic>
          <p:nvPicPr>
            <p:cNvPr id="69" name="object 6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313078" y="7415930"/>
              <a:ext cx="145148" cy="186298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492295" y="7415930"/>
              <a:ext cx="344417" cy="186074"/>
            </a:xfrm>
            <a:prstGeom prst="rect">
              <a:avLst/>
            </a:prstGeom>
          </p:spPr>
        </p:pic>
      </p:grpSp>
      <p:pic>
        <p:nvPicPr>
          <p:cNvPr id="71" name="object 71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6917903" y="7415930"/>
            <a:ext cx="160579" cy="183391"/>
          </a:xfrm>
          <a:prstGeom prst="rect">
            <a:avLst/>
          </a:prstGeom>
        </p:spPr>
      </p:pic>
      <p:grpSp>
        <p:nvGrpSpPr>
          <p:cNvPr id="72" name="object 72" descr=""/>
          <p:cNvGrpSpPr/>
          <p:nvPr/>
        </p:nvGrpSpPr>
        <p:grpSpPr>
          <a:xfrm>
            <a:off x="9582777" y="7782940"/>
            <a:ext cx="353060" cy="186690"/>
            <a:chOff x="9582777" y="7782940"/>
            <a:chExt cx="353060" cy="186690"/>
          </a:xfrm>
        </p:grpSpPr>
        <p:pic>
          <p:nvPicPr>
            <p:cNvPr id="73" name="object 7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82777" y="7782940"/>
              <a:ext cx="144849" cy="185478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759309" y="7782940"/>
              <a:ext cx="176383" cy="186074"/>
            </a:xfrm>
            <a:prstGeom prst="rect">
              <a:avLst/>
            </a:prstGeom>
          </p:spPr>
        </p:pic>
      </p:grpSp>
      <p:sp>
        <p:nvSpPr>
          <p:cNvPr id="75" name="object 75" descr=""/>
          <p:cNvSpPr/>
          <p:nvPr/>
        </p:nvSpPr>
        <p:spPr>
          <a:xfrm>
            <a:off x="9956114" y="7783169"/>
            <a:ext cx="149225" cy="181610"/>
          </a:xfrm>
          <a:custGeom>
            <a:avLst/>
            <a:gdLst/>
            <a:ahLst/>
            <a:cxnLst/>
            <a:rect l="l" t="t" r="r" b="b"/>
            <a:pathLst>
              <a:path w="149225" h="181609">
                <a:moveTo>
                  <a:pt x="144246" y="84912"/>
                </a:moveTo>
                <a:lnTo>
                  <a:pt x="130911" y="84912"/>
                </a:lnTo>
                <a:lnTo>
                  <a:pt x="130911" y="135826"/>
                </a:lnTo>
                <a:lnTo>
                  <a:pt x="144246" y="135826"/>
                </a:lnTo>
                <a:lnTo>
                  <a:pt x="144246" y="84912"/>
                </a:lnTo>
                <a:close/>
              </a:path>
              <a:path w="149225" h="181609">
                <a:moveTo>
                  <a:pt x="144246" y="0"/>
                </a:moveTo>
                <a:lnTo>
                  <a:pt x="130911" y="0"/>
                </a:lnTo>
                <a:lnTo>
                  <a:pt x="130911" y="33680"/>
                </a:lnTo>
                <a:lnTo>
                  <a:pt x="84315" y="33680"/>
                </a:lnTo>
                <a:lnTo>
                  <a:pt x="84315" y="27330"/>
                </a:lnTo>
                <a:lnTo>
                  <a:pt x="84315" y="15900"/>
                </a:lnTo>
                <a:lnTo>
                  <a:pt x="71272" y="15900"/>
                </a:lnTo>
                <a:lnTo>
                  <a:pt x="71272" y="90830"/>
                </a:lnTo>
                <a:lnTo>
                  <a:pt x="13042" y="90830"/>
                </a:lnTo>
                <a:lnTo>
                  <a:pt x="13042" y="27330"/>
                </a:lnTo>
                <a:lnTo>
                  <a:pt x="71272" y="27330"/>
                </a:lnTo>
                <a:lnTo>
                  <a:pt x="71272" y="15900"/>
                </a:lnTo>
                <a:lnTo>
                  <a:pt x="0" y="15900"/>
                </a:lnTo>
                <a:lnTo>
                  <a:pt x="0" y="27330"/>
                </a:lnTo>
                <a:lnTo>
                  <a:pt x="0" y="90830"/>
                </a:lnTo>
                <a:lnTo>
                  <a:pt x="0" y="102260"/>
                </a:lnTo>
                <a:lnTo>
                  <a:pt x="84315" y="102260"/>
                </a:lnTo>
                <a:lnTo>
                  <a:pt x="84315" y="90830"/>
                </a:lnTo>
                <a:lnTo>
                  <a:pt x="84315" y="84480"/>
                </a:lnTo>
                <a:lnTo>
                  <a:pt x="144246" y="84480"/>
                </a:lnTo>
                <a:lnTo>
                  <a:pt x="144246" y="73507"/>
                </a:lnTo>
                <a:lnTo>
                  <a:pt x="144246" y="73050"/>
                </a:lnTo>
                <a:lnTo>
                  <a:pt x="144246" y="45250"/>
                </a:lnTo>
                <a:lnTo>
                  <a:pt x="130911" y="45250"/>
                </a:lnTo>
                <a:lnTo>
                  <a:pt x="130911" y="73050"/>
                </a:lnTo>
                <a:lnTo>
                  <a:pt x="84315" y="73050"/>
                </a:lnTo>
                <a:lnTo>
                  <a:pt x="84315" y="45110"/>
                </a:lnTo>
                <a:lnTo>
                  <a:pt x="144246" y="45110"/>
                </a:lnTo>
                <a:lnTo>
                  <a:pt x="144246" y="33845"/>
                </a:lnTo>
                <a:lnTo>
                  <a:pt x="144246" y="33680"/>
                </a:lnTo>
                <a:lnTo>
                  <a:pt x="144246" y="0"/>
                </a:lnTo>
                <a:close/>
              </a:path>
              <a:path w="149225" h="181609">
                <a:moveTo>
                  <a:pt x="148729" y="169570"/>
                </a:moveTo>
                <a:lnTo>
                  <a:pt x="38468" y="169570"/>
                </a:lnTo>
                <a:lnTo>
                  <a:pt x="38468" y="123850"/>
                </a:lnTo>
                <a:lnTo>
                  <a:pt x="25120" y="123850"/>
                </a:lnTo>
                <a:lnTo>
                  <a:pt x="25120" y="169570"/>
                </a:lnTo>
                <a:lnTo>
                  <a:pt x="25120" y="181000"/>
                </a:lnTo>
                <a:lnTo>
                  <a:pt x="148729" y="181000"/>
                </a:lnTo>
                <a:lnTo>
                  <a:pt x="148729" y="169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6" name="object 76" descr=""/>
          <p:cNvGrpSpPr/>
          <p:nvPr/>
        </p:nvGrpSpPr>
        <p:grpSpPr>
          <a:xfrm>
            <a:off x="10185215" y="7782940"/>
            <a:ext cx="776605" cy="187325"/>
            <a:chOff x="10185215" y="7782940"/>
            <a:chExt cx="776605" cy="187325"/>
          </a:xfrm>
        </p:grpSpPr>
        <p:pic>
          <p:nvPicPr>
            <p:cNvPr id="77" name="object 7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185215" y="7785027"/>
              <a:ext cx="356494" cy="185180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571604" y="7782940"/>
              <a:ext cx="139556" cy="186074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753951" y="7782940"/>
              <a:ext cx="207842" cy="186298"/>
            </a:xfrm>
            <a:prstGeom prst="rect">
              <a:avLst/>
            </a:prstGeom>
          </p:spPr>
        </p:pic>
      </p:grpSp>
      <p:grpSp>
        <p:nvGrpSpPr>
          <p:cNvPr id="80" name="object 80" descr=""/>
          <p:cNvGrpSpPr/>
          <p:nvPr/>
        </p:nvGrpSpPr>
        <p:grpSpPr>
          <a:xfrm>
            <a:off x="11034276" y="7782940"/>
            <a:ext cx="527685" cy="186690"/>
            <a:chOff x="11034276" y="7782940"/>
            <a:chExt cx="527685" cy="186690"/>
          </a:xfrm>
        </p:grpSpPr>
        <p:pic>
          <p:nvPicPr>
            <p:cNvPr id="81" name="object 81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034276" y="7782940"/>
              <a:ext cx="348368" cy="186074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411421" y="7782940"/>
              <a:ext cx="150290" cy="186298"/>
            </a:xfrm>
            <a:prstGeom prst="rect">
              <a:avLst/>
            </a:prstGeom>
          </p:spPr>
        </p:pic>
      </p:grpSp>
      <p:grpSp>
        <p:nvGrpSpPr>
          <p:cNvPr id="83" name="object 83" descr=""/>
          <p:cNvGrpSpPr/>
          <p:nvPr/>
        </p:nvGrpSpPr>
        <p:grpSpPr>
          <a:xfrm>
            <a:off x="11652146" y="7782940"/>
            <a:ext cx="544830" cy="186690"/>
            <a:chOff x="11652146" y="7782940"/>
            <a:chExt cx="544830" cy="186690"/>
          </a:xfrm>
        </p:grpSpPr>
        <p:pic>
          <p:nvPicPr>
            <p:cNvPr id="84" name="object 8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652146" y="7782940"/>
              <a:ext cx="150142" cy="186074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843887" y="7782940"/>
              <a:ext cx="352468" cy="186074"/>
            </a:xfrm>
            <a:prstGeom prst="rect">
              <a:avLst/>
            </a:prstGeom>
          </p:spPr>
        </p:pic>
      </p:grpSp>
      <p:sp>
        <p:nvSpPr>
          <p:cNvPr id="86" name="object 86" descr=""/>
          <p:cNvSpPr/>
          <p:nvPr/>
        </p:nvSpPr>
        <p:spPr>
          <a:xfrm>
            <a:off x="12260910" y="7783169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97" y="64338"/>
                </a:moveTo>
                <a:lnTo>
                  <a:pt x="135953" y="59283"/>
                </a:lnTo>
                <a:lnTo>
                  <a:pt x="114566" y="49822"/>
                </a:lnTo>
                <a:lnTo>
                  <a:pt x="98996" y="36614"/>
                </a:lnTo>
                <a:lnTo>
                  <a:pt x="98729" y="35864"/>
                </a:lnTo>
                <a:lnTo>
                  <a:pt x="93040" y="20281"/>
                </a:lnTo>
                <a:lnTo>
                  <a:pt x="93040" y="19761"/>
                </a:lnTo>
                <a:lnTo>
                  <a:pt x="154317" y="19761"/>
                </a:lnTo>
                <a:lnTo>
                  <a:pt x="154317" y="8724"/>
                </a:lnTo>
                <a:lnTo>
                  <a:pt x="15582" y="8724"/>
                </a:lnTo>
                <a:lnTo>
                  <a:pt x="15582" y="19761"/>
                </a:lnTo>
                <a:lnTo>
                  <a:pt x="76568" y="19761"/>
                </a:lnTo>
                <a:lnTo>
                  <a:pt x="76568" y="20281"/>
                </a:lnTo>
                <a:lnTo>
                  <a:pt x="70472" y="36614"/>
                </a:lnTo>
                <a:lnTo>
                  <a:pt x="54851" y="49822"/>
                </a:lnTo>
                <a:lnTo>
                  <a:pt x="33528" y="59283"/>
                </a:lnTo>
                <a:lnTo>
                  <a:pt x="10363" y="64338"/>
                </a:lnTo>
                <a:lnTo>
                  <a:pt x="15290" y="74993"/>
                </a:lnTo>
                <a:lnTo>
                  <a:pt x="36817" y="70281"/>
                </a:lnTo>
                <a:lnTo>
                  <a:pt x="56972" y="62077"/>
                </a:lnTo>
                <a:lnTo>
                  <a:pt x="73672" y="50546"/>
                </a:lnTo>
                <a:lnTo>
                  <a:pt x="84848" y="35864"/>
                </a:lnTo>
                <a:lnTo>
                  <a:pt x="95923" y="50546"/>
                </a:lnTo>
                <a:lnTo>
                  <a:pt x="112585" y="62077"/>
                </a:lnTo>
                <a:lnTo>
                  <a:pt x="132715" y="70281"/>
                </a:lnTo>
                <a:lnTo>
                  <a:pt x="154254" y="74993"/>
                </a:lnTo>
                <a:lnTo>
                  <a:pt x="159397" y="64338"/>
                </a:lnTo>
                <a:close/>
              </a:path>
              <a:path w="547370" h="185420">
                <a:moveTo>
                  <a:pt x="169532" y="87591"/>
                </a:moveTo>
                <a:lnTo>
                  <a:pt x="0" y="87591"/>
                </a:lnTo>
                <a:lnTo>
                  <a:pt x="0" y="98856"/>
                </a:lnTo>
                <a:lnTo>
                  <a:pt x="78054" y="98856"/>
                </a:lnTo>
                <a:lnTo>
                  <a:pt x="78054" y="120624"/>
                </a:lnTo>
                <a:lnTo>
                  <a:pt x="53873" y="123456"/>
                </a:lnTo>
                <a:lnTo>
                  <a:pt x="35864" y="129921"/>
                </a:lnTo>
                <a:lnTo>
                  <a:pt x="24612" y="139827"/>
                </a:lnTo>
                <a:lnTo>
                  <a:pt x="20726" y="152971"/>
                </a:lnTo>
                <a:lnTo>
                  <a:pt x="25082" y="166725"/>
                </a:lnTo>
                <a:lnTo>
                  <a:pt x="37668" y="176860"/>
                </a:lnTo>
                <a:lnTo>
                  <a:pt x="57785" y="183121"/>
                </a:lnTo>
                <a:lnTo>
                  <a:pt x="84696" y="185254"/>
                </a:lnTo>
                <a:lnTo>
                  <a:pt x="111480" y="183121"/>
                </a:lnTo>
                <a:lnTo>
                  <a:pt x="131533" y="176860"/>
                </a:lnTo>
                <a:lnTo>
                  <a:pt x="134340" y="174599"/>
                </a:lnTo>
                <a:lnTo>
                  <a:pt x="144119" y="166725"/>
                </a:lnTo>
                <a:lnTo>
                  <a:pt x="148513" y="152971"/>
                </a:lnTo>
                <a:lnTo>
                  <a:pt x="144589" y="139827"/>
                </a:lnTo>
                <a:lnTo>
                  <a:pt x="135242" y="131584"/>
                </a:lnTo>
                <a:lnTo>
                  <a:pt x="135242" y="152971"/>
                </a:lnTo>
                <a:lnTo>
                  <a:pt x="131622" y="162102"/>
                </a:lnTo>
                <a:lnTo>
                  <a:pt x="121513" y="168935"/>
                </a:lnTo>
                <a:lnTo>
                  <a:pt x="105625" y="173189"/>
                </a:lnTo>
                <a:lnTo>
                  <a:pt x="84696" y="174599"/>
                </a:lnTo>
                <a:lnTo>
                  <a:pt x="63677" y="173189"/>
                </a:lnTo>
                <a:lnTo>
                  <a:pt x="47777" y="168935"/>
                </a:lnTo>
                <a:lnTo>
                  <a:pt x="37744" y="162102"/>
                </a:lnTo>
                <a:lnTo>
                  <a:pt x="34302" y="152971"/>
                </a:lnTo>
                <a:lnTo>
                  <a:pt x="37744" y="143814"/>
                </a:lnTo>
                <a:lnTo>
                  <a:pt x="47777" y="136969"/>
                </a:lnTo>
                <a:lnTo>
                  <a:pt x="63677" y="132664"/>
                </a:lnTo>
                <a:lnTo>
                  <a:pt x="84696" y="131127"/>
                </a:lnTo>
                <a:lnTo>
                  <a:pt x="105625" y="132664"/>
                </a:lnTo>
                <a:lnTo>
                  <a:pt x="121513" y="136969"/>
                </a:lnTo>
                <a:lnTo>
                  <a:pt x="131622" y="143814"/>
                </a:lnTo>
                <a:lnTo>
                  <a:pt x="135242" y="152971"/>
                </a:lnTo>
                <a:lnTo>
                  <a:pt x="135242" y="131584"/>
                </a:lnTo>
                <a:lnTo>
                  <a:pt x="134734" y="131127"/>
                </a:lnTo>
                <a:lnTo>
                  <a:pt x="133350" y="129921"/>
                </a:lnTo>
                <a:lnTo>
                  <a:pt x="115341" y="123456"/>
                </a:lnTo>
                <a:lnTo>
                  <a:pt x="91186" y="120624"/>
                </a:lnTo>
                <a:lnTo>
                  <a:pt x="91186" y="98856"/>
                </a:lnTo>
                <a:lnTo>
                  <a:pt x="169532" y="98856"/>
                </a:lnTo>
                <a:lnTo>
                  <a:pt x="169532" y="87591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82"/>
                </a:lnTo>
                <a:lnTo>
                  <a:pt x="313258" y="97739"/>
                </a:lnTo>
                <a:lnTo>
                  <a:pt x="316090" y="95872"/>
                </a:lnTo>
                <a:lnTo>
                  <a:pt x="323938" y="90703"/>
                </a:lnTo>
                <a:lnTo>
                  <a:pt x="331939" y="81902"/>
                </a:lnTo>
                <a:lnTo>
                  <a:pt x="336905" y="71640"/>
                </a:lnTo>
                <a:lnTo>
                  <a:pt x="336981" y="71501"/>
                </a:lnTo>
                <a:lnTo>
                  <a:pt x="338759" y="59639"/>
                </a:lnTo>
                <a:lnTo>
                  <a:pt x="333756" y="40259"/>
                </a:lnTo>
                <a:lnTo>
                  <a:pt x="326085" y="32067"/>
                </a:lnTo>
                <a:lnTo>
                  <a:pt x="326085" y="59639"/>
                </a:lnTo>
                <a:lnTo>
                  <a:pt x="321970" y="74371"/>
                </a:lnTo>
                <a:lnTo>
                  <a:pt x="310540" y="85839"/>
                </a:lnTo>
                <a:lnTo>
                  <a:pt x="299847" y="90411"/>
                </a:lnTo>
                <a:lnTo>
                  <a:pt x="299847" y="102882"/>
                </a:lnTo>
                <a:lnTo>
                  <a:pt x="299847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94" y="104559"/>
                </a:lnTo>
                <a:lnTo>
                  <a:pt x="256565" y="105689"/>
                </a:lnTo>
                <a:lnTo>
                  <a:pt x="263779" y="106375"/>
                </a:lnTo>
                <a:lnTo>
                  <a:pt x="271284" y="106603"/>
                </a:lnTo>
                <a:lnTo>
                  <a:pt x="278879" y="106375"/>
                </a:lnTo>
                <a:lnTo>
                  <a:pt x="286105" y="105689"/>
                </a:lnTo>
                <a:lnTo>
                  <a:pt x="292887" y="104559"/>
                </a:lnTo>
                <a:lnTo>
                  <a:pt x="299237" y="103022"/>
                </a:lnTo>
                <a:lnTo>
                  <a:pt x="299847" y="102882"/>
                </a:lnTo>
                <a:lnTo>
                  <a:pt x="299847" y="90411"/>
                </a:lnTo>
                <a:lnTo>
                  <a:pt x="293192" y="93256"/>
                </a:lnTo>
                <a:lnTo>
                  <a:pt x="271284" y="95872"/>
                </a:lnTo>
                <a:lnTo>
                  <a:pt x="249339" y="93256"/>
                </a:lnTo>
                <a:lnTo>
                  <a:pt x="232029" y="85839"/>
                </a:lnTo>
                <a:lnTo>
                  <a:pt x="220687" y="74371"/>
                </a:lnTo>
                <a:lnTo>
                  <a:pt x="216649" y="59639"/>
                </a:lnTo>
                <a:lnTo>
                  <a:pt x="220687" y="44881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92" y="26009"/>
                </a:lnTo>
                <a:lnTo>
                  <a:pt x="310540" y="33413"/>
                </a:lnTo>
                <a:lnTo>
                  <a:pt x="321970" y="44881"/>
                </a:lnTo>
                <a:lnTo>
                  <a:pt x="326085" y="59639"/>
                </a:lnTo>
                <a:lnTo>
                  <a:pt x="326085" y="32067"/>
                </a:lnTo>
                <a:lnTo>
                  <a:pt x="319836" y="25387"/>
                </a:lnTo>
                <a:lnTo>
                  <a:pt x="315442" y="23406"/>
                </a:lnTo>
                <a:lnTo>
                  <a:pt x="298526" y="15824"/>
                </a:lnTo>
                <a:lnTo>
                  <a:pt x="271284" y="12369"/>
                </a:lnTo>
                <a:lnTo>
                  <a:pt x="244132" y="15824"/>
                </a:lnTo>
                <a:lnTo>
                  <a:pt x="222846" y="25387"/>
                </a:lnTo>
                <a:lnTo>
                  <a:pt x="208940" y="40259"/>
                </a:lnTo>
                <a:lnTo>
                  <a:pt x="203974" y="59639"/>
                </a:lnTo>
                <a:lnTo>
                  <a:pt x="205740" y="71501"/>
                </a:lnTo>
                <a:lnTo>
                  <a:pt x="205765" y="71640"/>
                </a:lnTo>
                <a:lnTo>
                  <a:pt x="210934" y="82169"/>
                </a:lnTo>
                <a:lnTo>
                  <a:pt x="219163" y="91020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22" y="66459"/>
                </a:lnTo>
                <a:lnTo>
                  <a:pt x="462584" y="56959"/>
                </a:lnTo>
                <a:lnTo>
                  <a:pt x="461467" y="55626"/>
                </a:lnTo>
                <a:lnTo>
                  <a:pt x="461238" y="55524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88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59" y="90182"/>
                </a:lnTo>
                <a:lnTo>
                  <a:pt x="397649" y="80657"/>
                </a:lnTo>
                <a:lnTo>
                  <a:pt x="399859" y="70980"/>
                </a:lnTo>
                <a:lnTo>
                  <a:pt x="406298" y="63500"/>
                </a:lnTo>
                <a:lnTo>
                  <a:pt x="416369" y="58674"/>
                </a:lnTo>
                <a:lnTo>
                  <a:pt x="429488" y="56959"/>
                </a:lnTo>
                <a:lnTo>
                  <a:pt x="442379" y="58674"/>
                </a:lnTo>
                <a:lnTo>
                  <a:pt x="452374" y="63500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24"/>
                </a:lnTo>
                <a:lnTo>
                  <a:pt x="447497" y="48717"/>
                </a:lnTo>
                <a:lnTo>
                  <a:pt x="429488" y="46291"/>
                </a:lnTo>
                <a:lnTo>
                  <a:pt x="411226" y="48717"/>
                </a:lnTo>
                <a:lnTo>
                  <a:pt x="397179" y="55626"/>
                </a:lnTo>
                <a:lnTo>
                  <a:pt x="388162" y="66459"/>
                </a:lnTo>
                <a:lnTo>
                  <a:pt x="385051" y="80657"/>
                </a:lnTo>
                <a:lnTo>
                  <a:pt x="388162" y="94716"/>
                </a:lnTo>
                <a:lnTo>
                  <a:pt x="397179" y="105435"/>
                </a:lnTo>
                <a:lnTo>
                  <a:pt x="411226" y="112255"/>
                </a:lnTo>
                <a:lnTo>
                  <a:pt x="429488" y="114655"/>
                </a:lnTo>
                <a:lnTo>
                  <a:pt x="447497" y="112255"/>
                </a:lnTo>
                <a:lnTo>
                  <a:pt x="461467" y="105435"/>
                </a:lnTo>
                <a:lnTo>
                  <a:pt x="462800" y="103847"/>
                </a:lnTo>
                <a:lnTo>
                  <a:pt x="470522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49" y="23787"/>
                </a:moveTo>
                <a:lnTo>
                  <a:pt x="436118" y="23787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87"/>
                </a:lnTo>
                <a:lnTo>
                  <a:pt x="374015" y="23787"/>
                </a:lnTo>
                <a:lnTo>
                  <a:pt x="374015" y="34886"/>
                </a:lnTo>
                <a:lnTo>
                  <a:pt x="484949" y="34886"/>
                </a:lnTo>
                <a:lnTo>
                  <a:pt x="484949" y="23787"/>
                </a:lnTo>
                <a:close/>
              </a:path>
              <a:path w="547370" h="185420">
                <a:moveTo>
                  <a:pt x="527291" y="170116"/>
                </a:moveTo>
                <a:lnTo>
                  <a:pt x="416140" y="170116"/>
                </a:lnTo>
                <a:lnTo>
                  <a:pt x="416140" y="128079"/>
                </a:lnTo>
                <a:lnTo>
                  <a:pt x="403021" y="128079"/>
                </a:lnTo>
                <a:lnTo>
                  <a:pt x="403021" y="181381"/>
                </a:lnTo>
                <a:lnTo>
                  <a:pt x="527291" y="181381"/>
                </a:lnTo>
                <a:lnTo>
                  <a:pt x="527291" y="170116"/>
                </a:lnTo>
                <a:close/>
              </a:path>
              <a:path w="547370" h="185420">
                <a:moveTo>
                  <a:pt x="546976" y="62623"/>
                </a:moveTo>
                <a:lnTo>
                  <a:pt x="518198" y="62623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60"/>
                </a:lnTo>
                <a:lnTo>
                  <a:pt x="518198" y="139560"/>
                </a:lnTo>
                <a:lnTo>
                  <a:pt x="518198" y="74028"/>
                </a:lnTo>
                <a:lnTo>
                  <a:pt x="546976" y="74028"/>
                </a:lnTo>
                <a:lnTo>
                  <a:pt x="546976" y="62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7" name="object 87" descr=""/>
          <p:cNvGrpSpPr/>
          <p:nvPr/>
        </p:nvGrpSpPr>
        <p:grpSpPr>
          <a:xfrm>
            <a:off x="12877377" y="7782940"/>
            <a:ext cx="334645" cy="186690"/>
            <a:chOff x="12877377" y="7782940"/>
            <a:chExt cx="334645" cy="186690"/>
          </a:xfrm>
        </p:grpSpPr>
        <p:pic>
          <p:nvPicPr>
            <p:cNvPr id="88" name="object 8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877377" y="7782940"/>
              <a:ext cx="148352" cy="186074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058532" y="7783163"/>
              <a:ext cx="153197" cy="186074"/>
            </a:xfrm>
            <a:prstGeom prst="rect">
              <a:avLst/>
            </a:prstGeom>
          </p:spPr>
        </p:pic>
      </p:grpSp>
      <p:sp>
        <p:nvSpPr>
          <p:cNvPr id="90" name="object 90" descr=""/>
          <p:cNvSpPr/>
          <p:nvPr/>
        </p:nvSpPr>
        <p:spPr>
          <a:xfrm>
            <a:off x="13268376" y="7800340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30"/>
                </a:lnTo>
                <a:lnTo>
                  <a:pt x="125552" y="11430"/>
                </a:lnTo>
                <a:lnTo>
                  <a:pt x="125552" y="0"/>
                </a:lnTo>
                <a:lnTo>
                  <a:pt x="0" y="0"/>
                </a:lnTo>
                <a:lnTo>
                  <a:pt x="0" y="11430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3246096" y="7931293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13432460" y="778890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45" y="55892"/>
                </a:moveTo>
                <a:lnTo>
                  <a:pt x="35636" y="55892"/>
                </a:lnTo>
                <a:lnTo>
                  <a:pt x="35636" y="36842"/>
                </a:lnTo>
                <a:lnTo>
                  <a:pt x="148056" y="36842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42"/>
                </a:lnTo>
                <a:lnTo>
                  <a:pt x="22517" y="55892"/>
                </a:lnTo>
                <a:lnTo>
                  <a:pt x="22517" y="66040"/>
                </a:lnTo>
                <a:lnTo>
                  <a:pt x="151345" y="66040"/>
                </a:lnTo>
                <a:lnTo>
                  <a:pt x="151345" y="55892"/>
                </a:lnTo>
                <a:close/>
              </a:path>
              <a:path w="170815" h="92709">
                <a:moveTo>
                  <a:pt x="170345" y="81483"/>
                </a:moveTo>
                <a:lnTo>
                  <a:pt x="0" y="81483"/>
                </a:lnTo>
                <a:lnTo>
                  <a:pt x="0" y="92214"/>
                </a:lnTo>
                <a:lnTo>
                  <a:pt x="170345" y="92214"/>
                </a:lnTo>
                <a:lnTo>
                  <a:pt x="170345" y="81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13453338" y="789812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4" name="object 94" descr=""/>
          <p:cNvGrpSpPr/>
          <p:nvPr/>
        </p:nvGrpSpPr>
        <p:grpSpPr>
          <a:xfrm>
            <a:off x="13674573" y="7782567"/>
            <a:ext cx="709930" cy="186690"/>
            <a:chOff x="13674573" y="7782567"/>
            <a:chExt cx="709930" cy="186690"/>
          </a:xfrm>
        </p:grpSpPr>
        <p:pic>
          <p:nvPicPr>
            <p:cNvPr id="95" name="object 9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674573" y="7783163"/>
              <a:ext cx="155659" cy="181378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861467" y="7782940"/>
              <a:ext cx="157000" cy="184211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044187" y="7782940"/>
              <a:ext cx="153124" cy="186298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232275" y="7782567"/>
              <a:ext cx="152229" cy="186223"/>
            </a:xfrm>
            <a:prstGeom prst="rect">
              <a:avLst/>
            </a:prstGeom>
          </p:spPr>
        </p:pic>
      </p:grpSp>
      <p:grpSp>
        <p:nvGrpSpPr>
          <p:cNvPr id="99" name="object 99" descr=""/>
          <p:cNvGrpSpPr/>
          <p:nvPr/>
        </p:nvGrpSpPr>
        <p:grpSpPr>
          <a:xfrm>
            <a:off x="14470650" y="7782940"/>
            <a:ext cx="718185" cy="186690"/>
            <a:chOff x="14470650" y="7782940"/>
            <a:chExt cx="718185" cy="186690"/>
          </a:xfrm>
        </p:grpSpPr>
        <p:pic>
          <p:nvPicPr>
            <p:cNvPr id="100" name="object 10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470650" y="7782940"/>
              <a:ext cx="172805" cy="181601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4664767" y="7782940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90">
                  <a:moveTo>
                    <a:pt x="104368" y="95948"/>
                  </a:moveTo>
                  <a:lnTo>
                    <a:pt x="103797" y="90805"/>
                  </a:lnTo>
                  <a:lnTo>
                    <a:pt x="103111" y="84620"/>
                  </a:lnTo>
                  <a:lnTo>
                    <a:pt x="81000" y="87693"/>
                  </a:lnTo>
                  <a:lnTo>
                    <a:pt x="59766" y="89585"/>
                  </a:lnTo>
                  <a:lnTo>
                    <a:pt x="38100" y="90538"/>
                  </a:lnTo>
                  <a:lnTo>
                    <a:pt x="14693" y="90805"/>
                  </a:lnTo>
                  <a:lnTo>
                    <a:pt x="13576" y="90805"/>
                  </a:lnTo>
                  <a:lnTo>
                    <a:pt x="13576" y="60833"/>
                  </a:lnTo>
                  <a:lnTo>
                    <a:pt x="83947" y="60833"/>
                  </a:lnTo>
                  <a:lnTo>
                    <a:pt x="83947" y="11417"/>
                  </a:lnTo>
                  <a:lnTo>
                    <a:pt x="0" y="11417"/>
                  </a:lnTo>
                  <a:lnTo>
                    <a:pt x="0" y="22593"/>
                  </a:lnTo>
                  <a:lnTo>
                    <a:pt x="70904" y="22593"/>
                  </a:lnTo>
                  <a:lnTo>
                    <a:pt x="70904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93" y="102133"/>
                  </a:lnTo>
                  <a:lnTo>
                    <a:pt x="38506" y="101879"/>
                  </a:lnTo>
                  <a:lnTo>
                    <a:pt x="60515" y="100914"/>
                  </a:lnTo>
                  <a:lnTo>
                    <a:pt x="82029" y="99021"/>
                  </a:lnTo>
                  <a:lnTo>
                    <a:pt x="104368" y="95948"/>
                  </a:lnTo>
                  <a:close/>
                </a:path>
                <a:path w="523875" h="186690">
                  <a:moveTo>
                    <a:pt x="136575" y="123380"/>
                  </a:moveTo>
                  <a:lnTo>
                    <a:pt x="15887" y="123380"/>
                  </a:lnTo>
                  <a:lnTo>
                    <a:pt x="15887" y="134569"/>
                  </a:lnTo>
                  <a:lnTo>
                    <a:pt x="123228" y="134569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80"/>
                  </a:lnTo>
                  <a:close/>
                </a:path>
                <a:path w="523875" h="186690">
                  <a:moveTo>
                    <a:pt x="165430" y="31242"/>
                  </a:moveTo>
                  <a:lnTo>
                    <a:pt x="136575" y="31242"/>
                  </a:lnTo>
                  <a:lnTo>
                    <a:pt x="136575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75" y="113245"/>
                  </a:lnTo>
                  <a:lnTo>
                    <a:pt x="136575" y="81267"/>
                  </a:lnTo>
                  <a:lnTo>
                    <a:pt x="165430" y="81267"/>
                  </a:lnTo>
                  <a:lnTo>
                    <a:pt x="165430" y="69862"/>
                  </a:lnTo>
                  <a:lnTo>
                    <a:pt x="136575" y="69862"/>
                  </a:lnTo>
                  <a:lnTo>
                    <a:pt x="136575" y="42354"/>
                  </a:lnTo>
                  <a:lnTo>
                    <a:pt x="165430" y="42354"/>
                  </a:lnTo>
                  <a:lnTo>
                    <a:pt x="165430" y="31242"/>
                  </a:lnTo>
                  <a:close/>
                </a:path>
                <a:path w="523875" h="186690">
                  <a:moveTo>
                    <a:pt x="278892" y="101092"/>
                  </a:moveTo>
                  <a:lnTo>
                    <a:pt x="275475" y="84023"/>
                  </a:lnTo>
                  <a:lnTo>
                    <a:pt x="266217" y="70789"/>
                  </a:lnTo>
                  <a:lnTo>
                    <a:pt x="266217" y="101092"/>
                  </a:lnTo>
                  <a:lnTo>
                    <a:pt x="263728" y="113360"/>
                  </a:lnTo>
                  <a:lnTo>
                    <a:pt x="256984" y="123101"/>
                  </a:lnTo>
                  <a:lnTo>
                    <a:pt x="246799" y="129489"/>
                  </a:lnTo>
                  <a:lnTo>
                    <a:pt x="233934" y="131737"/>
                  </a:lnTo>
                  <a:lnTo>
                    <a:pt x="220980" y="129489"/>
                  </a:lnTo>
                  <a:lnTo>
                    <a:pt x="210731" y="123101"/>
                  </a:lnTo>
                  <a:lnTo>
                    <a:pt x="204012" y="113360"/>
                  </a:lnTo>
                  <a:lnTo>
                    <a:pt x="201663" y="101092"/>
                  </a:lnTo>
                  <a:lnTo>
                    <a:pt x="204012" y="88811"/>
                  </a:lnTo>
                  <a:lnTo>
                    <a:pt x="210731" y="79032"/>
                  </a:lnTo>
                  <a:lnTo>
                    <a:pt x="220980" y="72542"/>
                  </a:lnTo>
                  <a:lnTo>
                    <a:pt x="233934" y="70154"/>
                  </a:lnTo>
                  <a:lnTo>
                    <a:pt x="246799" y="72542"/>
                  </a:lnTo>
                  <a:lnTo>
                    <a:pt x="256984" y="79032"/>
                  </a:lnTo>
                  <a:lnTo>
                    <a:pt x="263728" y="88811"/>
                  </a:lnTo>
                  <a:lnTo>
                    <a:pt x="266217" y="101092"/>
                  </a:lnTo>
                  <a:lnTo>
                    <a:pt x="266217" y="70789"/>
                  </a:lnTo>
                  <a:lnTo>
                    <a:pt x="265290" y="70154"/>
                  </a:lnTo>
                  <a:lnTo>
                    <a:pt x="251955" y="61976"/>
                  </a:lnTo>
                  <a:lnTo>
                    <a:pt x="233934" y="58826"/>
                  </a:lnTo>
                  <a:lnTo>
                    <a:pt x="215849" y="61976"/>
                  </a:lnTo>
                  <a:lnTo>
                    <a:pt x="201599" y="70675"/>
                  </a:lnTo>
                  <a:lnTo>
                    <a:pt x="192265" y="84023"/>
                  </a:lnTo>
                  <a:lnTo>
                    <a:pt x="188988" y="101092"/>
                  </a:lnTo>
                  <a:lnTo>
                    <a:pt x="192265" y="118211"/>
                  </a:lnTo>
                  <a:lnTo>
                    <a:pt x="201599" y="131521"/>
                  </a:lnTo>
                  <a:lnTo>
                    <a:pt x="215849" y="140144"/>
                  </a:lnTo>
                  <a:lnTo>
                    <a:pt x="233934" y="143217"/>
                  </a:lnTo>
                  <a:lnTo>
                    <a:pt x="251955" y="140144"/>
                  </a:lnTo>
                  <a:lnTo>
                    <a:pt x="265785" y="131737"/>
                  </a:lnTo>
                  <a:lnTo>
                    <a:pt x="266141" y="131521"/>
                  </a:lnTo>
                  <a:lnTo>
                    <a:pt x="275475" y="118211"/>
                  </a:lnTo>
                  <a:lnTo>
                    <a:pt x="278892" y="101092"/>
                  </a:lnTo>
                  <a:close/>
                </a:path>
                <a:path w="523875" h="186690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55" y="30568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90">
                  <a:moveTo>
                    <a:pt x="353733" y="77914"/>
                  </a:moveTo>
                  <a:lnTo>
                    <a:pt x="321538" y="77914"/>
                  </a:lnTo>
                  <a:lnTo>
                    <a:pt x="321538" y="0"/>
                  </a:lnTo>
                  <a:lnTo>
                    <a:pt x="308343" y="0"/>
                  </a:lnTo>
                  <a:lnTo>
                    <a:pt x="308343" y="186080"/>
                  </a:lnTo>
                  <a:lnTo>
                    <a:pt x="321538" y="186080"/>
                  </a:lnTo>
                  <a:lnTo>
                    <a:pt x="321538" y="89166"/>
                  </a:lnTo>
                  <a:lnTo>
                    <a:pt x="353733" y="89166"/>
                  </a:lnTo>
                  <a:lnTo>
                    <a:pt x="353733" y="77914"/>
                  </a:lnTo>
                  <a:close/>
                </a:path>
                <a:path w="523875" h="186690">
                  <a:moveTo>
                    <a:pt x="484720" y="5295"/>
                  </a:moveTo>
                  <a:lnTo>
                    <a:pt x="471970" y="5295"/>
                  </a:lnTo>
                  <a:lnTo>
                    <a:pt x="471970" y="77838"/>
                  </a:lnTo>
                  <a:lnTo>
                    <a:pt x="434632" y="77838"/>
                  </a:lnTo>
                  <a:lnTo>
                    <a:pt x="439229" y="64884"/>
                  </a:lnTo>
                  <a:lnTo>
                    <a:pt x="442468" y="51600"/>
                  </a:lnTo>
                  <a:lnTo>
                    <a:pt x="444398" y="38023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39"/>
                  </a:lnTo>
                  <a:lnTo>
                    <a:pt x="413308" y="91198"/>
                  </a:lnTo>
                  <a:lnTo>
                    <a:pt x="393331" y="115138"/>
                  </a:lnTo>
                  <a:lnTo>
                    <a:pt x="366039" y="135534"/>
                  </a:lnTo>
                  <a:lnTo>
                    <a:pt x="373938" y="145300"/>
                  </a:lnTo>
                  <a:lnTo>
                    <a:pt x="391922" y="133057"/>
                  </a:lnTo>
                  <a:lnTo>
                    <a:pt x="407111" y="119456"/>
                  </a:lnTo>
                  <a:lnTo>
                    <a:pt x="419595" y="104648"/>
                  </a:lnTo>
                  <a:lnTo>
                    <a:pt x="429475" y="88798"/>
                  </a:lnTo>
                  <a:lnTo>
                    <a:pt x="471970" y="88798"/>
                  </a:lnTo>
                  <a:lnTo>
                    <a:pt x="471970" y="176161"/>
                  </a:lnTo>
                  <a:lnTo>
                    <a:pt x="484720" y="176161"/>
                  </a:lnTo>
                  <a:lnTo>
                    <a:pt x="484720" y="88798"/>
                  </a:lnTo>
                  <a:lnTo>
                    <a:pt x="484720" y="77838"/>
                  </a:lnTo>
                  <a:lnTo>
                    <a:pt x="484720" y="5295"/>
                  </a:lnTo>
                  <a:close/>
                </a:path>
                <a:path w="523875" h="186690">
                  <a:moveTo>
                    <a:pt x="523633" y="0"/>
                  </a:moveTo>
                  <a:lnTo>
                    <a:pt x="510895" y="0"/>
                  </a:lnTo>
                  <a:lnTo>
                    <a:pt x="510895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15273063" y="7782940"/>
            <a:ext cx="335280" cy="186690"/>
            <a:chOff x="15273063" y="7782940"/>
            <a:chExt cx="335280" cy="186690"/>
          </a:xfrm>
        </p:grpSpPr>
        <p:pic>
          <p:nvPicPr>
            <p:cNvPr id="103" name="object 10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273063" y="7782940"/>
              <a:ext cx="148203" cy="183391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5462716" y="7783163"/>
              <a:ext cx="145594" cy="186224"/>
            </a:xfrm>
            <a:prstGeom prst="rect">
              <a:avLst/>
            </a:prstGeom>
          </p:spPr>
        </p:pic>
      </p:grpSp>
      <p:grpSp>
        <p:nvGrpSpPr>
          <p:cNvPr id="105" name="object 105" descr=""/>
          <p:cNvGrpSpPr/>
          <p:nvPr/>
        </p:nvGrpSpPr>
        <p:grpSpPr>
          <a:xfrm>
            <a:off x="15692600" y="7782940"/>
            <a:ext cx="591185" cy="186690"/>
            <a:chOff x="15692600" y="7782940"/>
            <a:chExt cx="591185" cy="186690"/>
          </a:xfrm>
        </p:grpSpPr>
        <p:pic>
          <p:nvPicPr>
            <p:cNvPr id="106" name="object 10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692600" y="7782940"/>
              <a:ext cx="346579" cy="186074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066986" y="7795539"/>
              <a:ext cx="170345" cy="148800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16260590" y="793114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" name="object 109" descr=""/>
          <p:cNvGrpSpPr/>
          <p:nvPr/>
        </p:nvGrpSpPr>
        <p:grpSpPr>
          <a:xfrm>
            <a:off x="16358607" y="7782940"/>
            <a:ext cx="719455" cy="186690"/>
            <a:chOff x="16358607" y="7782940"/>
            <a:chExt cx="719455" cy="186690"/>
          </a:xfrm>
        </p:grpSpPr>
        <p:pic>
          <p:nvPicPr>
            <p:cNvPr id="110" name="object 11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358607" y="7782940"/>
              <a:ext cx="345088" cy="186298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733217" y="7782940"/>
              <a:ext cx="152080" cy="186074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923393" y="7783163"/>
              <a:ext cx="154241" cy="181378"/>
            </a:xfrm>
            <a:prstGeom prst="rect">
              <a:avLst/>
            </a:prstGeom>
          </p:spPr>
        </p:pic>
      </p:grpSp>
      <p:grpSp>
        <p:nvGrpSpPr>
          <p:cNvPr id="113" name="object 113" descr=""/>
          <p:cNvGrpSpPr/>
          <p:nvPr/>
        </p:nvGrpSpPr>
        <p:grpSpPr>
          <a:xfrm>
            <a:off x="9576291" y="8149950"/>
            <a:ext cx="337185" cy="186690"/>
            <a:chOff x="9576291" y="8149950"/>
            <a:chExt cx="337185" cy="186690"/>
          </a:xfrm>
        </p:grpSpPr>
        <p:pic>
          <p:nvPicPr>
            <p:cNvPr id="114" name="object 114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576291" y="8149950"/>
              <a:ext cx="156254" cy="186074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759831" y="8149950"/>
              <a:ext cx="153124" cy="186298"/>
            </a:xfrm>
            <a:prstGeom prst="rect">
              <a:avLst/>
            </a:prstGeom>
          </p:spPr>
        </p:pic>
      </p:grpSp>
      <p:sp>
        <p:nvSpPr>
          <p:cNvPr id="116" name="object 116" descr=""/>
          <p:cNvSpPr/>
          <p:nvPr/>
        </p:nvSpPr>
        <p:spPr>
          <a:xfrm>
            <a:off x="9946716" y="8155940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457"/>
                </a:moveTo>
                <a:lnTo>
                  <a:pt x="0" y="81457"/>
                </a:lnTo>
                <a:lnTo>
                  <a:pt x="0" y="92202"/>
                </a:lnTo>
                <a:lnTo>
                  <a:pt x="170345" y="92202"/>
                </a:lnTo>
                <a:lnTo>
                  <a:pt x="170345" y="81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9967595" y="826515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 descr=""/>
          <p:cNvGrpSpPr/>
          <p:nvPr/>
        </p:nvGrpSpPr>
        <p:grpSpPr>
          <a:xfrm>
            <a:off x="10192968" y="8149950"/>
            <a:ext cx="523875" cy="186690"/>
            <a:chOff x="10192968" y="8149950"/>
            <a:chExt cx="523875" cy="186690"/>
          </a:xfrm>
        </p:grpSpPr>
        <p:pic>
          <p:nvPicPr>
            <p:cNvPr id="119" name="object 11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192968" y="8149950"/>
              <a:ext cx="145148" cy="186298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372185" y="8149950"/>
              <a:ext cx="344417" cy="186074"/>
            </a:xfrm>
            <a:prstGeom prst="rect">
              <a:avLst/>
            </a:prstGeom>
          </p:spPr>
        </p:pic>
      </p:grpSp>
      <p:grpSp>
        <p:nvGrpSpPr>
          <p:cNvPr id="121" name="object 121" descr=""/>
          <p:cNvGrpSpPr/>
          <p:nvPr/>
        </p:nvGrpSpPr>
        <p:grpSpPr>
          <a:xfrm>
            <a:off x="10797793" y="8149950"/>
            <a:ext cx="548640" cy="186690"/>
            <a:chOff x="10797793" y="8149950"/>
            <a:chExt cx="548640" cy="186690"/>
          </a:xfrm>
        </p:grpSpPr>
        <p:pic>
          <p:nvPicPr>
            <p:cNvPr id="122" name="object 12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797793" y="8149950"/>
              <a:ext cx="160579" cy="183391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993261" y="8149950"/>
              <a:ext cx="144849" cy="185478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169794" y="8149950"/>
              <a:ext cx="176383" cy="186074"/>
            </a:xfrm>
            <a:prstGeom prst="rect">
              <a:avLst/>
            </a:prstGeom>
          </p:spPr>
        </p:pic>
      </p:grpSp>
      <p:sp>
        <p:nvSpPr>
          <p:cNvPr id="125" name="object 125" descr=""/>
          <p:cNvSpPr/>
          <p:nvPr/>
        </p:nvSpPr>
        <p:spPr>
          <a:xfrm>
            <a:off x="11366602" y="8150187"/>
            <a:ext cx="149225" cy="181610"/>
          </a:xfrm>
          <a:custGeom>
            <a:avLst/>
            <a:gdLst/>
            <a:ahLst/>
            <a:cxnLst/>
            <a:rect l="l" t="t" r="r" b="b"/>
            <a:pathLst>
              <a:path w="149225" h="181609">
                <a:moveTo>
                  <a:pt x="144246" y="84899"/>
                </a:moveTo>
                <a:lnTo>
                  <a:pt x="130898" y="84899"/>
                </a:lnTo>
                <a:lnTo>
                  <a:pt x="130898" y="135826"/>
                </a:lnTo>
                <a:lnTo>
                  <a:pt x="144246" y="135826"/>
                </a:lnTo>
                <a:lnTo>
                  <a:pt x="144246" y="84899"/>
                </a:lnTo>
                <a:close/>
              </a:path>
              <a:path w="149225" h="181609">
                <a:moveTo>
                  <a:pt x="144246" y="0"/>
                </a:moveTo>
                <a:lnTo>
                  <a:pt x="130898" y="0"/>
                </a:lnTo>
                <a:lnTo>
                  <a:pt x="130898" y="33693"/>
                </a:lnTo>
                <a:lnTo>
                  <a:pt x="84315" y="33693"/>
                </a:lnTo>
                <a:lnTo>
                  <a:pt x="84315" y="27343"/>
                </a:lnTo>
                <a:lnTo>
                  <a:pt x="84315" y="15913"/>
                </a:lnTo>
                <a:lnTo>
                  <a:pt x="71259" y="15913"/>
                </a:lnTo>
                <a:lnTo>
                  <a:pt x="71259" y="90843"/>
                </a:lnTo>
                <a:lnTo>
                  <a:pt x="13042" y="90843"/>
                </a:lnTo>
                <a:lnTo>
                  <a:pt x="13042" y="27343"/>
                </a:lnTo>
                <a:lnTo>
                  <a:pt x="71259" y="27343"/>
                </a:lnTo>
                <a:lnTo>
                  <a:pt x="71259" y="15913"/>
                </a:lnTo>
                <a:lnTo>
                  <a:pt x="0" y="15913"/>
                </a:lnTo>
                <a:lnTo>
                  <a:pt x="0" y="27343"/>
                </a:lnTo>
                <a:lnTo>
                  <a:pt x="0" y="90843"/>
                </a:lnTo>
                <a:lnTo>
                  <a:pt x="0" y="102273"/>
                </a:lnTo>
                <a:lnTo>
                  <a:pt x="84315" y="102273"/>
                </a:lnTo>
                <a:lnTo>
                  <a:pt x="84315" y="90843"/>
                </a:lnTo>
                <a:lnTo>
                  <a:pt x="84315" y="84493"/>
                </a:lnTo>
                <a:lnTo>
                  <a:pt x="144246" y="84493"/>
                </a:lnTo>
                <a:lnTo>
                  <a:pt x="144246" y="73494"/>
                </a:lnTo>
                <a:lnTo>
                  <a:pt x="144246" y="73063"/>
                </a:lnTo>
                <a:lnTo>
                  <a:pt x="144246" y="45250"/>
                </a:lnTo>
                <a:lnTo>
                  <a:pt x="130898" y="45250"/>
                </a:lnTo>
                <a:lnTo>
                  <a:pt x="130898" y="73063"/>
                </a:lnTo>
                <a:lnTo>
                  <a:pt x="84315" y="73063"/>
                </a:lnTo>
                <a:lnTo>
                  <a:pt x="84315" y="45123"/>
                </a:lnTo>
                <a:lnTo>
                  <a:pt x="144246" y="45123"/>
                </a:lnTo>
                <a:lnTo>
                  <a:pt x="144246" y="33845"/>
                </a:lnTo>
                <a:lnTo>
                  <a:pt x="144246" y="33693"/>
                </a:lnTo>
                <a:lnTo>
                  <a:pt x="144246" y="0"/>
                </a:lnTo>
                <a:close/>
              </a:path>
              <a:path w="149225" h="181609">
                <a:moveTo>
                  <a:pt x="148717" y="169583"/>
                </a:moveTo>
                <a:lnTo>
                  <a:pt x="38468" y="169583"/>
                </a:lnTo>
                <a:lnTo>
                  <a:pt x="38468" y="123863"/>
                </a:lnTo>
                <a:lnTo>
                  <a:pt x="25120" y="123863"/>
                </a:lnTo>
                <a:lnTo>
                  <a:pt x="25120" y="169583"/>
                </a:lnTo>
                <a:lnTo>
                  <a:pt x="25120" y="181013"/>
                </a:lnTo>
                <a:lnTo>
                  <a:pt x="148717" y="181013"/>
                </a:lnTo>
                <a:lnTo>
                  <a:pt x="148717" y="169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6" name="object 126" descr=""/>
          <p:cNvGrpSpPr/>
          <p:nvPr/>
        </p:nvGrpSpPr>
        <p:grpSpPr>
          <a:xfrm>
            <a:off x="11595659" y="8149950"/>
            <a:ext cx="776605" cy="187325"/>
            <a:chOff x="11595659" y="8149950"/>
            <a:chExt cx="776605" cy="187325"/>
          </a:xfrm>
        </p:grpSpPr>
        <p:pic>
          <p:nvPicPr>
            <p:cNvPr id="127" name="object 127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1595659" y="8152038"/>
              <a:ext cx="356494" cy="185180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982048" y="8149950"/>
              <a:ext cx="139556" cy="186074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164395" y="8149950"/>
              <a:ext cx="207842" cy="186298"/>
            </a:xfrm>
            <a:prstGeom prst="rect">
              <a:avLst/>
            </a:prstGeom>
          </p:spPr>
        </p:pic>
      </p:grpSp>
      <p:grpSp>
        <p:nvGrpSpPr>
          <p:cNvPr id="130" name="object 130" descr=""/>
          <p:cNvGrpSpPr/>
          <p:nvPr/>
        </p:nvGrpSpPr>
        <p:grpSpPr>
          <a:xfrm>
            <a:off x="12444721" y="8149950"/>
            <a:ext cx="527685" cy="186690"/>
            <a:chOff x="12444721" y="8149950"/>
            <a:chExt cx="527685" cy="186690"/>
          </a:xfrm>
        </p:grpSpPr>
        <p:pic>
          <p:nvPicPr>
            <p:cNvPr id="131" name="object 131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444721" y="8149950"/>
              <a:ext cx="348368" cy="186074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821865" y="8149950"/>
              <a:ext cx="150290" cy="186298"/>
            </a:xfrm>
            <a:prstGeom prst="rect">
              <a:avLst/>
            </a:prstGeom>
          </p:spPr>
        </p:pic>
      </p:grpSp>
      <p:grpSp>
        <p:nvGrpSpPr>
          <p:cNvPr id="133" name="object 133" descr=""/>
          <p:cNvGrpSpPr/>
          <p:nvPr/>
        </p:nvGrpSpPr>
        <p:grpSpPr>
          <a:xfrm>
            <a:off x="13062591" y="8149950"/>
            <a:ext cx="529590" cy="186690"/>
            <a:chOff x="13062591" y="8149950"/>
            <a:chExt cx="529590" cy="186690"/>
          </a:xfrm>
        </p:grpSpPr>
        <p:pic>
          <p:nvPicPr>
            <p:cNvPr id="134" name="object 13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062591" y="8149950"/>
              <a:ext cx="150142" cy="186074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3254332" y="8149950"/>
              <a:ext cx="337260" cy="186074"/>
            </a:xfrm>
            <a:prstGeom prst="rect">
              <a:avLst/>
            </a:prstGeom>
          </p:spPr>
        </p:pic>
      </p:grpSp>
      <p:grpSp>
        <p:nvGrpSpPr>
          <p:cNvPr id="136" name="object 136" descr=""/>
          <p:cNvGrpSpPr/>
          <p:nvPr/>
        </p:nvGrpSpPr>
        <p:grpSpPr>
          <a:xfrm>
            <a:off x="13678672" y="8149950"/>
            <a:ext cx="353060" cy="186690"/>
            <a:chOff x="13678672" y="8149950"/>
            <a:chExt cx="353060" cy="186690"/>
          </a:xfrm>
        </p:grpSpPr>
        <p:pic>
          <p:nvPicPr>
            <p:cNvPr id="137" name="object 137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678672" y="8149950"/>
              <a:ext cx="151111" cy="186074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858708" y="8150174"/>
              <a:ext cx="172954" cy="181378"/>
            </a:xfrm>
            <a:prstGeom prst="rect">
              <a:avLst/>
            </a:prstGeom>
          </p:spPr>
        </p:pic>
      </p:grpSp>
      <p:grpSp>
        <p:nvGrpSpPr>
          <p:cNvPr id="139" name="object 139" descr=""/>
          <p:cNvGrpSpPr/>
          <p:nvPr/>
        </p:nvGrpSpPr>
        <p:grpSpPr>
          <a:xfrm>
            <a:off x="14106631" y="8149950"/>
            <a:ext cx="533400" cy="186690"/>
            <a:chOff x="14106631" y="8149950"/>
            <a:chExt cx="533400" cy="186690"/>
          </a:xfrm>
        </p:grpSpPr>
        <p:pic>
          <p:nvPicPr>
            <p:cNvPr id="140" name="object 140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4106631" y="8149950"/>
              <a:ext cx="148353" cy="186074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4283388" y="8153379"/>
              <a:ext cx="356195" cy="182124"/>
            </a:xfrm>
            <a:prstGeom prst="rect">
              <a:avLst/>
            </a:prstGeom>
          </p:spPr>
        </p:pic>
      </p:grpSp>
      <p:grpSp>
        <p:nvGrpSpPr>
          <p:cNvPr id="142" name="object 142" descr=""/>
          <p:cNvGrpSpPr/>
          <p:nvPr/>
        </p:nvGrpSpPr>
        <p:grpSpPr>
          <a:xfrm>
            <a:off x="14713320" y="8149950"/>
            <a:ext cx="526415" cy="186690"/>
            <a:chOff x="14713320" y="8149950"/>
            <a:chExt cx="526415" cy="186690"/>
          </a:xfrm>
        </p:grpSpPr>
        <p:pic>
          <p:nvPicPr>
            <p:cNvPr id="143" name="object 14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4713320" y="8149950"/>
              <a:ext cx="148203" cy="183391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902974" y="8150174"/>
              <a:ext cx="145594" cy="186224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5081444" y="8149950"/>
              <a:ext cx="158193" cy="186074"/>
            </a:xfrm>
            <a:prstGeom prst="rect">
              <a:avLst/>
            </a:prstGeom>
          </p:spPr>
        </p:pic>
      </p:grpSp>
      <p:grpSp>
        <p:nvGrpSpPr>
          <p:cNvPr id="146" name="object 146" descr=""/>
          <p:cNvGrpSpPr/>
          <p:nvPr/>
        </p:nvGrpSpPr>
        <p:grpSpPr>
          <a:xfrm>
            <a:off x="15320531" y="8149950"/>
            <a:ext cx="589915" cy="186690"/>
            <a:chOff x="15320531" y="8149950"/>
            <a:chExt cx="589915" cy="186690"/>
          </a:xfrm>
        </p:grpSpPr>
        <p:pic>
          <p:nvPicPr>
            <p:cNvPr id="147" name="object 147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5320531" y="8149950"/>
              <a:ext cx="345535" cy="186074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693873" y="8162549"/>
              <a:ext cx="170345" cy="148800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15887477" y="829815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1353312" y="8100775"/>
            <a:ext cx="239395" cy="131445"/>
            <a:chOff x="1353312" y="8100775"/>
            <a:chExt cx="239395" cy="131445"/>
          </a:xfrm>
        </p:grpSpPr>
        <p:pic>
          <p:nvPicPr>
            <p:cNvPr id="151" name="object 151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353312" y="8100775"/>
              <a:ext cx="111243" cy="131345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87762" y="8100933"/>
              <a:ext cx="104613" cy="129293"/>
            </a:xfrm>
            <a:prstGeom prst="rect">
              <a:avLst/>
            </a:prstGeom>
          </p:spPr>
        </p:pic>
      </p:grpSp>
      <p:grpSp>
        <p:nvGrpSpPr>
          <p:cNvPr id="153" name="object 153" descr=""/>
          <p:cNvGrpSpPr/>
          <p:nvPr/>
        </p:nvGrpSpPr>
        <p:grpSpPr>
          <a:xfrm>
            <a:off x="1657928" y="8100775"/>
            <a:ext cx="279400" cy="132080"/>
            <a:chOff x="1657928" y="8100775"/>
            <a:chExt cx="279400" cy="132080"/>
          </a:xfrm>
        </p:grpSpPr>
        <p:pic>
          <p:nvPicPr>
            <p:cNvPr id="154" name="object 154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657928" y="8100775"/>
              <a:ext cx="102455" cy="131503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784222" y="8103870"/>
              <a:ext cx="152867" cy="125729"/>
            </a:xfrm>
            <a:prstGeom prst="rect">
              <a:avLst/>
            </a:prstGeom>
          </p:spPr>
        </p:pic>
      </p:grpSp>
      <p:sp>
        <p:nvSpPr>
          <p:cNvPr id="156" name="object 156" descr=""/>
          <p:cNvSpPr/>
          <p:nvPr/>
        </p:nvSpPr>
        <p:spPr>
          <a:xfrm>
            <a:off x="1997049" y="8112721"/>
            <a:ext cx="92075" cy="108585"/>
          </a:xfrm>
          <a:custGeom>
            <a:avLst/>
            <a:gdLst/>
            <a:ahLst/>
            <a:cxnLst/>
            <a:rect l="l" t="t" r="r" b="b"/>
            <a:pathLst>
              <a:path w="92075" h="108584">
                <a:moveTo>
                  <a:pt x="61671" y="97828"/>
                </a:moveTo>
                <a:lnTo>
                  <a:pt x="10579" y="97828"/>
                </a:lnTo>
                <a:lnTo>
                  <a:pt x="10579" y="38"/>
                </a:lnTo>
                <a:lnTo>
                  <a:pt x="0" y="38"/>
                </a:lnTo>
                <a:lnTo>
                  <a:pt x="0" y="97828"/>
                </a:lnTo>
                <a:lnTo>
                  <a:pt x="0" y="107988"/>
                </a:lnTo>
                <a:lnTo>
                  <a:pt x="61671" y="107988"/>
                </a:lnTo>
                <a:lnTo>
                  <a:pt x="61671" y="97828"/>
                </a:lnTo>
                <a:close/>
              </a:path>
              <a:path w="92075" h="108584">
                <a:moveTo>
                  <a:pt x="91465" y="0"/>
                </a:moveTo>
                <a:lnTo>
                  <a:pt x="80886" y="0"/>
                </a:lnTo>
                <a:lnTo>
                  <a:pt x="80886" y="107772"/>
                </a:lnTo>
                <a:lnTo>
                  <a:pt x="91465" y="107772"/>
                </a:lnTo>
                <a:lnTo>
                  <a:pt x="914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2107666" y="8112759"/>
            <a:ext cx="79375" cy="107950"/>
          </a:xfrm>
          <a:custGeom>
            <a:avLst/>
            <a:gdLst/>
            <a:ahLst/>
            <a:cxnLst/>
            <a:rect l="l" t="t" r="r" b="b"/>
            <a:pathLst>
              <a:path w="79375" h="107950">
                <a:moveTo>
                  <a:pt x="78828" y="0"/>
                </a:moveTo>
                <a:lnTo>
                  <a:pt x="0" y="0"/>
                </a:lnTo>
                <a:lnTo>
                  <a:pt x="0" y="8890"/>
                </a:lnTo>
                <a:lnTo>
                  <a:pt x="34150" y="8890"/>
                </a:lnTo>
                <a:lnTo>
                  <a:pt x="34150" y="107950"/>
                </a:lnTo>
                <a:lnTo>
                  <a:pt x="44780" y="107950"/>
                </a:lnTo>
                <a:lnTo>
                  <a:pt x="44780" y="8890"/>
                </a:lnTo>
                <a:lnTo>
                  <a:pt x="78828" y="8890"/>
                </a:lnTo>
                <a:lnTo>
                  <a:pt x="78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8" name="object 158" descr=""/>
          <p:cNvGrpSpPr/>
          <p:nvPr/>
        </p:nvGrpSpPr>
        <p:grpSpPr>
          <a:xfrm>
            <a:off x="2199233" y="8111194"/>
            <a:ext cx="1268095" cy="118745"/>
            <a:chOff x="2199233" y="8111194"/>
            <a:chExt cx="1268095" cy="118745"/>
          </a:xfrm>
        </p:grpSpPr>
        <p:sp>
          <p:nvSpPr>
            <p:cNvPr id="159" name="object 159" descr=""/>
            <p:cNvSpPr/>
            <p:nvPr/>
          </p:nvSpPr>
          <p:spPr>
            <a:xfrm>
              <a:off x="2199221" y="8112759"/>
              <a:ext cx="160020" cy="107950"/>
            </a:xfrm>
            <a:custGeom>
              <a:avLst/>
              <a:gdLst/>
              <a:ahLst/>
              <a:cxnLst/>
              <a:rect l="l" t="t" r="r" b="b"/>
              <a:pathLst>
                <a:path w="160019" h="107950">
                  <a:moveTo>
                    <a:pt x="78828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34163" y="8890"/>
                  </a:lnTo>
                  <a:lnTo>
                    <a:pt x="34163" y="107950"/>
                  </a:lnTo>
                  <a:lnTo>
                    <a:pt x="44792" y="107950"/>
                  </a:lnTo>
                  <a:lnTo>
                    <a:pt x="44792" y="8890"/>
                  </a:lnTo>
                  <a:lnTo>
                    <a:pt x="78828" y="8890"/>
                  </a:lnTo>
                  <a:lnTo>
                    <a:pt x="78828" y="0"/>
                  </a:lnTo>
                  <a:close/>
                </a:path>
                <a:path w="160019" h="107950">
                  <a:moveTo>
                    <a:pt x="159664" y="97790"/>
                  </a:moveTo>
                  <a:lnTo>
                    <a:pt x="108572" y="97790"/>
                  </a:lnTo>
                  <a:lnTo>
                    <a:pt x="108572" y="0"/>
                  </a:lnTo>
                  <a:lnTo>
                    <a:pt x="97993" y="0"/>
                  </a:lnTo>
                  <a:lnTo>
                    <a:pt x="97993" y="97790"/>
                  </a:lnTo>
                  <a:lnTo>
                    <a:pt x="97993" y="107950"/>
                  </a:lnTo>
                  <a:lnTo>
                    <a:pt x="159664" y="107950"/>
                  </a:lnTo>
                  <a:lnTo>
                    <a:pt x="159664" y="97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378096" y="8111194"/>
              <a:ext cx="401981" cy="111138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2800908" y="8111248"/>
              <a:ext cx="563880" cy="118745"/>
            </a:xfrm>
            <a:custGeom>
              <a:avLst/>
              <a:gdLst/>
              <a:ahLst/>
              <a:cxnLst/>
              <a:rect l="l" t="t" r="r" b="b"/>
              <a:pathLst>
                <a:path w="563879" h="118745">
                  <a:moveTo>
                    <a:pt x="74777" y="109245"/>
                  </a:moveTo>
                  <a:lnTo>
                    <a:pt x="51168" y="66040"/>
                  </a:lnTo>
                  <a:lnTo>
                    <a:pt x="49987" y="63893"/>
                  </a:lnTo>
                  <a:lnTo>
                    <a:pt x="58851" y="59347"/>
                  </a:lnTo>
                  <a:lnTo>
                    <a:pt x="61633" y="56413"/>
                  </a:lnTo>
                  <a:lnTo>
                    <a:pt x="65201" y="52641"/>
                  </a:lnTo>
                  <a:lnTo>
                    <a:pt x="69024" y="44081"/>
                  </a:lnTo>
                  <a:lnTo>
                    <a:pt x="70307" y="33947"/>
                  </a:lnTo>
                  <a:lnTo>
                    <a:pt x="68097" y="20878"/>
                  </a:lnTo>
                  <a:lnTo>
                    <a:pt x="61696" y="10947"/>
                  </a:lnTo>
                  <a:lnTo>
                    <a:pt x="61480" y="10604"/>
                  </a:lnTo>
                  <a:lnTo>
                    <a:pt x="59829" y="9601"/>
                  </a:lnTo>
                  <a:lnTo>
                    <a:pt x="59829" y="33947"/>
                  </a:lnTo>
                  <a:lnTo>
                    <a:pt x="58318" y="43294"/>
                  </a:lnTo>
                  <a:lnTo>
                    <a:pt x="53708" y="50368"/>
                  </a:lnTo>
                  <a:lnTo>
                    <a:pt x="45935" y="54851"/>
                  </a:lnTo>
                  <a:lnTo>
                    <a:pt x="34937" y="56413"/>
                  </a:lnTo>
                  <a:lnTo>
                    <a:pt x="10579" y="56413"/>
                  </a:lnTo>
                  <a:lnTo>
                    <a:pt x="10579" y="10947"/>
                  </a:lnTo>
                  <a:lnTo>
                    <a:pt x="34836" y="10947"/>
                  </a:lnTo>
                  <a:lnTo>
                    <a:pt x="45897" y="12585"/>
                  </a:lnTo>
                  <a:lnTo>
                    <a:pt x="53695" y="17233"/>
                  </a:lnTo>
                  <a:lnTo>
                    <a:pt x="58305" y="24485"/>
                  </a:lnTo>
                  <a:lnTo>
                    <a:pt x="59829" y="33947"/>
                  </a:lnTo>
                  <a:lnTo>
                    <a:pt x="59829" y="9601"/>
                  </a:lnTo>
                  <a:lnTo>
                    <a:pt x="50507" y="3886"/>
                  </a:lnTo>
                  <a:lnTo>
                    <a:pt x="35204" y="1473"/>
                  </a:lnTo>
                  <a:lnTo>
                    <a:pt x="0" y="1473"/>
                  </a:lnTo>
                  <a:lnTo>
                    <a:pt x="0" y="109245"/>
                  </a:lnTo>
                  <a:lnTo>
                    <a:pt x="10579" y="109245"/>
                  </a:lnTo>
                  <a:lnTo>
                    <a:pt x="10579" y="66040"/>
                  </a:lnTo>
                  <a:lnTo>
                    <a:pt x="39204" y="66040"/>
                  </a:lnTo>
                  <a:lnTo>
                    <a:pt x="62522" y="109245"/>
                  </a:lnTo>
                  <a:lnTo>
                    <a:pt x="74777" y="109245"/>
                  </a:lnTo>
                  <a:close/>
                </a:path>
                <a:path w="563879" h="118745">
                  <a:moveTo>
                    <a:pt x="174396" y="55105"/>
                  </a:moveTo>
                  <a:lnTo>
                    <a:pt x="171043" y="32600"/>
                  </a:lnTo>
                  <a:lnTo>
                    <a:pt x="164020" y="20370"/>
                  </a:lnTo>
                  <a:lnTo>
                    <a:pt x="164020" y="55105"/>
                  </a:lnTo>
                  <a:lnTo>
                    <a:pt x="161455" y="73825"/>
                  </a:lnTo>
                  <a:lnTo>
                    <a:pt x="153682" y="87871"/>
                  </a:lnTo>
                  <a:lnTo>
                    <a:pt x="140766" y="96710"/>
                  </a:lnTo>
                  <a:lnTo>
                    <a:pt x="122770" y="99771"/>
                  </a:lnTo>
                  <a:lnTo>
                    <a:pt x="101930" y="99771"/>
                  </a:lnTo>
                  <a:lnTo>
                    <a:pt x="101930" y="10947"/>
                  </a:lnTo>
                  <a:lnTo>
                    <a:pt x="124510" y="10947"/>
                  </a:lnTo>
                  <a:lnTo>
                    <a:pt x="141605" y="13982"/>
                  </a:lnTo>
                  <a:lnTo>
                    <a:pt x="153974" y="22707"/>
                  </a:lnTo>
                  <a:lnTo>
                    <a:pt x="161493" y="36588"/>
                  </a:lnTo>
                  <a:lnTo>
                    <a:pt x="164020" y="55105"/>
                  </a:lnTo>
                  <a:lnTo>
                    <a:pt x="164020" y="20370"/>
                  </a:lnTo>
                  <a:lnTo>
                    <a:pt x="161366" y="15735"/>
                  </a:lnTo>
                  <a:lnTo>
                    <a:pt x="154368" y="10947"/>
                  </a:lnTo>
                  <a:lnTo>
                    <a:pt x="145884" y="5156"/>
                  </a:lnTo>
                  <a:lnTo>
                    <a:pt x="125133" y="1473"/>
                  </a:lnTo>
                  <a:lnTo>
                    <a:pt x="91351" y="1473"/>
                  </a:lnTo>
                  <a:lnTo>
                    <a:pt x="91351" y="109245"/>
                  </a:lnTo>
                  <a:lnTo>
                    <a:pt x="123355" y="109245"/>
                  </a:lnTo>
                  <a:lnTo>
                    <a:pt x="145034" y="105549"/>
                  </a:lnTo>
                  <a:lnTo>
                    <a:pt x="153708" y="99771"/>
                  </a:lnTo>
                  <a:lnTo>
                    <a:pt x="161048" y="94881"/>
                  </a:lnTo>
                  <a:lnTo>
                    <a:pt x="170967" y="77863"/>
                  </a:lnTo>
                  <a:lnTo>
                    <a:pt x="174396" y="55105"/>
                  </a:lnTo>
                  <a:close/>
                </a:path>
                <a:path w="563879" h="118745">
                  <a:moveTo>
                    <a:pt x="247332" y="109245"/>
                  </a:moveTo>
                  <a:lnTo>
                    <a:pt x="180860" y="109245"/>
                  </a:lnTo>
                  <a:lnTo>
                    <a:pt x="180860" y="118668"/>
                  </a:lnTo>
                  <a:lnTo>
                    <a:pt x="247332" y="118668"/>
                  </a:lnTo>
                  <a:lnTo>
                    <a:pt x="247332" y="109245"/>
                  </a:lnTo>
                  <a:close/>
                </a:path>
                <a:path w="563879" h="118745">
                  <a:moveTo>
                    <a:pt x="328790" y="80352"/>
                  </a:moveTo>
                  <a:lnTo>
                    <a:pt x="327202" y="70777"/>
                  </a:lnTo>
                  <a:lnTo>
                    <a:pt x="322656" y="62953"/>
                  </a:lnTo>
                  <a:lnTo>
                    <a:pt x="315468" y="57238"/>
                  </a:lnTo>
                  <a:lnTo>
                    <a:pt x="305943" y="54000"/>
                  </a:lnTo>
                  <a:lnTo>
                    <a:pt x="305943" y="53263"/>
                  </a:lnTo>
                  <a:lnTo>
                    <a:pt x="313804" y="49758"/>
                  </a:lnTo>
                  <a:lnTo>
                    <a:pt x="319786" y="44310"/>
                  </a:lnTo>
                  <a:lnTo>
                    <a:pt x="323583" y="37172"/>
                  </a:lnTo>
                  <a:lnTo>
                    <a:pt x="324891" y="28575"/>
                  </a:lnTo>
                  <a:lnTo>
                    <a:pt x="322656" y="17538"/>
                  </a:lnTo>
                  <a:lnTo>
                    <a:pt x="316217" y="8445"/>
                  </a:lnTo>
                  <a:lnTo>
                    <a:pt x="306095" y="2273"/>
                  </a:lnTo>
                  <a:lnTo>
                    <a:pt x="292798" y="0"/>
                  </a:lnTo>
                  <a:lnTo>
                    <a:pt x="279654" y="2082"/>
                  </a:lnTo>
                  <a:lnTo>
                    <a:pt x="268909" y="7899"/>
                  </a:lnTo>
                  <a:lnTo>
                    <a:pt x="261594" y="16903"/>
                  </a:lnTo>
                  <a:lnTo>
                    <a:pt x="258699" y="28473"/>
                  </a:lnTo>
                  <a:lnTo>
                    <a:pt x="268960" y="28473"/>
                  </a:lnTo>
                  <a:lnTo>
                    <a:pt x="271043" y="20548"/>
                  </a:lnTo>
                  <a:lnTo>
                    <a:pt x="276212" y="14516"/>
                  </a:lnTo>
                  <a:lnTo>
                    <a:pt x="283679" y="10668"/>
                  </a:lnTo>
                  <a:lnTo>
                    <a:pt x="292633" y="9321"/>
                  </a:lnTo>
                  <a:lnTo>
                    <a:pt x="301688" y="10769"/>
                  </a:lnTo>
                  <a:lnTo>
                    <a:pt x="308622" y="14820"/>
                  </a:lnTo>
                  <a:lnTo>
                    <a:pt x="313067" y="21043"/>
                  </a:lnTo>
                  <a:lnTo>
                    <a:pt x="314629" y="28994"/>
                  </a:lnTo>
                  <a:lnTo>
                    <a:pt x="312813" y="37325"/>
                  </a:lnTo>
                  <a:lnTo>
                    <a:pt x="307759" y="43700"/>
                  </a:lnTo>
                  <a:lnTo>
                    <a:pt x="300050" y="47777"/>
                  </a:lnTo>
                  <a:lnTo>
                    <a:pt x="290271" y="49212"/>
                  </a:lnTo>
                  <a:lnTo>
                    <a:pt x="283527" y="49212"/>
                  </a:lnTo>
                  <a:lnTo>
                    <a:pt x="283527" y="58623"/>
                  </a:lnTo>
                  <a:lnTo>
                    <a:pt x="290271" y="58623"/>
                  </a:lnTo>
                  <a:lnTo>
                    <a:pt x="302031" y="60210"/>
                  </a:lnTo>
                  <a:lnTo>
                    <a:pt x="310870" y="64668"/>
                  </a:lnTo>
                  <a:lnTo>
                    <a:pt x="316433" y="71501"/>
                  </a:lnTo>
                  <a:lnTo>
                    <a:pt x="318363" y="80251"/>
                  </a:lnTo>
                  <a:lnTo>
                    <a:pt x="316445" y="88658"/>
                  </a:lnTo>
                  <a:lnTo>
                    <a:pt x="311073" y="95313"/>
                  </a:lnTo>
                  <a:lnTo>
                    <a:pt x="302869" y="99682"/>
                  </a:lnTo>
                  <a:lnTo>
                    <a:pt x="292430" y="101244"/>
                  </a:lnTo>
                  <a:lnTo>
                    <a:pt x="282638" y="99885"/>
                  </a:lnTo>
                  <a:lnTo>
                    <a:pt x="274662" y="96037"/>
                  </a:lnTo>
                  <a:lnTo>
                    <a:pt x="269201" y="90043"/>
                  </a:lnTo>
                  <a:lnTo>
                    <a:pt x="266954" y="82257"/>
                  </a:lnTo>
                  <a:lnTo>
                    <a:pt x="256273" y="82257"/>
                  </a:lnTo>
                  <a:lnTo>
                    <a:pt x="259270" y="93802"/>
                  </a:lnTo>
                  <a:lnTo>
                    <a:pt x="266865" y="102806"/>
                  </a:lnTo>
                  <a:lnTo>
                    <a:pt x="278244" y="108635"/>
                  </a:lnTo>
                  <a:lnTo>
                    <a:pt x="292582" y="110718"/>
                  </a:lnTo>
                  <a:lnTo>
                    <a:pt x="307035" y="108419"/>
                  </a:lnTo>
                  <a:lnTo>
                    <a:pt x="318503" y="102057"/>
                  </a:lnTo>
                  <a:lnTo>
                    <a:pt x="326059" y="92430"/>
                  </a:lnTo>
                  <a:lnTo>
                    <a:pt x="328790" y="80352"/>
                  </a:lnTo>
                  <a:close/>
                </a:path>
                <a:path w="563879" h="118745">
                  <a:moveTo>
                    <a:pt x="419354" y="55359"/>
                  </a:moveTo>
                  <a:lnTo>
                    <a:pt x="416877" y="32042"/>
                  </a:lnTo>
                  <a:lnTo>
                    <a:pt x="409714" y="14643"/>
                  </a:lnTo>
                  <a:lnTo>
                    <a:pt x="409041" y="14008"/>
                  </a:lnTo>
                  <a:lnTo>
                    <a:pt x="409041" y="55359"/>
                  </a:lnTo>
                  <a:lnTo>
                    <a:pt x="407263" y="74828"/>
                  </a:lnTo>
                  <a:lnTo>
                    <a:pt x="402132" y="89242"/>
                  </a:lnTo>
                  <a:lnTo>
                    <a:pt x="393941" y="98183"/>
                  </a:lnTo>
                  <a:lnTo>
                    <a:pt x="382981" y="101244"/>
                  </a:lnTo>
                  <a:lnTo>
                    <a:pt x="372008" y="98183"/>
                  </a:lnTo>
                  <a:lnTo>
                    <a:pt x="363804" y="89242"/>
                  </a:lnTo>
                  <a:lnTo>
                    <a:pt x="358660" y="74828"/>
                  </a:lnTo>
                  <a:lnTo>
                    <a:pt x="356882" y="55359"/>
                  </a:lnTo>
                  <a:lnTo>
                    <a:pt x="358673" y="35864"/>
                  </a:lnTo>
                  <a:lnTo>
                    <a:pt x="363816" y="21412"/>
                  </a:lnTo>
                  <a:lnTo>
                    <a:pt x="372021" y="12407"/>
                  </a:lnTo>
                  <a:lnTo>
                    <a:pt x="382981" y="9321"/>
                  </a:lnTo>
                  <a:lnTo>
                    <a:pt x="393915" y="12407"/>
                  </a:lnTo>
                  <a:lnTo>
                    <a:pt x="402107" y="21412"/>
                  </a:lnTo>
                  <a:lnTo>
                    <a:pt x="407250" y="35864"/>
                  </a:lnTo>
                  <a:lnTo>
                    <a:pt x="409041" y="55359"/>
                  </a:lnTo>
                  <a:lnTo>
                    <a:pt x="409041" y="14008"/>
                  </a:lnTo>
                  <a:lnTo>
                    <a:pt x="404126" y="9321"/>
                  </a:lnTo>
                  <a:lnTo>
                    <a:pt x="398284" y="3759"/>
                  </a:lnTo>
                  <a:lnTo>
                    <a:pt x="382981" y="0"/>
                  </a:lnTo>
                  <a:lnTo>
                    <a:pt x="367665" y="3759"/>
                  </a:lnTo>
                  <a:lnTo>
                    <a:pt x="356209" y="14643"/>
                  </a:lnTo>
                  <a:lnTo>
                    <a:pt x="349046" y="32042"/>
                  </a:lnTo>
                  <a:lnTo>
                    <a:pt x="346570" y="55359"/>
                  </a:lnTo>
                  <a:lnTo>
                    <a:pt x="349034" y="78778"/>
                  </a:lnTo>
                  <a:lnTo>
                    <a:pt x="356171" y="96164"/>
                  </a:lnTo>
                  <a:lnTo>
                    <a:pt x="367614" y="106997"/>
                  </a:lnTo>
                  <a:lnTo>
                    <a:pt x="382981" y="110718"/>
                  </a:lnTo>
                  <a:lnTo>
                    <a:pt x="398348" y="106997"/>
                  </a:lnTo>
                  <a:lnTo>
                    <a:pt x="404406" y="101244"/>
                  </a:lnTo>
                  <a:lnTo>
                    <a:pt x="409778" y="96164"/>
                  </a:lnTo>
                  <a:lnTo>
                    <a:pt x="416890" y="78778"/>
                  </a:lnTo>
                  <a:lnTo>
                    <a:pt x="419354" y="55359"/>
                  </a:lnTo>
                  <a:close/>
                </a:path>
                <a:path w="563879" h="118745">
                  <a:moveTo>
                    <a:pt x="509854" y="50787"/>
                  </a:moveTo>
                  <a:lnTo>
                    <a:pt x="506590" y="26822"/>
                  </a:lnTo>
                  <a:lnTo>
                    <a:pt x="498055" y="11188"/>
                  </a:lnTo>
                  <a:lnTo>
                    <a:pt x="497865" y="11061"/>
                  </a:lnTo>
                  <a:lnTo>
                    <a:pt x="497865" y="34734"/>
                  </a:lnTo>
                  <a:lnTo>
                    <a:pt x="496354" y="44665"/>
                  </a:lnTo>
                  <a:lnTo>
                    <a:pt x="491007" y="53060"/>
                  </a:lnTo>
                  <a:lnTo>
                    <a:pt x="482676" y="58877"/>
                  </a:lnTo>
                  <a:lnTo>
                    <a:pt x="472236" y="61048"/>
                  </a:lnTo>
                  <a:lnTo>
                    <a:pt x="462013" y="59042"/>
                  </a:lnTo>
                  <a:lnTo>
                    <a:pt x="453898" y="53555"/>
                  </a:lnTo>
                  <a:lnTo>
                    <a:pt x="448538" y="45377"/>
                  </a:lnTo>
                  <a:lnTo>
                    <a:pt x="446633" y="35369"/>
                  </a:lnTo>
                  <a:lnTo>
                    <a:pt x="446709" y="34734"/>
                  </a:lnTo>
                  <a:lnTo>
                    <a:pt x="448500" y="25247"/>
                  </a:lnTo>
                  <a:lnTo>
                    <a:pt x="453859" y="17030"/>
                  </a:lnTo>
                  <a:lnTo>
                    <a:pt x="462026" y="11468"/>
                  </a:lnTo>
                  <a:lnTo>
                    <a:pt x="472287" y="9423"/>
                  </a:lnTo>
                  <a:lnTo>
                    <a:pt x="482574" y="11468"/>
                  </a:lnTo>
                  <a:lnTo>
                    <a:pt x="482231" y="11468"/>
                  </a:lnTo>
                  <a:lnTo>
                    <a:pt x="489966" y="16725"/>
                  </a:lnTo>
                  <a:lnTo>
                    <a:pt x="495401" y="24765"/>
                  </a:lnTo>
                  <a:lnTo>
                    <a:pt x="497865" y="34734"/>
                  </a:lnTo>
                  <a:lnTo>
                    <a:pt x="497865" y="11061"/>
                  </a:lnTo>
                  <a:lnTo>
                    <a:pt x="495579" y="9423"/>
                  </a:lnTo>
                  <a:lnTo>
                    <a:pt x="486143" y="2730"/>
                  </a:lnTo>
                  <a:lnTo>
                    <a:pt x="486435" y="2730"/>
                  </a:lnTo>
                  <a:lnTo>
                    <a:pt x="472287" y="0"/>
                  </a:lnTo>
                  <a:lnTo>
                    <a:pt x="457454" y="2730"/>
                  </a:lnTo>
                  <a:lnTo>
                    <a:pt x="446100" y="10350"/>
                  </a:lnTo>
                  <a:lnTo>
                    <a:pt x="438848" y="21628"/>
                  </a:lnTo>
                  <a:lnTo>
                    <a:pt x="436410" y="34734"/>
                  </a:lnTo>
                  <a:lnTo>
                    <a:pt x="436295" y="35369"/>
                  </a:lnTo>
                  <a:lnTo>
                    <a:pt x="439026" y="49441"/>
                  </a:lnTo>
                  <a:lnTo>
                    <a:pt x="446443" y="60553"/>
                  </a:lnTo>
                  <a:lnTo>
                    <a:pt x="457377" y="67843"/>
                  </a:lnTo>
                  <a:lnTo>
                    <a:pt x="470712" y="70459"/>
                  </a:lnTo>
                  <a:lnTo>
                    <a:pt x="479323" y="69380"/>
                  </a:lnTo>
                  <a:lnTo>
                    <a:pt x="487083" y="66281"/>
                  </a:lnTo>
                  <a:lnTo>
                    <a:pt x="493649" y="61404"/>
                  </a:lnTo>
                  <a:lnTo>
                    <a:pt x="493928" y="61048"/>
                  </a:lnTo>
                  <a:lnTo>
                    <a:pt x="498652" y="54991"/>
                  </a:lnTo>
                  <a:lnTo>
                    <a:pt x="499910" y="54991"/>
                  </a:lnTo>
                  <a:lnTo>
                    <a:pt x="497890" y="74650"/>
                  </a:lnTo>
                  <a:lnTo>
                    <a:pt x="492175" y="89166"/>
                  </a:lnTo>
                  <a:lnTo>
                    <a:pt x="483031" y="98171"/>
                  </a:lnTo>
                  <a:lnTo>
                    <a:pt x="470712" y="101244"/>
                  </a:lnTo>
                  <a:lnTo>
                    <a:pt x="462013" y="99796"/>
                  </a:lnTo>
                  <a:lnTo>
                    <a:pt x="455269" y="95796"/>
                  </a:lnTo>
                  <a:lnTo>
                    <a:pt x="450519" y="89700"/>
                  </a:lnTo>
                  <a:lnTo>
                    <a:pt x="447865" y="82042"/>
                  </a:lnTo>
                  <a:lnTo>
                    <a:pt x="437400" y="82042"/>
                  </a:lnTo>
                  <a:lnTo>
                    <a:pt x="440994" y="93713"/>
                  </a:lnTo>
                  <a:lnTo>
                    <a:pt x="448030" y="102781"/>
                  </a:lnTo>
                  <a:lnTo>
                    <a:pt x="458076" y="108635"/>
                  </a:lnTo>
                  <a:lnTo>
                    <a:pt x="470712" y="110718"/>
                  </a:lnTo>
                  <a:lnTo>
                    <a:pt x="487692" y="106375"/>
                  </a:lnTo>
                  <a:lnTo>
                    <a:pt x="492823" y="101244"/>
                  </a:lnTo>
                  <a:lnTo>
                    <a:pt x="499935" y="94132"/>
                  </a:lnTo>
                  <a:lnTo>
                    <a:pt x="507352" y="75196"/>
                  </a:lnTo>
                  <a:lnTo>
                    <a:pt x="509422" y="54991"/>
                  </a:lnTo>
                  <a:lnTo>
                    <a:pt x="509854" y="50787"/>
                  </a:lnTo>
                  <a:close/>
                </a:path>
                <a:path w="563879" h="118745">
                  <a:moveTo>
                    <a:pt x="563638" y="1473"/>
                  </a:moveTo>
                  <a:lnTo>
                    <a:pt x="552640" y="1473"/>
                  </a:lnTo>
                  <a:lnTo>
                    <a:pt x="526859" y="18529"/>
                  </a:lnTo>
                  <a:lnTo>
                    <a:pt x="526859" y="29362"/>
                  </a:lnTo>
                  <a:lnTo>
                    <a:pt x="552373" y="12534"/>
                  </a:lnTo>
                  <a:lnTo>
                    <a:pt x="553008" y="12534"/>
                  </a:lnTo>
                  <a:lnTo>
                    <a:pt x="553008" y="109245"/>
                  </a:lnTo>
                  <a:lnTo>
                    <a:pt x="563638" y="109245"/>
                  </a:lnTo>
                  <a:lnTo>
                    <a:pt x="563638" y="1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392181" y="8111246"/>
              <a:ext cx="74829" cy="110717"/>
            </a:xfrm>
            <a:prstGeom prst="rect">
              <a:avLst/>
            </a:prstGeom>
          </p:spPr>
        </p:pic>
      </p:grpSp>
      <p:grpSp>
        <p:nvGrpSpPr>
          <p:cNvPr id="163" name="object 163" descr=""/>
          <p:cNvGrpSpPr/>
          <p:nvPr/>
        </p:nvGrpSpPr>
        <p:grpSpPr>
          <a:xfrm>
            <a:off x="1359627" y="8358209"/>
            <a:ext cx="409575" cy="133350"/>
            <a:chOff x="1359627" y="8358209"/>
            <a:chExt cx="409575" cy="133350"/>
          </a:xfrm>
        </p:grpSpPr>
        <p:pic>
          <p:nvPicPr>
            <p:cNvPr id="164" name="object 164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59627" y="8359736"/>
              <a:ext cx="104718" cy="131345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486657" y="8359736"/>
              <a:ext cx="105981" cy="131345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616634" y="8358209"/>
              <a:ext cx="152183" cy="131187"/>
            </a:xfrm>
            <a:prstGeom prst="rect">
              <a:avLst/>
            </a:prstGeom>
          </p:spPr>
        </p:pic>
      </p:grpSp>
      <p:grpSp>
        <p:nvGrpSpPr>
          <p:cNvPr id="167" name="object 167" descr=""/>
          <p:cNvGrpSpPr/>
          <p:nvPr/>
        </p:nvGrpSpPr>
        <p:grpSpPr>
          <a:xfrm>
            <a:off x="1822270" y="8359140"/>
            <a:ext cx="594995" cy="149860"/>
            <a:chOff x="1822270" y="8359140"/>
            <a:chExt cx="594995" cy="149860"/>
          </a:xfrm>
        </p:grpSpPr>
        <p:pic>
          <p:nvPicPr>
            <p:cNvPr id="168" name="object 168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822270" y="8359736"/>
              <a:ext cx="111033" cy="131345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959509" y="8359140"/>
              <a:ext cx="415032" cy="142255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2397695" y="8470295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1" name="object 171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470727" y="8359736"/>
            <a:ext cx="256007" cy="131345"/>
          </a:xfrm>
          <a:prstGeom prst="rect">
            <a:avLst/>
          </a:prstGeom>
        </p:spPr>
      </p:pic>
      <p:pic>
        <p:nvPicPr>
          <p:cNvPr id="172" name="object 172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772598" y="8359736"/>
            <a:ext cx="244535" cy="129661"/>
          </a:xfrm>
          <a:prstGeom prst="rect">
            <a:avLst/>
          </a:prstGeom>
        </p:spPr>
      </p:pic>
      <p:grpSp>
        <p:nvGrpSpPr>
          <p:cNvPr id="173" name="object 173" descr=""/>
          <p:cNvGrpSpPr/>
          <p:nvPr/>
        </p:nvGrpSpPr>
        <p:grpSpPr>
          <a:xfrm>
            <a:off x="3074740" y="8359736"/>
            <a:ext cx="280670" cy="149225"/>
            <a:chOff x="3074740" y="8359736"/>
            <a:chExt cx="280670" cy="149225"/>
          </a:xfrm>
        </p:grpSpPr>
        <p:pic>
          <p:nvPicPr>
            <p:cNvPr id="174" name="object 174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074740" y="8359736"/>
              <a:ext cx="105876" cy="131345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204401" y="8362525"/>
              <a:ext cx="150920" cy="146342"/>
            </a:xfrm>
            <a:prstGeom prst="rect">
              <a:avLst/>
            </a:prstGeom>
          </p:spPr>
        </p:pic>
      </p:grpSp>
      <p:pic>
        <p:nvPicPr>
          <p:cNvPr id="176" name="object 176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3412930" y="8370154"/>
            <a:ext cx="446605" cy="111138"/>
          </a:xfrm>
          <a:prstGeom prst="rect">
            <a:avLst/>
          </a:prstGeom>
        </p:spPr>
      </p:pic>
      <p:grpSp>
        <p:nvGrpSpPr>
          <p:cNvPr id="177" name="object 177" descr=""/>
          <p:cNvGrpSpPr/>
          <p:nvPr/>
        </p:nvGrpSpPr>
        <p:grpSpPr>
          <a:xfrm>
            <a:off x="3907481" y="8359736"/>
            <a:ext cx="151765" cy="149225"/>
            <a:chOff x="3907481" y="8359736"/>
            <a:chExt cx="151765" cy="149225"/>
          </a:xfrm>
        </p:grpSpPr>
        <p:pic>
          <p:nvPicPr>
            <p:cNvPr id="178" name="object 178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907481" y="8359736"/>
              <a:ext cx="112243" cy="128187"/>
            </a:xfrm>
            <a:prstGeom prst="rect">
              <a:avLst/>
            </a:prstGeom>
          </p:spPr>
        </p:pic>
        <p:sp>
          <p:nvSpPr>
            <p:cNvPr id="179" name="object 179" descr=""/>
            <p:cNvSpPr/>
            <p:nvPr/>
          </p:nvSpPr>
          <p:spPr>
            <a:xfrm>
              <a:off x="4039352" y="8470295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0" name="object 180" descr=""/>
          <p:cNvGrpSpPr/>
          <p:nvPr/>
        </p:nvGrpSpPr>
        <p:grpSpPr>
          <a:xfrm>
            <a:off x="4121430" y="8371681"/>
            <a:ext cx="204470" cy="107950"/>
            <a:chOff x="4121430" y="8371681"/>
            <a:chExt cx="204470" cy="107950"/>
          </a:xfrm>
        </p:grpSpPr>
        <p:pic>
          <p:nvPicPr>
            <p:cNvPr id="181" name="object 181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4121430" y="8371681"/>
              <a:ext cx="83037" cy="107770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4225307" y="8371681"/>
              <a:ext cx="10795" cy="107950"/>
            </a:xfrm>
            <a:custGeom>
              <a:avLst/>
              <a:gdLst/>
              <a:ahLst/>
              <a:cxnLst/>
              <a:rect l="l" t="t" r="r" b="b"/>
              <a:pathLst>
                <a:path w="10795" h="107950">
                  <a:moveTo>
                    <a:pt x="10576" y="0"/>
                  </a:moveTo>
                  <a:lnTo>
                    <a:pt x="0" y="0"/>
                  </a:lnTo>
                  <a:lnTo>
                    <a:pt x="0" y="107770"/>
                  </a:lnTo>
                  <a:lnTo>
                    <a:pt x="10576" y="107770"/>
                  </a:lnTo>
                  <a:lnTo>
                    <a:pt x="10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261458" y="8371681"/>
              <a:ext cx="64094" cy="107770"/>
            </a:xfrm>
            <a:prstGeom prst="rect">
              <a:avLst/>
            </a:prstGeom>
          </p:spPr>
        </p:pic>
      </p:grpSp>
      <p:pic>
        <p:nvPicPr>
          <p:cNvPr id="184" name="object 184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4377456" y="8359893"/>
            <a:ext cx="281897" cy="148973"/>
          </a:xfrm>
          <a:prstGeom prst="rect">
            <a:avLst/>
          </a:prstGeom>
        </p:spPr>
      </p:pic>
      <p:pic>
        <p:nvPicPr>
          <p:cNvPr id="185" name="object 185" descr="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4715550" y="8359736"/>
            <a:ext cx="107349" cy="131345"/>
          </a:xfrm>
          <a:prstGeom prst="rect">
            <a:avLst/>
          </a:prstGeom>
        </p:spPr>
      </p:pic>
      <p:pic>
        <p:nvPicPr>
          <p:cNvPr id="186" name="object 186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4885655" y="8359736"/>
            <a:ext cx="237379" cy="131503"/>
          </a:xfrm>
          <a:prstGeom prst="rect">
            <a:avLst/>
          </a:prstGeom>
        </p:spPr>
      </p:pic>
      <p:grpSp>
        <p:nvGrpSpPr>
          <p:cNvPr id="187" name="object 187" descr=""/>
          <p:cNvGrpSpPr/>
          <p:nvPr/>
        </p:nvGrpSpPr>
        <p:grpSpPr>
          <a:xfrm>
            <a:off x="5183166" y="8359736"/>
            <a:ext cx="464184" cy="149225"/>
            <a:chOff x="5183166" y="8359736"/>
            <a:chExt cx="464184" cy="149225"/>
          </a:xfrm>
        </p:grpSpPr>
        <p:pic>
          <p:nvPicPr>
            <p:cNvPr id="188" name="object 188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183166" y="8359736"/>
              <a:ext cx="371724" cy="131503"/>
            </a:xfrm>
            <a:prstGeom prst="rect">
              <a:avLst/>
            </a:prstGeom>
          </p:spPr>
        </p:pic>
        <p:sp>
          <p:nvSpPr>
            <p:cNvPr id="189" name="object 189" descr=""/>
            <p:cNvSpPr/>
            <p:nvPr/>
          </p:nvSpPr>
          <p:spPr>
            <a:xfrm>
              <a:off x="5579250" y="8366684"/>
              <a:ext cx="67945" cy="142240"/>
            </a:xfrm>
            <a:custGeom>
              <a:avLst/>
              <a:gdLst/>
              <a:ahLst/>
              <a:cxnLst/>
              <a:rect l="l" t="t" r="r" b="b"/>
              <a:pathLst>
                <a:path w="67945" h="142240">
                  <a:moveTo>
                    <a:pt x="27990" y="67360"/>
                  </a:moveTo>
                  <a:lnTo>
                    <a:pt x="26758" y="48895"/>
                  </a:lnTo>
                  <a:lnTo>
                    <a:pt x="23139" y="31508"/>
                  </a:lnTo>
                  <a:lnTo>
                    <a:pt x="17246" y="15214"/>
                  </a:lnTo>
                  <a:lnTo>
                    <a:pt x="9207" y="0"/>
                  </a:lnTo>
                  <a:lnTo>
                    <a:pt x="0" y="0"/>
                  </a:lnTo>
                  <a:lnTo>
                    <a:pt x="7048" y="13893"/>
                  </a:lnTo>
                  <a:lnTo>
                    <a:pt x="12585" y="30581"/>
                  </a:lnTo>
                  <a:lnTo>
                    <a:pt x="16217" y="48818"/>
                  </a:lnTo>
                  <a:lnTo>
                    <a:pt x="17526" y="67360"/>
                  </a:lnTo>
                  <a:lnTo>
                    <a:pt x="16217" y="85902"/>
                  </a:lnTo>
                  <a:lnTo>
                    <a:pt x="12585" y="104140"/>
                  </a:lnTo>
                  <a:lnTo>
                    <a:pt x="7048" y="120827"/>
                  </a:lnTo>
                  <a:lnTo>
                    <a:pt x="0" y="134721"/>
                  </a:lnTo>
                  <a:lnTo>
                    <a:pt x="9207" y="134721"/>
                  </a:lnTo>
                  <a:lnTo>
                    <a:pt x="17246" y="119557"/>
                  </a:lnTo>
                  <a:lnTo>
                    <a:pt x="23139" y="103289"/>
                  </a:lnTo>
                  <a:lnTo>
                    <a:pt x="26758" y="85890"/>
                  </a:lnTo>
                  <a:lnTo>
                    <a:pt x="27990" y="67360"/>
                  </a:lnTo>
                  <a:close/>
                </a:path>
                <a:path w="67945" h="142240">
                  <a:moveTo>
                    <a:pt x="67830" y="103619"/>
                  </a:moveTo>
                  <a:lnTo>
                    <a:pt x="56616" y="103619"/>
                  </a:lnTo>
                  <a:lnTo>
                    <a:pt x="48260" y="142189"/>
                  </a:lnTo>
                  <a:lnTo>
                    <a:pt x="56984" y="142189"/>
                  </a:lnTo>
                  <a:lnTo>
                    <a:pt x="67830" y="103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0" name="object 190" descr=""/>
          <p:cNvGrpSpPr/>
          <p:nvPr/>
        </p:nvGrpSpPr>
        <p:grpSpPr>
          <a:xfrm>
            <a:off x="5704533" y="8358893"/>
            <a:ext cx="562610" cy="142875"/>
            <a:chOff x="5704533" y="8358893"/>
            <a:chExt cx="562610" cy="142875"/>
          </a:xfrm>
        </p:grpSpPr>
        <p:pic>
          <p:nvPicPr>
            <p:cNvPr id="191" name="object 191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704533" y="8359735"/>
              <a:ext cx="105876" cy="131345"/>
            </a:xfrm>
            <a:prstGeom prst="rect">
              <a:avLst/>
            </a:prstGeom>
          </p:spPr>
        </p:pic>
        <p:pic>
          <p:nvPicPr>
            <p:cNvPr id="192" name="object 192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834720" y="8358893"/>
              <a:ext cx="107034" cy="132187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975064" y="8359735"/>
              <a:ext cx="148342" cy="141659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147192" y="8362524"/>
              <a:ext cx="119716" cy="127872"/>
            </a:xfrm>
            <a:prstGeom prst="rect">
              <a:avLst/>
            </a:prstGeom>
          </p:spPr>
        </p:pic>
      </p:grpSp>
      <p:grpSp>
        <p:nvGrpSpPr>
          <p:cNvPr id="195" name="object 195" descr=""/>
          <p:cNvGrpSpPr/>
          <p:nvPr/>
        </p:nvGrpSpPr>
        <p:grpSpPr>
          <a:xfrm>
            <a:off x="6315153" y="8359736"/>
            <a:ext cx="332740" cy="149225"/>
            <a:chOff x="6315153" y="8359736"/>
            <a:chExt cx="332740" cy="149225"/>
          </a:xfrm>
        </p:grpSpPr>
        <p:pic>
          <p:nvPicPr>
            <p:cNvPr id="196" name="object 196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315153" y="8359736"/>
              <a:ext cx="240432" cy="131503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6579464" y="8366684"/>
              <a:ext cx="67945" cy="142240"/>
            </a:xfrm>
            <a:custGeom>
              <a:avLst/>
              <a:gdLst/>
              <a:ahLst/>
              <a:cxnLst/>
              <a:rect l="l" t="t" r="r" b="b"/>
              <a:pathLst>
                <a:path w="67945" h="142240">
                  <a:moveTo>
                    <a:pt x="28003" y="67360"/>
                  </a:moveTo>
                  <a:lnTo>
                    <a:pt x="26771" y="48895"/>
                  </a:lnTo>
                  <a:lnTo>
                    <a:pt x="23152" y="31508"/>
                  </a:lnTo>
                  <a:lnTo>
                    <a:pt x="17259" y="15214"/>
                  </a:lnTo>
                  <a:lnTo>
                    <a:pt x="9220" y="0"/>
                  </a:lnTo>
                  <a:lnTo>
                    <a:pt x="0" y="0"/>
                  </a:lnTo>
                  <a:lnTo>
                    <a:pt x="7048" y="13893"/>
                  </a:lnTo>
                  <a:lnTo>
                    <a:pt x="12598" y="30581"/>
                  </a:lnTo>
                  <a:lnTo>
                    <a:pt x="16230" y="48818"/>
                  </a:lnTo>
                  <a:lnTo>
                    <a:pt x="17526" y="67360"/>
                  </a:lnTo>
                  <a:lnTo>
                    <a:pt x="16230" y="85902"/>
                  </a:lnTo>
                  <a:lnTo>
                    <a:pt x="12598" y="104140"/>
                  </a:lnTo>
                  <a:lnTo>
                    <a:pt x="7048" y="120827"/>
                  </a:lnTo>
                  <a:lnTo>
                    <a:pt x="0" y="134721"/>
                  </a:lnTo>
                  <a:lnTo>
                    <a:pt x="9220" y="134721"/>
                  </a:lnTo>
                  <a:lnTo>
                    <a:pt x="17259" y="119557"/>
                  </a:lnTo>
                  <a:lnTo>
                    <a:pt x="23152" y="103289"/>
                  </a:lnTo>
                  <a:lnTo>
                    <a:pt x="26771" y="85890"/>
                  </a:lnTo>
                  <a:lnTo>
                    <a:pt x="28003" y="67360"/>
                  </a:lnTo>
                  <a:close/>
                </a:path>
                <a:path w="67945" h="142240">
                  <a:moveTo>
                    <a:pt x="67830" y="103619"/>
                  </a:moveTo>
                  <a:lnTo>
                    <a:pt x="56629" y="103619"/>
                  </a:lnTo>
                  <a:lnTo>
                    <a:pt x="48260" y="142189"/>
                  </a:lnTo>
                  <a:lnTo>
                    <a:pt x="56997" y="142189"/>
                  </a:lnTo>
                  <a:lnTo>
                    <a:pt x="67830" y="1036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8" name="object 198" descr=""/>
          <p:cNvGrpSpPr/>
          <p:nvPr/>
        </p:nvGrpSpPr>
        <p:grpSpPr>
          <a:xfrm>
            <a:off x="1361416" y="8618697"/>
            <a:ext cx="1114425" cy="149225"/>
            <a:chOff x="1361416" y="8618697"/>
            <a:chExt cx="1114425" cy="149225"/>
          </a:xfrm>
        </p:grpSpPr>
        <p:pic>
          <p:nvPicPr>
            <p:cNvPr id="199" name="object 199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361416" y="8618697"/>
              <a:ext cx="98929" cy="131503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482500" y="8618697"/>
              <a:ext cx="245904" cy="131345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757031" y="8618697"/>
              <a:ext cx="152499" cy="141659"/>
            </a:xfrm>
            <a:prstGeom prst="rect">
              <a:avLst/>
            </a:prstGeom>
          </p:spPr>
        </p:pic>
        <p:pic>
          <p:nvPicPr>
            <p:cNvPr id="202" name="object 202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938157" y="8618697"/>
              <a:ext cx="98508" cy="131345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066082" y="8618697"/>
              <a:ext cx="106981" cy="131345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197954" y="8618697"/>
              <a:ext cx="102455" cy="131503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325089" y="8618855"/>
              <a:ext cx="110770" cy="128030"/>
            </a:xfrm>
            <a:prstGeom prst="rect">
              <a:avLst/>
            </a:prstGeom>
          </p:spPr>
        </p:pic>
        <p:sp>
          <p:nvSpPr>
            <p:cNvPr id="206" name="object 206" descr=""/>
            <p:cNvSpPr/>
            <p:nvPr/>
          </p:nvSpPr>
          <p:spPr>
            <a:xfrm>
              <a:off x="2455803" y="8729256"/>
              <a:ext cx="19685" cy="38735"/>
            </a:xfrm>
            <a:custGeom>
              <a:avLst/>
              <a:gdLst/>
              <a:ahLst/>
              <a:cxnLst/>
              <a:rect l="l" t="t" r="r" b="b"/>
              <a:pathLst>
                <a:path w="19685" h="38734">
                  <a:moveTo>
                    <a:pt x="19575" y="0"/>
                  </a:moveTo>
                  <a:lnTo>
                    <a:pt x="8366" y="0"/>
                  </a:lnTo>
                  <a:lnTo>
                    <a:pt x="0" y="38572"/>
                  </a:lnTo>
                  <a:lnTo>
                    <a:pt x="8735" y="38572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7" name="object 207" descr=""/>
          <p:cNvGrpSpPr/>
          <p:nvPr/>
        </p:nvGrpSpPr>
        <p:grpSpPr>
          <a:xfrm>
            <a:off x="2534911" y="8618697"/>
            <a:ext cx="409575" cy="149225"/>
            <a:chOff x="2534911" y="8618697"/>
            <a:chExt cx="409575" cy="149225"/>
          </a:xfrm>
        </p:grpSpPr>
        <p:pic>
          <p:nvPicPr>
            <p:cNvPr id="208" name="object 208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534911" y="8618697"/>
              <a:ext cx="234432" cy="131503"/>
            </a:xfrm>
            <a:prstGeom prst="rect">
              <a:avLst/>
            </a:prstGeom>
          </p:spPr>
        </p:pic>
        <p:sp>
          <p:nvSpPr>
            <p:cNvPr id="209" name="object 209" descr=""/>
            <p:cNvSpPr/>
            <p:nvPr/>
          </p:nvSpPr>
          <p:spPr>
            <a:xfrm>
              <a:off x="2793390" y="8630920"/>
              <a:ext cx="151130" cy="137160"/>
            </a:xfrm>
            <a:custGeom>
              <a:avLst/>
              <a:gdLst/>
              <a:ahLst/>
              <a:cxnLst/>
              <a:rect l="l" t="t" r="r" b="b"/>
              <a:pathLst>
                <a:path w="151130" h="137159">
                  <a:moveTo>
                    <a:pt x="106083" y="59690"/>
                  </a:moveTo>
                  <a:lnTo>
                    <a:pt x="25463" y="59690"/>
                  </a:lnTo>
                  <a:lnTo>
                    <a:pt x="25463" y="36830"/>
                  </a:lnTo>
                  <a:lnTo>
                    <a:pt x="101765" y="36830"/>
                  </a:lnTo>
                  <a:lnTo>
                    <a:pt x="101765" y="29210"/>
                  </a:lnTo>
                  <a:lnTo>
                    <a:pt x="25463" y="29210"/>
                  </a:lnTo>
                  <a:lnTo>
                    <a:pt x="25463" y="7620"/>
                  </a:lnTo>
                  <a:lnTo>
                    <a:pt x="104508" y="7620"/>
                  </a:lnTo>
                  <a:lnTo>
                    <a:pt x="104508" y="0"/>
                  </a:lnTo>
                  <a:lnTo>
                    <a:pt x="15989" y="0"/>
                  </a:lnTo>
                  <a:lnTo>
                    <a:pt x="15989" y="7620"/>
                  </a:lnTo>
                  <a:lnTo>
                    <a:pt x="15989" y="29210"/>
                  </a:lnTo>
                  <a:lnTo>
                    <a:pt x="15989" y="36830"/>
                  </a:lnTo>
                  <a:lnTo>
                    <a:pt x="15989" y="59690"/>
                  </a:lnTo>
                  <a:lnTo>
                    <a:pt x="15989" y="67310"/>
                  </a:lnTo>
                  <a:lnTo>
                    <a:pt x="106083" y="67310"/>
                  </a:lnTo>
                  <a:lnTo>
                    <a:pt x="106083" y="59690"/>
                  </a:lnTo>
                  <a:close/>
                </a:path>
                <a:path w="151130" h="137159">
                  <a:moveTo>
                    <a:pt x="120230" y="93345"/>
                  </a:moveTo>
                  <a:lnTo>
                    <a:pt x="0" y="93345"/>
                  </a:lnTo>
                  <a:lnTo>
                    <a:pt x="0" y="101396"/>
                  </a:lnTo>
                  <a:lnTo>
                    <a:pt x="120230" y="101396"/>
                  </a:lnTo>
                  <a:lnTo>
                    <a:pt x="120230" y="93345"/>
                  </a:lnTo>
                  <a:close/>
                </a:path>
                <a:path w="151130" h="137159">
                  <a:moveTo>
                    <a:pt x="150914" y="98348"/>
                  </a:moveTo>
                  <a:lnTo>
                    <a:pt x="139712" y="98348"/>
                  </a:lnTo>
                  <a:lnTo>
                    <a:pt x="131343" y="136918"/>
                  </a:lnTo>
                  <a:lnTo>
                    <a:pt x="140081" y="136918"/>
                  </a:lnTo>
                  <a:lnTo>
                    <a:pt x="150914" y="98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0" name="object 210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2999709" y="8623300"/>
            <a:ext cx="150920" cy="144528"/>
          </a:xfrm>
          <a:prstGeom prst="rect">
            <a:avLst/>
          </a:prstGeom>
        </p:spPr>
      </p:pic>
      <p:pic>
        <p:nvPicPr>
          <p:cNvPr id="211" name="object 211" descr="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3212607" y="8618854"/>
            <a:ext cx="104560" cy="129293"/>
          </a:xfrm>
          <a:prstGeom prst="rect">
            <a:avLst/>
          </a:prstGeom>
        </p:spPr>
      </p:pic>
      <p:pic>
        <p:nvPicPr>
          <p:cNvPr id="212" name="object 212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3374607" y="8624590"/>
            <a:ext cx="160550" cy="135765"/>
          </a:xfrm>
          <a:prstGeom prst="rect">
            <a:avLst/>
          </a:prstGeom>
        </p:spPr>
      </p:pic>
      <p:sp>
        <p:nvSpPr>
          <p:cNvPr id="213" name="object 213" descr=""/>
          <p:cNvSpPr/>
          <p:nvPr/>
        </p:nvSpPr>
        <p:spPr>
          <a:xfrm>
            <a:off x="9547607" y="3308858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4" name="object 214" descr=""/>
          <p:cNvGrpSpPr/>
          <p:nvPr/>
        </p:nvGrpSpPr>
        <p:grpSpPr>
          <a:xfrm>
            <a:off x="9547607" y="3327956"/>
            <a:ext cx="7543165" cy="610235"/>
            <a:chOff x="9547607" y="3327956"/>
            <a:chExt cx="7543165" cy="610235"/>
          </a:xfrm>
        </p:grpSpPr>
        <p:sp>
          <p:nvSpPr>
            <p:cNvPr id="215" name="object 215" descr=""/>
            <p:cNvSpPr/>
            <p:nvPr/>
          </p:nvSpPr>
          <p:spPr>
            <a:xfrm>
              <a:off x="9547607" y="392432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9547607" y="3327956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5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2902141" y="3514780"/>
              <a:ext cx="173656" cy="201440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3100899" y="3514780"/>
              <a:ext cx="167972" cy="199072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3353901" y="3514622"/>
              <a:ext cx="167103" cy="201598"/>
            </a:xfrm>
            <a:prstGeom prst="rect">
              <a:avLst/>
            </a:prstGeom>
          </p:spPr>
        </p:pic>
        <p:pic>
          <p:nvPicPr>
            <p:cNvPr id="220" name="object 220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3550211" y="3518095"/>
              <a:ext cx="184153" cy="197336"/>
            </a:xfrm>
            <a:prstGeom prst="rect">
              <a:avLst/>
            </a:prstGeom>
          </p:spPr>
        </p:pic>
      </p:grpSp>
      <p:grpSp>
        <p:nvGrpSpPr>
          <p:cNvPr id="221" name="object 221" descr=""/>
          <p:cNvGrpSpPr/>
          <p:nvPr/>
        </p:nvGrpSpPr>
        <p:grpSpPr>
          <a:xfrm>
            <a:off x="9559765" y="4140656"/>
            <a:ext cx="591185" cy="164465"/>
            <a:chOff x="9559765" y="4140656"/>
            <a:chExt cx="591185" cy="164465"/>
          </a:xfrm>
        </p:grpSpPr>
        <p:sp>
          <p:nvSpPr>
            <p:cNvPr id="222" name="object 222" descr=""/>
            <p:cNvSpPr/>
            <p:nvPr/>
          </p:nvSpPr>
          <p:spPr>
            <a:xfrm>
              <a:off x="9559760" y="4155439"/>
              <a:ext cx="163830" cy="134620"/>
            </a:xfrm>
            <a:custGeom>
              <a:avLst/>
              <a:gdLst/>
              <a:ahLst/>
              <a:cxnLst/>
              <a:rect l="l" t="t" r="r" b="b"/>
              <a:pathLst>
                <a:path w="163829" h="134620">
                  <a:moveTo>
                    <a:pt x="56629" y="61658"/>
                  </a:moveTo>
                  <a:lnTo>
                    <a:pt x="0" y="61658"/>
                  </a:lnTo>
                  <a:lnTo>
                    <a:pt x="0" y="73367"/>
                  </a:lnTo>
                  <a:lnTo>
                    <a:pt x="56629" y="73367"/>
                  </a:lnTo>
                  <a:lnTo>
                    <a:pt x="56629" y="61658"/>
                  </a:lnTo>
                  <a:close/>
                </a:path>
                <a:path w="163829" h="134620">
                  <a:moveTo>
                    <a:pt x="163398" y="0"/>
                  </a:moveTo>
                  <a:lnTo>
                    <a:pt x="84785" y="0"/>
                  </a:lnTo>
                  <a:lnTo>
                    <a:pt x="84785" y="11430"/>
                  </a:lnTo>
                  <a:lnTo>
                    <a:pt x="84785" y="60960"/>
                  </a:lnTo>
                  <a:lnTo>
                    <a:pt x="84785" y="73660"/>
                  </a:lnTo>
                  <a:lnTo>
                    <a:pt x="84785" y="134620"/>
                  </a:lnTo>
                  <a:lnTo>
                    <a:pt x="98005" y="134620"/>
                  </a:lnTo>
                  <a:lnTo>
                    <a:pt x="98005" y="73660"/>
                  </a:lnTo>
                  <a:lnTo>
                    <a:pt x="157276" y="73660"/>
                  </a:lnTo>
                  <a:lnTo>
                    <a:pt x="157276" y="60960"/>
                  </a:lnTo>
                  <a:lnTo>
                    <a:pt x="98005" y="60960"/>
                  </a:lnTo>
                  <a:lnTo>
                    <a:pt x="98005" y="11430"/>
                  </a:lnTo>
                  <a:lnTo>
                    <a:pt x="163398" y="11430"/>
                  </a:lnTo>
                  <a:lnTo>
                    <a:pt x="1633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3" name="object 223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9744010" y="4153681"/>
              <a:ext cx="93932" cy="138924"/>
            </a:xfrm>
            <a:prstGeom prst="rect">
              <a:avLst/>
            </a:prstGeom>
          </p:spPr>
        </p:pic>
        <p:pic>
          <p:nvPicPr>
            <p:cNvPr id="224" name="object 224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9863858" y="4155588"/>
              <a:ext cx="128465" cy="134714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0018241" y="4140656"/>
              <a:ext cx="132346" cy="164183"/>
            </a:xfrm>
            <a:prstGeom prst="rect">
              <a:avLst/>
            </a:prstGeom>
          </p:spPr>
        </p:pic>
      </p:grpSp>
      <p:sp>
        <p:nvSpPr>
          <p:cNvPr id="226" name="object 226" descr=""/>
          <p:cNvSpPr/>
          <p:nvPr/>
        </p:nvSpPr>
        <p:spPr>
          <a:xfrm>
            <a:off x="10188003" y="4141469"/>
            <a:ext cx="146050" cy="160020"/>
          </a:xfrm>
          <a:custGeom>
            <a:avLst/>
            <a:gdLst/>
            <a:ahLst/>
            <a:cxnLst/>
            <a:rect l="l" t="t" r="r" b="b"/>
            <a:pathLst>
              <a:path w="146050" h="160020">
                <a:moveTo>
                  <a:pt x="75450" y="40652"/>
                </a:moveTo>
                <a:lnTo>
                  <a:pt x="11518" y="40652"/>
                </a:lnTo>
                <a:lnTo>
                  <a:pt x="11518" y="11430"/>
                </a:lnTo>
                <a:lnTo>
                  <a:pt x="0" y="11430"/>
                </a:lnTo>
                <a:lnTo>
                  <a:pt x="0" y="40652"/>
                </a:lnTo>
                <a:lnTo>
                  <a:pt x="0" y="49530"/>
                </a:lnTo>
                <a:lnTo>
                  <a:pt x="0" y="81280"/>
                </a:lnTo>
                <a:lnTo>
                  <a:pt x="0" y="91440"/>
                </a:lnTo>
                <a:lnTo>
                  <a:pt x="75450" y="91440"/>
                </a:lnTo>
                <a:lnTo>
                  <a:pt x="75450" y="81813"/>
                </a:lnTo>
                <a:lnTo>
                  <a:pt x="75450" y="81280"/>
                </a:lnTo>
                <a:lnTo>
                  <a:pt x="75450" y="49580"/>
                </a:lnTo>
                <a:lnTo>
                  <a:pt x="63881" y="49580"/>
                </a:lnTo>
                <a:lnTo>
                  <a:pt x="63881" y="81280"/>
                </a:lnTo>
                <a:lnTo>
                  <a:pt x="11518" y="81280"/>
                </a:lnTo>
                <a:lnTo>
                  <a:pt x="11518" y="49530"/>
                </a:lnTo>
                <a:lnTo>
                  <a:pt x="75450" y="49530"/>
                </a:lnTo>
                <a:lnTo>
                  <a:pt x="75450" y="40652"/>
                </a:lnTo>
                <a:close/>
              </a:path>
              <a:path w="146050" h="160020">
                <a:moveTo>
                  <a:pt x="75450" y="11099"/>
                </a:moveTo>
                <a:lnTo>
                  <a:pt x="63881" y="11099"/>
                </a:lnTo>
                <a:lnTo>
                  <a:pt x="63881" y="40106"/>
                </a:lnTo>
                <a:lnTo>
                  <a:pt x="75450" y="40106"/>
                </a:lnTo>
                <a:lnTo>
                  <a:pt x="75450" y="11099"/>
                </a:lnTo>
                <a:close/>
              </a:path>
              <a:path w="146050" h="160020">
                <a:moveTo>
                  <a:pt x="128143" y="149860"/>
                </a:moveTo>
                <a:lnTo>
                  <a:pt x="30060" y="149860"/>
                </a:lnTo>
                <a:lnTo>
                  <a:pt x="30060" y="107950"/>
                </a:lnTo>
                <a:lnTo>
                  <a:pt x="18491" y="107950"/>
                </a:lnTo>
                <a:lnTo>
                  <a:pt x="18491" y="149860"/>
                </a:lnTo>
                <a:lnTo>
                  <a:pt x="18491" y="160020"/>
                </a:lnTo>
                <a:lnTo>
                  <a:pt x="128143" y="160020"/>
                </a:lnTo>
                <a:lnTo>
                  <a:pt x="128143" y="149860"/>
                </a:lnTo>
                <a:close/>
              </a:path>
              <a:path w="146050" h="160020">
                <a:moveTo>
                  <a:pt x="145503" y="49530"/>
                </a:moveTo>
                <a:lnTo>
                  <a:pt x="120116" y="49530"/>
                </a:lnTo>
                <a:lnTo>
                  <a:pt x="120116" y="0"/>
                </a:lnTo>
                <a:lnTo>
                  <a:pt x="108343" y="0"/>
                </a:lnTo>
                <a:lnTo>
                  <a:pt x="108343" y="49530"/>
                </a:lnTo>
                <a:lnTo>
                  <a:pt x="108343" y="59702"/>
                </a:lnTo>
                <a:lnTo>
                  <a:pt x="108343" y="119380"/>
                </a:lnTo>
                <a:lnTo>
                  <a:pt x="120116" y="119380"/>
                </a:lnTo>
                <a:lnTo>
                  <a:pt x="120116" y="59702"/>
                </a:lnTo>
                <a:lnTo>
                  <a:pt x="145503" y="59702"/>
                </a:lnTo>
                <a:lnTo>
                  <a:pt x="145503" y="49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7" name="object 227" descr="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10391471" y="4140656"/>
            <a:ext cx="134187" cy="164183"/>
          </a:xfrm>
          <a:prstGeom prst="rect">
            <a:avLst/>
          </a:prstGeom>
        </p:spPr>
      </p:pic>
      <p:grpSp>
        <p:nvGrpSpPr>
          <p:cNvPr id="228" name="object 228" descr=""/>
          <p:cNvGrpSpPr/>
          <p:nvPr/>
        </p:nvGrpSpPr>
        <p:grpSpPr>
          <a:xfrm>
            <a:off x="10597195" y="4149339"/>
            <a:ext cx="371475" cy="168910"/>
            <a:chOff x="10597195" y="4149339"/>
            <a:chExt cx="371475" cy="168910"/>
          </a:xfrm>
        </p:grpSpPr>
        <p:pic>
          <p:nvPicPr>
            <p:cNvPr id="229" name="object 229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0597195" y="4155588"/>
              <a:ext cx="112283" cy="134714"/>
            </a:xfrm>
            <a:prstGeom prst="rect">
              <a:avLst/>
            </a:prstGeom>
          </p:spPr>
        </p:pic>
        <p:sp>
          <p:nvSpPr>
            <p:cNvPr id="230" name="object 230" descr=""/>
            <p:cNvSpPr/>
            <p:nvPr/>
          </p:nvSpPr>
          <p:spPr>
            <a:xfrm>
              <a:off x="10728949" y="4155588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1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1" y="134714"/>
                  </a:lnTo>
                  <a:lnTo>
                    <a:pt x="13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0776769" y="4149339"/>
              <a:ext cx="158987" cy="168393"/>
            </a:xfrm>
            <a:prstGeom prst="rect">
              <a:avLst/>
            </a:prstGeom>
          </p:spPr>
        </p:pic>
        <p:sp>
          <p:nvSpPr>
            <p:cNvPr id="232" name="object 232" descr=""/>
            <p:cNvSpPr/>
            <p:nvPr/>
          </p:nvSpPr>
          <p:spPr>
            <a:xfrm>
              <a:off x="10955227" y="4155588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1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1" y="134714"/>
                  </a:lnTo>
                  <a:lnTo>
                    <a:pt x="13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3" name="object 233" descr=""/>
          <p:cNvSpPr/>
          <p:nvPr/>
        </p:nvSpPr>
        <p:spPr>
          <a:xfrm>
            <a:off x="11042391" y="4226761"/>
            <a:ext cx="57150" cy="12065"/>
          </a:xfrm>
          <a:custGeom>
            <a:avLst/>
            <a:gdLst/>
            <a:ahLst/>
            <a:cxnLst/>
            <a:rect l="l" t="t" r="r" b="b"/>
            <a:pathLst>
              <a:path w="57150" h="12064">
                <a:moveTo>
                  <a:pt x="56634" y="0"/>
                </a:moveTo>
                <a:lnTo>
                  <a:pt x="0" y="0"/>
                </a:lnTo>
                <a:lnTo>
                  <a:pt x="0" y="11774"/>
                </a:lnTo>
                <a:lnTo>
                  <a:pt x="56634" y="11774"/>
                </a:lnTo>
                <a:lnTo>
                  <a:pt x="56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4" name="object 234" descr=""/>
          <p:cNvGrpSpPr/>
          <p:nvPr/>
        </p:nvGrpSpPr>
        <p:grpSpPr>
          <a:xfrm>
            <a:off x="11173155" y="4149273"/>
            <a:ext cx="589280" cy="161290"/>
            <a:chOff x="11173155" y="4149273"/>
            <a:chExt cx="589280" cy="161290"/>
          </a:xfrm>
        </p:grpSpPr>
        <p:sp>
          <p:nvSpPr>
            <p:cNvPr id="235" name="object 235" descr=""/>
            <p:cNvSpPr/>
            <p:nvPr/>
          </p:nvSpPr>
          <p:spPr>
            <a:xfrm>
              <a:off x="11173155" y="4155588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1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1" y="134714"/>
                  </a:lnTo>
                  <a:lnTo>
                    <a:pt x="13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1218346" y="4155588"/>
              <a:ext cx="103798" cy="134714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11348186" y="4155439"/>
              <a:ext cx="77470" cy="134620"/>
            </a:xfrm>
            <a:custGeom>
              <a:avLst/>
              <a:gdLst/>
              <a:ahLst/>
              <a:cxnLst/>
              <a:rect l="l" t="t" r="r" b="b"/>
              <a:pathLst>
                <a:path w="77470" h="134620">
                  <a:moveTo>
                    <a:pt x="77089" y="123202"/>
                  </a:moveTo>
                  <a:lnTo>
                    <a:pt x="13220" y="123202"/>
                  </a:lnTo>
                  <a:lnTo>
                    <a:pt x="13220" y="0"/>
                  </a:lnTo>
                  <a:lnTo>
                    <a:pt x="0" y="0"/>
                  </a:lnTo>
                  <a:lnTo>
                    <a:pt x="0" y="123202"/>
                  </a:lnTo>
                  <a:lnTo>
                    <a:pt x="0" y="134620"/>
                  </a:lnTo>
                  <a:lnTo>
                    <a:pt x="77089" y="134620"/>
                  </a:lnTo>
                  <a:lnTo>
                    <a:pt x="77089" y="1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1449293" y="4149273"/>
              <a:ext cx="274427" cy="161289"/>
            </a:xfrm>
            <a:prstGeom prst="rect">
              <a:avLst/>
            </a:prstGeom>
          </p:spPr>
        </p:pic>
        <p:sp>
          <p:nvSpPr>
            <p:cNvPr id="239" name="object 239" descr=""/>
            <p:cNvSpPr/>
            <p:nvPr/>
          </p:nvSpPr>
          <p:spPr>
            <a:xfrm>
              <a:off x="11748980" y="4229099"/>
              <a:ext cx="13335" cy="60960"/>
            </a:xfrm>
            <a:custGeom>
              <a:avLst/>
              <a:gdLst/>
              <a:ahLst/>
              <a:cxnLst/>
              <a:rect l="l" t="t" r="r" b="b"/>
              <a:pathLst>
                <a:path w="13334" h="60960">
                  <a:moveTo>
                    <a:pt x="0" y="60959"/>
                  </a:moveTo>
                  <a:lnTo>
                    <a:pt x="13221" y="60959"/>
                  </a:lnTo>
                  <a:lnTo>
                    <a:pt x="13221" y="0"/>
                  </a:lnTo>
                  <a:lnTo>
                    <a:pt x="0" y="0"/>
                  </a:lnTo>
                  <a:lnTo>
                    <a:pt x="0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0" name="object 240" descr=""/>
          <p:cNvGrpSpPr/>
          <p:nvPr/>
        </p:nvGrpSpPr>
        <p:grpSpPr>
          <a:xfrm>
            <a:off x="11748980" y="4149273"/>
            <a:ext cx="635000" cy="161290"/>
            <a:chOff x="11748980" y="4149273"/>
            <a:chExt cx="635000" cy="161290"/>
          </a:xfrm>
        </p:grpSpPr>
        <p:sp>
          <p:nvSpPr>
            <p:cNvPr id="241" name="object 241" descr=""/>
            <p:cNvSpPr/>
            <p:nvPr/>
          </p:nvSpPr>
          <p:spPr>
            <a:xfrm>
              <a:off x="11748973" y="4155439"/>
              <a:ext cx="102235" cy="134620"/>
            </a:xfrm>
            <a:custGeom>
              <a:avLst/>
              <a:gdLst/>
              <a:ahLst/>
              <a:cxnLst/>
              <a:rect l="l" t="t" r="r" b="b"/>
              <a:pathLst>
                <a:path w="102234" h="134620">
                  <a:moveTo>
                    <a:pt x="101892" y="0"/>
                  </a:moveTo>
                  <a:lnTo>
                    <a:pt x="88607" y="0"/>
                  </a:lnTo>
                  <a:lnTo>
                    <a:pt x="88607" y="60960"/>
                  </a:lnTo>
                  <a:lnTo>
                    <a:pt x="13220" y="60960"/>
                  </a:lnTo>
                  <a:lnTo>
                    <a:pt x="13220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88607" y="73660"/>
                  </a:lnTo>
                  <a:lnTo>
                    <a:pt x="88607" y="134620"/>
                  </a:lnTo>
                  <a:lnTo>
                    <a:pt x="101892" y="134620"/>
                  </a:lnTo>
                  <a:lnTo>
                    <a:pt x="101892" y="73660"/>
                  </a:lnTo>
                  <a:lnTo>
                    <a:pt x="101892" y="60960"/>
                  </a:lnTo>
                  <a:lnTo>
                    <a:pt x="101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1870342" y="4153681"/>
              <a:ext cx="219633" cy="138924"/>
            </a:xfrm>
            <a:prstGeom prst="rect">
              <a:avLst/>
            </a:prstGeom>
          </p:spPr>
        </p:pic>
        <p:sp>
          <p:nvSpPr>
            <p:cNvPr id="243" name="object 243" descr=""/>
            <p:cNvSpPr/>
            <p:nvPr/>
          </p:nvSpPr>
          <p:spPr>
            <a:xfrm>
              <a:off x="12115889" y="4149280"/>
              <a:ext cx="268605" cy="161290"/>
            </a:xfrm>
            <a:custGeom>
              <a:avLst/>
              <a:gdLst/>
              <a:ahLst/>
              <a:cxnLst/>
              <a:rect l="l" t="t" r="r" b="b"/>
              <a:pathLst>
                <a:path w="268604" h="161289">
                  <a:moveTo>
                    <a:pt x="80111" y="129362"/>
                  </a:moveTo>
                  <a:lnTo>
                    <a:pt x="13220" y="129362"/>
                  </a:lnTo>
                  <a:lnTo>
                    <a:pt x="13220" y="79819"/>
                  </a:lnTo>
                  <a:lnTo>
                    <a:pt x="74726" y="79819"/>
                  </a:lnTo>
                  <a:lnTo>
                    <a:pt x="74726" y="67119"/>
                  </a:lnTo>
                  <a:lnTo>
                    <a:pt x="13220" y="67119"/>
                  </a:lnTo>
                  <a:lnTo>
                    <a:pt x="13220" y="17589"/>
                  </a:lnTo>
                  <a:lnTo>
                    <a:pt x="78930" y="17589"/>
                  </a:lnTo>
                  <a:lnTo>
                    <a:pt x="78930" y="6159"/>
                  </a:lnTo>
                  <a:lnTo>
                    <a:pt x="0" y="6159"/>
                  </a:lnTo>
                  <a:lnTo>
                    <a:pt x="0" y="17589"/>
                  </a:lnTo>
                  <a:lnTo>
                    <a:pt x="0" y="67119"/>
                  </a:lnTo>
                  <a:lnTo>
                    <a:pt x="0" y="79819"/>
                  </a:lnTo>
                  <a:lnTo>
                    <a:pt x="0" y="129362"/>
                  </a:lnTo>
                  <a:lnTo>
                    <a:pt x="0" y="140779"/>
                  </a:lnTo>
                  <a:lnTo>
                    <a:pt x="80111" y="140779"/>
                  </a:lnTo>
                  <a:lnTo>
                    <a:pt x="80111" y="129362"/>
                  </a:lnTo>
                  <a:close/>
                </a:path>
                <a:path w="268604" h="161289">
                  <a:moveTo>
                    <a:pt x="149250" y="0"/>
                  </a:moveTo>
                  <a:lnTo>
                    <a:pt x="137477" y="0"/>
                  </a:lnTo>
                  <a:lnTo>
                    <a:pt x="94056" y="161290"/>
                  </a:lnTo>
                  <a:lnTo>
                    <a:pt x="105841" y="161290"/>
                  </a:lnTo>
                  <a:lnTo>
                    <a:pt x="149250" y="0"/>
                  </a:lnTo>
                  <a:close/>
                </a:path>
                <a:path w="268604" h="161289">
                  <a:moveTo>
                    <a:pt x="268046" y="141033"/>
                  </a:moveTo>
                  <a:lnTo>
                    <a:pt x="253466" y="100965"/>
                  </a:lnTo>
                  <a:lnTo>
                    <a:pt x="249186" y="89192"/>
                  </a:lnTo>
                  <a:lnTo>
                    <a:pt x="235686" y="52082"/>
                  </a:lnTo>
                  <a:lnTo>
                    <a:pt x="235686" y="89192"/>
                  </a:lnTo>
                  <a:lnTo>
                    <a:pt x="188061" y="89192"/>
                  </a:lnTo>
                  <a:lnTo>
                    <a:pt x="211480" y="23418"/>
                  </a:lnTo>
                  <a:lnTo>
                    <a:pt x="212331" y="23418"/>
                  </a:lnTo>
                  <a:lnTo>
                    <a:pt x="235686" y="89192"/>
                  </a:lnTo>
                  <a:lnTo>
                    <a:pt x="235686" y="52082"/>
                  </a:lnTo>
                  <a:lnTo>
                    <a:pt x="225259" y="23418"/>
                  </a:lnTo>
                  <a:lnTo>
                    <a:pt x="219036" y="6311"/>
                  </a:lnTo>
                  <a:lnTo>
                    <a:pt x="204762" y="6311"/>
                  </a:lnTo>
                  <a:lnTo>
                    <a:pt x="155765" y="141033"/>
                  </a:lnTo>
                  <a:lnTo>
                    <a:pt x="169633" y="141033"/>
                  </a:lnTo>
                  <a:lnTo>
                    <a:pt x="183908" y="100965"/>
                  </a:lnTo>
                  <a:lnTo>
                    <a:pt x="239890" y="100965"/>
                  </a:lnTo>
                  <a:lnTo>
                    <a:pt x="254101" y="141033"/>
                  </a:lnTo>
                  <a:lnTo>
                    <a:pt x="268046" y="1410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 descr=""/>
          <p:cNvSpPr/>
          <p:nvPr/>
        </p:nvSpPr>
        <p:spPr>
          <a:xfrm>
            <a:off x="12395378" y="4155439"/>
            <a:ext cx="99060" cy="134620"/>
          </a:xfrm>
          <a:custGeom>
            <a:avLst/>
            <a:gdLst/>
            <a:ahLst/>
            <a:cxnLst/>
            <a:rect l="l" t="t" r="r" b="b"/>
            <a:pathLst>
              <a:path w="99059" h="134620">
                <a:moveTo>
                  <a:pt x="98539" y="0"/>
                </a:moveTo>
                <a:lnTo>
                  <a:pt x="0" y="0"/>
                </a:lnTo>
                <a:lnTo>
                  <a:pt x="0" y="11430"/>
                </a:lnTo>
                <a:lnTo>
                  <a:pt x="42697" y="11430"/>
                </a:lnTo>
                <a:lnTo>
                  <a:pt x="42697" y="134620"/>
                </a:lnTo>
                <a:lnTo>
                  <a:pt x="55981" y="134620"/>
                </a:lnTo>
                <a:lnTo>
                  <a:pt x="55981" y="11430"/>
                </a:lnTo>
                <a:lnTo>
                  <a:pt x="98539" y="11430"/>
                </a:lnTo>
                <a:lnTo>
                  <a:pt x="98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5" name="object 245" descr=""/>
          <p:cNvGrpSpPr/>
          <p:nvPr/>
        </p:nvGrpSpPr>
        <p:grpSpPr>
          <a:xfrm>
            <a:off x="12509840" y="4149273"/>
            <a:ext cx="805815" cy="161290"/>
            <a:chOff x="12509840" y="4149273"/>
            <a:chExt cx="805815" cy="161290"/>
          </a:xfrm>
        </p:grpSpPr>
        <p:sp>
          <p:nvSpPr>
            <p:cNvPr id="246" name="object 246" descr=""/>
            <p:cNvSpPr/>
            <p:nvPr/>
          </p:nvSpPr>
          <p:spPr>
            <a:xfrm>
              <a:off x="12509831" y="4153750"/>
              <a:ext cx="347980" cy="138430"/>
            </a:xfrm>
            <a:custGeom>
              <a:avLst/>
              <a:gdLst/>
              <a:ahLst/>
              <a:cxnLst/>
              <a:rect l="l" t="t" r="r" b="b"/>
              <a:pathLst>
                <a:path w="347979" h="138429">
                  <a:moveTo>
                    <a:pt x="98539" y="1689"/>
                  </a:moveTo>
                  <a:lnTo>
                    <a:pt x="0" y="1689"/>
                  </a:lnTo>
                  <a:lnTo>
                    <a:pt x="0" y="13119"/>
                  </a:lnTo>
                  <a:lnTo>
                    <a:pt x="42697" y="13119"/>
                  </a:lnTo>
                  <a:lnTo>
                    <a:pt x="42697" y="136309"/>
                  </a:lnTo>
                  <a:lnTo>
                    <a:pt x="55981" y="136309"/>
                  </a:lnTo>
                  <a:lnTo>
                    <a:pt x="55981" y="13119"/>
                  </a:lnTo>
                  <a:lnTo>
                    <a:pt x="98539" y="13119"/>
                  </a:lnTo>
                  <a:lnTo>
                    <a:pt x="98539" y="1689"/>
                  </a:lnTo>
                  <a:close/>
                </a:path>
                <a:path w="347979" h="138429">
                  <a:moveTo>
                    <a:pt x="222275" y="136563"/>
                  </a:moveTo>
                  <a:lnTo>
                    <a:pt x="207695" y="96494"/>
                  </a:lnTo>
                  <a:lnTo>
                    <a:pt x="203415" y="84721"/>
                  </a:lnTo>
                  <a:lnTo>
                    <a:pt x="189903" y="47586"/>
                  </a:lnTo>
                  <a:lnTo>
                    <a:pt x="189903" y="84721"/>
                  </a:lnTo>
                  <a:lnTo>
                    <a:pt x="142278" y="84721"/>
                  </a:lnTo>
                  <a:lnTo>
                    <a:pt x="165696" y="18948"/>
                  </a:lnTo>
                  <a:lnTo>
                    <a:pt x="166547" y="18948"/>
                  </a:lnTo>
                  <a:lnTo>
                    <a:pt x="189903" y="84721"/>
                  </a:lnTo>
                  <a:lnTo>
                    <a:pt x="189903" y="47586"/>
                  </a:lnTo>
                  <a:lnTo>
                    <a:pt x="179489" y="18948"/>
                  </a:lnTo>
                  <a:lnTo>
                    <a:pt x="173266" y="1841"/>
                  </a:lnTo>
                  <a:lnTo>
                    <a:pt x="158991" y="1841"/>
                  </a:lnTo>
                  <a:lnTo>
                    <a:pt x="109982" y="136563"/>
                  </a:lnTo>
                  <a:lnTo>
                    <a:pt x="123863" y="136563"/>
                  </a:lnTo>
                  <a:lnTo>
                    <a:pt x="138137" y="96494"/>
                  </a:lnTo>
                  <a:lnTo>
                    <a:pt x="194119" y="96494"/>
                  </a:lnTo>
                  <a:lnTo>
                    <a:pt x="208318" y="136563"/>
                  </a:lnTo>
                  <a:lnTo>
                    <a:pt x="222275" y="136563"/>
                  </a:lnTo>
                  <a:close/>
                </a:path>
                <a:path w="347979" h="138429">
                  <a:moveTo>
                    <a:pt x="347903" y="44145"/>
                  </a:moveTo>
                  <a:lnTo>
                    <a:pt x="341630" y="26504"/>
                  </a:lnTo>
                  <a:lnTo>
                    <a:pt x="330111" y="12522"/>
                  </a:lnTo>
                  <a:lnTo>
                    <a:pt x="314109" y="3314"/>
                  </a:lnTo>
                  <a:lnTo>
                    <a:pt x="294360" y="0"/>
                  </a:lnTo>
                  <a:lnTo>
                    <a:pt x="270789" y="4876"/>
                  </a:lnTo>
                  <a:lnTo>
                    <a:pt x="252260" y="18770"/>
                  </a:lnTo>
                  <a:lnTo>
                    <a:pt x="240157" y="40576"/>
                  </a:lnTo>
                  <a:lnTo>
                    <a:pt x="235813" y="69202"/>
                  </a:lnTo>
                  <a:lnTo>
                    <a:pt x="240157" y="97828"/>
                  </a:lnTo>
                  <a:lnTo>
                    <a:pt x="252260" y="119634"/>
                  </a:lnTo>
                  <a:lnTo>
                    <a:pt x="270789" y="133527"/>
                  </a:lnTo>
                  <a:lnTo>
                    <a:pt x="294360" y="138404"/>
                  </a:lnTo>
                  <a:lnTo>
                    <a:pt x="314185" y="135051"/>
                  </a:lnTo>
                  <a:lnTo>
                    <a:pt x="330212" y="125793"/>
                  </a:lnTo>
                  <a:lnTo>
                    <a:pt x="341706" y="111848"/>
                  </a:lnTo>
                  <a:lnTo>
                    <a:pt x="347903" y="94399"/>
                  </a:lnTo>
                  <a:lnTo>
                    <a:pt x="334556" y="94399"/>
                  </a:lnTo>
                  <a:lnTo>
                    <a:pt x="329577" y="107048"/>
                  </a:lnTo>
                  <a:lnTo>
                    <a:pt x="320751" y="117043"/>
                  </a:lnTo>
                  <a:lnTo>
                    <a:pt x="308775" y="123609"/>
                  </a:lnTo>
                  <a:lnTo>
                    <a:pt x="294360" y="125971"/>
                  </a:lnTo>
                  <a:lnTo>
                    <a:pt x="276567" y="122288"/>
                  </a:lnTo>
                  <a:lnTo>
                    <a:pt x="262064" y="111417"/>
                  </a:lnTo>
                  <a:lnTo>
                    <a:pt x="252298" y="93637"/>
                  </a:lnTo>
                  <a:lnTo>
                    <a:pt x="248716" y="69202"/>
                  </a:lnTo>
                  <a:lnTo>
                    <a:pt x="252298" y="44843"/>
                  </a:lnTo>
                  <a:lnTo>
                    <a:pt x="262064" y="27051"/>
                  </a:lnTo>
                  <a:lnTo>
                    <a:pt x="276567" y="16141"/>
                  </a:lnTo>
                  <a:lnTo>
                    <a:pt x="294360" y="12433"/>
                  </a:lnTo>
                  <a:lnTo>
                    <a:pt x="308775" y="14808"/>
                  </a:lnTo>
                  <a:lnTo>
                    <a:pt x="320776" y="21399"/>
                  </a:lnTo>
                  <a:lnTo>
                    <a:pt x="329603" y="31445"/>
                  </a:lnTo>
                  <a:lnTo>
                    <a:pt x="334556" y="44145"/>
                  </a:lnTo>
                  <a:lnTo>
                    <a:pt x="347903" y="44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2883001" y="4149273"/>
              <a:ext cx="281136" cy="161289"/>
            </a:xfrm>
            <a:prstGeom prst="rect">
              <a:avLst/>
            </a:prstGeom>
          </p:spPr>
        </p:pic>
        <p:sp>
          <p:nvSpPr>
            <p:cNvPr id="248" name="object 248" descr=""/>
            <p:cNvSpPr/>
            <p:nvPr/>
          </p:nvSpPr>
          <p:spPr>
            <a:xfrm>
              <a:off x="13190182" y="4155439"/>
              <a:ext cx="125730" cy="135255"/>
            </a:xfrm>
            <a:custGeom>
              <a:avLst/>
              <a:gdLst/>
              <a:ahLst/>
              <a:cxnLst/>
              <a:rect l="l" t="t" r="r" b="b"/>
              <a:pathLst>
                <a:path w="125730" h="135254">
                  <a:moveTo>
                    <a:pt x="13220" y="152"/>
                  </a:moveTo>
                  <a:lnTo>
                    <a:pt x="0" y="152"/>
                  </a:lnTo>
                  <a:lnTo>
                    <a:pt x="0" y="134874"/>
                  </a:lnTo>
                  <a:lnTo>
                    <a:pt x="13220" y="134874"/>
                  </a:lnTo>
                  <a:lnTo>
                    <a:pt x="13220" y="152"/>
                  </a:lnTo>
                  <a:close/>
                </a:path>
                <a:path w="125730" h="135254">
                  <a:moveTo>
                    <a:pt x="125310" y="123202"/>
                  </a:moveTo>
                  <a:lnTo>
                    <a:pt x="58407" y="123202"/>
                  </a:lnTo>
                  <a:lnTo>
                    <a:pt x="58407" y="73660"/>
                  </a:lnTo>
                  <a:lnTo>
                    <a:pt x="119913" y="73660"/>
                  </a:lnTo>
                  <a:lnTo>
                    <a:pt x="119913" y="60960"/>
                  </a:lnTo>
                  <a:lnTo>
                    <a:pt x="58407" y="60960"/>
                  </a:lnTo>
                  <a:lnTo>
                    <a:pt x="58407" y="11430"/>
                  </a:lnTo>
                  <a:lnTo>
                    <a:pt x="124117" y="11430"/>
                  </a:lnTo>
                  <a:lnTo>
                    <a:pt x="124117" y="0"/>
                  </a:lnTo>
                  <a:lnTo>
                    <a:pt x="45186" y="0"/>
                  </a:lnTo>
                  <a:lnTo>
                    <a:pt x="45186" y="11430"/>
                  </a:lnTo>
                  <a:lnTo>
                    <a:pt x="45186" y="60960"/>
                  </a:lnTo>
                  <a:lnTo>
                    <a:pt x="45186" y="73660"/>
                  </a:lnTo>
                  <a:lnTo>
                    <a:pt x="45186" y="123202"/>
                  </a:lnTo>
                  <a:lnTo>
                    <a:pt x="45186" y="134620"/>
                  </a:lnTo>
                  <a:lnTo>
                    <a:pt x="125310" y="134620"/>
                  </a:lnTo>
                  <a:lnTo>
                    <a:pt x="125310" y="1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9" name="object 249" descr="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3377862" y="4140656"/>
            <a:ext cx="304948" cy="164183"/>
          </a:xfrm>
          <a:prstGeom prst="rect">
            <a:avLst/>
          </a:prstGeom>
        </p:spPr>
      </p:pic>
      <p:grpSp>
        <p:nvGrpSpPr>
          <p:cNvPr id="250" name="object 250" descr=""/>
          <p:cNvGrpSpPr/>
          <p:nvPr/>
        </p:nvGrpSpPr>
        <p:grpSpPr>
          <a:xfrm>
            <a:off x="13754242" y="4140130"/>
            <a:ext cx="316865" cy="161290"/>
            <a:chOff x="13754242" y="4140130"/>
            <a:chExt cx="316865" cy="161290"/>
          </a:xfrm>
        </p:grpSpPr>
        <p:pic>
          <p:nvPicPr>
            <p:cNvPr id="251" name="object 251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3754242" y="4140854"/>
              <a:ext cx="139055" cy="160038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3917372" y="4140130"/>
              <a:ext cx="153198" cy="160762"/>
            </a:xfrm>
            <a:prstGeom prst="rect">
              <a:avLst/>
            </a:prstGeom>
          </p:spPr>
        </p:pic>
      </p:grpSp>
      <p:pic>
        <p:nvPicPr>
          <p:cNvPr id="253" name="object 253" descr="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14137989" y="4195648"/>
            <a:ext cx="84064" cy="84064"/>
          </a:xfrm>
          <a:prstGeom prst="rect">
            <a:avLst/>
          </a:prstGeom>
        </p:spPr>
      </p:pic>
      <p:sp>
        <p:nvSpPr>
          <p:cNvPr id="254" name="object 254" descr=""/>
          <p:cNvSpPr/>
          <p:nvPr/>
        </p:nvSpPr>
        <p:spPr>
          <a:xfrm>
            <a:off x="14292022" y="4145927"/>
            <a:ext cx="149860" cy="79375"/>
          </a:xfrm>
          <a:custGeom>
            <a:avLst/>
            <a:gdLst/>
            <a:ahLst/>
            <a:cxnLst/>
            <a:rect l="l" t="t" r="r" b="b"/>
            <a:pathLst>
              <a:path w="149859" h="79375">
                <a:moveTo>
                  <a:pt x="134975" y="0"/>
                </a:moveTo>
                <a:lnTo>
                  <a:pt x="96761" y="0"/>
                </a:lnTo>
                <a:lnTo>
                  <a:pt x="96761" y="9474"/>
                </a:lnTo>
                <a:lnTo>
                  <a:pt x="96761" y="44665"/>
                </a:lnTo>
                <a:lnTo>
                  <a:pt x="52489" y="44665"/>
                </a:lnTo>
                <a:lnTo>
                  <a:pt x="52489" y="9474"/>
                </a:lnTo>
                <a:lnTo>
                  <a:pt x="96761" y="9474"/>
                </a:lnTo>
                <a:lnTo>
                  <a:pt x="96761" y="0"/>
                </a:lnTo>
                <a:lnTo>
                  <a:pt x="14274" y="0"/>
                </a:lnTo>
                <a:lnTo>
                  <a:pt x="14274" y="9474"/>
                </a:lnTo>
                <a:lnTo>
                  <a:pt x="40855" y="9474"/>
                </a:lnTo>
                <a:lnTo>
                  <a:pt x="40855" y="44665"/>
                </a:lnTo>
                <a:lnTo>
                  <a:pt x="14605" y="44665"/>
                </a:lnTo>
                <a:lnTo>
                  <a:pt x="14605" y="54000"/>
                </a:lnTo>
                <a:lnTo>
                  <a:pt x="134581" y="54000"/>
                </a:lnTo>
                <a:lnTo>
                  <a:pt x="134581" y="44665"/>
                </a:lnTo>
                <a:lnTo>
                  <a:pt x="108470" y="44665"/>
                </a:lnTo>
                <a:lnTo>
                  <a:pt x="108470" y="9474"/>
                </a:lnTo>
                <a:lnTo>
                  <a:pt x="134975" y="9474"/>
                </a:lnTo>
                <a:lnTo>
                  <a:pt x="134975" y="0"/>
                </a:lnTo>
                <a:close/>
              </a:path>
              <a:path w="149859" h="79375">
                <a:moveTo>
                  <a:pt x="149580" y="69456"/>
                </a:moveTo>
                <a:lnTo>
                  <a:pt x="0" y="69456"/>
                </a:lnTo>
                <a:lnTo>
                  <a:pt x="0" y="79197"/>
                </a:lnTo>
                <a:lnTo>
                  <a:pt x="149580" y="79197"/>
                </a:lnTo>
                <a:lnTo>
                  <a:pt x="149580" y="69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5" name="object 255" descr=""/>
          <p:cNvGrpSpPr/>
          <p:nvPr/>
        </p:nvGrpSpPr>
        <p:grpSpPr>
          <a:xfrm>
            <a:off x="14310515" y="4140656"/>
            <a:ext cx="611505" cy="164465"/>
            <a:chOff x="14310515" y="4140656"/>
            <a:chExt cx="611505" cy="164465"/>
          </a:xfrm>
        </p:grpSpPr>
        <p:sp>
          <p:nvSpPr>
            <p:cNvPr id="256" name="object 256" descr=""/>
            <p:cNvSpPr/>
            <p:nvPr/>
          </p:nvSpPr>
          <p:spPr>
            <a:xfrm>
              <a:off x="14310513" y="4241799"/>
              <a:ext cx="116839" cy="60960"/>
            </a:xfrm>
            <a:custGeom>
              <a:avLst/>
              <a:gdLst/>
              <a:ahLst/>
              <a:cxnLst/>
              <a:rect l="l" t="t" r="r" b="b"/>
              <a:pathLst>
                <a:path w="116840" h="60960">
                  <a:moveTo>
                    <a:pt x="116624" y="52070"/>
                  </a:moveTo>
                  <a:lnTo>
                    <a:pt x="11899" y="52070"/>
                  </a:lnTo>
                  <a:lnTo>
                    <a:pt x="11899" y="34302"/>
                  </a:lnTo>
                  <a:lnTo>
                    <a:pt x="111493" y="34302"/>
                  </a:lnTo>
                  <a:lnTo>
                    <a:pt x="111493" y="25400"/>
                  </a:lnTo>
                  <a:lnTo>
                    <a:pt x="111493" y="8890"/>
                  </a:lnTo>
                  <a:lnTo>
                    <a:pt x="111493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99974" y="8890"/>
                  </a:lnTo>
                  <a:lnTo>
                    <a:pt x="99974" y="25400"/>
                  </a:lnTo>
                  <a:lnTo>
                    <a:pt x="457" y="25400"/>
                  </a:lnTo>
                  <a:lnTo>
                    <a:pt x="457" y="34302"/>
                  </a:lnTo>
                  <a:lnTo>
                    <a:pt x="457" y="52070"/>
                  </a:lnTo>
                  <a:lnTo>
                    <a:pt x="457" y="60960"/>
                  </a:lnTo>
                  <a:lnTo>
                    <a:pt x="116624" y="60960"/>
                  </a:lnTo>
                  <a:lnTo>
                    <a:pt x="116624" y="52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4462200" y="4140656"/>
              <a:ext cx="134319" cy="164183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4628027" y="4140656"/>
              <a:ext cx="128071" cy="164380"/>
            </a:xfrm>
            <a:prstGeom prst="rect">
              <a:avLst/>
            </a:prstGeom>
          </p:spPr>
        </p:pic>
        <p:pic>
          <p:nvPicPr>
            <p:cNvPr id="259" name="object 259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4789316" y="4140656"/>
              <a:ext cx="132082" cy="164380"/>
            </a:xfrm>
            <a:prstGeom prst="rect">
              <a:avLst/>
            </a:prstGeom>
          </p:spPr>
        </p:pic>
      </p:grpSp>
      <p:grpSp>
        <p:nvGrpSpPr>
          <p:cNvPr id="260" name="object 260" descr=""/>
          <p:cNvGrpSpPr/>
          <p:nvPr/>
        </p:nvGrpSpPr>
        <p:grpSpPr>
          <a:xfrm>
            <a:off x="14996895" y="4140460"/>
            <a:ext cx="1081405" cy="170180"/>
            <a:chOff x="14996895" y="4140460"/>
            <a:chExt cx="1081405" cy="170180"/>
          </a:xfrm>
        </p:grpSpPr>
        <p:pic>
          <p:nvPicPr>
            <p:cNvPr id="261" name="object 261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4996895" y="4140657"/>
              <a:ext cx="298896" cy="164183"/>
            </a:xfrm>
            <a:prstGeom prst="rect">
              <a:avLst/>
            </a:prstGeom>
          </p:spPr>
        </p:pic>
        <p:pic>
          <p:nvPicPr>
            <p:cNvPr id="262" name="object 262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5321708" y="4140460"/>
              <a:ext cx="365465" cy="170103"/>
            </a:xfrm>
            <a:prstGeom prst="rect">
              <a:avLst/>
            </a:prstGeom>
          </p:spPr>
        </p:pic>
        <p:pic>
          <p:nvPicPr>
            <p:cNvPr id="263" name="object 263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5712432" y="4140854"/>
              <a:ext cx="365465" cy="169708"/>
            </a:xfrm>
            <a:prstGeom prst="rect">
              <a:avLst/>
            </a:prstGeom>
          </p:spPr>
        </p:pic>
      </p:grpSp>
      <p:grpSp>
        <p:nvGrpSpPr>
          <p:cNvPr id="264" name="object 264" descr=""/>
          <p:cNvGrpSpPr/>
          <p:nvPr/>
        </p:nvGrpSpPr>
        <p:grpSpPr>
          <a:xfrm>
            <a:off x="9559765" y="4464507"/>
            <a:ext cx="541020" cy="164465"/>
            <a:chOff x="9559765" y="4464507"/>
            <a:chExt cx="541020" cy="164465"/>
          </a:xfrm>
        </p:grpSpPr>
        <p:sp>
          <p:nvSpPr>
            <p:cNvPr id="265" name="object 265" descr=""/>
            <p:cNvSpPr/>
            <p:nvPr/>
          </p:nvSpPr>
          <p:spPr>
            <a:xfrm>
              <a:off x="9559765" y="4540942"/>
              <a:ext cx="57150" cy="12065"/>
            </a:xfrm>
            <a:custGeom>
              <a:avLst/>
              <a:gdLst/>
              <a:ahLst/>
              <a:cxnLst/>
              <a:rect l="l" t="t" r="r" b="b"/>
              <a:pathLst>
                <a:path w="57150" h="12064">
                  <a:moveTo>
                    <a:pt x="56634" y="0"/>
                  </a:moveTo>
                  <a:lnTo>
                    <a:pt x="0" y="0"/>
                  </a:lnTo>
                  <a:lnTo>
                    <a:pt x="0" y="11708"/>
                  </a:lnTo>
                  <a:lnTo>
                    <a:pt x="56634" y="11708"/>
                  </a:lnTo>
                  <a:lnTo>
                    <a:pt x="56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6" name="object 266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9636923" y="4464507"/>
              <a:ext cx="138792" cy="164183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9808671" y="4464705"/>
              <a:ext cx="126820" cy="163985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9972854" y="4464507"/>
              <a:ext cx="127609" cy="164380"/>
            </a:xfrm>
            <a:prstGeom prst="rect">
              <a:avLst/>
            </a:prstGeom>
          </p:spPr>
        </p:pic>
      </p:grpSp>
      <p:pic>
        <p:nvPicPr>
          <p:cNvPr id="269" name="object 269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0176564" y="4464704"/>
            <a:ext cx="139055" cy="160038"/>
          </a:xfrm>
          <a:prstGeom prst="rect">
            <a:avLst/>
          </a:prstGeom>
        </p:spPr>
      </p:pic>
      <p:sp>
        <p:nvSpPr>
          <p:cNvPr id="270" name="object 270" descr=""/>
          <p:cNvSpPr/>
          <p:nvPr/>
        </p:nvSpPr>
        <p:spPr>
          <a:xfrm>
            <a:off x="10339883" y="4472939"/>
            <a:ext cx="150495" cy="156210"/>
          </a:xfrm>
          <a:custGeom>
            <a:avLst/>
            <a:gdLst/>
            <a:ahLst/>
            <a:cxnLst/>
            <a:rect l="l" t="t" r="r" b="b"/>
            <a:pathLst>
              <a:path w="150495" h="156210">
                <a:moveTo>
                  <a:pt x="133007" y="63500"/>
                </a:moveTo>
                <a:lnTo>
                  <a:pt x="32296" y="63500"/>
                </a:lnTo>
                <a:lnTo>
                  <a:pt x="32296" y="40640"/>
                </a:lnTo>
                <a:lnTo>
                  <a:pt x="127088" y="40640"/>
                </a:lnTo>
                <a:lnTo>
                  <a:pt x="127088" y="30480"/>
                </a:lnTo>
                <a:lnTo>
                  <a:pt x="32296" y="30480"/>
                </a:lnTo>
                <a:lnTo>
                  <a:pt x="32296" y="8890"/>
                </a:lnTo>
                <a:lnTo>
                  <a:pt x="131165" y="8890"/>
                </a:lnTo>
                <a:lnTo>
                  <a:pt x="131165" y="0"/>
                </a:lnTo>
                <a:lnTo>
                  <a:pt x="20662" y="0"/>
                </a:lnTo>
                <a:lnTo>
                  <a:pt x="20662" y="8890"/>
                </a:lnTo>
                <a:lnTo>
                  <a:pt x="20662" y="30480"/>
                </a:lnTo>
                <a:lnTo>
                  <a:pt x="20662" y="40640"/>
                </a:lnTo>
                <a:lnTo>
                  <a:pt x="20662" y="63500"/>
                </a:lnTo>
                <a:lnTo>
                  <a:pt x="20662" y="73660"/>
                </a:lnTo>
                <a:lnTo>
                  <a:pt x="133007" y="73660"/>
                </a:lnTo>
                <a:lnTo>
                  <a:pt x="133007" y="63500"/>
                </a:lnTo>
                <a:close/>
              </a:path>
              <a:path w="150495" h="156210">
                <a:moveTo>
                  <a:pt x="150304" y="91554"/>
                </a:moveTo>
                <a:lnTo>
                  <a:pt x="0" y="91554"/>
                </a:lnTo>
                <a:lnTo>
                  <a:pt x="0" y="101485"/>
                </a:lnTo>
                <a:lnTo>
                  <a:pt x="69265" y="101485"/>
                </a:lnTo>
                <a:lnTo>
                  <a:pt x="69265" y="155752"/>
                </a:lnTo>
                <a:lnTo>
                  <a:pt x="80848" y="155752"/>
                </a:lnTo>
                <a:lnTo>
                  <a:pt x="80848" y="101485"/>
                </a:lnTo>
                <a:lnTo>
                  <a:pt x="150304" y="101485"/>
                </a:lnTo>
                <a:lnTo>
                  <a:pt x="150304" y="915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1" name="object 271" descr=""/>
          <p:cNvGrpSpPr/>
          <p:nvPr/>
        </p:nvGrpSpPr>
        <p:grpSpPr>
          <a:xfrm>
            <a:off x="10550180" y="4464507"/>
            <a:ext cx="520700" cy="164465"/>
            <a:chOff x="10550180" y="4464507"/>
            <a:chExt cx="520700" cy="164465"/>
          </a:xfrm>
        </p:grpSpPr>
        <p:pic>
          <p:nvPicPr>
            <p:cNvPr id="272" name="object 272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0550180" y="4464507"/>
              <a:ext cx="135109" cy="164380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0715349" y="4476545"/>
              <a:ext cx="150304" cy="129122"/>
            </a:xfrm>
            <a:prstGeom prst="rect">
              <a:avLst/>
            </a:prstGeom>
          </p:spPr>
        </p:pic>
        <p:pic>
          <p:nvPicPr>
            <p:cNvPr id="274" name="object 274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0888149" y="4464507"/>
              <a:ext cx="130702" cy="161815"/>
            </a:xfrm>
            <a:prstGeom prst="rect">
              <a:avLst/>
            </a:prstGeom>
          </p:spPr>
        </p:pic>
        <p:sp>
          <p:nvSpPr>
            <p:cNvPr id="275" name="object 275" descr=""/>
            <p:cNvSpPr/>
            <p:nvPr/>
          </p:nvSpPr>
          <p:spPr>
            <a:xfrm>
              <a:off x="11050886" y="4506342"/>
              <a:ext cx="20320" cy="88265"/>
            </a:xfrm>
            <a:custGeom>
              <a:avLst/>
              <a:gdLst/>
              <a:ahLst/>
              <a:cxnLst/>
              <a:rect l="l" t="t" r="r" b="b"/>
              <a:pathLst>
                <a:path w="20320" h="88264">
                  <a:moveTo>
                    <a:pt x="15523" y="0"/>
                  </a:moveTo>
                  <a:lnTo>
                    <a:pt x="4604" y="0"/>
                  </a:lnTo>
                  <a:lnTo>
                    <a:pt x="0" y="4473"/>
                  </a:lnTo>
                  <a:lnTo>
                    <a:pt x="131" y="9932"/>
                  </a:lnTo>
                  <a:lnTo>
                    <a:pt x="0" y="15392"/>
                  </a:lnTo>
                  <a:lnTo>
                    <a:pt x="4604" y="19865"/>
                  </a:lnTo>
                  <a:lnTo>
                    <a:pt x="15523" y="19865"/>
                  </a:lnTo>
                  <a:lnTo>
                    <a:pt x="19996" y="15392"/>
                  </a:lnTo>
                  <a:lnTo>
                    <a:pt x="19996" y="4473"/>
                  </a:lnTo>
                  <a:lnTo>
                    <a:pt x="15523" y="0"/>
                  </a:lnTo>
                  <a:close/>
                </a:path>
                <a:path w="20320" h="88264">
                  <a:moveTo>
                    <a:pt x="15523" y="68212"/>
                  </a:moveTo>
                  <a:lnTo>
                    <a:pt x="4604" y="68212"/>
                  </a:lnTo>
                  <a:lnTo>
                    <a:pt x="0" y="72685"/>
                  </a:lnTo>
                  <a:lnTo>
                    <a:pt x="131" y="78144"/>
                  </a:lnTo>
                  <a:lnTo>
                    <a:pt x="0" y="83604"/>
                  </a:lnTo>
                  <a:lnTo>
                    <a:pt x="4604" y="88077"/>
                  </a:lnTo>
                  <a:lnTo>
                    <a:pt x="15523" y="88077"/>
                  </a:lnTo>
                  <a:lnTo>
                    <a:pt x="19996" y="83604"/>
                  </a:lnTo>
                  <a:lnTo>
                    <a:pt x="19996" y="72685"/>
                  </a:lnTo>
                  <a:lnTo>
                    <a:pt x="15523" y="68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6" name="object 276" descr=""/>
          <p:cNvGrpSpPr/>
          <p:nvPr/>
        </p:nvGrpSpPr>
        <p:grpSpPr>
          <a:xfrm>
            <a:off x="11132897" y="4464507"/>
            <a:ext cx="2310765" cy="177165"/>
            <a:chOff x="11132897" y="4464507"/>
            <a:chExt cx="2310765" cy="177165"/>
          </a:xfrm>
        </p:grpSpPr>
        <p:pic>
          <p:nvPicPr>
            <p:cNvPr id="277" name="object 277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1132897" y="4479439"/>
              <a:ext cx="283373" cy="134714"/>
            </a:xfrm>
            <a:prstGeom prst="rect">
              <a:avLst/>
            </a:prstGeom>
          </p:spPr>
        </p:pic>
        <p:pic>
          <p:nvPicPr>
            <p:cNvPr id="278" name="object 278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1435740" y="4479439"/>
              <a:ext cx="93471" cy="134714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1549932" y="4479439"/>
              <a:ext cx="93471" cy="134714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11664122" y="4479439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2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2" y="134714"/>
                  </a:lnTo>
                  <a:lnTo>
                    <a:pt x="132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1703392" y="4477597"/>
              <a:ext cx="117085" cy="138397"/>
            </a:xfrm>
            <a:prstGeom prst="rect">
              <a:avLst/>
            </a:prstGeom>
          </p:spPr>
        </p:pic>
        <p:pic>
          <p:nvPicPr>
            <p:cNvPr id="282" name="object 282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1846527" y="4464507"/>
              <a:ext cx="405261" cy="161815"/>
            </a:xfrm>
            <a:prstGeom prst="rect">
              <a:avLst/>
            </a:prstGeom>
          </p:spPr>
        </p:pic>
        <p:pic>
          <p:nvPicPr>
            <p:cNvPr id="283" name="object 283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2292767" y="4473190"/>
              <a:ext cx="296200" cy="168393"/>
            </a:xfrm>
            <a:prstGeom prst="rect">
              <a:avLst/>
            </a:prstGeom>
          </p:spPr>
        </p:pic>
        <p:sp>
          <p:nvSpPr>
            <p:cNvPr id="284" name="object 284" descr=""/>
            <p:cNvSpPr/>
            <p:nvPr/>
          </p:nvSpPr>
          <p:spPr>
            <a:xfrm>
              <a:off x="12608433" y="4479289"/>
              <a:ext cx="80645" cy="134620"/>
            </a:xfrm>
            <a:custGeom>
              <a:avLst/>
              <a:gdLst/>
              <a:ahLst/>
              <a:cxnLst/>
              <a:rect l="l" t="t" r="r" b="b"/>
              <a:pathLst>
                <a:path w="80645" h="134620">
                  <a:moveTo>
                    <a:pt x="80111" y="123202"/>
                  </a:moveTo>
                  <a:lnTo>
                    <a:pt x="13220" y="123202"/>
                  </a:lnTo>
                  <a:lnTo>
                    <a:pt x="13220" y="73660"/>
                  </a:lnTo>
                  <a:lnTo>
                    <a:pt x="74726" y="73660"/>
                  </a:lnTo>
                  <a:lnTo>
                    <a:pt x="74726" y="60960"/>
                  </a:lnTo>
                  <a:lnTo>
                    <a:pt x="13220" y="60960"/>
                  </a:lnTo>
                  <a:lnTo>
                    <a:pt x="13220" y="11430"/>
                  </a:lnTo>
                  <a:lnTo>
                    <a:pt x="78930" y="11430"/>
                  </a:lnTo>
                  <a:lnTo>
                    <a:pt x="78930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0" y="123202"/>
                  </a:lnTo>
                  <a:lnTo>
                    <a:pt x="0" y="134620"/>
                  </a:lnTo>
                  <a:lnTo>
                    <a:pt x="80111" y="134620"/>
                  </a:lnTo>
                  <a:lnTo>
                    <a:pt x="80111" y="1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2715393" y="4479290"/>
              <a:ext cx="200888" cy="134863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2935751" y="4479439"/>
              <a:ext cx="87880" cy="134714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3048891" y="4479439"/>
              <a:ext cx="91102" cy="134714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3159990" y="4473190"/>
              <a:ext cx="283439" cy="168393"/>
            </a:xfrm>
            <a:prstGeom prst="rect">
              <a:avLst/>
            </a:prstGeom>
          </p:spPr>
        </p:pic>
      </p:grpSp>
      <p:sp>
        <p:nvSpPr>
          <p:cNvPr id="289" name="object 289" descr=""/>
          <p:cNvSpPr/>
          <p:nvPr/>
        </p:nvSpPr>
        <p:spPr>
          <a:xfrm>
            <a:off x="13512984" y="4602708"/>
            <a:ext cx="24765" cy="48260"/>
          </a:xfrm>
          <a:custGeom>
            <a:avLst/>
            <a:gdLst/>
            <a:ahLst/>
            <a:cxnLst/>
            <a:rect l="l" t="t" r="r" b="b"/>
            <a:pathLst>
              <a:path w="24765" h="48260">
                <a:moveTo>
                  <a:pt x="24469" y="0"/>
                </a:moveTo>
                <a:lnTo>
                  <a:pt x="10458" y="0"/>
                </a:lnTo>
                <a:lnTo>
                  <a:pt x="0" y="48215"/>
                </a:lnTo>
                <a:lnTo>
                  <a:pt x="10919" y="48215"/>
                </a:lnTo>
                <a:lnTo>
                  <a:pt x="244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0" name="object 290" descr=""/>
          <p:cNvGrpSpPr/>
          <p:nvPr/>
        </p:nvGrpSpPr>
        <p:grpSpPr>
          <a:xfrm>
            <a:off x="13603374" y="4477597"/>
            <a:ext cx="391160" cy="138430"/>
            <a:chOff x="13603374" y="4477597"/>
            <a:chExt cx="391160" cy="138430"/>
          </a:xfrm>
        </p:grpSpPr>
        <p:pic>
          <p:nvPicPr>
            <p:cNvPr id="291" name="object 291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3603374" y="4479439"/>
              <a:ext cx="112283" cy="134714"/>
            </a:xfrm>
            <a:prstGeom prst="rect">
              <a:avLst/>
            </a:prstGeom>
          </p:spPr>
        </p:pic>
        <p:pic>
          <p:nvPicPr>
            <p:cNvPr id="292" name="object 292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3735129" y="4477597"/>
              <a:ext cx="220357" cy="138397"/>
            </a:xfrm>
            <a:prstGeom prst="rect">
              <a:avLst/>
            </a:prstGeom>
          </p:spPr>
        </p:pic>
        <p:sp>
          <p:nvSpPr>
            <p:cNvPr id="293" name="object 293" descr=""/>
            <p:cNvSpPr/>
            <p:nvPr/>
          </p:nvSpPr>
          <p:spPr>
            <a:xfrm>
              <a:off x="13980745" y="4552949"/>
              <a:ext cx="13335" cy="60960"/>
            </a:xfrm>
            <a:custGeom>
              <a:avLst/>
              <a:gdLst/>
              <a:ahLst/>
              <a:cxnLst/>
              <a:rect l="l" t="t" r="r" b="b"/>
              <a:pathLst>
                <a:path w="13334" h="60960">
                  <a:moveTo>
                    <a:pt x="0" y="60959"/>
                  </a:moveTo>
                  <a:lnTo>
                    <a:pt x="13221" y="60959"/>
                  </a:lnTo>
                  <a:lnTo>
                    <a:pt x="13221" y="0"/>
                  </a:lnTo>
                  <a:lnTo>
                    <a:pt x="0" y="0"/>
                  </a:lnTo>
                  <a:lnTo>
                    <a:pt x="0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4" name="object 294" descr=""/>
          <p:cNvGrpSpPr/>
          <p:nvPr/>
        </p:nvGrpSpPr>
        <p:grpSpPr>
          <a:xfrm>
            <a:off x="13980745" y="4479290"/>
            <a:ext cx="334645" cy="135255"/>
            <a:chOff x="13980745" y="4479290"/>
            <a:chExt cx="334645" cy="135255"/>
          </a:xfrm>
        </p:grpSpPr>
        <p:sp>
          <p:nvSpPr>
            <p:cNvPr id="295" name="object 295" descr=""/>
            <p:cNvSpPr/>
            <p:nvPr/>
          </p:nvSpPr>
          <p:spPr>
            <a:xfrm>
              <a:off x="13980744" y="4479289"/>
              <a:ext cx="213995" cy="134620"/>
            </a:xfrm>
            <a:custGeom>
              <a:avLst/>
              <a:gdLst/>
              <a:ahLst/>
              <a:cxnLst/>
              <a:rect l="l" t="t" r="r" b="b"/>
              <a:pathLst>
                <a:path w="213994" h="134620">
                  <a:moveTo>
                    <a:pt x="101879" y="0"/>
                  </a:moveTo>
                  <a:lnTo>
                    <a:pt x="88595" y="0"/>
                  </a:lnTo>
                  <a:lnTo>
                    <a:pt x="88595" y="60960"/>
                  </a:lnTo>
                  <a:lnTo>
                    <a:pt x="13220" y="60960"/>
                  </a:lnTo>
                  <a:lnTo>
                    <a:pt x="13220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88595" y="73660"/>
                  </a:lnTo>
                  <a:lnTo>
                    <a:pt x="88595" y="134620"/>
                  </a:lnTo>
                  <a:lnTo>
                    <a:pt x="101879" y="134620"/>
                  </a:lnTo>
                  <a:lnTo>
                    <a:pt x="101879" y="73660"/>
                  </a:lnTo>
                  <a:lnTo>
                    <a:pt x="101879" y="60960"/>
                  </a:lnTo>
                  <a:lnTo>
                    <a:pt x="101879" y="0"/>
                  </a:lnTo>
                  <a:close/>
                </a:path>
                <a:path w="213994" h="134620">
                  <a:moveTo>
                    <a:pt x="213969" y="123202"/>
                  </a:moveTo>
                  <a:lnTo>
                    <a:pt x="147078" y="123202"/>
                  </a:lnTo>
                  <a:lnTo>
                    <a:pt x="147078" y="73660"/>
                  </a:lnTo>
                  <a:lnTo>
                    <a:pt x="208584" y="73660"/>
                  </a:lnTo>
                  <a:lnTo>
                    <a:pt x="208584" y="60960"/>
                  </a:lnTo>
                  <a:lnTo>
                    <a:pt x="147078" y="60960"/>
                  </a:lnTo>
                  <a:lnTo>
                    <a:pt x="147078" y="11430"/>
                  </a:lnTo>
                  <a:lnTo>
                    <a:pt x="212788" y="11430"/>
                  </a:lnTo>
                  <a:lnTo>
                    <a:pt x="212788" y="0"/>
                  </a:lnTo>
                  <a:lnTo>
                    <a:pt x="133858" y="0"/>
                  </a:lnTo>
                  <a:lnTo>
                    <a:pt x="133858" y="11430"/>
                  </a:lnTo>
                  <a:lnTo>
                    <a:pt x="133858" y="60960"/>
                  </a:lnTo>
                  <a:lnTo>
                    <a:pt x="133858" y="73660"/>
                  </a:lnTo>
                  <a:lnTo>
                    <a:pt x="133858" y="123202"/>
                  </a:lnTo>
                  <a:lnTo>
                    <a:pt x="133858" y="134620"/>
                  </a:lnTo>
                  <a:lnTo>
                    <a:pt x="213969" y="134620"/>
                  </a:lnTo>
                  <a:lnTo>
                    <a:pt x="213969" y="1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4221559" y="4479439"/>
              <a:ext cx="93471" cy="134714"/>
            </a:xfrm>
            <a:prstGeom prst="rect">
              <a:avLst/>
            </a:prstGeom>
          </p:spPr>
        </p:pic>
      </p:grpSp>
      <p:grpSp>
        <p:nvGrpSpPr>
          <p:cNvPr id="297" name="object 297" descr=""/>
          <p:cNvGrpSpPr/>
          <p:nvPr/>
        </p:nvGrpSpPr>
        <p:grpSpPr>
          <a:xfrm>
            <a:off x="14371411" y="4464050"/>
            <a:ext cx="1301750" cy="187325"/>
            <a:chOff x="14371411" y="4464050"/>
            <a:chExt cx="1301750" cy="187325"/>
          </a:xfrm>
        </p:grpSpPr>
        <p:pic>
          <p:nvPicPr>
            <p:cNvPr id="298" name="object 298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4371411" y="4464705"/>
              <a:ext cx="139188" cy="160038"/>
            </a:xfrm>
            <a:prstGeom prst="rect">
              <a:avLst/>
            </a:prstGeom>
          </p:spPr>
        </p:pic>
        <p:pic>
          <p:nvPicPr>
            <p:cNvPr id="299" name="object 299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4537831" y="4464507"/>
              <a:ext cx="134384" cy="164183"/>
            </a:xfrm>
            <a:prstGeom prst="rect">
              <a:avLst/>
            </a:prstGeom>
          </p:spPr>
        </p:pic>
        <p:pic>
          <p:nvPicPr>
            <p:cNvPr id="300" name="object 300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4711288" y="4464507"/>
              <a:ext cx="125439" cy="164380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4877905" y="4464507"/>
              <a:ext cx="368359" cy="177076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5265471" y="4464050"/>
              <a:ext cx="357702" cy="177533"/>
            </a:xfrm>
            <a:prstGeom prst="rect">
              <a:avLst/>
            </a:prstGeom>
          </p:spPr>
        </p:pic>
        <p:sp>
          <p:nvSpPr>
            <p:cNvPr id="303" name="object 303" descr=""/>
            <p:cNvSpPr/>
            <p:nvPr/>
          </p:nvSpPr>
          <p:spPr>
            <a:xfrm>
              <a:off x="15648498" y="4602708"/>
              <a:ext cx="24765" cy="48260"/>
            </a:xfrm>
            <a:custGeom>
              <a:avLst/>
              <a:gdLst/>
              <a:ahLst/>
              <a:cxnLst/>
              <a:rect l="l" t="t" r="r" b="b"/>
              <a:pathLst>
                <a:path w="24765" h="48260">
                  <a:moveTo>
                    <a:pt x="24469" y="0"/>
                  </a:moveTo>
                  <a:lnTo>
                    <a:pt x="10458" y="0"/>
                  </a:lnTo>
                  <a:lnTo>
                    <a:pt x="0" y="48215"/>
                  </a:lnTo>
                  <a:lnTo>
                    <a:pt x="10919" y="48215"/>
                  </a:lnTo>
                  <a:lnTo>
                    <a:pt x="24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4" name="object 304" descr=""/>
          <p:cNvGrpSpPr/>
          <p:nvPr/>
        </p:nvGrpSpPr>
        <p:grpSpPr>
          <a:xfrm>
            <a:off x="9609567" y="4801447"/>
            <a:ext cx="1113790" cy="138430"/>
            <a:chOff x="9609567" y="4801447"/>
            <a:chExt cx="1113790" cy="138430"/>
          </a:xfrm>
        </p:grpSpPr>
        <p:sp>
          <p:nvSpPr>
            <p:cNvPr id="305" name="object 305" descr=""/>
            <p:cNvSpPr/>
            <p:nvPr/>
          </p:nvSpPr>
          <p:spPr>
            <a:xfrm>
              <a:off x="9609567" y="4803289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1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1" y="134714"/>
                  </a:lnTo>
                  <a:lnTo>
                    <a:pt x="13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6" name="object 306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9654757" y="4803289"/>
              <a:ext cx="229633" cy="134714"/>
            </a:xfrm>
            <a:prstGeom prst="rect">
              <a:avLst/>
            </a:prstGeom>
          </p:spPr>
        </p:pic>
        <p:pic>
          <p:nvPicPr>
            <p:cNvPr id="307" name="object 307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9903860" y="4803289"/>
              <a:ext cx="128465" cy="134714"/>
            </a:xfrm>
            <a:prstGeom prst="rect">
              <a:avLst/>
            </a:prstGeom>
          </p:spPr>
        </p:pic>
        <p:pic>
          <p:nvPicPr>
            <p:cNvPr id="308" name="object 308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0051861" y="4801447"/>
              <a:ext cx="239169" cy="138397"/>
            </a:xfrm>
            <a:prstGeom prst="rect">
              <a:avLst/>
            </a:prstGeom>
          </p:spPr>
        </p:pic>
        <p:sp>
          <p:nvSpPr>
            <p:cNvPr id="309" name="object 309" descr=""/>
            <p:cNvSpPr/>
            <p:nvPr/>
          </p:nvSpPr>
          <p:spPr>
            <a:xfrm>
              <a:off x="10317924" y="4803139"/>
              <a:ext cx="80645" cy="134620"/>
            </a:xfrm>
            <a:custGeom>
              <a:avLst/>
              <a:gdLst/>
              <a:ahLst/>
              <a:cxnLst/>
              <a:rect l="l" t="t" r="r" b="b"/>
              <a:pathLst>
                <a:path w="80645" h="134620">
                  <a:moveTo>
                    <a:pt x="80124" y="123202"/>
                  </a:moveTo>
                  <a:lnTo>
                    <a:pt x="13220" y="123202"/>
                  </a:lnTo>
                  <a:lnTo>
                    <a:pt x="13220" y="73660"/>
                  </a:lnTo>
                  <a:lnTo>
                    <a:pt x="74726" y="73660"/>
                  </a:lnTo>
                  <a:lnTo>
                    <a:pt x="74726" y="60960"/>
                  </a:lnTo>
                  <a:lnTo>
                    <a:pt x="13220" y="60960"/>
                  </a:lnTo>
                  <a:lnTo>
                    <a:pt x="13220" y="11430"/>
                  </a:lnTo>
                  <a:lnTo>
                    <a:pt x="78943" y="11430"/>
                  </a:lnTo>
                  <a:lnTo>
                    <a:pt x="78943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0" y="123202"/>
                  </a:lnTo>
                  <a:lnTo>
                    <a:pt x="0" y="134620"/>
                  </a:lnTo>
                  <a:lnTo>
                    <a:pt x="80124" y="134620"/>
                  </a:lnTo>
                  <a:lnTo>
                    <a:pt x="80124" y="1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0" name="object 310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0424891" y="4803289"/>
              <a:ext cx="91103" cy="134714"/>
            </a:xfrm>
            <a:prstGeom prst="rect">
              <a:avLst/>
            </a:prstGeom>
          </p:spPr>
        </p:pic>
        <p:sp>
          <p:nvSpPr>
            <p:cNvPr id="311" name="object 311" descr=""/>
            <p:cNvSpPr/>
            <p:nvPr/>
          </p:nvSpPr>
          <p:spPr>
            <a:xfrm>
              <a:off x="10541901" y="4803139"/>
              <a:ext cx="181610" cy="134620"/>
            </a:xfrm>
            <a:custGeom>
              <a:avLst/>
              <a:gdLst/>
              <a:ahLst/>
              <a:cxnLst/>
              <a:rect l="l" t="t" r="r" b="b"/>
              <a:pathLst>
                <a:path w="181609" h="134620">
                  <a:moveTo>
                    <a:pt x="77101" y="123202"/>
                  </a:moveTo>
                  <a:lnTo>
                    <a:pt x="13220" y="123202"/>
                  </a:lnTo>
                  <a:lnTo>
                    <a:pt x="13220" y="0"/>
                  </a:lnTo>
                  <a:lnTo>
                    <a:pt x="0" y="0"/>
                  </a:lnTo>
                  <a:lnTo>
                    <a:pt x="0" y="123202"/>
                  </a:lnTo>
                  <a:lnTo>
                    <a:pt x="0" y="134620"/>
                  </a:lnTo>
                  <a:lnTo>
                    <a:pt x="77101" y="134620"/>
                  </a:lnTo>
                  <a:lnTo>
                    <a:pt x="77101" y="123202"/>
                  </a:lnTo>
                  <a:close/>
                </a:path>
                <a:path w="181609" h="134620">
                  <a:moveTo>
                    <a:pt x="181229" y="123202"/>
                  </a:moveTo>
                  <a:lnTo>
                    <a:pt x="114325" y="123202"/>
                  </a:lnTo>
                  <a:lnTo>
                    <a:pt x="114325" y="73660"/>
                  </a:lnTo>
                  <a:lnTo>
                    <a:pt x="175831" y="73660"/>
                  </a:lnTo>
                  <a:lnTo>
                    <a:pt x="175831" y="60960"/>
                  </a:lnTo>
                  <a:lnTo>
                    <a:pt x="114325" y="60960"/>
                  </a:lnTo>
                  <a:lnTo>
                    <a:pt x="114325" y="11430"/>
                  </a:lnTo>
                  <a:lnTo>
                    <a:pt x="180035" y="11430"/>
                  </a:lnTo>
                  <a:lnTo>
                    <a:pt x="180035" y="0"/>
                  </a:lnTo>
                  <a:lnTo>
                    <a:pt x="101104" y="0"/>
                  </a:lnTo>
                  <a:lnTo>
                    <a:pt x="101104" y="11430"/>
                  </a:lnTo>
                  <a:lnTo>
                    <a:pt x="101104" y="60960"/>
                  </a:lnTo>
                  <a:lnTo>
                    <a:pt x="101104" y="73660"/>
                  </a:lnTo>
                  <a:lnTo>
                    <a:pt x="101104" y="123202"/>
                  </a:lnTo>
                  <a:lnTo>
                    <a:pt x="101104" y="134620"/>
                  </a:lnTo>
                  <a:lnTo>
                    <a:pt x="181229" y="134620"/>
                  </a:lnTo>
                  <a:lnTo>
                    <a:pt x="181229" y="1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2" name="object 312" descr=""/>
          <p:cNvSpPr/>
          <p:nvPr/>
        </p:nvSpPr>
        <p:spPr>
          <a:xfrm>
            <a:off x="10786377" y="4800599"/>
            <a:ext cx="150495" cy="130810"/>
          </a:xfrm>
          <a:custGeom>
            <a:avLst/>
            <a:gdLst/>
            <a:ahLst/>
            <a:cxnLst/>
            <a:rect l="l" t="t" r="r" b="b"/>
            <a:pathLst>
              <a:path w="150495" h="130810">
                <a:moveTo>
                  <a:pt x="150304" y="120650"/>
                </a:moveTo>
                <a:lnTo>
                  <a:pt x="80454" y="120650"/>
                </a:lnTo>
                <a:lnTo>
                  <a:pt x="80454" y="87642"/>
                </a:lnTo>
                <a:lnTo>
                  <a:pt x="134645" y="87642"/>
                </a:lnTo>
                <a:lnTo>
                  <a:pt x="134645" y="77470"/>
                </a:lnTo>
                <a:lnTo>
                  <a:pt x="30911" y="77470"/>
                </a:lnTo>
                <a:lnTo>
                  <a:pt x="30911" y="48272"/>
                </a:lnTo>
                <a:lnTo>
                  <a:pt x="130835" y="48272"/>
                </a:lnTo>
                <a:lnTo>
                  <a:pt x="130835" y="38100"/>
                </a:lnTo>
                <a:lnTo>
                  <a:pt x="130835" y="10172"/>
                </a:lnTo>
                <a:lnTo>
                  <a:pt x="130835" y="0"/>
                </a:lnTo>
                <a:lnTo>
                  <a:pt x="18808" y="0"/>
                </a:lnTo>
                <a:lnTo>
                  <a:pt x="18808" y="10172"/>
                </a:lnTo>
                <a:lnTo>
                  <a:pt x="119253" y="10172"/>
                </a:lnTo>
                <a:lnTo>
                  <a:pt x="119253" y="38100"/>
                </a:lnTo>
                <a:lnTo>
                  <a:pt x="19342" y="38100"/>
                </a:lnTo>
                <a:lnTo>
                  <a:pt x="19342" y="48272"/>
                </a:lnTo>
                <a:lnTo>
                  <a:pt x="19342" y="77470"/>
                </a:lnTo>
                <a:lnTo>
                  <a:pt x="19342" y="87642"/>
                </a:lnTo>
                <a:lnTo>
                  <a:pt x="68872" y="87642"/>
                </a:lnTo>
                <a:lnTo>
                  <a:pt x="68872" y="120650"/>
                </a:lnTo>
                <a:lnTo>
                  <a:pt x="0" y="120650"/>
                </a:lnTo>
                <a:lnTo>
                  <a:pt x="0" y="130810"/>
                </a:lnTo>
                <a:lnTo>
                  <a:pt x="150304" y="130810"/>
                </a:lnTo>
                <a:lnTo>
                  <a:pt x="150304" y="120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3" name="object 313" descr="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11003818" y="4788357"/>
            <a:ext cx="133068" cy="164183"/>
          </a:xfrm>
          <a:prstGeom prst="rect">
            <a:avLst/>
          </a:prstGeom>
        </p:spPr>
      </p:pic>
      <p:grpSp>
        <p:nvGrpSpPr>
          <p:cNvPr id="314" name="object 314" descr=""/>
          <p:cNvGrpSpPr/>
          <p:nvPr/>
        </p:nvGrpSpPr>
        <p:grpSpPr>
          <a:xfrm>
            <a:off x="11171618" y="4788357"/>
            <a:ext cx="289560" cy="164465"/>
            <a:chOff x="11171618" y="4788357"/>
            <a:chExt cx="289560" cy="164465"/>
          </a:xfrm>
        </p:grpSpPr>
        <p:sp>
          <p:nvSpPr>
            <p:cNvPr id="315" name="object 315" descr=""/>
            <p:cNvSpPr/>
            <p:nvPr/>
          </p:nvSpPr>
          <p:spPr>
            <a:xfrm>
              <a:off x="11171606" y="4788369"/>
              <a:ext cx="125095" cy="164465"/>
            </a:xfrm>
            <a:custGeom>
              <a:avLst/>
              <a:gdLst/>
              <a:ahLst/>
              <a:cxnLst/>
              <a:rect l="l" t="t" r="r" b="b"/>
              <a:pathLst>
                <a:path w="125095" h="164464">
                  <a:moveTo>
                    <a:pt x="74790" y="16040"/>
                  </a:moveTo>
                  <a:lnTo>
                    <a:pt x="0" y="16040"/>
                  </a:lnTo>
                  <a:lnTo>
                    <a:pt x="0" y="26200"/>
                  </a:lnTo>
                  <a:lnTo>
                    <a:pt x="0" y="112560"/>
                  </a:lnTo>
                  <a:lnTo>
                    <a:pt x="0" y="122720"/>
                  </a:lnTo>
                  <a:lnTo>
                    <a:pt x="74790" y="122720"/>
                  </a:lnTo>
                  <a:lnTo>
                    <a:pt x="74790" y="112560"/>
                  </a:lnTo>
                  <a:lnTo>
                    <a:pt x="11582" y="112560"/>
                  </a:lnTo>
                  <a:lnTo>
                    <a:pt x="11582" y="26200"/>
                  </a:lnTo>
                  <a:lnTo>
                    <a:pt x="63411" y="26200"/>
                  </a:lnTo>
                  <a:lnTo>
                    <a:pt x="63411" y="112344"/>
                  </a:lnTo>
                  <a:lnTo>
                    <a:pt x="74790" y="112344"/>
                  </a:lnTo>
                  <a:lnTo>
                    <a:pt x="74790" y="26200"/>
                  </a:lnTo>
                  <a:lnTo>
                    <a:pt x="74790" y="16040"/>
                  </a:lnTo>
                  <a:close/>
                </a:path>
                <a:path w="125095" h="164464">
                  <a:moveTo>
                    <a:pt x="124726" y="0"/>
                  </a:moveTo>
                  <a:lnTo>
                    <a:pt x="113017" y="0"/>
                  </a:lnTo>
                  <a:lnTo>
                    <a:pt x="113017" y="164376"/>
                  </a:lnTo>
                  <a:lnTo>
                    <a:pt x="124726" y="164376"/>
                  </a:lnTo>
                  <a:lnTo>
                    <a:pt x="124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6" name="object 316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1326885" y="4788357"/>
              <a:ext cx="134158" cy="164183"/>
            </a:xfrm>
            <a:prstGeom prst="rect">
              <a:avLst/>
            </a:prstGeom>
          </p:spPr>
        </p:pic>
      </p:grpSp>
      <p:grpSp>
        <p:nvGrpSpPr>
          <p:cNvPr id="317" name="object 317" descr=""/>
          <p:cNvGrpSpPr/>
          <p:nvPr/>
        </p:nvGrpSpPr>
        <p:grpSpPr>
          <a:xfrm>
            <a:off x="11536578" y="4788357"/>
            <a:ext cx="306705" cy="163830"/>
            <a:chOff x="11536578" y="4788357"/>
            <a:chExt cx="306705" cy="163830"/>
          </a:xfrm>
        </p:grpSpPr>
        <p:pic>
          <p:nvPicPr>
            <p:cNvPr id="318" name="object 318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1536578" y="4793291"/>
              <a:ext cx="149778" cy="158723"/>
            </a:xfrm>
            <a:prstGeom prst="rect">
              <a:avLst/>
            </a:prstGeom>
          </p:spPr>
        </p:pic>
        <p:pic>
          <p:nvPicPr>
            <p:cNvPr id="319" name="object 319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1705695" y="4788357"/>
              <a:ext cx="137015" cy="161815"/>
            </a:xfrm>
            <a:prstGeom prst="rect">
              <a:avLst/>
            </a:prstGeom>
          </p:spPr>
        </p:pic>
      </p:grpSp>
      <p:grpSp>
        <p:nvGrpSpPr>
          <p:cNvPr id="320" name="object 320" descr=""/>
          <p:cNvGrpSpPr/>
          <p:nvPr/>
        </p:nvGrpSpPr>
        <p:grpSpPr>
          <a:xfrm>
            <a:off x="9559765" y="5112207"/>
            <a:ext cx="382270" cy="162560"/>
            <a:chOff x="9559765" y="5112207"/>
            <a:chExt cx="382270" cy="162560"/>
          </a:xfrm>
        </p:grpSpPr>
        <p:sp>
          <p:nvSpPr>
            <p:cNvPr id="321" name="object 321" descr=""/>
            <p:cNvSpPr/>
            <p:nvPr/>
          </p:nvSpPr>
          <p:spPr>
            <a:xfrm>
              <a:off x="9559765" y="5188642"/>
              <a:ext cx="57150" cy="12065"/>
            </a:xfrm>
            <a:custGeom>
              <a:avLst/>
              <a:gdLst/>
              <a:ahLst/>
              <a:cxnLst/>
              <a:rect l="l" t="t" r="r" b="b"/>
              <a:pathLst>
                <a:path w="57150" h="12064">
                  <a:moveTo>
                    <a:pt x="56634" y="0"/>
                  </a:moveTo>
                  <a:lnTo>
                    <a:pt x="0" y="0"/>
                  </a:lnTo>
                  <a:lnTo>
                    <a:pt x="0" y="11708"/>
                  </a:lnTo>
                  <a:lnTo>
                    <a:pt x="56634" y="11708"/>
                  </a:lnTo>
                  <a:lnTo>
                    <a:pt x="56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9635805" y="5112207"/>
              <a:ext cx="305672" cy="162077"/>
            </a:xfrm>
            <a:prstGeom prst="rect">
              <a:avLst/>
            </a:prstGeom>
          </p:spPr>
        </p:pic>
      </p:grpSp>
      <p:grpSp>
        <p:nvGrpSpPr>
          <p:cNvPr id="323" name="object 323" descr=""/>
          <p:cNvGrpSpPr/>
          <p:nvPr/>
        </p:nvGrpSpPr>
        <p:grpSpPr>
          <a:xfrm>
            <a:off x="10010381" y="5112207"/>
            <a:ext cx="520700" cy="164465"/>
            <a:chOff x="10010381" y="5112207"/>
            <a:chExt cx="520700" cy="164465"/>
          </a:xfrm>
        </p:grpSpPr>
        <p:pic>
          <p:nvPicPr>
            <p:cNvPr id="324" name="object 324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0010381" y="5112207"/>
              <a:ext cx="135109" cy="164380"/>
            </a:xfrm>
            <a:prstGeom prst="rect">
              <a:avLst/>
            </a:prstGeom>
          </p:spPr>
        </p:pic>
        <p:pic>
          <p:nvPicPr>
            <p:cNvPr id="325" name="object 325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0175550" y="5124245"/>
              <a:ext cx="150304" cy="129122"/>
            </a:xfrm>
            <a:prstGeom prst="rect">
              <a:avLst/>
            </a:prstGeom>
          </p:spPr>
        </p:pic>
        <p:pic>
          <p:nvPicPr>
            <p:cNvPr id="326" name="object 326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0348350" y="5112207"/>
              <a:ext cx="130702" cy="161815"/>
            </a:xfrm>
            <a:prstGeom prst="rect">
              <a:avLst/>
            </a:prstGeom>
          </p:spPr>
        </p:pic>
        <p:sp>
          <p:nvSpPr>
            <p:cNvPr id="327" name="object 327" descr=""/>
            <p:cNvSpPr/>
            <p:nvPr/>
          </p:nvSpPr>
          <p:spPr>
            <a:xfrm>
              <a:off x="10511086" y="5154042"/>
              <a:ext cx="20320" cy="88265"/>
            </a:xfrm>
            <a:custGeom>
              <a:avLst/>
              <a:gdLst/>
              <a:ahLst/>
              <a:cxnLst/>
              <a:rect l="l" t="t" r="r" b="b"/>
              <a:pathLst>
                <a:path w="20320" h="88264">
                  <a:moveTo>
                    <a:pt x="15523" y="0"/>
                  </a:moveTo>
                  <a:lnTo>
                    <a:pt x="4604" y="0"/>
                  </a:lnTo>
                  <a:lnTo>
                    <a:pt x="0" y="4473"/>
                  </a:lnTo>
                  <a:lnTo>
                    <a:pt x="131" y="9932"/>
                  </a:lnTo>
                  <a:lnTo>
                    <a:pt x="0" y="15392"/>
                  </a:lnTo>
                  <a:lnTo>
                    <a:pt x="4604" y="19865"/>
                  </a:lnTo>
                  <a:lnTo>
                    <a:pt x="15523" y="19865"/>
                  </a:lnTo>
                  <a:lnTo>
                    <a:pt x="19996" y="15392"/>
                  </a:lnTo>
                  <a:lnTo>
                    <a:pt x="19996" y="4473"/>
                  </a:lnTo>
                  <a:lnTo>
                    <a:pt x="15523" y="0"/>
                  </a:lnTo>
                  <a:close/>
                </a:path>
                <a:path w="20320" h="88264">
                  <a:moveTo>
                    <a:pt x="15523" y="68212"/>
                  </a:moveTo>
                  <a:lnTo>
                    <a:pt x="4604" y="68212"/>
                  </a:lnTo>
                  <a:lnTo>
                    <a:pt x="0" y="72685"/>
                  </a:lnTo>
                  <a:lnTo>
                    <a:pt x="131" y="78144"/>
                  </a:lnTo>
                  <a:lnTo>
                    <a:pt x="0" y="83604"/>
                  </a:lnTo>
                  <a:lnTo>
                    <a:pt x="4604" y="88077"/>
                  </a:lnTo>
                  <a:lnTo>
                    <a:pt x="15523" y="88077"/>
                  </a:lnTo>
                  <a:lnTo>
                    <a:pt x="19996" y="83604"/>
                  </a:lnTo>
                  <a:lnTo>
                    <a:pt x="19996" y="72685"/>
                  </a:lnTo>
                  <a:lnTo>
                    <a:pt x="15523" y="68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8" name="object 328" descr=""/>
          <p:cNvGrpSpPr/>
          <p:nvPr/>
        </p:nvGrpSpPr>
        <p:grpSpPr>
          <a:xfrm>
            <a:off x="10593097" y="5125297"/>
            <a:ext cx="807720" cy="138430"/>
            <a:chOff x="10593097" y="5125297"/>
            <a:chExt cx="807720" cy="138430"/>
          </a:xfrm>
        </p:grpSpPr>
        <p:pic>
          <p:nvPicPr>
            <p:cNvPr id="329" name="object 329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0593097" y="5127139"/>
              <a:ext cx="283373" cy="134714"/>
            </a:xfrm>
            <a:prstGeom prst="rect">
              <a:avLst/>
            </a:prstGeom>
          </p:spPr>
        </p:pic>
        <p:pic>
          <p:nvPicPr>
            <p:cNvPr id="330" name="object 330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0895941" y="5127139"/>
              <a:ext cx="93471" cy="134714"/>
            </a:xfrm>
            <a:prstGeom prst="rect">
              <a:avLst/>
            </a:prstGeom>
          </p:spPr>
        </p:pic>
        <p:pic>
          <p:nvPicPr>
            <p:cNvPr id="331" name="object 331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1010132" y="5127139"/>
              <a:ext cx="93471" cy="134714"/>
            </a:xfrm>
            <a:prstGeom prst="rect">
              <a:avLst/>
            </a:prstGeom>
          </p:spPr>
        </p:pic>
        <p:sp>
          <p:nvSpPr>
            <p:cNvPr id="332" name="object 332" descr=""/>
            <p:cNvSpPr/>
            <p:nvPr/>
          </p:nvSpPr>
          <p:spPr>
            <a:xfrm>
              <a:off x="11124323" y="5127139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2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2" y="134714"/>
                  </a:lnTo>
                  <a:lnTo>
                    <a:pt x="132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1163593" y="5125297"/>
              <a:ext cx="117085" cy="138397"/>
            </a:xfrm>
            <a:prstGeom prst="rect">
              <a:avLst/>
            </a:prstGeom>
          </p:spPr>
        </p:pic>
        <p:pic>
          <p:nvPicPr>
            <p:cNvPr id="334" name="object 334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1306727" y="5127139"/>
              <a:ext cx="93471" cy="134714"/>
            </a:xfrm>
            <a:prstGeom prst="rect">
              <a:avLst/>
            </a:prstGeom>
          </p:spPr>
        </p:pic>
      </p:grpSp>
      <p:pic>
        <p:nvPicPr>
          <p:cNvPr id="335" name="object 335" descr=""/>
          <p:cNvPicPr/>
          <p:nvPr/>
        </p:nvPicPr>
        <p:blipFill>
          <a:blip r:embed="rId161" cstate="print"/>
          <a:stretch>
            <a:fillRect/>
          </a:stretch>
        </p:blipFill>
        <p:spPr>
          <a:xfrm>
            <a:off x="11455495" y="5112207"/>
            <a:ext cx="320011" cy="164183"/>
          </a:xfrm>
          <a:prstGeom prst="rect">
            <a:avLst/>
          </a:prstGeom>
        </p:spPr>
      </p:pic>
      <p:pic>
        <p:nvPicPr>
          <p:cNvPr id="336" name="object 336" descr="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11840491" y="5112207"/>
            <a:ext cx="345665" cy="186416"/>
          </a:xfrm>
          <a:prstGeom prst="rect">
            <a:avLst/>
          </a:prstGeom>
        </p:spPr>
      </p:pic>
      <p:grpSp>
        <p:nvGrpSpPr>
          <p:cNvPr id="337" name="object 337" descr=""/>
          <p:cNvGrpSpPr/>
          <p:nvPr/>
        </p:nvGrpSpPr>
        <p:grpSpPr>
          <a:xfrm>
            <a:off x="12251717" y="5125297"/>
            <a:ext cx="391160" cy="138430"/>
            <a:chOff x="12251717" y="5125297"/>
            <a:chExt cx="391160" cy="138430"/>
          </a:xfrm>
        </p:grpSpPr>
        <p:pic>
          <p:nvPicPr>
            <p:cNvPr id="338" name="object 338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2251717" y="5127139"/>
              <a:ext cx="112283" cy="134714"/>
            </a:xfrm>
            <a:prstGeom prst="rect">
              <a:avLst/>
            </a:prstGeom>
          </p:spPr>
        </p:pic>
        <p:pic>
          <p:nvPicPr>
            <p:cNvPr id="339" name="object 339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2383472" y="5125297"/>
              <a:ext cx="220357" cy="138397"/>
            </a:xfrm>
            <a:prstGeom prst="rect">
              <a:avLst/>
            </a:prstGeom>
          </p:spPr>
        </p:pic>
        <p:sp>
          <p:nvSpPr>
            <p:cNvPr id="340" name="object 340" descr=""/>
            <p:cNvSpPr/>
            <p:nvPr/>
          </p:nvSpPr>
          <p:spPr>
            <a:xfrm>
              <a:off x="12629088" y="5200649"/>
              <a:ext cx="13335" cy="60960"/>
            </a:xfrm>
            <a:custGeom>
              <a:avLst/>
              <a:gdLst/>
              <a:ahLst/>
              <a:cxnLst/>
              <a:rect l="l" t="t" r="r" b="b"/>
              <a:pathLst>
                <a:path w="13334" h="60960">
                  <a:moveTo>
                    <a:pt x="0" y="60959"/>
                  </a:moveTo>
                  <a:lnTo>
                    <a:pt x="13221" y="60959"/>
                  </a:lnTo>
                  <a:lnTo>
                    <a:pt x="13221" y="0"/>
                  </a:lnTo>
                  <a:lnTo>
                    <a:pt x="0" y="0"/>
                  </a:lnTo>
                  <a:lnTo>
                    <a:pt x="0" y="60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1" name="object 341" descr=""/>
          <p:cNvGrpSpPr/>
          <p:nvPr/>
        </p:nvGrpSpPr>
        <p:grpSpPr>
          <a:xfrm>
            <a:off x="12629088" y="5126990"/>
            <a:ext cx="334645" cy="135255"/>
            <a:chOff x="12629088" y="5126990"/>
            <a:chExt cx="334645" cy="135255"/>
          </a:xfrm>
        </p:grpSpPr>
        <p:sp>
          <p:nvSpPr>
            <p:cNvPr id="342" name="object 342" descr=""/>
            <p:cNvSpPr/>
            <p:nvPr/>
          </p:nvSpPr>
          <p:spPr>
            <a:xfrm>
              <a:off x="12629084" y="5126989"/>
              <a:ext cx="213995" cy="134620"/>
            </a:xfrm>
            <a:custGeom>
              <a:avLst/>
              <a:gdLst/>
              <a:ahLst/>
              <a:cxnLst/>
              <a:rect l="l" t="t" r="r" b="b"/>
              <a:pathLst>
                <a:path w="213995" h="134620">
                  <a:moveTo>
                    <a:pt x="101892" y="0"/>
                  </a:moveTo>
                  <a:lnTo>
                    <a:pt x="88607" y="0"/>
                  </a:lnTo>
                  <a:lnTo>
                    <a:pt x="88607" y="60960"/>
                  </a:lnTo>
                  <a:lnTo>
                    <a:pt x="13220" y="60960"/>
                  </a:lnTo>
                  <a:lnTo>
                    <a:pt x="13220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88607" y="73660"/>
                  </a:lnTo>
                  <a:lnTo>
                    <a:pt x="88607" y="134620"/>
                  </a:lnTo>
                  <a:lnTo>
                    <a:pt x="101892" y="134620"/>
                  </a:lnTo>
                  <a:lnTo>
                    <a:pt x="101892" y="73660"/>
                  </a:lnTo>
                  <a:lnTo>
                    <a:pt x="101892" y="60960"/>
                  </a:lnTo>
                  <a:lnTo>
                    <a:pt x="101892" y="0"/>
                  </a:lnTo>
                  <a:close/>
                </a:path>
                <a:path w="213995" h="134620">
                  <a:moveTo>
                    <a:pt x="213982" y="123202"/>
                  </a:moveTo>
                  <a:lnTo>
                    <a:pt x="147078" y="123202"/>
                  </a:lnTo>
                  <a:lnTo>
                    <a:pt x="147078" y="73660"/>
                  </a:lnTo>
                  <a:lnTo>
                    <a:pt x="208584" y="73660"/>
                  </a:lnTo>
                  <a:lnTo>
                    <a:pt x="208584" y="60960"/>
                  </a:lnTo>
                  <a:lnTo>
                    <a:pt x="147078" y="60960"/>
                  </a:lnTo>
                  <a:lnTo>
                    <a:pt x="147078" y="11430"/>
                  </a:lnTo>
                  <a:lnTo>
                    <a:pt x="212788" y="11430"/>
                  </a:lnTo>
                  <a:lnTo>
                    <a:pt x="212788" y="0"/>
                  </a:lnTo>
                  <a:lnTo>
                    <a:pt x="133858" y="0"/>
                  </a:lnTo>
                  <a:lnTo>
                    <a:pt x="133858" y="11430"/>
                  </a:lnTo>
                  <a:lnTo>
                    <a:pt x="133858" y="60960"/>
                  </a:lnTo>
                  <a:lnTo>
                    <a:pt x="133858" y="73660"/>
                  </a:lnTo>
                  <a:lnTo>
                    <a:pt x="133858" y="123202"/>
                  </a:lnTo>
                  <a:lnTo>
                    <a:pt x="133858" y="134620"/>
                  </a:lnTo>
                  <a:lnTo>
                    <a:pt x="213982" y="134620"/>
                  </a:lnTo>
                  <a:lnTo>
                    <a:pt x="213982" y="1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3" name="object 343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2869903" y="5127139"/>
              <a:ext cx="93471" cy="134714"/>
            </a:xfrm>
            <a:prstGeom prst="rect">
              <a:avLst/>
            </a:prstGeom>
          </p:spPr>
        </p:pic>
      </p:grpSp>
      <p:grpSp>
        <p:nvGrpSpPr>
          <p:cNvPr id="344" name="object 344" descr=""/>
          <p:cNvGrpSpPr/>
          <p:nvPr/>
        </p:nvGrpSpPr>
        <p:grpSpPr>
          <a:xfrm>
            <a:off x="13020628" y="5112207"/>
            <a:ext cx="479425" cy="164465"/>
            <a:chOff x="13020628" y="5112207"/>
            <a:chExt cx="479425" cy="164465"/>
          </a:xfrm>
        </p:grpSpPr>
        <p:sp>
          <p:nvSpPr>
            <p:cNvPr id="345" name="object 345" descr=""/>
            <p:cNvSpPr/>
            <p:nvPr/>
          </p:nvSpPr>
          <p:spPr>
            <a:xfrm>
              <a:off x="13040488" y="5119115"/>
              <a:ext cx="111125" cy="70485"/>
            </a:xfrm>
            <a:custGeom>
              <a:avLst/>
              <a:gdLst/>
              <a:ahLst/>
              <a:cxnLst/>
              <a:rect l="l" t="t" r="r" b="b"/>
              <a:pathLst>
                <a:path w="111125" h="70485">
                  <a:moveTo>
                    <a:pt x="110642" y="24384"/>
                  </a:moveTo>
                  <a:lnTo>
                    <a:pt x="11645" y="24384"/>
                  </a:lnTo>
                  <a:lnTo>
                    <a:pt x="11645" y="254"/>
                  </a:lnTo>
                  <a:lnTo>
                    <a:pt x="0" y="254"/>
                  </a:lnTo>
                  <a:lnTo>
                    <a:pt x="0" y="24384"/>
                  </a:lnTo>
                  <a:lnTo>
                    <a:pt x="0" y="33286"/>
                  </a:lnTo>
                  <a:lnTo>
                    <a:pt x="0" y="59944"/>
                  </a:lnTo>
                  <a:lnTo>
                    <a:pt x="0" y="70104"/>
                  </a:lnTo>
                  <a:lnTo>
                    <a:pt x="110642" y="70104"/>
                  </a:lnTo>
                  <a:lnTo>
                    <a:pt x="110642" y="60515"/>
                  </a:lnTo>
                  <a:lnTo>
                    <a:pt x="110642" y="59944"/>
                  </a:lnTo>
                  <a:lnTo>
                    <a:pt x="110642" y="33680"/>
                  </a:lnTo>
                  <a:lnTo>
                    <a:pt x="98933" y="33680"/>
                  </a:lnTo>
                  <a:lnTo>
                    <a:pt x="98933" y="59944"/>
                  </a:lnTo>
                  <a:lnTo>
                    <a:pt x="11645" y="59944"/>
                  </a:lnTo>
                  <a:lnTo>
                    <a:pt x="11645" y="33286"/>
                  </a:lnTo>
                  <a:lnTo>
                    <a:pt x="110642" y="33286"/>
                  </a:lnTo>
                  <a:lnTo>
                    <a:pt x="110642" y="24384"/>
                  </a:lnTo>
                  <a:close/>
                </a:path>
                <a:path w="111125" h="70485">
                  <a:moveTo>
                    <a:pt x="110642" y="0"/>
                  </a:moveTo>
                  <a:lnTo>
                    <a:pt x="98933" y="0"/>
                  </a:lnTo>
                  <a:lnTo>
                    <a:pt x="98933" y="23952"/>
                  </a:lnTo>
                  <a:lnTo>
                    <a:pt x="110642" y="23952"/>
                  </a:lnTo>
                  <a:lnTo>
                    <a:pt x="1106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3020628" y="5112207"/>
              <a:ext cx="305211" cy="164183"/>
            </a:xfrm>
            <a:prstGeom prst="rect">
              <a:avLst/>
            </a:prstGeom>
          </p:spPr>
        </p:pic>
        <p:pic>
          <p:nvPicPr>
            <p:cNvPr id="347" name="object 347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3350375" y="5117799"/>
              <a:ext cx="149447" cy="156486"/>
            </a:xfrm>
            <a:prstGeom prst="rect">
              <a:avLst/>
            </a:prstGeom>
          </p:spPr>
        </p:pic>
      </p:grpSp>
      <p:pic>
        <p:nvPicPr>
          <p:cNvPr id="348" name="object 348" descr=""/>
          <p:cNvPicPr/>
          <p:nvPr/>
        </p:nvPicPr>
        <p:blipFill>
          <a:blip r:embed="rId166" cstate="print"/>
          <a:stretch>
            <a:fillRect/>
          </a:stretch>
        </p:blipFill>
        <p:spPr>
          <a:xfrm>
            <a:off x="13560279" y="5119114"/>
            <a:ext cx="315275" cy="157275"/>
          </a:xfrm>
          <a:prstGeom prst="rect">
            <a:avLst/>
          </a:prstGeom>
        </p:spPr>
      </p:pic>
      <p:pic>
        <p:nvPicPr>
          <p:cNvPr id="349" name="object 349" descr=""/>
          <p:cNvPicPr/>
          <p:nvPr/>
        </p:nvPicPr>
        <p:blipFill>
          <a:blip r:embed="rId167" cstate="print"/>
          <a:stretch>
            <a:fillRect/>
          </a:stretch>
        </p:blipFill>
        <p:spPr>
          <a:xfrm>
            <a:off x="13933633" y="5112207"/>
            <a:ext cx="320011" cy="164183"/>
          </a:xfrm>
          <a:prstGeom prst="rect">
            <a:avLst/>
          </a:prstGeom>
        </p:spPr>
      </p:pic>
      <p:pic>
        <p:nvPicPr>
          <p:cNvPr id="350" name="object 350" descr="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14320601" y="5167198"/>
            <a:ext cx="84064" cy="84064"/>
          </a:xfrm>
          <a:prstGeom prst="rect">
            <a:avLst/>
          </a:prstGeom>
        </p:spPr>
      </p:pic>
      <p:sp>
        <p:nvSpPr>
          <p:cNvPr id="351" name="object 351" descr=""/>
          <p:cNvSpPr/>
          <p:nvPr/>
        </p:nvSpPr>
        <p:spPr>
          <a:xfrm>
            <a:off x="14474635" y="5118468"/>
            <a:ext cx="149860" cy="158750"/>
          </a:xfrm>
          <a:custGeom>
            <a:avLst/>
            <a:gdLst/>
            <a:ahLst/>
            <a:cxnLst/>
            <a:rect l="l" t="t" r="r" b="b"/>
            <a:pathLst>
              <a:path w="149859" h="158750">
                <a:moveTo>
                  <a:pt x="130898" y="108851"/>
                </a:moveTo>
                <a:lnTo>
                  <a:pt x="16649" y="108851"/>
                </a:lnTo>
                <a:lnTo>
                  <a:pt x="16649" y="117741"/>
                </a:lnTo>
                <a:lnTo>
                  <a:pt x="119062" y="117741"/>
                </a:lnTo>
                <a:lnTo>
                  <a:pt x="119062" y="158381"/>
                </a:lnTo>
                <a:lnTo>
                  <a:pt x="130898" y="158381"/>
                </a:lnTo>
                <a:lnTo>
                  <a:pt x="130898" y="117741"/>
                </a:lnTo>
                <a:lnTo>
                  <a:pt x="130898" y="108851"/>
                </a:lnTo>
                <a:close/>
              </a:path>
              <a:path w="149859" h="158750">
                <a:moveTo>
                  <a:pt x="149580" y="80441"/>
                </a:moveTo>
                <a:lnTo>
                  <a:pt x="80708" y="80441"/>
                </a:lnTo>
                <a:lnTo>
                  <a:pt x="80708" y="58343"/>
                </a:lnTo>
                <a:lnTo>
                  <a:pt x="134581" y="58343"/>
                </a:lnTo>
                <a:lnTo>
                  <a:pt x="134581" y="48806"/>
                </a:lnTo>
                <a:lnTo>
                  <a:pt x="108470" y="48806"/>
                </a:lnTo>
                <a:lnTo>
                  <a:pt x="108470" y="9931"/>
                </a:lnTo>
                <a:lnTo>
                  <a:pt x="134975" y="9931"/>
                </a:lnTo>
                <a:lnTo>
                  <a:pt x="134975" y="0"/>
                </a:lnTo>
                <a:lnTo>
                  <a:pt x="96761" y="0"/>
                </a:lnTo>
                <a:lnTo>
                  <a:pt x="96761" y="9931"/>
                </a:lnTo>
                <a:lnTo>
                  <a:pt x="96761" y="48806"/>
                </a:lnTo>
                <a:lnTo>
                  <a:pt x="52489" y="48806"/>
                </a:lnTo>
                <a:lnTo>
                  <a:pt x="52489" y="9931"/>
                </a:lnTo>
                <a:lnTo>
                  <a:pt x="96761" y="9931"/>
                </a:lnTo>
                <a:lnTo>
                  <a:pt x="96761" y="0"/>
                </a:lnTo>
                <a:lnTo>
                  <a:pt x="14274" y="0"/>
                </a:lnTo>
                <a:lnTo>
                  <a:pt x="14274" y="9931"/>
                </a:lnTo>
                <a:lnTo>
                  <a:pt x="40855" y="9931"/>
                </a:lnTo>
                <a:lnTo>
                  <a:pt x="40855" y="48806"/>
                </a:lnTo>
                <a:lnTo>
                  <a:pt x="14605" y="48806"/>
                </a:lnTo>
                <a:lnTo>
                  <a:pt x="14605" y="58343"/>
                </a:lnTo>
                <a:lnTo>
                  <a:pt x="69138" y="58343"/>
                </a:lnTo>
                <a:lnTo>
                  <a:pt x="69138" y="80441"/>
                </a:lnTo>
                <a:lnTo>
                  <a:pt x="0" y="80441"/>
                </a:lnTo>
                <a:lnTo>
                  <a:pt x="0" y="90246"/>
                </a:lnTo>
                <a:lnTo>
                  <a:pt x="149580" y="90246"/>
                </a:lnTo>
                <a:lnTo>
                  <a:pt x="149580" y="80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 descr=""/>
          <p:cNvSpPr/>
          <p:nvPr/>
        </p:nvSpPr>
        <p:spPr>
          <a:xfrm>
            <a:off x="14647037" y="5111749"/>
            <a:ext cx="146050" cy="86360"/>
          </a:xfrm>
          <a:custGeom>
            <a:avLst/>
            <a:gdLst/>
            <a:ahLst/>
            <a:cxnLst/>
            <a:rect l="l" t="t" r="r" b="b"/>
            <a:pathLst>
              <a:path w="146050" h="86360">
                <a:moveTo>
                  <a:pt x="75450" y="7239"/>
                </a:moveTo>
                <a:lnTo>
                  <a:pt x="63881" y="7239"/>
                </a:lnTo>
                <a:lnTo>
                  <a:pt x="63881" y="31750"/>
                </a:lnTo>
                <a:lnTo>
                  <a:pt x="63881" y="41922"/>
                </a:lnTo>
                <a:lnTo>
                  <a:pt x="63881" y="68580"/>
                </a:lnTo>
                <a:lnTo>
                  <a:pt x="11518" y="68580"/>
                </a:lnTo>
                <a:lnTo>
                  <a:pt x="11518" y="41922"/>
                </a:lnTo>
                <a:lnTo>
                  <a:pt x="63881" y="41922"/>
                </a:lnTo>
                <a:lnTo>
                  <a:pt x="63881" y="31750"/>
                </a:lnTo>
                <a:lnTo>
                  <a:pt x="11518" y="31750"/>
                </a:lnTo>
                <a:lnTo>
                  <a:pt x="11518" y="7620"/>
                </a:lnTo>
                <a:lnTo>
                  <a:pt x="0" y="7620"/>
                </a:lnTo>
                <a:lnTo>
                  <a:pt x="0" y="31750"/>
                </a:lnTo>
                <a:lnTo>
                  <a:pt x="0" y="41922"/>
                </a:lnTo>
                <a:lnTo>
                  <a:pt x="0" y="68580"/>
                </a:lnTo>
                <a:lnTo>
                  <a:pt x="0" y="78752"/>
                </a:lnTo>
                <a:lnTo>
                  <a:pt x="75450" y="78752"/>
                </a:lnTo>
                <a:lnTo>
                  <a:pt x="75450" y="31750"/>
                </a:lnTo>
                <a:lnTo>
                  <a:pt x="75450" y="7239"/>
                </a:lnTo>
                <a:close/>
              </a:path>
              <a:path w="146050" h="86360">
                <a:moveTo>
                  <a:pt x="145503" y="36830"/>
                </a:moveTo>
                <a:lnTo>
                  <a:pt x="120116" y="36830"/>
                </a:lnTo>
                <a:lnTo>
                  <a:pt x="120116" y="0"/>
                </a:lnTo>
                <a:lnTo>
                  <a:pt x="108343" y="0"/>
                </a:lnTo>
                <a:lnTo>
                  <a:pt x="108343" y="36830"/>
                </a:lnTo>
                <a:lnTo>
                  <a:pt x="108343" y="46990"/>
                </a:lnTo>
                <a:lnTo>
                  <a:pt x="108343" y="86360"/>
                </a:lnTo>
                <a:lnTo>
                  <a:pt x="120116" y="86360"/>
                </a:lnTo>
                <a:lnTo>
                  <a:pt x="120116" y="46990"/>
                </a:lnTo>
                <a:lnTo>
                  <a:pt x="145503" y="46990"/>
                </a:lnTo>
                <a:lnTo>
                  <a:pt x="145503" y="36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 descr=""/>
          <p:cNvSpPr/>
          <p:nvPr/>
        </p:nvSpPr>
        <p:spPr>
          <a:xfrm>
            <a:off x="14663751" y="5205729"/>
            <a:ext cx="109855" cy="68580"/>
          </a:xfrm>
          <a:custGeom>
            <a:avLst/>
            <a:gdLst/>
            <a:ahLst/>
            <a:cxnLst/>
            <a:rect l="l" t="t" r="r" b="b"/>
            <a:pathLst>
              <a:path w="109855" h="68579">
                <a:moveTo>
                  <a:pt x="109778" y="58420"/>
                </a:moveTo>
                <a:lnTo>
                  <a:pt x="11899" y="58420"/>
                </a:lnTo>
                <a:lnTo>
                  <a:pt x="11899" y="38100"/>
                </a:lnTo>
                <a:lnTo>
                  <a:pt x="103403" y="38100"/>
                </a:lnTo>
                <a:lnTo>
                  <a:pt x="103403" y="29210"/>
                </a:lnTo>
                <a:lnTo>
                  <a:pt x="103403" y="10160"/>
                </a:lnTo>
                <a:lnTo>
                  <a:pt x="103403" y="0"/>
                </a:lnTo>
                <a:lnTo>
                  <a:pt x="0" y="0"/>
                </a:lnTo>
                <a:lnTo>
                  <a:pt x="0" y="10160"/>
                </a:lnTo>
                <a:lnTo>
                  <a:pt x="91757" y="10160"/>
                </a:lnTo>
                <a:lnTo>
                  <a:pt x="91757" y="29210"/>
                </a:lnTo>
                <a:lnTo>
                  <a:pt x="393" y="29210"/>
                </a:lnTo>
                <a:lnTo>
                  <a:pt x="393" y="38100"/>
                </a:lnTo>
                <a:lnTo>
                  <a:pt x="393" y="58420"/>
                </a:lnTo>
                <a:lnTo>
                  <a:pt x="393" y="68580"/>
                </a:lnTo>
                <a:lnTo>
                  <a:pt x="109778" y="68580"/>
                </a:lnTo>
                <a:lnTo>
                  <a:pt x="109778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 descr=""/>
          <p:cNvSpPr/>
          <p:nvPr/>
        </p:nvSpPr>
        <p:spPr>
          <a:xfrm>
            <a:off x="9559765" y="5522161"/>
            <a:ext cx="57150" cy="12065"/>
          </a:xfrm>
          <a:custGeom>
            <a:avLst/>
            <a:gdLst/>
            <a:ahLst/>
            <a:cxnLst/>
            <a:rect l="l" t="t" r="r" b="b"/>
            <a:pathLst>
              <a:path w="57150" h="12064">
                <a:moveTo>
                  <a:pt x="56634" y="0"/>
                </a:moveTo>
                <a:lnTo>
                  <a:pt x="0" y="0"/>
                </a:lnTo>
                <a:lnTo>
                  <a:pt x="0" y="11774"/>
                </a:lnTo>
                <a:lnTo>
                  <a:pt x="56634" y="11774"/>
                </a:lnTo>
                <a:lnTo>
                  <a:pt x="56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5" name="object 355" descr="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9688211" y="5436057"/>
            <a:ext cx="128070" cy="164380"/>
          </a:xfrm>
          <a:prstGeom prst="rect">
            <a:avLst/>
          </a:prstGeom>
        </p:spPr>
      </p:pic>
      <p:sp>
        <p:nvSpPr>
          <p:cNvPr id="356" name="object 356" descr=""/>
          <p:cNvSpPr/>
          <p:nvPr/>
        </p:nvSpPr>
        <p:spPr>
          <a:xfrm>
            <a:off x="9854425" y="5436069"/>
            <a:ext cx="307340" cy="161290"/>
          </a:xfrm>
          <a:custGeom>
            <a:avLst/>
            <a:gdLst/>
            <a:ahLst/>
            <a:cxnLst/>
            <a:rect l="l" t="t" r="r" b="b"/>
            <a:pathLst>
              <a:path w="307340" h="161289">
                <a:moveTo>
                  <a:pt x="99987" y="58267"/>
                </a:moveTo>
                <a:lnTo>
                  <a:pt x="88671" y="58267"/>
                </a:lnTo>
                <a:lnTo>
                  <a:pt x="88671" y="120040"/>
                </a:lnTo>
                <a:lnTo>
                  <a:pt x="99987" y="120040"/>
                </a:lnTo>
                <a:lnTo>
                  <a:pt x="99987" y="58267"/>
                </a:lnTo>
                <a:close/>
              </a:path>
              <a:path w="307340" h="161289">
                <a:moveTo>
                  <a:pt x="99987" y="3479"/>
                </a:moveTo>
                <a:lnTo>
                  <a:pt x="88671" y="3479"/>
                </a:lnTo>
                <a:lnTo>
                  <a:pt x="88671" y="47790"/>
                </a:lnTo>
                <a:lnTo>
                  <a:pt x="63411" y="47790"/>
                </a:lnTo>
                <a:lnTo>
                  <a:pt x="63411" y="42024"/>
                </a:lnTo>
                <a:lnTo>
                  <a:pt x="63411" y="41440"/>
                </a:lnTo>
                <a:lnTo>
                  <a:pt x="63411" y="13347"/>
                </a:lnTo>
                <a:lnTo>
                  <a:pt x="52298" y="13347"/>
                </a:lnTo>
                <a:lnTo>
                  <a:pt x="52298" y="41440"/>
                </a:lnTo>
                <a:lnTo>
                  <a:pt x="52298" y="51600"/>
                </a:lnTo>
                <a:lnTo>
                  <a:pt x="52298" y="57950"/>
                </a:lnTo>
                <a:lnTo>
                  <a:pt x="52298" y="83350"/>
                </a:lnTo>
                <a:lnTo>
                  <a:pt x="11188" y="83350"/>
                </a:lnTo>
                <a:lnTo>
                  <a:pt x="11188" y="51600"/>
                </a:lnTo>
                <a:lnTo>
                  <a:pt x="52298" y="51600"/>
                </a:lnTo>
                <a:lnTo>
                  <a:pt x="52298" y="41440"/>
                </a:lnTo>
                <a:lnTo>
                  <a:pt x="11188" y="41440"/>
                </a:lnTo>
                <a:lnTo>
                  <a:pt x="11188" y="13500"/>
                </a:lnTo>
                <a:lnTo>
                  <a:pt x="0" y="13500"/>
                </a:lnTo>
                <a:lnTo>
                  <a:pt x="0" y="92240"/>
                </a:lnTo>
                <a:lnTo>
                  <a:pt x="63411" y="92240"/>
                </a:lnTo>
                <a:lnTo>
                  <a:pt x="63411" y="83350"/>
                </a:lnTo>
                <a:lnTo>
                  <a:pt x="63411" y="57950"/>
                </a:lnTo>
                <a:lnTo>
                  <a:pt x="99987" y="57950"/>
                </a:lnTo>
                <a:lnTo>
                  <a:pt x="99987" y="51600"/>
                </a:lnTo>
                <a:lnTo>
                  <a:pt x="99987" y="48336"/>
                </a:lnTo>
                <a:lnTo>
                  <a:pt x="99987" y="47790"/>
                </a:lnTo>
                <a:lnTo>
                  <a:pt x="99987" y="3479"/>
                </a:lnTo>
                <a:close/>
              </a:path>
              <a:path w="307340" h="161289">
                <a:moveTo>
                  <a:pt x="130708" y="0"/>
                </a:moveTo>
                <a:lnTo>
                  <a:pt x="119583" y="0"/>
                </a:lnTo>
                <a:lnTo>
                  <a:pt x="119583" y="124904"/>
                </a:lnTo>
                <a:lnTo>
                  <a:pt x="130708" y="124904"/>
                </a:lnTo>
                <a:lnTo>
                  <a:pt x="130708" y="0"/>
                </a:lnTo>
                <a:close/>
              </a:path>
              <a:path w="307340" h="161289">
                <a:moveTo>
                  <a:pt x="136093" y="150660"/>
                </a:moveTo>
                <a:lnTo>
                  <a:pt x="35979" y="150660"/>
                </a:lnTo>
                <a:lnTo>
                  <a:pt x="35979" y="107480"/>
                </a:lnTo>
                <a:lnTo>
                  <a:pt x="24269" y="107480"/>
                </a:lnTo>
                <a:lnTo>
                  <a:pt x="24269" y="150660"/>
                </a:lnTo>
                <a:lnTo>
                  <a:pt x="24269" y="160820"/>
                </a:lnTo>
                <a:lnTo>
                  <a:pt x="136093" y="160820"/>
                </a:lnTo>
                <a:lnTo>
                  <a:pt x="136093" y="150660"/>
                </a:lnTo>
                <a:close/>
              </a:path>
              <a:path w="307340" h="161289">
                <a:moveTo>
                  <a:pt x="289229" y="89700"/>
                </a:moveTo>
                <a:lnTo>
                  <a:pt x="188455" y="89700"/>
                </a:lnTo>
                <a:lnTo>
                  <a:pt x="188455" y="61760"/>
                </a:lnTo>
                <a:lnTo>
                  <a:pt x="283832" y="61760"/>
                </a:lnTo>
                <a:lnTo>
                  <a:pt x="283832" y="51600"/>
                </a:lnTo>
                <a:lnTo>
                  <a:pt x="188455" y="51600"/>
                </a:lnTo>
                <a:lnTo>
                  <a:pt x="188455" y="24930"/>
                </a:lnTo>
                <a:lnTo>
                  <a:pt x="287261" y="24930"/>
                </a:lnTo>
                <a:lnTo>
                  <a:pt x="287261" y="14770"/>
                </a:lnTo>
                <a:lnTo>
                  <a:pt x="176618" y="14770"/>
                </a:lnTo>
                <a:lnTo>
                  <a:pt x="176618" y="24930"/>
                </a:lnTo>
                <a:lnTo>
                  <a:pt x="176618" y="51600"/>
                </a:lnTo>
                <a:lnTo>
                  <a:pt x="176618" y="61760"/>
                </a:lnTo>
                <a:lnTo>
                  <a:pt x="176618" y="89700"/>
                </a:lnTo>
                <a:lnTo>
                  <a:pt x="176618" y="99860"/>
                </a:lnTo>
                <a:lnTo>
                  <a:pt x="289229" y="99860"/>
                </a:lnTo>
                <a:lnTo>
                  <a:pt x="289229" y="89700"/>
                </a:lnTo>
                <a:close/>
              </a:path>
              <a:path w="307340" h="161289">
                <a:moveTo>
                  <a:pt x="306920" y="131940"/>
                </a:moveTo>
                <a:lnTo>
                  <a:pt x="156616" y="131940"/>
                </a:lnTo>
                <a:lnTo>
                  <a:pt x="156616" y="142011"/>
                </a:lnTo>
                <a:lnTo>
                  <a:pt x="306920" y="142011"/>
                </a:lnTo>
                <a:lnTo>
                  <a:pt x="306920" y="1319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7" name="object 357" descr="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10224064" y="5436057"/>
            <a:ext cx="132346" cy="164183"/>
          </a:xfrm>
          <a:prstGeom prst="rect">
            <a:avLst/>
          </a:prstGeom>
        </p:spPr>
      </p:pic>
      <p:sp>
        <p:nvSpPr>
          <p:cNvPr id="358" name="object 358" descr=""/>
          <p:cNvSpPr/>
          <p:nvPr/>
        </p:nvSpPr>
        <p:spPr>
          <a:xfrm>
            <a:off x="10393833" y="5436869"/>
            <a:ext cx="146050" cy="160020"/>
          </a:xfrm>
          <a:custGeom>
            <a:avLst/>
            <a:gdLst/>
            <a:ahLst/>
            <a:cxnLst/>
            <a:rect l="l" t="t" r="r" b="b"/>
            <a:pathLst>
              <a:path w="146050" h="160020">
                <a:moveTo>
                  <a:pt x="75450" y="40640"/>
                </a:moveTo>
                <a:lnTo>
                  <a:pt x="11506" y="40640"/>
                </a:lnTo>
                <a:lnTo>
                  <a:pt x="11506" y="11430"/>
                </a:lnTo>
                <a:lnTo>
                  <a:pt x="0" y="11430"/>
                </a:lnTo>
                <a:lnTo>
                  <a:pt x="0" y="40640"/>
                </a:lnTo>
                <a:lnTo>
                  <a:pt x="0" y="49530"/>
                </a:lnTo>
                <a:lnTo>
                  <a:pt x="0" y="81280"/>
                </a:lnTo>
                <a:lnTo>
                  <a:pt x="0" y="91440"/>
                </a:lnTo>
                <a:lnTo>
                  <a:pt x="75450" y="91440"/>
                </a:lnTo>
                <a:lnTo>
                  <a:pt x="75450" y="81813"/>
                </a:lnTo>
                <a:lnTo>
                  <a:pt x="75450" y="81280"/>
                </a:lnTo>
                <a:lnTo>
                  <a:pt x="75450" y="49580"/>
                </a:lnTo>
                <a:lnTo>
                  <a:pt x="63868" y="49580"/>
                </a:lnTo>
                <a:lnTo>
                  <a:pt x="63868" y="81280"/>
                </a:lnTo>
                <a:lnTo>
                  <a:pt x="11506" y="81280"/>
                </a:lnTo>
                <a:lnTo>
                  <a:pt x="11506" y="49530"/>
                </a:lnTo>
                <a:lnTo>
                  <a:pt x="75450" y="49530"/>
                </a:lnTo>
                <a:lnTo>
                  <a:pt x="75450" y="40640"/>
                </a:lnTo>
                <a:close/>
              </a:path>
              <a:path w="146050" h="160020">
                <a:moveTo>
                  <a:pt x="75450" y="11099"/>
                </a:moveTo>
                <a:lnTo>
                  <a:pt x="63868" y="11099"/>
                </a:lnTo>
                <a:lnTo>
                  <a:pt x="63868" y="40106"/>
                </a:lnTo>
                <a:lnTo>
                  <a:pt x="75450" y="40106"/>
                </a:lnTo>
                <a:lnTo>
                  <a:pt x="75450" y="11099"/>
                </a:lnTo>
                <a:close/>
              </a:path>
              <a:path w="146050" h="160020">
                <a:moveTo>
                  <a:pt x="128130" y="149860"/>
                </a:moveTo>
                <a:lnTo>
                  <a:pt x="30060" y="149860"/>
                </a:lnTo>
                <a:lnTo>
                  <a:pt x="30060" y="107950"/>
                </a:lnTo>
                <a:lnTo>
                  <a:pt x="18478" y="107950"/>
                </a:lnTo>
                <a:lnTo>
                  <a:pt x="18478" y="149860"/>
                </a:lnTo>
                <a:lnTo>
                  <a:pt x="18478" y="160020"/>
                </a:lnTo>
                <a:lnTo>
                  <a:pt x="128130" y="160020"/>
                </a:lnTo>
                <a:lnTo>
                  <a:pt x="128130" y="149860"/>
                </a:lnTo>
                <a:close/>
              </a:path>
              <a:path w="146050" h="160020">
                <a:moveTo>
                  <a:pt x="145503" y="49530"/>
                </a:moveTo>
                <a:lnTo>
                  <a:pt x="120116" y="49530"/>
                </a:lnTo>
                <a:lnTo>
                  <a:pt x="120116" y="0"/>
                </a:lnTo>
                <a:lnTo>
                  <a:pt x="108331" y="0"/>
                </a:lnTo>
                <a:lnTo>
                  <a:pt x="108331" y="49530"/>
                </a:lnTo>
                <a:lnTo>
                  <a:pt x="108331" y="59690"/>
                </a:lnTo>
                <a:lnTo>
                  <a:pt x="108331" y="119380"/>
                </a:lnTo>
                <a:lnTo>
                  <a:pt x="120116" y="119380"/>
                </a:lnTo>
                <a:lnTo>
                  <a:pt x="120116" y="59690"/>
                </a:lnTo>
                <a:lnTo>
                  <a:pt x="145503" y="59690"/>
                </a:lnTo>
                <a:lnTo>
                  <a:pt x="145503" y="49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9" name="object 359" descr=""/>
          <p:cNvGrpSpPr/>
          <p:nvPr/>
        </p:nvGrpSpPr>
        <p:grpSpPr>
          <a:xfrm>
            <a:off x="10600838" y="5436057"/>
            <a:ext cx="351790" cy="165100"/>
            <a:chOff x="10600838" y="5436057"/>
            <a:chExt cx="351790" cy="165100"/>
          </a:xfrm>
        </p:grpSpPr>
        <p:pic>
          <p:nvPicPr>
            <p:cNvPr id="360" name="object 360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0600838" y="5436057"/>
              <a:ext cx="130767" cy="161815"/>
            </a:xfrm>
            <a:prstGeom prst="rect">
              <a:avLst/>
            </a:prstGeom>
          </p:spPr>
        </p:pic>
        <p:pic>
          <p:nvPicPr>
            <p:cNvPr id="361" name="object 361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0768178" y="5436255"/>
              <a:ext cx="128465" cy="164314"/>
            </a:xfrm>
            <a:prstGeom prst="rect">
              <a:avLst/>
            </a:prstGeom>
          </p:spPr>
        </p:pic>
        <p:sp>
          <p:nvSpPr>
            <p:cNvPr id="362" name="object 362" descr=""/>
            <p:cNvSpPr/>
            <p:nvPr/>
          </p:nvSpPr>
          <p:spPr>
            <a:xfrm>
              <a:off x="10932164" y="5477892"/>
              <a:ext cx="20320" cy="88265"/>
            </a:xfrm>
            <a:custGeom>
              <a:avLst/>
              <a:gdLst/>
              <a:ahLst/>
              <a:cxnLst/>
              <a:rect l="l" t="t" r="r" b="b"/>
              <a:pathLst>
                <a:path w="20320" h="88264">
                  <a:moveTo>
                    <a:pt x="15523" y="0"/>
                  </a:moveTo>
                  <a:lnTo>
                    <a:pt x="4604" y="0"/>
                  </a:lnTo>
                  <a:lnTo>
                    <a:pt x="0" y="4473"/>
                  </a:lnTo>
                  <a:lnTo>
                    <a:pt x="131" y="9932"/>
                  </a:lnTo>
                  <a:lnTo>
                    <a:pt x="0" y="15392"/>
                  </a:lnTo>
                  <a:lnTo>
                    <a:pt x="4604" y="19865"/>
                  </a:lnTo>
                  <a:lnTo>
                    <a:pt x="15523" y="19865"/>
                  </a:lnTo>
                  <a:lnTo>
                    <a:pt x="19996" y="15392"/>
                  </a:lnTo>
                  <a:lnTo>
                    <a:pt x="19996" y="4473"/>
                  </a:lnTo>
                  <a:lnTo>
                    <a:pt x="15523" y="0"/>
                  </a:lnTo>
                  <a:close/>
                </a:path>
                <a:path w="20320" h="88264">
                  <a:moveTo>
                    <a:pt x="15523" y="68212"/>
                  </a:moveTo>
                  <a:lnTo>
                    <a:pt x="4604" y="68212"/>
                  </a:lnTo>
                  <a:lnTo>
                    <a:pt x="0" y="72685"/>
                  </a:lnTo>
                  <a:lnTo>
                    <a:pt x="131" y="78144"/>
                  </a:lnTo>
                  <a:lnTo>
                    <a:pt x="0" y="83604"/>
                  </a:lnTo>
                  <a:lnTo>
                    <a:pt x="4604" y="88077"/>
                  </a:lnTo>
                  <a:lnTo>
                    <a:pt x="15523" y="88077"/>
                  </a:lnTo>
                  <a:lnTo>
                    <a:pt x="19996" y="83604"/>
                  </a:lnTo>
                  <a:lnTo>
                    <a:pt x="19996" y="72685"/>
                  </a:lnTo>
                  <a:lnTo>
                    <a:pt x="15523" y="68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3" name="object 363" descr=""/>
          <p:cNvGrpSpPr/>
          <p:nvPr/>
        </p:nvGrpSpPr>
        <p:grpSpPr>
          <a:xfrm>
            <a:off x="11027304" y="5450840"/>
            <a:ext cx="396240" cy="135255"/>
            <a:chOff x="11027304" y="5450840"/>
            <a:chExt cx="396240" cy="135255"/>
          </a:xfrm>
        </p:grpSpPr>
        <p:pic>
          <p:nvPicPr>
            <p:cNvPr id="364" name="object 364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1027304" y="5450989"/>
              <a:ext cx="105310" cy="134714"/>
            </a:xfrm>
            <a:prstGeom prst="rect">
              <a:avLst/>
            </a:prstGeom>
          </p:spPr>
        </p:pic>
        <p:pic>
          <p:nvPicPr>
            <p:cNvPr id="365" name="object 365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1164649" y="5450840"/>
              <a:ext cx="258574" cy="134863"/>
            </a:xfrm>
            <a:prstGeom prst="rect">
              <a:avLst/>
            </a:prstGeom>
          </p:spPr>
        </p:pic>
      </p:grpSp>
      <p:grpSp>
        <p:nvGrpSpPr>
          <p:cNvPr id="366" name="object 366" descr=""/>
          <p:cNvGrpSpPr/>
          <p:nvPr/>
        </p:nvGrpSpPr>
        <p:grpSpPr>
          <a:xfrm>
            <a:off x="11487928" y="5450989"/>
            <a:ext cx="398780" cy="137160"/>
            <a:chOff x="11487928" y="5450989"/>
            <a:chExt cx="398780" cy="137160"/>
          </a:xfrm>
        </p:grpSpPr>
        <p:sp>
          <p:nvSpPr>
            <p:cNvPr id="367" name="object 367" descr=""/>
            <p:cNvSpPr/>
            <p:nvPr/>
          </p:nvSpPr>
          <p:spPr>
            <a:xfrm>
              <a:off x="11487928" y="5450989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1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1" y="134714"/>
                  </a:lnTo>
                  <a:lnTo>
                    <a:pt x="13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8" name="object 368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1533118" y="5450989"/>
              <a:ext cx="105310" cy="134714"/>
            </a:xfrm>
            <a:prstGeom prst="rect">
              <a:avLst/>
            </a:prstGeom>
          </p:spPr>
        </p:pic>
        <p:pic>
          <p:nvPicPr>
            <p:cNvPr id="369" name="object 369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1670463" y="5450989"/>
              <a:ext cx="87879" cy="134714"/>
            </a:xfrm>
            <a:prstGeom prst="rect">
              <a:avLst/>
            </a:prstGeom>
          </p:spPr>
        </p:pic>
        <p:pic>
          <p:nvPicPr>
            <p:cNvPr id="370" name="object 370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1783602" y="5450989"/>
              <a:ext cx="102745" cy="137016"/>
            </a:xfrm>
            <a:prstGeom prst="rect">
              <a:avLst/>
            </a:prstGeom>
          </p:spPr>
        </p:pic>
      </p:grpSp>
      <p:sp>
        <p:nvSpPr>
          <p:cNvPr id="371" name="object 371" descr=""/>
          <p:cNvSpPr/>
          <p:nvPr/>
        </p:nvSpPr>
        <p:spPr>
          <a:xfrm>
            <a:off x="11910289" y="5450839"/>
            <a:ext cx="99060" cy="134620"/>
          </a:xfrm>
          <a:custGeom>
            <a:avLst/>
            <a:gdLst/>
            <a:ahLst/>
            <a:cxnLst/>
            <a:rect l="l" t="t" r="r" b="b"/>
            <a:pathLst>
              <a:path w="99059" h="134620">
                <a:moveTo>
                  <a:pt x="98526" y="0"/>
                </a:moveTo>
                <a:lnTo>
                  <a:pt x="0" y="0"/>
                </a:lnTo>
                <a:lnTo>
                  <a:pt x="0" y="11430"/>
                </a:lnTo>
                <a:lnTo>
                  <a:pt x="42684" y="11430"/>
                </a:lnTo>
                <a:lnTo>
                  <a:pt x="42684" y="134620"/>
                </a:lnTo>
                <a:lnTo>
                  <a:pt x="55968" y="134620"/>
                </a:lnTo>
                <a:lnTo>
                  <a:pt x="55968" y="11430"/>
                </a:lnTo>
                <a:lnTo>
                  <a:pt x="98526" y="11430"/>
                </a:lnTo>
                <a:lnTo>
                  <a:pt x="985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2" name="object 372" descr=""/>
          <p:cNvGrpSpPr/>
          <p:nvPr/>
        </p:nvGrpSpPr>
        <p:grpSpPr>
          <a:xfrm>
            <a:off x="12072277" y="5449081"/>
            <a:ext cx="701675" cy="139065"/>
            <a:chOff x="12072277" y="5449081"/>
            <a:chExt cx="701675" cy="139065"/>
          </a:xfrm>
        </p:grpSpPr>
        <p:pic>
          <p:nvPicPr>
            <p:cNvPr id="373" name="object 373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2072277" y="5449081"/>
              <a:ext cx="441768" cy="138924"/>
            </a:xfrm>
            <a:prstGeom prst="rect">
              <a:avLst/>
            </a:prstGeom>
          </p:spPr>
        </p:pic>
        <p:sp>
          <p:nvSpPr>
            <p:cNvPr id="374" name="object 374" descr=""/>
            <p:cNvSpPr/>
            <p:nvPr/>
          </p:nvSpPr>
          <p:spPr>
            <a:xfrm>
              <a:off x="12537986" y="5450839"/>
              <a:ext cx="80645" cy="134620"/>
            </a:xfrm>
            <a:custGeom>
              <a:avLst/>
              <a:gdLst/>
              <a:ahLst/>
              <a:cxnLst/>
              <a:rect l="l" t="t" r="r" b="b"/>
              <a:pathLst>
                <a:path w="80645" h="134620">
                  <a:moveTo>
                    <a:pt x="80111" y="123190"/>
                  </a:moveTo>
                  <a:lnTo>
                    <a:pt x="13220" y="123190"/>
                  </a:lnTo>
                  <a:lnTo>
                    <a:pt x="13220" y="73660"/>
                  </a:lnTo>
                  <a:lnTo>
                    <a:pt x="74714" y="73660"/>
                  </a:lnTo>
                  <a:lnTo>
                    <a:pt x="74714" y="60960"/>
                  </a:lnTo>
                  <a:lnTo>
                    <a:pt x="13220" y="60960"/>
                  </a:lnTo>
                  <a:lnTo>
                    <a:pt x="13220" y="11430"/>
                  </a:lnTo>
                  <a:lnTo>
                    <a:pt x="78930" y="11430"/>
                  </a:lnTo>
                  <a:lnTo>
                    <a:pt x="78930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0" y="123190"/>
                  </a:lnTo>
                  <a:lnTo>
                    <a:pt x="0" y="134620"/>
                  </a:lnTo>
                  <a:lnTo>
                    <a:pt x="80111" y="134620"/>
                  </a:lnTo>
                  <a:lnTo>
                    <a:pt x="80111" y="123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5" name="object 375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2644944" y="5450989"/>
              <a:ext cx="128465" cy="134714"/>
            </a:xfrm>
            <a:prstGeom prst="rect">
              <a:avLst/>
            </a:prstGeom>
          </p:spPr>
        </p:pic>
      </p:grpSp>
      <p:pic>
        <p:nvPicPr>
          <p:cNvPr id="376" name="object 376" descr="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12851816" y="5491048"/>
            <a:ext cx="84064" cy="84064"/>
          </a:xfrm>
          <a:prstGeom prst="rect">
            <a:avLst/>
          </a:prstGeom>
        </p:spPr>
      </p:pic>
      <p:grpSp>
        <p:nvGrpSpPr>
          <p:cNvPr id="377" name="object 377" descr=""/>
          <p:cNvGrpSpPr/>
          <p:nvPr/>
        </p:nvGrpSpPr>
        <p:grpSpPr>
          <a:xfrm>
            <a:off x="13014607" y="5450989"/>
            <a:ext cx="196215" cy="135255"/>
            <a:chOff x="13014607" y="5450989"/>
            <a:chExt cx="196215" cy="135255"/>
          </a:xfrm>
        </p:grpSpPr>
        <p:sp>
          <p:nvSpPr>
            <p:cNvPr id="378" name="object 378" descr=""/>
            <p:cNvSpPr/>
            <p:nvPr/>
          </p:nvSpPr>
          <p:spPr>
            <a:xfrm>
              <a:off x="13014605" y="5450992"/>
              <a:ext cx="58419" cy="135255"/>
            </a:xfrm>
            <a:custGeom>
              <a:avLst/>
              <a:gdLst/>
              <a:ahLst/>
              <a:cxnLst/>
              <a:rect l="l" t="t" r="r" b="b"/>
              <a:pathLst>
                <a:path w="58419" h="135254">
                  <a:moveTo>
                    <a:pt x="13220" y="0"/>
                  </a:moveTo>
                  <a:lnTo>
                    <a:pt x="0" y="0"/>
                  </a:lnTo>
                  <a:lnTo>
                    <a:pt x="0" y="134721"/>
                  </a:lnTo>
                  <a:lnTo>
                    <a:pt x="13220" y="134721"/>
                  </a:lnTo>
                  <a:lnTo>
                    <a:pt x="13220" y="0"/>
                  </a:lnTo>
                  <a:close/>
                </a:path>
                <a:path w="58419" h="135254">
                  <a:moveTo>
                    <a:pt x="58407" y="0"/>
                  </a:moveTo>
                  <a:lnTo>
                    <a:pt x="45186" y="0"/>
                  </a:lnTo>
                  <a:lnTo>
                    <a:pt x="45186" y="134721"/>
                  </a:lnTo>
                  <a:lnTo>
                    <a:pt x="58407" y="134721"/>
                  </a:lnTo>
                  <a:lnTo>
                    <a:pt x="584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9" name="object 379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3104986" y="5450989"/>
              <a:ext cx="105311" cy="134714"/>
            </a:xfrm>
            <a:prstGeom prst="rect">
              <a:avLst/>
            </a:prstGeom>
          </p:spPr>
        </p:pic>
      </p:grpSp>
      <p:grpSp>
        <p:nvGrpSpPr>
          <p:cNvPr id="380" name="object 380" descr=""/>
          <p:cNvGrpSpPr/>
          <p:nvPr/>
        </p:nvGrpSpPr>
        <p:grpSpPr>
          <a:xfrm>
            <a:off x="13242331" y="5450989"/>
            <a:ext cx="215900" cy="137160"/>
            <a:chOff x="13242331" y="5450989"/>
            <a:chExt cx="215900" cy="137160"/>
          </a:xfrm>
        </p:grpSpPr>
        <p:pic>
          <p:nvPicPr>
            <p:cNvPr id="381" name="object 381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3355470" y="5450989"/>
              <a:ext cx="102746" cy="137016"/>
            </a:xfrm>
            <a:prstGeom prst="rect">
              <a:avLst/>
            </a:prstGeom>
          </p:spPr>
        </p:pic>
        <p:pic>
          <p:nvPicPr>
            <p:cNvPr id="382" name="object 382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3242331" y="5450989"/>
              <a:ext cx="87880" cy="134714"/>
            </a:xfrm>
            <a:prstGeom prst="rect">
              <a:avLst/>
            </a:prstGeom>
          </p:spPr>
        </p:pic>
      </p:grpSp>
      <p:grpSp>
        <p:nvGrpSpPr>
          <p:cNvPr id="383" name="object 383" descr=""/>
          <p:cNvGrpSpPr/>
          <p:nvPr/>
        </p:nvGrpSpPr>
        <p:grpSpPr>
          <a:xfrm>
            <a:off x="13482160" y="5449081"/>
            <a:ext cx="795655" cy="139065"/>
            <a:chOff x="13482160" y="5449081"/>
            <a:chExt cx="795655" cy="139065"/>
          </a:xfrm>
        </p:grpSpPr>
        <p:sp>
          <p:nvSpPr>
            <p:cNvPr id="384" name="object 384" descr=""/>
            <p:cNvSpPr/>
            <p:nvPr/>
          </p:nvSpPr>
          <p:spPr>
            <a:xfrm>
              <a:off x="13482155" y="5450839"/>
              <a:ext cx="99060" cy="134620"/>
            </a:xfrm>
            <a:custGeom>
              <a:avLst/>
              <a:gdLst/>
              <a:ahLst/>
              <a:cxnLst/>
              <a:rect l="l" t="t" r="r" b="b"/>
              <a:pathLst>
                <a:path w="99059" h="134620">
                  <a:moveTo>
                    <a:pt x="98539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42684" y="11430"/>
                  </a:lnTo>
                  <a:lnTo>
                    <a:pt x="42684" y="134620"/>
                  </a:lnTo>
                  <a:lnTo>
                    <a:pt x="55981" y="134620"/>
                  </a:lnTo>
                  <a:lnTo>
                    <a:pt x="55981" y="11430"/>
                  </a:lnTo>
                  <a:lnTo>
                    <a:pt x="98539" y="11430"/>
                  </a:lnTo>
                  <a:lnTo>
                    <a:pt x="985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5" name="object 385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3604639" y="5450839"/>
              <a:ext cx="206742" cy="134863"/>
            </a:xfrm>
            <a:prstGeom prst="rect">
              <a:avLst/>
            </a:prstGeom>
          </p:spPr>
        </p:pic>
        <p:sp>
          <p:nvSpPr>
            <p:cNvPr id="386" name="object 386" descr=""/>
            <p:cNvSpPr/>
            <p:nvPr/>
          </p:nvSpPr>
          <p:spPr>
            <a:xfrm>
              <a:off x="13830847" y="5450839"/>
              <a:ext cx="80645" cy="134620"/>
            </a:xfrm>
            <a:custGeom>
              <a:avLst/>
              <a:gdLst/>
              <a:ahLst/>
              <a:cxnLst/>
              <a:rect l="l" t="t" r="r" b="b"/>
              <a:pathLst>
                <a:path w="80644" h="134620">
                  <a:moveTo>
                    <a:pt x="80111" y="123190"/>
                  </a:moveTo>
                  <a:lnTo>
                    <a:pt x="13220" y="123190"/>
                  </a:lnTo>
                  <a:lnTo>
                    <a:pt x="13220" y="73660"/>
                  </a:lnTo>
                  <a:lnTo>
                    <a:pt x="74726" y="73660"/>
                  </a:lnTo>
                  <a:lnTo>
                    <a:pt x="74726" y="60960"/>
                  </a:lnTo>
                  <a:lnTo>
                    <a:pt x="13220" y="60960"/>
                  </a:lnTo>
                  <a:lnTo>
                    <a:pt x="13220" y="11430"/>
                  </a:lnTo>
                  <a:lnTo>
                    <a:pt x="78930" y="11430"/>
                  </a:lnTo>
                  <a:lnTo>
                    <a:pt x="78930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0" y="123190"/>
                  </a:lnTo>
                  <a:lnTo>
                    <a:pt x="0" y="134620"/>
                  </a:lnTo>
                  <a:lnTo>
                    <a:pt x="80111" y="134620"/>
                  </a:lnTo>
                  <a:lnTo>
                    <a:pt x="80111" y="123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7" name="object 387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3937807" y="5450989"/>
              <a:ext cx="105310" cy="134714"/>
            </a:xfrm>
            <a:prstGeom prst="rect">
              <a:avLst/>
            </a:prstGeom>
          </p:spPr>
        </p:pic>
        <p:pic>
          <p:nvPicPr>
            <p:cNvPr id="388" name="object 388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4067127" y="5449081"/>
              <a:ext cx="210359" cy="138924"/>
            </a:xfrm>
            <a:prstGeom prst="rect">
              <a:avLst/>
            </a:prstGeom>
          </p:spPr>
        </p:pic>
      </p:grpSp>
      <p:grpSp>
        <p:nvGrpSpPr>
          <p:cNvPr id="389" name="object 389" descr=""/>
          <p:cNvGrpSpPr/>
          <p:nvPr/>
        </p:nvGrpSpPr>
        <p:grpSpPr>
          <a:xfrm>
            <a:off x="14344015" y="5436057"/>
            <a:ext cx="969644" cy="164465"/>
            <a:chOff x="14344015" y="5436057"/>
            <a:chExt cx="969644" cy="164465"/>
          </a:xfrm>
        </p:grpSpPr>
        <p:pic>
          <p:nvPicPr>
            <p:cNvPr id="390" name="object 390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4344015" y="5436255"/>
              <a:ext cx="136095" cy="160039"/>
            </a:xfrm>
            <a:prstGeom prst="rect">
              <a:avLst/>
            </a:prstGeom>
          </p:spPr>
        </p:pic>
        <p:pic>
          <p:nvPicPr>
            <p:cNvPr id="391" name="object 391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4512145" y="5436057"/>
              <a:ext cx="127609" cy="164380"/>
            </a:xfrm>
            <a:prstGeom prst="rect">
              <a:avLst/>
            </a:prstGeom>
          </p:spPr>
        </p:pic>
        <p:pic>
          <p:nvPicPr>
            <p:cNvPr id="392" name="object 392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4667382" y="5436057"/>
              <a:ext cx="142278" cy="164183"/>
            </a:xfrm>
            <a:prstGeom prst="rect">
              <a:avLst/>
            </a:prstGeom>
          </p:spPr>
        </p:pic>
        <p:pic>
          <p:nvPicPr>
            <p:cNvPr id="393" name="object 393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14840511" y="5436057"/>
              <a:ext cx="128070" cy="164380"/>
            </a:xfrm>
            <a:prstGeom prst="rect">
              <a:avLst/>
            </a:prstGeom>
          </p:spPr>
        </p:pic>
        <p:pic>
          <p:nvPicPr>
            <p:cNvPr id="394" name="object 394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4998642" y="5448095"/>
              <a:ext cx="315012" cy="131014"/>
            </a:xfrm>
            <a:prstGeom prst="rect">
              <a:avLst/>
            </a:prstGeom>
          </p:spPr>
        </p:pic>
      </p:grpSp>
      <p:grpSp>
        <p:nvGrpSpPr>
          <p:cNvPr id="395" name="object 395" descr=""/>
          <p:cNvGrpSpPr/>
          <p:nvPr/>
        </p:nvGrpSpPr>
        <p:grpSpPr>
          <a:xfrm>
            <a:off x="15373267" y="5436254"/>
            <a:ext cx="483234" cy="160655"/>
            <a:chOff x="15373267" y="5436254"/>
            <a:chExt cx="483234" cy="160655"/>
          </a:xfrm>
        </p:grpSpPr>
        <p:sp>
          <p:nvSpPr>
            <p:cNvPr id="396" name="object 396" descr=""/>
            <p:cNvSpPr/>
            <p:nvPr/>
          </p:nvSpPr>
          <p:spPr>
            <a:xfrm>
              <a:off x="15392210" y="5450839"/>
              <a:ext cx="113664" cy="69850"/>
            </a:xfrm>
            <a:custGeom>
              <a:avLst/>
              <a:gdLst/>
              <a:ahLst/>
              <a:cxnLst/>
              <a:rect l="l" t="t" r="r" b="b"/>
              <a:pathLst>
                <a:path w="113665" h="69850">
                  <a:moveTo>
                    <a:pt x="113665" y="59690"/>
                  </a:moveTo>
                  <a:lnTo>
                    <a:pt x="11836" y="59690"/>
                  </a:lnTo>
                  <a:lnTo>
                    <a:pt x="11836" y="0"/>
                  </a:lnTo>
                  <a:lnTo>
                    <a:pt x="0" y="0"/>
                  </a:lnTo>
                  <a:lnTo>
                    <a:pt x="0" y="59690"/>
                  </a:lnTo>
                  <a:lnTo>
                    <a:pt x="0" y="69850"/>
                  </a:lnTo>
                  <a:lnTo>
                    <a:pt x="113665" y="69850"/>
                  </a:lnTo>
                  <a:lnTo>
                    <a:pt x="113665" y="596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7" name="object 397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5373267" y="5436254"/>
              <a:ext cx="482615" cy="160039"/>
            </a:xfrm>
            <a:prstGeom prst="rect">
              <a:avLst/>
            </a:prstGeom>
          </p:spPr>
        </p:pic>
      </p:grpSp>
      <p:grpSp>
        <p:nvGrpSpPr>
          <p:cNvPr id="398" name="object 398" descr=""/>
          <p:cNvGrpSpPr/>
          <p:nvPr/>
        </p:nvGrpSpPr>
        <p:grpSpPr>
          <a:xfrm>
            <a:off x="15915896" y="5436057"/>
            <a:ext cx="303530" cy="162560"/>
            <a:chOff x="15915896" y="5436057"/>
            <a:chExt cx="303530" cy="162560"/>
          </a:xfrm>
        </p:grpSpPr>
        <p:pic>
          <p:nvPicPr>
            <p:cNvPr id="399" name="object 399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5915896" y="5436255"/>
              <a:ext cx="137345" cy="160039"/>
            </a:xfrm>
            <a:prstGeom prst="rect">
              <a:avLst/>
            </a:prstGeom>
          </p:spPr>
        </p:pic>
        <p:pic>
          <p:nvPicPr>
            <p:cNvPr id="400" name="object 400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6080802" y="5436057"/>
              <a:ext cx="138528" cy="162538"/>
            </a:xfrm>
            <a:prstGeom prst="rect">
              <a:avLst/>
            </a:prstGeom>
          </p:spPr>
        </p:pic>
      </p:grpSp>
      <p:sp>
        <p:nvSpPr>
          <p:cNvPr id="401" name="object 401" descr=""/>
          <p:cNvSpPr/>
          <p:nvPr/>
        </p:nvSpPr>
        <p:spPr>
          <a:xfrm>
            <a:off x="9559765" y="5846011"/>
            <a:ext cx="57150" cy="12065"/>
          </a:xfrm>
          <a:custGeom>
            <a:avLst/>
            <a:gdLst/>
            <a:ahLst/>
            <a:cxnLst/>
            <a:rect l="l" t="t" r="r" b="b"/>
            <a:pathLst>
              <a:path w="57150" h="12064">
                <a:moveTo>
                  <a:pt x="56634" y="0"/>
                </a:moveTo>
                <a:lnTo>
                  <a:pt x="0" y="0"/>
                </a:lnTo>
                <a:lnTo>
                  <a:pt x="0" y="11774"/>
                </a:lnTo>
                <a:lnTo>
                  <a:pt x="56634" y="11774"/>
                </a:lnTo>
                <a:lnTo>
                  <a:pt x="56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2" name="object 402" descr=""/>
          <p:cNvGrpSpPr/>
          <p:nvPr/>
        </p:nvGrpSpPr>
        <p:grpSpPr>
          <a:xfrm>
            <a:off x="9680975" y="5759907"/>
            <a:ext cx="762635" cy="170180"/>
            <a:chOff x="9680975" y="5759907"/>
            <a:chExt cx="762635" cy="170180"/>
          </a:xfrm>
        </p:grpSpPr>
        <p:pic>
          <p:nvPicPr>
            <p:cNvPr id="403" name="object 403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9680975" y="5759907"/>
              <a:ext cx="140305" cy="160236"/>
            </a:xfrm>
            <a:prstGeom prst="rect">
              <a:avLst/>
            </a:prstGeom>
          </p:spPr>
        </p:pic>
        <p:pic>
          <p:nvPicPr>
            <p:cNvPr id="404" name="object 404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9842198" y="5768525"/>
              <a:ext cx="176943" cy="161288"/>
            </a:xfrm>
            <a:prstGeom prst="rect">
              <a:avLst/>
            </a:prstGeom>
          </p:spPr>
        </p:pic>
        <p:sp>
          <p:nvSpPr>
            <p:cNvPr id="405" name="object 405" descr=""/>
            <p:cNvSpPr/>
            <p:nvPr/>
          </p:nvSpPr>
          <p:spPr>
            <a:xfrm>
              <a:off x="10051110" y="5774839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1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1" y="134714"/>
                  </a:lnTo>
                  <a:lnTo>
                    <a:pt x="13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10087026" y="5759907"/>
              <a:ext cx="153329" cy="160236"/>
            </a:xfrm>
            <a:prstGeom prst="rect">
              <a:avLst/>
            </a:prstGeom>
          </p:spPr>
        </p:pic>
        <p:pic>
          <p:nvPicPr>
            <p:cNvPr id="407" name="object 407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0261733" y="5759907"/>
              <a:ext cx="125440" cy="164380"/>
            </a:xfrm>
            <a:prstGeom prst="rect">
              <a:avLst/>
            </a:prstGeom>
          </p:spPr>
        </p:pic>
        <p:sp>
          <p:nvSpPr>
            <p:cNvPr id="408" name="object 408" descr=""/>
            <p:cNvSpPr/>
            <p:nvPr/>
          </p:nvSpPr>
          <p:spPr>
            <a:xfrm>
              <a:off x="10423088" y="5801742"/>
              <a:ext cx="20320" cy="88265"/>
            </a:xfrm>
            <a:custGeom>
              <a:avLst/>
              <a:gdLst/>
              <a:ahLst/>
              <a:cxnLst/>
              <a:rect l="l" t="t" r="r" b="b"/>
              <a:pathLst>
                <a:path w="20320" h="88264">
                  <a:moveTo>
                    <a:pt x="15523" y="0"/>
                  </a:moveTo>
                  <a:lnTo>
                    <a:pt x="4604" y="0"/>
                  </a:lnTo>
                  <a:lnTo>
                    <a:pt x="0" y="4473"/>
                  </a:lnTo>
                  <a:lnTo>
                    <a:pt x="131" y="9932"/>
                  </a:lnTo>
                  <a:lnTo>
                    <a:pt x="0" y="15392"/>
                  </a:lnTo>
                  <a:lnTo>
                    <a:pt x="4604" y="19865"/>
                  </a:lnTo>
                  <a:lnTo>
                    <a:pt x="15523" y="19865"/>
                  </a:lnTo>
                  <a:lnTo>
                    <a:pt x="19996" y="15392"/>
                  </a:lnTo>
                  <a:lnTo>
                    <a:pt x="19996" y="4473"/>
                  </a:lnTo>
                  <a:lnTo>
                    <a:pt x="15523" y="0"/>
                  </a:lnTo>
                  <a:close/>
                </a:path>
                <a:path w="20320" h="88264">
                  <a:moveTo>
                    <a:pt x="15523" y="68212"/>
                  </a:moveTo>
                  <a:lnTo>
                    <a:pt x="4604" y="68212"/>
                  </a:lnTo>
                  <a:lnTo>
                    <a:pt x="0" y="72685"/>
                  </a:lnTo>
                  <a:lnTo>
                    <a:pt x="131" y="78144"/>
                  </a:lnTo>
                  <a:lnTo>
                    <a:pt x="0" y="83604"/>
                  </a:lnTo>
                  <a:lnTo>
                    <a:pt x="4604" y="88077"/>
                  </a:lnTo>
                  <a:lnTo>
                    <a:pt x="15523" y="88077"/>
                  </a:lnTo>
                  <a:lnTo>
                    <a:pt x="19996" y="83604"/>
                  </a:lnTo>
                  <a:lnTo>
                    <a:pt x="19996" y="72685"/>
                  </a:lnTo>
                  <a:lnTo>
                    <a:pt x="15523" y="68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9" name="object 409" descr=""/>
          <p:cNvGrpSpPr/>
          <p:nvPr/>
        </p:nvGrpSpPr>
        <p:grpSpPr>
          <a:xfrm>
            <a:off x="10558083" y="5772997"/>
            <a:ext cx="1152525" cy="139065"/>
            <a:chOff x="10558083" y="5772997"/>
            <a:chExt cx="1152525" cy="139065"/>
          </a:xfrm>
        </p:grpSpPr>
        <p:pic>
          <p:nvPicPr>
            <p:cNvPr id="410" name="object 410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10558083" y="5772997"/>
              <a:ext cx="240025" cy="138397"/>
            </a:xfrm>
            <a:prstGeom prst="rect">
              <a:avLst/>
            </a:prstGeom>
          </p:spPr>
        </p:pic>
        <p:pic>
          <p:nvPicPr>
            <p:cNvPr id="411" name="object 411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0817579" y="5774839"/>
              <a:ext cx="128464" cy="134714"/>
            </a:xfrm>
            <a:prstGeom prst="rect">
              <a:avLst/>
            </a:prstGeom>
          </p:spPr>
        </p:pic>
        <p:sp>
          <p:nvSpPr>
            <p:cNvPr id="412" name="object 412" descr=""/>
            <p:cNvSpPr/>
            <p:nvPr/>
          </p:nvSpPr>
          <p:spPr>
            <a:xfrm>
              <a:off x="10978070" y="5774689"/>
              <a:ext cx="80645" cy="134620"/>
            </a:xfrm>
            <a:custGeom>
              <a:avLst/>
              <a:gdLst/>
              <a:ahLst/>
              <a:cxnLst/>
              <a:rect l="l" t="t" r="r" b="b"/>
              <a:pathLst>
                <a:path w="80645" h="134620">
                  <a:moveTo>
                    <a:pt x="80124" y="123190"/>
                  </a:moveTo>
                  <a:lnTo>
                    <a:pt x="13220" y="123190"/>
                  </a:lnTo>
                  <a:lnTo>
                    <a:pt x="13220" y="73660"/>
                  </a:lnTo>
                  <a:lnTo>
                    <a:pt x="74726" y="73660"/>
                  </a:lnTo>
                  <a:lnTo>
                    <a:pt x="74726" y="60960"/>
                  </a:lnTo>
                  <a:lnTo>
                    <a:pt x="13220" y="60960"/>
                  </a:lnTo>
                  <a:lnTo>
                    <a:pt x="13220" y="11430"/>
                  </a:lnTo>
                  <a:lnTo>
                    <a:pt x="78930" y="11430"/>
                  </a:lnTo>
                  <a:lnTo>
                    <a:pt x="78930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0" y="123190"/>
                  </a:lnTo>
                  <a:lnTo>
                    <a:pt x="0" y="134620"/>
                  </a:lnTo>
                  <a:lnTo>
                    <a:pt x="80124" y="134620"/>
                  </a:lnTo>
                  <a:lnTo>
                    <a:pt x="80124" y="123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3" name="object 413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11079113" y="5772997"/>
              <a:ext cx="242919" cy="138397"/>
            </a:xfrm>
            <a:prstGeom prst="rect">
              <a:avLst/>
            </a:prstGeom>
          </p:spPr>
        </p:pic>
        <p:sp>
          <p:nvSpPr>
            <p:cNvPr id="414" name="object 414" descr=""/>
            <p:cNvSpPr/>
            <p:nvPr/>
          </p:nvSpPr>
          <p:spPr>
            <a:xfrm>
              <a:off x="11341494" y="5774689"/>
              <a:ext cx="80645" cy="134620"/>
            </a:xfrm>
            <a:custGeom>
              <a:avLst/>
              <a:gdLst/>
              <a:ahLst/>
              <a:cxnLst/>
              <a:rect l="l" t="t" r="r" b="b"/>
              <a:pathLst>
                <a:path w="80645" h="134620">
                  <a:moveTo>
                    <a:pt x="80124" y="123190"/>
                  </a:moveTo>
                  <a:lnTo>
                    <a:pt x="13220" y="123190"/>
                  </a:lnTo>
                  <a:lnTo>
                    <a:pt x="13220" y="73660"/>
                  </a:lnTo>
                  <a:lnTo>
                    <a:pt x="74726" y="73660"/>
                  </a:lnTo>
                  <a:lnTo>
                    <a:pt x="74726" y="60960"/>
                  </a:lnTo>
                  <a:lnTo>
                    <a:pt x="13220" y="60960"/>
                  </a:lnTo>
                  <a:lnTo>
                    <a:pt x="13220" y="11430"/>
                  </a:lnTo>
                  <a:lnTo>
                    <a:pt x="78943" y="11430"/>
                  </a:lnTo>
                  <a:lnTo>
                    <a:pt x="78943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0" y="123190"/>
                  </a:lnTo>
                  <a:lnTo>
                    <a:pt x="0" y="134620"/>
                  </a:lnTo>
                  <a:lnTo>
                    <a:pt x="80124" y="134620"/>
                  </a:lnTo>
                  <a:lnTo>
                    <a:pt x="80124" y="123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5" name="object 415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1448459" y="5774839"/>
              <a:ext cx="93471" cy="134714"/>
            </a:xfrm>
            <a:prstGeom prst="rect">
              <a:avLst/>
            </a:prstGeom>
          </p:spPr>
        </p:pic>
        <p:pic>
          <p:nvPicPr>
            <p:cNvPr id="416" name="object 416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11562651" y="5774839"/>
              <a:ext cx="102745" cy="137016"/>
            </a:xfrm>
            <a:prstGeom prst="rect">
              <a:avLst/>
            </a:prstGeom>
          </p:spPr>
        </p:pic>
        <p:sp>
          <p:nvSpPr>
            <p:cNvPr id="417" name="object 417" descr=""/>
            <p:cNvSpPr/>
            <p:nvPr/>
          </p:nvSpPr>
          <p:spPr>
            <a:xfrm>
              <a:off x="11697364" y="5774839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1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1" y="134714"/>
                  </a:lnTo>
                  <a:lnTo>
                    <a:pt x="132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8" name="object 418" descr=""/>
          <p:cNvGrpSpPr/>
          <p:nvPr/>
        </p:nvGrpSpPr>
        <p:grpSpPr>
          <a:xfrm>
            <a:off x="11776946" y="5759907"/>
            <a:ext cx="911225" cy="186690"/>
            <a:chOff x="11776946" y="5759907"/>
            <a:chExt cx="911225" cy="186690"/>
          </a:xfrm>
        </p:grpSpPr>
        <p:sp>
          <p:nvSpPr>
            <p:cNvPr id="419" name="object 419" descr=""/>
            <p:cNvSpPr/>
            <p:nvPr/>
          </p:nvSpPr>
          <p:spPr>
            <a:xfrm>
              <a:off x="11776938" y="5759919"/>
              <a:ext cx="542290" cy="170180"/>
            </a:xfrm>
            <a:custGeom>
              <a:avLst/>
              <a:gdLst/>
              <a:ahLst/>
              <a:cxnLst/>
              <a:rect l="l" t="t" r="r" b="b"/>
              <a:pathLst>
                <a:path w="542290" h="170179">
                  <a:moveTo>
                    <a:pt x="98996" y="116027"/>
                  </a:moveTo>
                  <a:lnTo>
                    <a:pt x="68694" y="87807"/>
                  </a:lnTo>
                  <a:lnTo>
                    <a:pt x="55321" y="46367"/>
                  </a:lnTo>
                  <a:lnTo>
                    <a:pt x="55321" y="14732"/>
                  </a:lnTo>
                  <a:lnTo>
                    <a:pt x="43815" y="14732"/>
                  </a:lnTo>
                  <a:lnTo>
                    <a:pt x="43815" y="46367"/>
                  </a:lnTo>
                  <a:lnTo>
                    <a:pt x="40093" y="68719"/>
                  </a:lnTo>
                  <a:lnTo>
                    <a:pt x="30340" y="89636"/>
                  </a:lnTo>
                  <a:lnTo>
                    <a:pt x="16370" y="107149"/>
                  </a:lnTo>
                  <a:lnTo>
                    <a:pt x="0" y="119253"/>
                  </a:lnTo>
                  <a:lnTo>
                    <a:pt x="7505" y="128587"/>
                  </a:lnTo>
                  <a:lnTo>
                    <a:pt x="20764" y="119024"/>
                  </a:lnTo>
                  <a:lnTo>
                    <a:pt x="32740" y="105841"/>
                  </a:lnTo>
                  <a:lnTo>
                    <a:pt x="42646" y="89865"/>
                  </a:lnTo>
                  <a:lnTo>
                    <a:pt x="49733" y="71894"/>
                  </a:lnTo>
                  <a:lnTo>
                    <a:pt x="56819" y="88836"/>
                  </a:lnTo>
                  <a:lnTo>
                    <a:pt x="66649" y="103886"/>
                  </a:lnTo>
                  <a:lnTo>
                    <a:pt x="78473" y="116332"/>
                  </a:lnTo>
                  <a:lnTo>
                    <a:pt x="91567" y="125437"/>
                  </a:lnTo>
                  <a:lnTo>
                    <a:pt x="98996" y="116027"/>
                  </a:lnTo>
                  <a:close/>
                </a:path>
                <a:path w="542290" h="170179">
                  <a:moveTo>
                    <a:pt x="156679" y="67678"/>
                  </a:moveTo>
                  <a:lnTo>
                    <a:pt x="128270" y="67678"/>
                  </a:lnTo>
                  <a:lnTo>
                    <a:pt x="128270" y="0"/>
                  </a:lnTo>
                  <a:lnTo>
                    <a:pt x="116497" y="0"/>
                  </a:lnTo>
                  <a:lnTo>
                    <a:pt x="116497" y="164172"/>
                  </a:lnTo>
                  <a:lnTo>
                    <a:pt x="128270" y="164172"/>
                  </a:lnTo>
                  <a:lnTo>
                    <a:pt x="128270" y="77939"/>
                  </a:lnTo>
                  <a:lnTo>
                    <a:pt x="156679" y="77939"/>
                  </a:lnTo>
                  <a:lnTo>
                    <a:pt x="156679" y="67678"/>
                  </a:lnTo>
                  <a:close/>
                </a:path>
                <a:path w="542290" h="170179">
                  <a:moveTo>
                    <a:pt x="249301" y="12750"/>
                  </a:moveTo>
                  <a:lnTo>
                    <a:pt x="237985" y="12750"/>
                  </a:lnTo>
                  <a:lnTo>
                    <a:pt x="237985" y="22428"/>
                  </a:lnTo>
                  <a:lnTo>
                    <a:pt x="237985" y="72618"/>
                  </a:lnTo>
                  <a:lnTo>
                    <a:pt x="185762" y="72618"/>
                  </a:lnTo>
                  <a:lnTo>
                    <a:pt x="185762" y="22428"/>
                  </a:lnTo>
                  <a:lnTo>
                    <a:pt x="237985" y="22428"/>
                  </a:lnTo>
                  <a:lnTo>
                    <a:pt x="237985" y="12750"/>
                  </a:lnTo>
                  <a:lnTo>
                    <a:pt x="174383" y="12750"/>
                  </a:lnTo>
                  <a:lnTo>
                    <a:pt x="174383" y="82219"/>
                  </a:lnTo>
                  <a:lnTo>
                    <a:pt x="249301" y="82219"/>
                  </a:lnTo>
                  <a:lnTo>
                    <a:pt x="249301" y="72618"/>
                  </a:lnTo>
                  <a:lnTo>
                    <a:pt x="249301" y="22428"/>
                  </a:lnTo>
                  <a:lnTo>
                    <a:pt x="249301" y="12750"/>
                  </a:lnTo>
                  <a:close/>
                </a:path>
                <a:path w="542290" h="170179">
                  <a:moveTo>
                    <a:pt x="295871" y="133654"/>
                  </a:moveTo>
                  <a:lnTo>
                    <a:pt x="292138" y="121005"/>
                  </a:lnTo>
                  <a:lnTo>
                    <a:pt x="284492" y="114236"/>
                  </a:lnTo>
                  <a:lnTo>
                    <a:pt x="284492" y="133654"/>
                  </a:lnTo>
                  <a:lnTo>
                    <a:pt x="281533" y="142240"/>
                  </a:lnTo>
                  <a:lnTo>
                    <a:pt x="273075" y="148678"/>
                  </a:lnTo>
                  <a:lnTo>
                    <a:pt x="259765" y="152742"/>
                  </a:lnTo>
                  <a:lnTo>
                    <a:pt x="242265" y="154178"/>
                  </a:lnTo>
                  <a:lnTo>
                    <a:pt x="224701" y="152742"/>
                  </a:lnTo>
                  <a:lnTo>
                    <a:pt x="211353" y="148678"/>
                  </a:lnTo>
                  <a:lnTo>
                    <a:pt x="202882" y="142240"/>
                  </a:lnTo>
                  <a:lnTo>
                    <a:pt x="199961" y="133654"/>
                  </a:lnTo>
                  <a:lnTo>
                    <a:pt x="202882" y="125183"/>
                  </a:lnTo>
                  <a:lnTo>
                    <a:pt x="211353" y="118783"/>
                  </a:lnTo>
                  <a:lnTo>
                    <a:pt x="224701" y="114744"/>
                  </a:lnTo>
                  <a:lnTo>
                    <a:pt x="242265" y="113334"/>
                  </a:lnTo>
                  <a:lnTo>
                    <a:pt x="259765" y="114744"/>
                  </a:lnTo>
                  <a:lnTo>
                    <a:pt x="273075" y="118783"/>
                  </a:lnTo>
                  <a:lnTo>
                    <a:pt x="281533" y="125183"/>
                  </a:lnTo>
                  <a:lnTo>
                    <a:pt x="284492" y="133654"/>
                  </a:lnTo>
                  <a:lnTo>
                    <a:pt x="284492" y="114236"/>
                  </a:lnTo>
                  <a:lnTo>
                    <a:pt x="283489" y="113334"/>
                  </a:lnTo>
                  <a:lnTo>
                    <a:pt x="281495" y="111569"/>
                  </a:lnTo>
                  <a:lnTo>
                    <a:pt x="264642" y="105664"/>
                  </a:lnTo>
                  <a:lnTo>
                    <a:pt x="242265" y="103593"/>
                  </a:lnTo>
                  <a:lnTo>
                    <a:pt x="219735" y="105664"/>
                  </a:lnTo>
                  <a:lnTo>
                    <a:pt x="202768" y="111569"/>
                  </a:lnTo>
                  <a:lnTo>
                    <a:pt x="192087" y="121005"/>
                  </a:lnTo>
                  <a:lnTo>
                    <a:pt x="188391" y="133654"/>
                  </a:lnTo>
                  <a:lnTo>
                    <a:pt x="192087" y="146443"/>
                  </a:lnTo>
                  <a:lnTo>
                    <a:pt x="202768" y="155917"/>
                  </a:lnTo>
                  <a:lnTo>
                    <a:pt x="219735" y="161823"/>
                  </a:lnTo>
                  <a:lnTo>
                    <a:pt x="242265" y="163918"/>
                  </a:lnTo>
                  <a:lnTo>
                    <a:pt x="264642" y="161823"/>
                  </a:lnTo>
                  <a:lnTo>
                    <a:pt x="281495" y="155917"/>
                  </a:lnTo>
                  <a:lnTo>
                    <a:pt x="283451" y="154178"/>
                  </a:lnTo>
                  <a:lnTo>
                    <a:pt x="292138" y="146443"/>
                  </a:lnTo>
                  <a:lnTo>
                    <a:pt x="295871" y="133654"/>
                  </a:lnTo>
                  <a:close/>
                </a:path>
                <a:path w="542290" h="170179">
                  <a:moveTo>
                    <a:pt x="319887" y="42418"/>
                  </a:moveTo>
                  <a:lnTo>
                    <a:pt x="294487" y="42418"/>
                  </a:lnTo>
                  <a:lnTo>
                    <a:pt x="294487" y="0"/>
                  </a:lnTo>
                  <a:lnTo>
                    <a:pt x="282714" y="0"/>
                  </a:lnTo>
                  <a:lnTo>
                    <a:pt x="282714" y="97612"/>
                  </a:lnTo>
                  <a:lnTo>
                    <a:pt x="294487" y="97612"/>
                  </a:lnTo>
                  <a:lnTo>
                    <a:pt x="294487" y="52285"/>
                  </a:lnTo>
                  <a:lnTo>
                    <a:pt x="319887" y="52285"/>
                  </a:lnTo>
                  <a:lnTo>
                    <a:pt x="319887" y="42418"/>
                  </a:lnTo>
                  <a:close/>
                </a:path>
                <a:path w="542290" h="170179">
                  <a:moveTo>
                    <a:pt x="382435" y="8610"/>
                  </a:moveTo>
                  <a:lnTo>
                    <a:pt x="370662" y="8610"/>
                  </a:lnTo>
                  <a:lnTo>
                    <a:pt x="327253" y="169900"/>
                  </a:lnTo>
                  <a:lnTo>
                    <a:pt x="339026" y="169900"/>
                  </a:lnTo>
                  <a:lnTo>
                    <a:pt x="382435" y="8610"/>
                  </a:lnTo>
                  <a:close/>
                </a:path>
                <a:path w="542290" h="170179">
                  <a:moveTo>
                    <a:pt x="529907" y="152146"/>
                  </a:moveTo>
                  <a:lnTo>
                    <a:pt x="422821" y="152146"/>
                  </a:lnTo>
                  <a:lnTo>
                    <a:pt x="422821" y="132334"/>
                  </a:lnTo>
                  <a:lnTo>
                    <a:pt x="523989" y="132334"/>
                  </a:lnTo>
                  <a:lnTo>
                    <a:pt x="523989" y="96024"/>
                  </a:lnTo>
                  <a:lnTo>
                    <a:pt x="410654" y="96024"/>
                  </a:lnTo>
                  <a:lnTo>
                    <a:pt x="410654" y="105435"/>
                  </a:lnTo>
                  <a:lnTo>
                    <a:pt x="512419" y="105435"/>
                  </a:lnTo>
                  <a:lnTo>
                    <a:pt x="512419" y="123063"/>
                  </a:lnTo>
                  <a:lnTo>
                    <a:pt x="411111" y="123063"/>
                  </a:lnTo>
                  <a:lnTo>
                    <a:pt x="411111" y="161810"/>
                  </a:lnTo>
                  <a:lnTo>
                    <a:pt x="529907" y="161810"/>
                  </a:lnTo>
                  <a:lnTo>
                    <a:pt x="529907" y="152146"/>
                  </a:lnTo>
                  <a:close/>
                </a:path>
                <a:path w="542290" h="170179">
                  <a:moveTo>
                    <a:pt x="542213" y="68529"/>
                  </a:moveTo>
                  <a:lnTo>
                    <a:pt x="518528" y="68529"/>
                  </a:lnTo>
                  <a:lnTo>
                    <a:pt x="520928" y="54254"/>
                  </a:lnTo>
                  <a:lnTo>
                    <a:pt x="521817" y="45123"/>
                  </a:lnTo>
                  <a:lnTo>
                    <a:pt x="522160" y="41630"/>
                  </a:lnTo>
                  <a:lnTo>
                    <a:pt x="522605" y="30645"/>
                  </a:lnTo>
                  <a:lnTo>
                    <a:pt x="522681" y="8547"/>
                  </a:lnTo>
                  <a:lnTo>
                    <a:pt x="412038" y="8547"/>
                  </a:lnTo>
                  <a:lnTo>
                    <a:pt x="412038" y="18415"/>
                  </a:lnTo>
                  <a:lnTo>
                    <a:pt x="511098" y="18415"/>
                  </a:lnTo>
                  <a:lnTo>
                    <a:pt x="511098" y="30645"/>
                  </a:lnTo>
                  <a:lnTo>
                    <a:pt x="510832" y="36436"/>
                  </a:lnTo>
                  <a:lnTo>
                    <a:pt x="408216" y="39789"/>
                  </a:lnTo>
                  <a:lnTo>
                    <a:pt x="409867" y="49530"/>
                  </a:lnTo>
                  <a:lnTo>
                    <a:pt x="510247" y="45123"/>
                  </a:lnTo>
                  <a:lnTo>
                    <a:pt x="509651" y="52019"/>
                  </a:lnTo>
                  <a:lnTo>
                    <a:pt x="508596" y="59715"/>
                  </a:lnTo>
                  <a:lnTo>
                    <a:pt x="506755" y="68529"/>
                  </a:lnTo>
                  <a:lnTo>
                    <a:pt x="392760" y="68529"/>
                  </a:lnTo>
                  <a:lnTo>
                    <a:pt x="392760" y="78333"/>
                  </a:lnTo>
                  <a:lnTo>
                    <a:pt x="542213" y="78333"/>
                  </a:lnTo>
                  <a:lnTo>
                    <a:pt x="542213" y="685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2343824" y="5759907"/>
              <a:ext cx="125438" cy="164380"/>
            </a:xfrm>
            <a:prstGeom prst="rect">
              <a:avLst/>
            </a:prstGeom>
          </p:spPr>
        </p:pic>
        <p:pic>
          <p:nvPicPr>
            <p:cNvPr id="421" name="object 421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12502218" y="5759907"/>
              <a:ext cx="132083" cy="164380"/>
            </a:xfrm>
            <a:prstGeom prst="rect">
              <a:avLst/>
            </a:prstGeom>
          </p:spPr>
        </p:pic>
        <p:sp>
          <p:nvSpPr>
            <p:cNvPr id="422" name="object 422" descr=""/>
            <p:cNvSpPr/>
            <p:nvPr/>
          </p:nvSpPr>
          <p:spPr>
            <a:xfrm>
              <a:off x="12663244" y="5898108"/>
              <a:ext cx="24765" cy="48260"/>
            </a:xfrm>
            <a:custGeom>
              <a:avLst/>
              <a:gdLst/>
              <a:ahLst/>
              <a:cxnLst/>
              <a:rect l="l" t="t" r="r" b="b"/>
              <a:pathLst>
                <a:path w="24765" h="48260">
                  <a:moveTo>
                    <a:pt x="24469" y="0"/>
                  </a:moveTo>
                  <a:lnTo>
                    <a:pt x="10458" y="0"/>
                  </a:lnTo>
                  <a:lnTo>
                    <a:pt x="0" y="48215"/>
                  </a:lnTo>
                  <a:lnTo>
                    <a:pt x="10919" y="48215"/>
                  </a:lnTo>
                  <a:lnTo>
                    <a:pt x="24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3" name="object 423" descr=""/>
          <p:cNvGrpSpPr/>
          <p:nvPr/>
        </p:nvGrpSpPr>
        <p:grpSpPr>
          <a:xfrm>
            <a:off x="12759416" y="5772150"/>
            <a:ext cx="1927860" cy="139700"/>
            <a:chOff x="12759416" y="5772150"/>
            <a:chExt cx="1927860" cy="139700"/>
          </a:xfrm>
        </p:grpSpPr>
        <p:pic>
          <p:nvPicPr>
            <p:cNvPr id="424" name="object 424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12759416" y="5772931"/>
              <a:ext cx="93932" cy="138924"/>
            </a:xfrm>
            <a:prstGeom prst="rect">
              <a:avLst/>
            </a:prstGeom>
          </p:spPr>
        </p:pic>
        <p:pic>
          <p:nvPicPr>
            <p:cNvPr id="425" name="object 425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2873345" y="5772997"/>
              <a:ext cx="112086" cy="138397"/>
            </a:xfrm>
            <a:prstGeom prst="rect">
              <a:avLst/>
            </a:prstGeom>
          </p:spPr>
        </p:pic>
        <p:pic>
          <p:nvPicPr>
            <p:cNvPr id="426" name="object 426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3010691" y="5774839"/>
              <a:ext cx="93471" cy="134714"/>
            </a:xfrm>
            <a:prstGeom prst="rect">
              <a:avLst/>
            </a:prstGeom>
          </p:spPr>
        </p:pic>
        <p:sp>
          <p:nvSpPr>
            <p:cNvPr id="427" name="object 427" descr=""/>
            <p:cNvSpPr/>
            <p:nvPr/>
          </p:nvSpPr>
          <p:spPr>
            <a:xfrm>
              <a:off x="13124881" y="5774839"/>
              <a:ext cx="13335" cy="135255"/>
            </a:xfrm>
            <a:custGeom>
              <a:avLst/>
              <a:gdLst/>
              <a:ahLst/>
              <a:cxnLst/>
              <a:rect l="l" t="t" r="r" b="b"/>
              <a:pathLst>
                <a:path w="13334" h="135254">
                  <a:moveTo>
                    <a:pt x="13222" y="0"/>
                  </a:moveTo>
                  <a:lnTo>
                    <a:pt x="0" y="0"/>
                  </a:lnTo>
                  <a:lnTo>
                    <a:pt x="0" y="134714"/>
                  </a:lnTo>
                  <a:lnTo>
                    <a:pt x="13222" y="134714"/>
                  </a:lnTo>
                  <a:lnTo>
                    <a:pt x="132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8" name="object 428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13170072" y="5774690"/>
              <a:ext cx="327378" cy="134863"/>
            </a:xfrm>
            <a:prstGeom prst="rect">
              <a:avLst/>
            </a:prstGeom>
          </p:spPr>
        </p:pic>
        <p:pic>
          <p:nvPicPr>
            <p:cNvPr id="429" name="object 429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13516921" y="5774839"/>
              <a:ext cx="91102" cy="134714"/>
            </a:xfrm>
            <a:prstGeom prst="rect">
              <a:avLst/>
            </a:prstGeom>
          </p:spPr>
        </p:pic>
        <p:sp>
          <p:nvSpPr>
            <p:cNvPr id="430" name="object 430" descr=""/>
            <p:cNvSpPr/>
            <p:nvPr/>
          </p:nvSpPr>
          <p:spPr>
            <a:xfrm>
              <a:off x="13633933" y="5774689"/>
              <a:ext cx="181610" cy="134620"/>
            </a:xfrm>
            <a:custGeom>
              <a:avLst/>
              <a:gdLst/>
              <a:ahLst/>
              <a:cxnLst/>
              <a:rect l="l" t="t" r="r" b="b"/>
              <a:pathLst>
                <a:path w="181609" h="134620">
                  <a:moveTo>
                    <a:pt x="77089" y="123190"/>
                  </a:moveTo>
                  <a:lnTo>
                    <a:pt x="13220" y="123190"/>
                  </a:lnTo>
                  <a:lnTo>
                    <a:pt x="13220" y="0"/>
                  </a:lnTo>
                  <a:lnTo>
                    <a:pt x="0" y="0"/>
                  </a:lnTo>
                  <a:lnTo>
                    <a:pt x="0" y="123190"/>
                  </a:lnTo>
                  <a:lnTo>
                    <a:pt x="0" y="134620"/>
                  </a:lnTo>
                  <a:lnTo>
                    <a:pt x="77089" y="134620"/>
                  </a:lnTo>
                  <a:lnTo>
                    <a:pt x="77089" y="123190"/>
                  </a:lnTo>
                  <a:close/>
                </a:path>
                <a:path w="181609" h="134620">
                  <a:moveTo>
                    <a:pt x="181216" y="123190"/>
                  </a:moveTo>
                  <a:lnTo>
                    <a:pt x="114325" y="123190"/>
                  </a:lnTo>
                  <a:lnTo>
                    <a:pt x="114325" y="73660"/>
                  </a:lnTo>
                  <a:lnTo>
                    <a:pt x="175831" y="73660"/>
                  </a:lnTo>
                  <a:lnTo>
                    <a:pt x="175831" y="60960"/>
                  </a:lnTo>
                  <a:lnTo>
                    <a:pt x="114325" y="60960"/>
                  </a:lnTo>
                  <a:lnTo>
                    <a:pt x="114325" y="11430"/>
                  </a:lnTo>
                  <a:lnTo>
                    <a:pt x="180035" y="11430"/>
                  </a:lnTo>
                  <a:lnTo>
                    <a:pt x="180035" y="0"/>
                  </a:lnTo>
                  <a:lnTo>
                    <a:pt x="101104" y="0"/>
                  </a:lnTo>
                  <a:lnTo>
                    <a:pt x="101104" y="11430"/>
                  </a:lnTo>
                  <a:lnTo>
                    <a:pt x="101104" y="60960"/>
                  </a:lnTo>
                  <a:lnTo>
                    <a:pt x="101104" y="73660"/>
                  </a:lnTo>
                  <a:lnTo>
                    <a:pt x="101104" y="123190"/>
                  </a:lnTo>
                  <a:lnTo>
                    <a:pt x="101104" y="134620"/>
                  </a:lnTo>
                  <a:lnTo>
                    <a:pt x="181216" y="134620"/>
                  </a:lnTo>
                  <a:lnTo>
                    <a:pt x="181216" y="123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1" name="object 431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3836077" y="5772997"/>
              <a:ext cx="117085" cy="138397"/>
            </a:xfrm>
            <a:prstGeom prst="rect">
              <a:avLst/>
            </a:prstGeom>
          </p:spPr>
        </p:pic>
        <p:pic>
          <p:nvPicPr>
            <p:cNvPr id="432" name="object 432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13979212" y="5774839"/>
              <a:ext cx="181482" cy="136556"/>
            </a:xfrm>
            <a:prstGeom prst="rect">
              <a:avLst/>
            </a:prstGeom>
          </p:spPr>
        </p:pic>
        <p:sp>
          <p:nvSpPr>
            <p:cNvPr id="433" name="object 433" descr=""/>
            <p:cNvSpPr/>
            <p:nvPr/>
          </p:nvSpPr>
          <p:spPr>
            <a:xfrm>
              <a:off x="14192657" y="5774689"/>
              <a:ext cx="80645" cy="134620"/>
            </a:xfrm>
            <a:custGeom>
              <a:avLst/>
              <a:gdLst/>
              <a:ahLst/>
              <a:cxnLst/>
              <a:rect l="l" t="t" r="r" b="b"/>
              <a:pathLst>
                <a:path w="80644" h="134620">
                  <a:moveTo>
                    <a:pt x="80124" y="123190"/>
                  </a:moveTo>
                  <a:lnTo>
                    <a:pt x="13220" y="123190"/>
                  </a:lnTo>
                  <a:lnTo>
                    <a:pt x="13220" y="73660"/>
                  </a:lnTo>
                  <a:lnTo>
                    <a:pt x="74726" y="73660"/>
                  </a:lnTo>
                  <a:lnTo>
                    <a:pt x="74726" y="60960"/>
                  </a:lnTo>
                  <a:lnTo>
                    <a:pt x="13220" y="60960"/>
                  </a:lnTo>
                  <a:lnTo>
                    <a:pt x="13220" y="11430"/>
                  </a:lnTo>
                  <a:lnTo>
                    <a:pt x="78930" y="11430"/>
                  </a:lnTo>
                  <a:lnTo>
                    <a:pt x="78930" y="0"/>
                  </a:lnTo>
                  <a:lnTo>
                    <a:pt x="0" y="0"/>
                  </a:lnTo>
                  <a:lnTo>
                    <a:pt x="0" y="11430"/>
                  </a:lnTo>
                  <a:lnTo>
                    <a:pt x="0" y="60960"/>
                  </a:lnTo>
                  <a:lnTo>
                    <a:pt x="0" y="73660"/>
                  </a:lnTo>
                  <a:lnTo>
                    <a:pt x="0" y="123190"/>
                  </a:lnTo>
                  <a:lnTo>
                    <a:pt x="0" y="134620"/>
                  </a:lnTo>
                  <a:lnTo>
                    <a:pt x="80124" y="134620"/>
                  </a:lnTo>
                  <a:lnTo>
                    <a:pt x="80124" y="123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4" name="object 434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14293698" y="5772150"/>
              <a:ext cx="393355" cy="139245"/>
            </a:xfrm>
            <a:prstGeom prst="rect">
              <a:avLst/>
            </a:prstGeom>
          </p:spPr>
        </p:pic>
      </p:grpSp>
      <p:grpSp>
        <p:nvGrpSpPr>
          <p:cNvPr id="435" name="object 435" descr=""/>
          <p:cNvGrpSpPr/>
          <p:nvPr/>
        </p:nvGrpSpPr>
        <p:grpSpPr>
          <a:xfrm>
            <a:off x="14745957" y="5760104"/>
            <a:ext cx="313690" cy="163195"/>
            <a:chOff x="14745957" y="5760104"/>
            <a:chExt cx="313690" cy="163195"/>
          </a:xfrm>
        </p:grpSpPr>
        <p:pic>
          <p:nvPicPr>
            <p:cNvPr id="436" name="object 436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4745957" y="5771945"/>
              <a:ext cx="150303" cy="129122"/>
            </a:xfrm>
            <a:prstGeom prst="rect">
              <a:avLst/>
            </a:prstGeom>
          </p:spPr>
        </p:pic>
        <p:pic>
          <p:nvPicPr>
            <p:cNvPr id="437" name="object 437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14918494" y="5760104"/>
              <a:ext cx="140830" cy="163196"/>
            </a:xfrm>
            <a:prstGeom prst="rect">
              <a:avLst/>
            </a:prstGeom>
          </p:spPr>
        </p:pic>
      </p:grpSp>
      <p:grpSp>
        <p:nvGrpSpPr>
          <p:cNvPr id="438" name="object 438" descr=""/>
          <p:cNvGrpSpPr/>
          <p:nvPr/>
        </p:nvGrpSpPr>
        <p:grpSpPr>
          <a:xfrm>
            <a:off x="15120625" y="5759907"/>
            <a:ext cx="300355" cy="164465"/>
            <a:chOff x="15120625" y="5759907"/>
            <a:chExt cx="300355" cy="164465"/>
          </a:xfrm>
        </p:grpSpPr>
        <p:pic>
          <p:nvPicPr>
            <p:cNvPr id="439" name="object 439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15120625" y="5759907"/>
              <a:ext cx="153330" cy="160236"/>
            </a:xfrm>
            <a:prstGeom prst="rect">
              <a:avLst/>
            </a:prstGeom>
          </p:spPr>
        </p:pic>
        <p:pic>
          <p:nvPicPr>
            <p:cNvPr id="440" name="object 440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5295333" y="5759907"/>
              <a:ext cx="125438" cy="164380"/>
            </a:xfrm>
            <a:prstGeom prst="rect">
              <a:avLst/>
            </a:prstGeom>
          </p:spPr>
        </p:pic>
      </p:grpSp>
      <p:pic>
        <p:nvPicPr>
          <p:cNvPr id="441" name="object 441" descr=""/>
          <p:cNvPicPr/>
          <p:nvPr/>
        </p:nvPicPr>
        <p:blipFill>
          <a:blip r:embed="rId204" cstate="print"/>
          <a:stretch>
            <a:fillRect/>
          </a:stretch>
        </p:blipFill>
        <p:spPr>
          <a:xfrm>
            <a:off x="1269825" y="3022103"/>
            <a:ext cx="7188238" cy="4068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40507" y="1764750"/>
            <a:ext cx="367030" cy="425450"/>
          </a:xfrm>
          <a:custGeom>
            <a:avLst/>
            <a:gdLst/>
            <a:ahLst/>
            <a:cxnLst/>
            <a:rect l="l" t="t" r="r" b="b"/>
            <a:pathLst>
              <a:path w="367029" h="425450">
                <a:moveTo>
                  <a:pt x="366606" y="157474"/>
                </a:moveTo>
                <a:lnTo>
                  <a:pt x="316781" y="157474"/>
                </a:lnTo>
                <a:lnTo>
                  <a:pt x="316781" y="265622"/>
                </a:lnTo>
                <a:lnTo>
                  <a:pt x="366606" y="265622"/>
                </a:lnTo>
                <a:lnTo>
                  <a:pt x="366606" y="157474"/>
                </a:lnTo>
                <a:close/>
              </a:path>
              <a:path w="367029" h="425450">
                <a:moveTo>
                  <a:pt x="276454" y="6999"/>
                </a:moveTo>
                <a:lnTo>
                  <a:pt x="226796" y="6999"/>
                </a:lnTo>
                <a:lnTo>
                  <a:pt x="226796" y="263122"/>
                </a:lnTo>
                <a:lnTo>
                  <a:pt x="276454" y="263122"/>
                </a:lnTo>
                <a:lnTo>
                  <a:pt x="276454" y="157474"/>
                </a:lnTo>
                <a:lnTo>
                  <a:pt x="366606" y="157474"/>
                </a:lnTo>
                <a:lnTo>
                  <a:pt x="366606" y="114814"/>
                </a:lnTo>
                <a:lnTo>
                  <a:pt x="276454" y="114814"/>
                </a:lnTo>
                <a:lnTo>
                  <a:pt x="276454" y="6999"/>
                </a:lnTo>
                <a:close/>
              </a:path>
              <a:path w="367029" h="425450">
                <a:moveTo>
                  <a:pt x="366606" y="0"/>
                </a:moveTo>
                <a:lnTo>
                  <a:pt x="316781" y="0"/>
                </a:lnTo>
                <a:lnTo>
                  <a:pt x="316781" y="114814"/>
                </a:lnTo>
                <a:lnTo>
                  <a:pt x="366606" y="114814"/>
                </a:lnTo>
                <a:lnTo>
                  <a:pt x="366606" y="0"/>
                </a:lnTo>
                <a:close/>
              </a:path>
              <a:path w="367029" h="425450">
                <a:moveTo>
                  <a:pt x="212131" y="45325"/>
                </a:moveTo>
                <a:lnTo>
                  <a:pt x="0" y="45325"/>
                </a:lnTo>
                <a:lnTo>
                  <a:pt x="0" y="86485"/>
                </a:lnTo>
                <a:lnTo>
                  <a:pt x="212131" y="86485"/>
                </a:lnTo>
                <a:lnTo>
                  <a:pt x="212131" y="45325"/>
                </a:lnTo>
                <a:close/>
              </a:path>
              <a:path w="367029" h="425450">
                <a:moveTo>
                  <a:pt x="132477" y="2333"/>
                </a:moveTo>
                <a:lnTo>
                  <a:pt x="80487" y="2333"/>
                </a:lnTo>
                <a:lnTo>
                  <a:pt x="80487" y="45325"/>
                </a:lnTo>
                <a:lnTo>
                  <a:pt x="132477" y="45325"/>
                </a:lnTo>
                <a:lnTo>
                  <a:pt x="132477" y="2333"/>
                </a:lnTo>
                <a:close/>
              </a:path>
              <a:path w="367029" h="425450">
                <a:moveTo>
                  <a:pt x="106482" y="102316"/>
                </a:moveTo>
                <a:lnTo>
                  <a:pt x="69642" y="107924"/>
                </a:lnTo>
                <a:lnTo>
                  <a:pt x="40597" y="123688"/>
                </a:lnTo>
                <a:lnTo>
                  <a:pt x="21582" y="148012"/>
                </a:lnTo>
                <a:lnTo>
                  <a:pt x="14831" y="179303"/>
                </a:lnTo>
                <a:lnTo>
                  <a:pt x="21582" y="209723"/>
                </a:lnTo>
                <a:lnTo>
                  <a:pt x="40597" y="233440"/>
                </a:lnTo>
                <a:lnTo>
                  <a:pt x="69642" y="248878"/>
                </a:lnTo>
                <a:lnTo>
                  <a:pt x="106482" y="254457"/>
                </a:lnTo>
                <a:lnTo>
                  <a:pt x="143783" y="248878"/>
                </a:lnTo>
                <a:lnTo>
                  <a:pt x="173054" y="233440"/>
                </a:lnTo>
                <a:lnTo>
                  <a:pt x="187567" y="215464"/>
                </a:lnTo>
                <a:lnTo>
                  <a:pt x="106482" y="215464"/>
                </a:lnTo>
                <a:lnTo>
                  <a:pt x="88230" y="212977"/>
                </a:lnTo>
                <a:lnTo>
                  <a:pt x="74071" y="205820"/>
                </a:lnTo>
                <a:lnTo>
                  <a:pt x="64911" y="194444"/>
                </a:lnTo>
                <a:lnTo>
                  <a:pt x="61656" y="179303"/>
                </a:lnTo>
                <a:lnTo>
                  <a:pt x="64911" y="163293"/>
                </a:lnTo>
                <a:lnTo>
                  <a:pt x="74071" y="151453"/>
                </a:lnTo>
                <a:lnTo>
                  <a:pt x="88230" y="144082"/>
                </a:lnTo>
                <a:lnTo>
                  <a:pt x="106482" y="141476"/>
                </a:lnTo>
                <a:lnTo>
                  <a:pt x="187057" y="141476"/>
                </a:lnTo>
                <a:lnTo>
                  <a:pt x="173054" y="123688"/>
                </a:lnTo>
                <a:lnTo>
                  <a:pt x="143783" y="107924"/>
                </a:lnTo>
                <a:lnTo>
                  <a:pt x="106482" y="102316"/>
                </a:lnTo>
                <a:close/>
              </a:path>
              <a:path w="367029" h="425450">
                <a:moveTo>
                  <a:pt x="187057" y="141476"/>
                </a:moveTo>
                <a:lnTo>
                  <a:pt x="106482" y="141476"/>
                </a:lnTo>
                <a:lnTo>
                  <a:pt x="124856" y="144082"/>
                </a:lnTo>
                <a:lnTo>
                  <a:pt x="139122" y="151453"/>
                </a:lnTo>
                <a:lnTo>
                  <a:pt x="148358" y="163293"/>
                </a:lnTo>
                <a:lnTo>
                  <a:pt x="151641" y="179303"/>
                </a:lnTo>
                <a:lnTo>
                  <a:pt x="148358" y="194444"/>
                </a:lnTo>
                <a:lnTo>
                  <a:pt x="139122" y="205820"/>
                </a:lnTo>
                <a:lnTo>
                  <a:pt x="124856" y="212977"/>
                </a:lnTo>
                <a:lnTo>
                  <a:pt x="106482" y="215464"/>
                </a:lnTo>
                <a:lnTo>
                  <a:pt x="187567" y="215464"/>
                </a:lnTo>
                <a:lnTo>
                  <a:pt x="192202" y="209723"/>
                </a:lnTo>
                <a:lnTo>
                  <a:pt x="199133" y="179303"/>
                </a:lnTo>
                <a:lnTo>
                  <a:pt x="192202" y="148012"/>
                </a:lnTo>
                <a:lnTo>
                  <a:pt x="187057" y="141476"/>
                </a:lnTo>
                <a:close/>
              </a:path>
              <a:path w="367029" h="425450">
                <a:moveTo>
                  <a:pt x="366606" y="286952"/>
                </a:moveTo>
                <a:lnTo>
                  <a:pt x="74821" y="286952"/>
                </a:lnTo>
                <a:lnTo>
                  <a:pt x="74821" y="328778"/>
                </a:lnTo>
                <a:lnTo>
                  <a:pt x="314448" y="328778"/>
                </a:lnTo>
                <a:lnTo>
                  <a:pt x="314448" y="425263"/>
                </a:lnTo>
                <a:lnTo>
                  <a:pt x="366606" y="425263"/>
                </a:lnTo>
                <a:lnTo>
                  <a:pt x="366606" y="286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60104" y="1764750"/>
            <a:ext cx="354965" cy="420370"/>
          </a:xfrm>
          <a:custGeom>
            <a:avLst/>
            <a:gdLst/>
            <a:ahLst/>
            <a:cxnLst/>
            <a:rect l="l" t="t" r="r" b="b"/>
            <a:pathLst>
              <a:path w="354964" h="420369">
                <a:moveTo>
                  <a:pt x="354608" y="0"/>
                </a:moveTo>
                <a:lnTo>
                  <a:pt x="302116" y="0"/>
                </a:lnTo>
                <a:lnTo>
                  <a:pt x="302116" y="240793"/>
                </a:lnTo>
                <a:lnTo>
                  <a:pt x="354608" y="240793"/>
                </a:lnTo>
                <a:lnTo>
                  <a:pt x="354608" y="0"/>
                </a:lnTo>
                <a:close/>
              </a:path>
              <a:path w="354964" h="420369">
                <a:moveTo>
                  <a:pt x="158973" y="15830"/>
                </a:moveTo>
                <a:lnTo>
                  <a:pt x="104815" y="15830"/>
                </a:lnTo>
                <a:lnTo>
                  <a:pt x="104815" y="57323"/>
                </a:lnTo>
                <a:lnTo>
                  <a:pt x="98163" y="98801"/>
                </a:lnTo>
                <a:lnTo>
                  <a:pt x="78341" y="136935"/>
                </a:lnTo>
                <a:lnTo>
                  <a:pt x="45552" y="168633"/>
                </a:lnTo>
                <a:lnTo>
                  <a:pt x="0" y="190801"/>
                </a:lnTo>
                <a:lnTo>
                  <a:pt x="25995" y="232128"/>
                </a:lnTo>
                <a:lnTo>
                  <a:pt x="61398" y="216245"/>
                </a:lnTo>
                <a:lnTo>
                  <a:pt x="91005" y="194426"/>
                </a:lnTo>
                <a:lnTo>
                  <a:pt x="114644" y="167545"/>
                </a:lnTo>
                <a:lnTo>
                  <a:pt x="132144" y="136477"/>
                </a:lnTo>
                <a:lnTo>
                  <a:pt x="188860" y="136477"/>
                </a:lnTo>
                <a:lnTo>
                  <a:pt x="185115" y="133019"/>
                </a:lnTo>
                <a:lnTo>
                  <a:pt x="165475" y="97077"/>
                </a:lnTo>
                <a:lnTo>
                  <a:pt x="158973" y="57323"/>
                </a:lnTo>
                <a:lnTo>
                  <a:pt x="158973" y="15830"/>
                </a:lnTo>
                <a:close/>
              </a:path>
              <a:path w="354964" h="420369">
                <a:moveTo>
                  <a:pt x="188860" y="136477"/>
                </a:moveTo>
                <a:lnTo>
                  <a:pt x="132144" y="136477"/>
                </a:lnTo>
                <a:lnTo>
                  <a:pt x="149581" y="165170"/>
                </a:lnTo>
                <a:lnTo>
                  <a:pt x="172783" y="189801"/>
                </a:lnTo>
                <a:lnTo>
                  <a:pt x="201578" y="209684"/>
                </a:lnTo>
                <a:lnTo>
                  <a:pt x="235794" y="224129"/>
                </a:lnTo>
                <a:lnTo>
                  <a:pt x="261622" y="183969"/>
                </a:lnTo>
                <a:lnTo>
                  <a:pt x="217346" y="162775"/>
                </a:lnTo>
                <a:lnTo>
                  <a:pt x="188860" y="136477"/>
                </a:lnTo>
                <a:close/>
              </a:path>
              <a:path w="354964" h="420369">
                <a:moveTo>
                  <a:pt x="354608" y="261956"/>
                </a:moveTo>
                <a:lnTo>
                  <a:pt x="72154" y="261956"/>
                </a:lnTo>
                <a:lnTo>
                  <a:pt x="72154" y="420263"/>
                </a:lnTo>
                <a:lnTo>
                  <a:pt x="354608" y="420263"/>
                </a:lnTo>
                <a:lnTo>
                  <a:pt x="354608" y="377937"/>
                </a:lnTo>
                <a:lnTo>
                  <a:pt x="123812" y="377937"/>
                </a:lnTo>
                <a:lnTo>
                  <a:pt x="123812" y="303616"/>
                </a:lnTo>
                <a:lnTo>
                  <a:pt x="354608" y="303616"/>
                </a:lnTo>
                <a:lnTo>
                  <a:pt x="354608" y="261956"/>
                </a:lnTo>
                <a:close/>
              </a:path>
              <a:path w="354964" h="420369">
                <a:moveTo>
                  <a:pt x="354608" y="303616"/>
                </a:moveTo>
                <a:lnTo>
                  <a:pt x="303283" y="303616"/>
                </a:lnTo>
                <a:lnTo>
                  <a:pt x="303283" y="377937"/>
                </a:lnTo>
                <a:lnTo>
                  <a:pt x="354608" y="377937"/>
                </a:lnTo>
                <a:lnTo>
                  <a:pt x="354608" y="303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423584" y="1803755"/>
            <a:ext cx="323850" cy="219710"/>
          </a:xfrm>
          <a:custGeom>
            <a:avLst/>
            <a:gdLst/>
            <a:ahLst/>
            <a:cxnLst/>
            <a:rect l="l" t="t" r="r" b="b"/>
            <a:pathLst>
              <a:path w="323850" h="219710">
                <a:moveTo>
                  <a:pt x="323621" y="0"/>
                </a:moveTo>
                <a:lnTo>
                  <a:pt x="209473" y="0"/>
                </a:lnTo>
                <a:lnTo>
                  <a:pt x="209473" y="42316"/>
                </a:lnTo>
                <a:lnTo>
                  <a:pt x="209473" y="177800"/>
                </a:lnTo>
                <a:lnTo>
                  <a:pt x="113817" y="177800"/>
                </a:lnTo>
                <a:lnTo>
                  <a:pt x="113817" y="42316"/>
                </a:lnTo>
                <a:lnTo>
                  <a:pt x="209473" y="42316"/>
                </a:lnTo>
                <a:lnTo>
                  <a:pt x="209473" y="0"/>
                </a:lnTo>
                <a:lnTo>
                  <a:pt x="0" y="0"/>
                </a:lnTo>
                <a:lnTo>
                  <a:pt x="0" y="42316"/>
                </a:lnTo>
                <a:lnTo>
                  <a:pt x="61658" y="42316"/>
                </a:lnTo>
                <a:lnTo>
                  <a:pt x="61658" y="177800"/>
                </a:lnTo>
                <a:lnTo>
                  <a:pt x="1333" y="177800"/>
                </a:lnTo>
                <a:lnTo>
                  <a:pt x="1333" y="219456"/>
                </a:lnTo>
                <a:lnTo>
                  <a:pt x="321957" y="219456"/>
                </a:lnTo>
                <a:lnTo>
                  <a:pt x="321957" y="177800"/>
                </a:lnTo>
                <a:lnTo>
                  <a:pt x="261124" y="177800"/>
                </a:lnTo>
                <a:lnTo>
                  <a:pt x="261124" y="42316"/>
                </a:lnTo>
                <a:lnTo>
                  <a:pt x="323621" y="42316"/>
                </a:lnTo>
                <a:lnTo>
                  <a:pt x="323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391757" y="1764423"/>
            <a:ext cx="1198880" cy="426084"/>
          </a:xfrm>
          <a:custGeom>
            <a:avLst/>
            <a:gdLst/>
            <a:ahLst/>
            <a:cxnLst/>
            <a:rect l="l" t="t" r="r" b="b"/>
            <a:pathLst>
              <a:path w="1198879" h="426085">
                <a:moveTo>
                  <a:pt x="389445" y="330606"/>
                </a:moveTo>
                <a:lnTo>
                  <a:pt x="0" y="330606"/>
                </a:lnTo>
                <a:lnTo>
                  <a:pt x="0" y="374434"/>
                </a:lnTo>
                <a:lnTo>
                  <a:pt x="389445" y="374434"/>
                </a:lnTo>
                <a:lnTo>
                  <a:pt x="389445" y="330606"/>
                </a:lnTo>
                <a:close/>
              </a:path>
              <a:path w="1198879" h="426085">
                <a:moveTo>
                  <a:pt x="806704" y="333616"/>
                </a:moveTo>
                <a:lnTo>
                  <a:pt x="637070" y="333616"/>
                </a:lnTo>
                <a:lnTo>
                  <a:pt x="637070" y="263766"/>
                </a:lnTo>
                <a:lnTo>
                  <a:pt x="770382" y="263766"/>
                </a:lnTo>
                <a:lnTo>
                  <a:pt x="770382" y="220586"/>
                </a:lnTo>
                <a:lnTo>
                  <a:pt x="515747" y="220586"/>
                </a:lnTo>
                <a:lnTo>
                  <a:pt x="515747" y="165976"/>
                </a:lnTo>
                <a:lnTo>
                  <a:pt x="760539" y="165976"/>
                </a:lnTo>
                <a:lnTo>
                  <a:pt x="760539" y="124066"/>
                </a:lnTo>
                <a:lnTo>
                  <a:pt x="760539" y="70726"/>
                </a:lnTo>
                <a:lnTo>
                  <a:pt x="760539" y="28816"/>
                </a:lnTo>
                <a:lnTo>
                  <a:pt x="462762" y="28816"/>
                </a:lnTo>
                <a:lnTo>
                  <a:pt x="462762" y="70726"/>
                </a:lnTo>
                <a:lnTo>
                  <a:pt x="708723" y="70726"/>
                </a:lnTo>
                <a:lnTo>
                  <a:pt x="708723" y="124066"/>
                </a:lnTo>
                <a:lnTo>
                  <a:pt x="463423" y="124066"/>
                </a:lnTo>
                <a:lnTo>
                  <a:pt x="463423" y="165976"/>
                </a:lnTo>
                <a:lnTo>
                  <a:pt x="463423" y="220586"/>
                </a:lnTo>
                <a:lnTo>
                  <a:pt x="463423" y="263766"/>
                </a:lnTo>
                <a:lnTo>
                  <a:pt x="585076" y="263766"/>
                </a:lnTo>
                <a:lnTo>
                  <a:pt x="585076" y="333616"/>
                </a:lnTo>
                <a:lnTo>
                  <a:pt x="417271" y="333616"/>
                </a:lnTo>
                <a:lnTo>
                  <a:pt x="417271" y="376796"/>
                </a:lnTo>
                <a:lnTo>
                  <a:pt x="806704" y="376796"/>
                </a:lnTo>
                <a:lnTo>
                  <a:pt x="806704" y="333616"/>
                </a:lnTo>
                <a:close/>
              </a:path>
              <a:path w="1198879" h="426085">
                <a:moveTo>
                  <a:pt x="1045832" y="204635"/>
                </a:moveTo>
                <a:lnTo>
                  <a:pt x="1010373" y="184264"/>
                </a:lnTo>
                <a:lnTo>
                  <a:pt x="997483" y="170141"/>
                </a:lnTo>
                <a:lnTo>
                  <a:pt x="985481" y="156997"/>
                </a:lnTo>
                <a:lnTo>
                  <a:pt x="970826" y="125260"/>
                </a:lnTo>
                <a:lnTo>
                  <a:pt x="966012" y="91478"/>
                </a:lnTo>
                <a:lnTo>
                  <a:pt x="966012" y="74485"/>
                </a:lnTo>
                <a:lnTo>
                  <a:pt x="1033500" y="74485"/>
                </a:lnTo>
                <a:lnTo>
                  <a:pt x="1033500" y="32321"/>
                </a:lnTo>
                <a:lnTo>
                  <a:pt x="843534" y="32321"/>
                </a:lnTo>
                <a:lnTo>
                  <a:pt x="843534" y="74485"/>
                </a:lnTo>
                <a:lnTo>
                  <a:pt x="915187" y="74485"/>
                </a:lnTo>
                <a:lnTo>
                  <a:pt x="915136" y="91478"/>
                </a:lnTo>
                <a:lnTo>
                  <a:pt x="910094" y="127457"/>
                </a:lnTo>
                <a:lnTo>
                  <a:pt x="894600" y="161721"/>
                </a:lnTo>
                <a:lnTo>
                  <a:pt x="868362" y="191122"/>
                </a:lnTo>
                <a:lnTo>
                  <a:pt x="831037" y="212801"/>
                </a:lnTo>
                <a:lnTo>
                  <a:pt x="858697" y="254127"/>
                </a:lnTo>
                <a:lnTo>
                  <a:pt x="886472" y="239217"/>
                </a:lnTo>
                <a:lnTo>
                  <a:pt x="909396" y="219760"/>
                </a:lnTo>
                <a:lnTo>
                  <a:pt x="927633" y="196481"/>
                </a:lnTo>
                <a:lnTo>
                  <a:pt x="941349" y="170141"/>
                </a:lnTo>
                <a:lnTo>
                  <a:pt x="954493" y="193598"/>
                </a:lnTo>
                <a:lnTo>
                  <a:pt x="971765" y="214299"/>
                </a:lnTo>
                <a:lnTo>
                  <a:pt x="993279" y="231622"/>
                </a:lnTo>
                <a:lnTo>
                  <a:pt x="1019175" y="244957"/>
                </a:lnTo>
                <a:lnTo>
                  <a:pt x="1045832" y="204635"/>
                </a:lnTo>
                <a:close/>
              </a:path>
              <a:path w="1198879" h="426085">
                <a:moveTo>
                  <a:pt x="1114818" y="8826"/>
                </a:moveTo>
                <a:lnTo>
                  <a:pt x="1064996" y="8826"/>
                </a:lnTo>
                <a:lnTo>
                  <a:pt x="1064996" y="106654"/>
                </a:lnTo>
                <a:lnTo>
                  <a:pt x="1011669" y="106654"/>
                </a:lnTo>
                <a:lnTo>
                  <a:pt x="1011669" y="149479"/>
                </a:lnTo>
                <a:lnTo>
                  <a:pt x="1064996" y="149479"/>
                </a:lnTo>
                <a:lnTo>
                  <a:pt x="1064996" y="256959"/>
                </a:lnTo>
                <a:lnTo>
                  <a:pt x="1114818" y="256959"/>
                </a:lnTo>
                <a:lnTo>
                  <a:pt x="1114818" y="8826"/>
                </a:lnTo>
                <a:close/>
              </a:path>
              <a:path w="1198879" h="426085">
                <a:moveTo>
                  <a:pt x="1198803" y="276288"/>
                </a:moveTo>
                <a:lnTo>
                  <a:pt x="907021" y="276288"/>
                </a:lnTo>
                <a:lnTo>
                  <a:pt x="907021" y="318274"/>
                </a:lnTo>
                <a:lnTo>
                  <a:pt x="1146644" y="318274"/>
                </a:lnTo>
                <a:lnTo>
                  <a:pt x="1146644" y="425589"/>
                </a:lnTo>
                <a:lnTo>
                  <a:pt x="1198803" y="425589"/>
                </a:lnTo>
                <a:lnTo>
                  <a:pt x="1198803" y="276288"/>
                </a:lnTo>
                <a:close/>
              </a:path>
              <a:path w="1198879" h="426085">
                <a:moveTo>
                  <a:pt x="1198803" y="0"/>
                </a:moveTo>
                <a:lnTo>
                  <a:pt x="1148981" y="0"/>
                </a:lnTo>
                <a:lnTo>
                  <a:pt x="1148981" y="259626"/>
                </a:lnTo>
                <a:lnTo>
                  <a:pt x="1198803" y="259626"/>
                </a:lnTo>
                <a:lnTo>
                  <a:pt x="1198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691044" y="1798319"/>
            <a:ext cx="299085" cy="231140"/>
          </a:xfrm>
          <a:custGeom>
            <a:avLst/>
            <a:gdLst/>
            <a:ahLst/>
            <a:cxnLst/>
            <a:rect l="l" t="t" r="r" b="b"/>
            <a:pathLst>
              <a:path w="299084" h="231139">
                <a:moveTo>
                  <a:pt x="298792" y="189230"/>
                </a:moveTo>
                <a:lnTo>
                  <a:pt x="53162" y="189230"/>
                </a:lnTo>
                <a:lnTo>
                  <a:pt x="53162" y="134620"/>
                </a:lnTo>
                <a:lnTo>
                  <a:pt x="285292" y="134620"/>
                </a:lnTo>
                <a:lnTo>
                  <a:pt x="285292" y="92710"/>
                </a:lnTo>
                <a:lnTo>
                  <a:pt x="53162" y="92710"/>
                </a:lnTo>
                <a:lnTo>
                  <a:pt x="53162" y="41910"/>
                </a:lnTo>
                <a:lnTo>
                  <a:pt x="294957" y="41910"/>
                </a:lnTo>
                <a:lnTo>
                  <a:pt x="294957" y="0"/>
                </a:lnTo>
                <a:lnTo>
                  <a:pt x="0" y="0"/>
                </a:lnTo>
                <a:lnTo>
                  <a:pt x="0" y="41910"/>
                </a:lnTo>
                <a:lnTo>
                  <a:pt x="0" y="92710"/>
                </a:lnTo>
                <a:lnTo>
                  <a:pt x="0" y="134620"/>
                </a:lnTo>
                <a:lnTo>
                  <a:pt x="0" y="189230"/>
                </a:lnTo>
                <a:lnTo>
                  <a:pt x="0" y="231140"/>
                </a:lnTo>
                <a:lnTo>
                  <a:pt x="298792" y="231140"/>
                </a:lnTo>
                <a:lnTo>
                  <a:pt x="298792" y="189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643561" y="2095695"/>
            <a:ext cx="389890" cy="43180"/>
          </a:xfrm>
          <a:custGeom>
            <a:avLst/>
            <a:gdLst/>
            <a:ahLst/>
            <a:cxnLst/>
            <a:rect l="l" t="t" r="r" b="b"/>
            <a:pathLst>
              <a:path w="389890" h="43180">
                <a:moveTo>
                  <a:pt x="389435" y="0"/>
                </a:moveTo>
                <a:lnTo>
                  <a:pt x="0" y="0"/>
                </a:lnTo>
                <a:lnTo>
                  <a:pt x="0" y="42825"/>
                </a:lnTo>
                <a:lnTo>
                  <a:pt x="389435" y="42825"/>
                </a:lnTo>
                <a:lnTo>
                  <a:pt x="38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7005" y="1764416"/>
            <a:ext cx="357505" cy="424815"/>
          </a:xfrm>
          <a:custGeom>
            <a:avLst/>
            <a:gdLst/>
            <a:ahLst/>
            <a:cxnLst/>
            <a:rect l="l" t="t" r="r" b="b"/>
            <a:pathLst>
              <a:path w="357504" h="424814">
                <a:moveTo>
                  <a:pt x="219130" y="306949"/>
                </a:moveTo>
                <a:lnTo>
                  <a:pt x="164140" y="306949"/>
                </a:lnTo>
                <a:lnTo>
                  <a:pt x="151917" y="332323"/>
                </a:lnTo>
                <a:lnTo>
                  <a:pt x="123604" y="355712"/>
                </a:lnTo>
                <a:lnTo>
                  <a:pt x="80856" y="374133"/>
                </a:lnTo>
                <a:lnTo>
                  <a:pt x="25329" y="384603"/>
                </a:lnTo>
                <a:lnTo>
                  <a:pt x="43326" y="424596"/>
                </a:lnTo>
                <a:lnTo>
                  <a:pt x="91715" y="415559"/>
                </a:lnTo>
                <a:lnTo>
                  <a:pt x="91900" y="415559"/>
                </a:lnTo>
                <a:lnTo>
                  <a:pt x="133748" y="400225"/>
                </a:lnTo>
                <a:lnTo>
                  <a:pt x="167313" y="379651"/>
                </a:lnTo>
                <a:lnTo>
                  <a:pt x="191801" y="354608"/>
                </a:lnTo>
                <a:lnTo>
                  <a:pt x="258787" y="354608"/>
                </a:lnTo>
                <a:lnTo>
                  <a:pt x="231243" y="331831"/>
                </a:lnTo>
                <a:lnTo>
                  <a:pt x="219130" y="306949"/>
                </a:lnTo>
                <a:close/>
              </a:path>
              <a:path w="357504" h="424814">
                <a:moveTo>
                  <a:pt x="258787" y="354608"/>
                </a:moveTo>
                <a:lnTo>
                  <a:pt x="191801" y="354608"/>
                </a:lnTo>
                <a:lnTo>
                  <a:pt x="216086" y="379487"/>
                </a:lnTo>
                <a:lnTo>
                  <a:pt x="249523" y="400225"/>
                </a:lnTo>
                <a:lnTo>
                  <a:pt x="290715" y="415559"/>
                </a:lnTo>
                <a:lnTo>
                  <a:pt x="339277" y="424596"/>
                </a:lnTo>
                <a:lnTo>
                  <a:pt x="356941" y="384603"/>
                </a:lnTo>
                <a:lnTo>
                  <a:pt x="301710" y="373594"/>
                </a:lnTo>
                <a:lnTo>
                  <a:pt x="259290" y="355025"/>
                </a:lnTo>
                <a:lnTo>
                  <a:pt x="258787" y="354608"/>
                </a:lnTo>
                <a:close/>
              </a:path>
              <a:path w="357504" h="424814">
                <a:moveTo>
                  <a:pt x="340943" y="267789"/>
                </a:moveTo>
                <a:lnTo>
                  <a:pt x="42659" y="267789"/>
                </a:lnTo>
                <a:lnTo>
                  <a:pt x="42659" y="306949"/>
                </a:lnTo>
                <a:lnTo>
                  <a:pt x="340943" y="306949"/>
                </a:lnTo>
                <a:lnTo>
                  <a:pt x="340943" y="267789"/>
                </a:lnTo>
                <a:close/>
              </a:path>
              <a:path w="357504" h="424814">
                <a:moveTo>
                  <a:pt x="217797" y="230295"/>
                </a:moveTo>
                <a:lnTo>
                  <a:pt x="165306" y="230295"/>
                </a:lnTo>
                <a:lnTo>
                  <a:pt x="165306" y="267789"/>
                </a:lnTo>
                <a:lnTo>
                  <a:pt x="217797" y="267789"/>
                </a:lnTo>
                <a:lnTo>
                  <a:pt x="217797" y="230295"/>
                </a:lnTo>
                <a:close/>
              </a:path>
              <a:path w="357504" h="424814">
                <a:moveTo>
                  <a:pt x="332112" y="0"/>
                </a:moveTo>
                <a:lnTo>
                  <a:pt x="280287" y="0"/>
                </a:lnTo>
                <a:lnTo>
                  <a:pt x="280287" y="242460"/>
                </a:lnTo>
                <a:lnTo>
                  <a:pt x="332112" y="242460"/>
                </a:lnTo>
                <a:lnTo>
                  <a:pt x="332112" y="0"/>
                </a:lnTo>
                <a:close/>
              </a:path>
              <a:path w="357504" h="424814">
                <a:moveTo>
                  <a:pt x="205132" y="26329"/>
                </a:moveTo>
                <a:lnTo>
                  <a:pt x="0" y="26329"/>
                </a:lnTo>
                <a:lnTo>
                  <a:pt x="0" y="203466"/>
                </a:lnTo>
                <a:lnTo>
                  <a:pt x="205132" y="203466"/>
                </a:lnTo>
                <a:lnTo>
                  <a:pt x="205132" y="162473"/>
                </a:lnTo>
                <a:lnTo>
                  <a:pt x="51491" y="162473"/>
                </a:lnTo>
                <a:lnTo>
                  <a:pt x="51491" y="67655"/>
                </a:lnTo>
                <a:lnTo>
                  <a:pt x="205132" y="67655"/>
                </a:lnTo>
                <a:lnTo>
                  <a:pt x="205132" y="26329"/>
                </a:lnTo>
                <a:close/>
              </a:path>
              <a:path w="357504" h="424814">
                <a:moveTo>
                  <a:pt x="205132" y="67655"/>
                </a:moveTo>
                <a:lnTo>
                  <a:pt x="153308" y="67655"/>
                </a:lnTo>
                <a:lnTo>
                  <a:pt x="153308" y="162473"/>
                </a:lnTo>
                <a:lnTo>
                  <a:pt x="205132" y="162473"/>
                </a:lnTo>
                <a:lnTo>
                  <a:pt x="205132" y="67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709771" y="1764416"/>
            <a:ext cx="353060" cy="426084"/>
          </a:xfrm>
          <a:custGeom>
            <a:avLst/>
            <a:gdLst/>
            <a:ahLst/>
            <a:cxnLst/>
            <a:rect l="l" t="t" r="r" b="b"/>
            <a:pathLst>
              <a:path w="353059" h="426085">
                <a:moveTo>
                  <a:pt x="352775" y="0"/>
                </a:moveTo>
                <a:lnTo>
                  <a:pt x="299950" y="0"/>
                </a:lnTo>
                <a:lnTo>
                  <a:pt x="299950" y="425596"/>
                </a:lnTo>
                <a:lnTo>
                  <a:pt x="352775" y="425596"/>
                </a:lnTo>
                <a:lnTo>
                  <a:pt x="352775" y="0"/>
                </a:lnTo>
                <a:close/>
              </a:path>
              <a:path w="353059" h="426085">
                <a:moveTo>
                  <a:pt x="225796" y="45159"/>
                </a:moveTo>
                <a:lnTo>
                  <a:pt x="21663" y="45159"/>
                </a:lnTo>
                <a:lnTo>
                  <a:pt x="21663" y="86652"/>
                </a:lnTo>
                <a:lnTo>
                  <a:pt x="172471" y="86652"/>
                </a:lnTo>
                <a:lnTo>
                  <a:pt x="164197" y="133077"/>
                </a:lnTo>
                <a:lnTo>
                  <a:pt x="148382" y="175483"/>
                </a:lnTo>
                <a:lnTo>
                  <a:pt x="124541" y="214048"/>
                </a:lnTo>
                <a:lnTo>
                  <a:pt x="92188" y="248946"/>
                </a:lnTo>
                <a:lnTo>
                  <a:pt x="50836" y="280355"/>
                </a:lnTo>
                <a:lnTo>
                  <a:pt x="0" y="308449"/>
                </a:lnTo>
                <a:lnTo>
                  <a:pt x="27495" y="350442"/>
                </a:lnTo>
                <a:lnTo>
                  <a:pt x="78781" y="322192"/>
                </a:lnTo>
                <a:lnTo>
                  <a:pt x="121305" y="290697"/>
                </a:lnTo>
                <a:lnTo>
                  <a:pt x="155662" y="256163"/>
                </a:lnTo>
                <a:lnTo>
                  <a:pt x="182448" y="218797"/>
                </a:lnTo>
                <a:lnTo>
                  <a:pt x="202259" y="178807"/>
                </a:lnTo>
                <a:lnTo>
                  <a:pt x="215690" y="136399"/>
                </a:lnTo>
                <a:lnTo>
                  <a:pt x="223337" y="91781"/>
                </a:lnTo>
                <a:lnTo>
                  <a:pt x="225796" y="45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141700" y="1764416"/>
            <a:ext cx="382270" cy="426084"/>
          </a:xfrm>
          <a:custGeom>
            <a:avLst/>
            <a:gdLst/>
            <a:ahLst/>
            <a:cxnLst/>
            <a:rect l="l" t="t" r="r" b="b"/>
            <a:pathLst>
              <a:path w="382270" h="426085">
                <a:moveTo>
                  <a:pt x="316115" y="0"/>
                </a:moveTo>
                <a:lnTo>
                  <a:pt x="263623" y="0"/>
                </a:lnTo>
                <a:lnTo>
                  <a:pt x="263623" y="425596"/>
                </a:lnTo>
                <a:lnTo>
                  <a:pt x="316115" y="425596"/>
                </a:lnTo>
                <a:lnTo>
                  <a:pt x="316115" y="208632"/>
                </a:lnTo>
                <a:lnTo>
                  <a:pt x="381770" y="208632"/>
                </a:lnTo>
                <a:lnTo>
                  <a:pt x="381770" y="164639"/>
                </a:lnTo>
                <a:lnTo>
                  <a:pt x="316115" y="164639"/>
                </a:lnTo>
                <a:lnTo>
                  <a:pt x="316115" y="0"/>
                </a:lnTo>
                <a:close/>
              </a:path>
              <a:path w="382270" h="426085">
                <a:moveTo>
                  <a:pt x="200966" y="36494"/>
                </a:moveTo>
                <a:lnTo>
                  <a:pt x="0" y="36494"/>
                </a:lnTo>
                <a:lnTo>
                  <a:pt x="0" y="327113"/>
                </a:lnTo>
                <a:lnTo>
                  <a:pt x="34994" y="327113"/>
                </a:lnTo>
                <a:lnTo>
                  <a:pt x="89191" y="326446"/>
                </a:lnTo>
                <a:lnTo>
                  <a:pt x="138748" y="324530"/>
                </a:lnTo>
                <a:lnTo>
                  <a:pt x="186211" y="320739"/>
                </a:lnTo>
                <a:lnTo>
                  <a:pt x="234128" y="314448"/>
                </a:lnTo>
                <a:lnTo>
                  <a:pt x="230755" y="284786"/>
                </a:lnTo>
                <a:lnTo>
                  <a:pt x="52991" y="284786"/>
                </a:lnTo>
                <a:lnTo>
                  <a:pt x="52991" y="196967"/>
                </a:lnTo>
                <a:lnTo>
                  <a:pt x="193634" y="196967"/>
                </a:lnTo>
                <a:lnTo>
                  <a:pt x="193634" y="155474"/>
                </a:lnTo>
                <a:lnTo>
                  <a:pt x="52991" y="155474"/>
                </a:lnTo>
                <a:lnTo>
                  <a:pt x="52991" y="79320"/>
                </a:lnTo>
                <a:lnTo>
                  <a:pt x="200966" y="79320"/>
                </a:lnTo>
                <a:lnTo>
                  <a:pt x="200966" y="36494"/>
                </a:lnTo>
                <a:close/>
              </a:path>
              <a:path w="382270" h="426085">
                <a:moveTo>
                  <a:pt x="229295" y="271955"/>
                </a:moveTo>
                <a:lnTo>
                  <a:pt x="185977" y="277967"/>
                </a:lnTo>
                <a:lnTo>
                  <a:pt x="143580" y="281808"/>
                </a:lnTo>
                <a:lnTo>
                  <a:pt x="99965" y="283930"/>
                </a:lnTo>
                <a:lnTo>
                  <a:pt x="52991" y="284786"/>
                </a:lnTo>
                <a:lnTo>
                  <a:pt x="230755" y="284786"/>
                </a:lnTo>
                <a:lnTo>
                  <a:pt x="229295" y="271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687839" y="1803755"/>
            <a:ext cx="323850" cy="219710"/>
          </a:xfrm>
          <a:custGeom>
            <a:avLst/>
            <a:gdLst/>
            <a:ahLst/>
            <a:cxnLst/>
            <a:rect l="l" t="t" r="r" b="b"/>
            <a:pathLst>
              <a:path w="323850" h="219710">
                <a:moveTo>
                  <a:pt x="323608" y="0"/>
                </a:moveTo>
                <a:lnTo>
                  <a:pt x="209461" y="0"/>
                </a:lnTo>
                <a:lnTo>
                  <a:pt x="209461" y="42316"/>
                </a:lnTo>
                <a:lnTo>
                  <a:pt x="209461" y="177800"/>
                </a:lnTo>
                <a:lnTo>
                  <a:pt x="113817" y="177800"/>
                </a:lnTo>
                <a:lnTo>
                  <a:pt x="113817" y="42316"/>
                </a:lnTo>
                <a:lnTo>
                  <a:pt x="209461" y="42316"/>
                </a:lnTo>
                <a:lnTo>
                  <a:pt x="209461" y="0"/>
                </a:lnTo>
                <a:lnTo>
                  <a:pt x="0" y="0"/>
                </a:lnTo>
                <a:lnTo>
                  <a:pt x="0" y="42316"/>
                </a:lnTo>
                <a:lnTo>
                  <a:pt x="61658" y="42316"/>
                </a:lnTo>
                <a:lnTo>
                  <a:pt x="61658" y="177800"/>
                </a:lnTo>
                <a:lnTo>
                  <a:pt x="1333" y="177800"/>
                </a:lnTo>
                <a:lnTo>
                  <a:pt x="1333" y="219456"/>
                </a:lnTo>
                <a:lnTo>
                  <a:pt x="321945" y="219456"/>
                </a:lnTo>
                <a:lnTo>
                  <a:pt x="321945" y="177800"/>
                </a:lnTo>
                <a:lnTo>
                  <a:pt x="261124" y="177800"/>
                </a:lnTo>
                <a:lnTo>
                  <a:pt x="261124" y="42316"/>
                </a:lnTo>
                <a:lnTo>
                  <a:pt x="323608" y="42316"/>
                </a:lnTo>
                <a:lnTo>
                  <a:pt x="323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656013" y="1764423"/>
            <a:ext cx="1198880" cy="426084"/>
          </a:xfrm>
          <a:custGeom>
            <a:avLst/>
            <a:gdLst/>
            <a:ahLst/>
            <a:cxnLst/>
            <a:rect l="l" t="t" r="r" b="b"/>
            <a:pathLst>
              <a:path w="1198879" h="426085">
                <a:moveTo>
                  <a:pt x="389432" y="330606"/>
                </a:moveTo>
                <a:lnTo>
                  <a:pt x="0" y="330606"/>
                </a:lnTo>
                <a:lnTo>
                  <a:pt x="0" y="374434"/>
                </a:lnTo>
                <a:lnTo>
                  <a:pt x="389432" y="374434"/>
                </a:lnTo>
                <a:lnTo>
                  <a:pt x="389432" y="330606"/>
                </a:lnTo>
                <a:close/>
              </a:path>
              <a:path w="1198879" h="426085">
                <a:moveTo>
                  <a:pt x="806691" y="333616"/>
                </a:moveTo>
                <a:lnTo>
                  <a:pt x="637057" y="333616"/>
                </a:lnTo>
                <a:lnTo>
                  <a:pt x="637057" y="263766"/>
                </a:lnTo>
                <a:lnTo>
                  <a:pt x="770369" y="263766"/>
                </a:lnTo>
                <a:lnTo>
                  <a:pt x="770369" y="220586"/>
                </a:lnTo>
                <a:lnTo>
                  <a:pt x="515747" y="220586"/>
                </a:lnTo>
                <a:lnTo>
                  <a:pt x="515747" y="165976"/>
                </a:lnTo>
                <a:lnTo>
                  <a:pt x="760539" y="165976"/>
                </a:lnTo>
                <a:lnTo>
                  <a:pt x="760539" y="124066"/>
                </a:lnTo>
                <a:lnTo>
                  <a:pt x="760539" y="70726"/>
                </a:lnTo>
                <a:lnTo>
                  <a:pt x="760539" y="28816"/>
                </a:lnTo>
                <a:lnTo>
                  <a:pt x="462749" y="28816"/>
                </a:lnTo>
                <a:lnTo>
                  <a:pt x="462749" y="70726"/>
                </a:lnTo>
                <a:lnTo>
                  <a:pt x="708710" y="70726"/>
                </a:lnTo>
                <a:lnTo>
                  <a:pt x="708710" y="124066"/>
                </a:lnTo>
                <a:lnTo>
                  <a:pt x="463423" y="124066"/>
                </a:lnTo>
                <a:lnTo>
                  <a:pt x="463423" y="165976"/>
                </a:lnTo>
                <a:lnTo>
                  <a:pt x="463423" y="220586"/>
                </a:lnTo>
                <a:lnTo>
                  <a:pt x="463423" y="263766"/>
                </a:lnTo>
                <a:lnTo>
                  <a:pt x="585063" y="263766"/>
                </a:lnTo>
                <a:lnTo>
                  <a:pt x="585063" y="333616"/>
                </a:lnTo>
                <a:lnTo>
                  <a:pt x="417258" y="333616"/>
                </a:lnTo>
                <a:lnTo>
                  <a:pt x="417258" y="376796"/>
                </a:lnTo>
                <a:lnTo>
                  <a:pt x="806691" y="376796"/>
                </a:lnTo>
                <a:lnTo>
                  <a:pt x="806691" y="333616"/>
                </a:lnTo>
                <a:close/>
              </a:path>
              <a:path w="1198879" h="426085">
                <a:moveTo>
                  <a:pt x="1045819" y="204635"/>
                </a:moveTo>
                <a:lnTo>
                  <a:pt x="1010361" y="184264"/>
                </a:lnTo>
                <a:lnTo>
                  <a:pt x="970813" y="125260"/>
                </a:lnTo>
                <a:lnTo>
                  <a:pt x="966000" y="91478"/>
                </a:lnTo>
                <a:lnTo>
                  <a:pt x="966000" y="74485"/>
                </a:lnTo>
                <a:lnTo>
                  <a:pt x="1033487" y="74485"/>
                </a:lnTo>
                <a:lnTo>
                  <a:pt x="1033487" y="32321"/>
                </a:lnTo>
                <a:lnTo>
                  <a:pt x="843521" y="32321"/>
                </a:lnTo>
                <a:lnTo>
                  <a:pt x="843521" y="74485"/>
                </a:lnTo>
                <a:lnTo>
                  <a:pt x="915174" y="74485"/>
                </a:lnTo>
                <a:lnTo>
                  <a:pt x="915136" y="91478"/>
                </a:lnTo>
                <a:lnTo>
                  <a:pt x="910094" y="127457"/>
                </a:lnTo>
                <a:lnTo>
                  <a:pt x="894600" y="161721"/>
                </a:lnTo>
                <a:lnTo>
                  <a:pt x="868362" y="191122"/>
                </a:lnTo>
                <a:lnTo>
                  <a:pt x="831024" y="212801"/>
                </a:lnTo>
                <a:lnTo>
                  <a:pt x="858685" y="254127"/>
                </a:lnTo>
                <a:lnTo>
                  <a:pt x="886460" y="239217"/>
                </a:lnTo>
                <a:lnTo>
                  <a:pt x="909383" y="219760"/>
                </a:lnTo>
                <a:lnTo>
                  <a:pt x="927633" y="196481"/>
                </a:lnTo>
                <a:lnTo>
                  <a:pt x="941336" y="170141"/>
                </a:lnTo>
                <a:lnTo>
                  <a:pt x="954481" y="193598"/>
                </a:lnTo>
                <a:lnTo>
                  <a:pt x="971753" y="214299"/>
                </a:lnTo>
                <a:lnTo>
                  <a:pt x="993267" y="231622"/>
                </a:lnTo>
                <a:lnTo>
                  <a:pt x="1019162" y="244957"/>
                </a:lnTo>
                <a:lnTo>
                  <a:pt x="1045819" y="204635"/>
                </a:lnTo>
                <a:close/>
              </a:path>
              <a:path w="1198879" h="426085">
                <a:moveTo>
                  <a:pt x="1114806" y="8826"/>
                </a:moveTo>
                <a:lnTo>
                  <a:pt x="1064983" y="8826"/>
                </a:lnTo>
                <a:lnTo>
                  <a:pt x="1064983" y="106654"/>
                </a:lnTo>
                <a:lnTo>
                  <a:pt x="1011656" y="106654"/>
                </a:lnTo>
                <a:lnTo>
                  <a:pt x="1011656" y="149479"/>
                </a:lnTo>
                <a:lnTo>
                  <a:pt x="1064983" y="149479"/>
                </a:lnTo>
                <a:lnTo>
                  <a:pt x="1064983" y="256959"/>
                </a:lnTo>
                <a:lnTo>
                  <a:pt x="1114806" y="256959"/>
                </a:lnTo>
                <a:lnTo>
                  <a:pt x="1114806" y="8826"/>
                </a:lnTo>
                <a:close/>
              </a:path>
              <a:path w="1198879" h="426085">
                <a:moveTo>
                  <a:pt x="1198803" y="276288"/>
                </a:moveTo>
                <a:lnTo>
                  <a:pt x="907008" y="276288"/>
                </a:lnTo>
                <a:lnTo>
                  <a:pt x="907008" y="318274"/>
                </a:lnTo>
                <a:lnTo>
                  <a:pt x="1146644" y="318274"/>
                </a:lnTo>
                <a:lnTo>
                  <a:pt x="1146644" y="425589"/>
                </a:lnTo>
                <a:lnTo>
                  <a:pt x="1198803" y="425589"/>
                </a:lnTo>
                <a:lnTo>
                  <a:pt x="1198803" y="276288"/>
                </a:lnTo>
                <a:close/>
              </a:path>
              <a:path w="1198879" h="426085">
                <a:moveTo>
                  <a:pt x="1198803" y="0"/>
                </a:moveTo>
                <a:lnTo>
                  <a:pt x="1148969" y="0"/>
                </a:lnTo>
                <a:lnTo>
                  <a:pt x="1148969" y="259626"/>
                </a:lnTo>
                <a:lnTo>
                  <a:pt x="1198803" y="259626"/>
                </a:lnTo>
                <a:lnTo>
                  <a:pt x="1198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0955300" y="1798319"/>
            <a:ext cx="299085" cy="231140"/>
          </a:xfrm>
          <a:custGeom>
            <a:avLst/>
            <a:gdLst/>
            <a:ahLst/>
            <a:cxnLst/>
            <a:rect l="l" t="t" r="r" b="b"/>
            <a:pathLst>
              <a:path w="299084" h="231139">
                <a:moveTo>
                  <a:pt x="298780" y="189230"/>
                </a:moveTo>
                <a:lnTo>
                  <a:pt x="53149" y="189230"/>
                </a:lnTo>
                <a:lnTo>
                  <a:pt x="53149" y="134620"/>
                </a:lnTo>
                <a:lnTo>
                  <a:pt x="285280" y="134620"/>
                </a:lnTo>
                <a:lnTo>
                  <a:pt x="285280" y="92710"/>
                </a:lnTo>
                <a:lnTo>
                  <a:pt x="53149" y="92710"/>
                </a:lnTo>
                <a:lnTo>
                  <a:pt x="53149" y="41910"/>
                </a:lnTo>
                <a:lnTo>
                  <a:pt x="294944" y="41910"/>
                </a:lnTo>
                <a:lnTo>
                  <a:pt x="294944" y="0"/>
                </a:lnTo>
                <a:lnTo>
                  <a:pt x="0" y="0"/>
                </a:lnTo>
                <a:lnTo>
                  <a:pt x="0" y="41910"/>
                </a:lnTo>
                <a:lnTo>
                  <a:pt x="0" y="92710"/>
                </a:lnTo>
                <a:lnTo>
                  <a:pt x="0" y="134620"/>
                </a:lnTo>
                <a:lnTo>
                  <a:pt x="0" y="189230"/>
                </a:lnTo>
                <a:lnTo>
                  <a:pt x="0" y="231140"/>
                </a:lnTo>
                <a:lnTo>
                  <a:pt x="298780" y="231140"/>
                </a:lnTo>
                <a:lnTo>
                  <a:pt x="298780" y="189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0907808" y="2095695"/>
            <a:ext cx="389890" cy="43180"/>
          </a:xfrm>
          <a:custGeom>
            <a:avLst/>
            <a:gdLst/>
            <a:ahLst/>
            <a:cxnLst/>
            <a:rect l="l" t="t" r="r" b="b"/>
            <a:pathLst>
              <a:path w="389890" h="43180">
                <a:moveTo>
                  <a:pt x="389435" y="0"/>
                </a:moveTo>
                <a:lnTo>
                  <a:pt x="0" y="0"/>
                </a:lnTo>
                <a:lnTo>
                  <a:pt x="0" y="42825"/>
                </a:lnTo>
                <a:lnTo>
                  <a:pt x="389435" y="42825"/>
                </a:lnTo>
                <a:lnTo>
                  <a:pt x="38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1354892" y="1764753"/>
            <a:ext cx="514984" cy="456565"/>
          </a:xfrm>
          <a:custGeom>
            <a:avLst/>
            <a:gdLst/>
            <a:ahLst/>
            <a:cxnLst/>
            <a:rect l="l" t="t" r="r" b="b"/>
            <a:pathLst>
              <a:path w="514984" h="456564">
                <a:moveTo>
                  <a:pt x="122313" y="32499"/>
                </a:moveTo>
                <a:lnTo>
                  <a:pt x="65989" y="32499"/>
                </a:lnTo>
                <a:lnTo>
                  <a:pt x="42303" y="69316"/>
                </a:lnTo>
                <a:lnTo>
                  <a:pt x="23825" y="108724"/>
                </a:lnTo>
                <a:lnTo>
                  <a:pt x="10604" y="150901"/>
                </a:lnTo>
                <a:lnTo>
                  <a:pt x="2654" y="196037"/>
                </a:lnTo>
                <a:lnTo>
                  <a:pt x="0" y="244297"/>
                </a:lnTo>
                <a:lnTo>
                  <a:pt x="2654" y="292620"/>
                </a:lnTo>
                <a:lnTo>
                  <a:pt x="10604" y="337756"/>
                </a:lnTo>
                <a:lnTo>
                  <a:pt x="23825" y="379907"/>
                </a:lnTo>
                <a:lnTo>
                  <a:pt x="42303" y="419290"/>
                </a:lnTo>
                <a:lnTo>
                  <a:pt x="65989" y="456095"/>
                </a:lnTo>
                <a:lnTo>
                  <a:pt x="122313" y="456095"/>
                </a:lnTo>
                <a:lnTo>
                  <a:pt x="98742" y="415569"/>
                </a:lnTo>
                <a:lnTo>
                  <a:pt x="79692" y="363385"/>
                </a:lnTo>
                <a:lnTo>
                  <a:pt x="66967" y="304596"/>
                </a:lnTo>
                <a:lnTo>
                  <a:pt x="62331" y="244297"/>
                </a:lnTo>
                <a:lnTo>
                  <a:pt x="66967" y="184061"/>
                </a:lnTo>
                <a:lnTo>
                  <a:pt x="79692" y="125272"/>
                </a:lnTo>
                <a:lnTo>
                  <a:pt x="98742" y="73037"/>
                </a:lnTo>
                <a:lnTo>
                  <a:pt x="122313" y="32499"/>
                </a:lnTo>
                <a:close/>
              </a:path>
              <a:path w="514984" h="456564">
                <a:moveTo>
                  <a:pt x="347281" y="179311"/>
                </a:moveTo>
                <a:lnTo>
                  <a:pt x="340347" y="148018"/>
                </a:lnTo>
                <a:lnTo>
                  <a:pt x="335203" y="141478"/>
                </a:lnTo>
                <a:lnTo>
                  <a:pt x="321195" y="123685"/>
                </a:lnTo>
                <a:lnTo>
                  <a:pt x="299783" y="112153"/>
                </a:lnTo>
                <a:lnTo>
                  <a:pt x="299783" y="179311"/>
                </a:lnTo>
                <a:lnTo>
                  <a:pt x="296506" y="194449"/>
                </a:lnTo>
                <a:lnTo>
                  <a:pt x="287274" y="205828"/>
                </a:lnTo>
                <a:lnTo>
                  <a:pt x="272999" y="212979"/>
                </a:lnTo>
                <a:lnTo>
                  <a:pt x="254622" y="215468"/>
                </a:lnTo>
                <a:lnTo>
                  <a:pt x="236372" y="212979"/>
                </a:lnTo>
                <a:lnTo>
                  <a:pt x="222211" y="205828"/>
                </a:lnTo>
                <a:lnTo>
                  <a:pt x="213055" y="194449"/>
                </a:lnTo>
                <a:lnTo>
                  <a:pt x="209804" y="179311"/>
                </a:lnTo>
                <a:lnTo>
                  <a:pt x="213055" y="163296"/>
                </a:lnTo>
                <a:lnTo>
                  <a:pt x="222211" y="151460"/>
                </a:lnTo>
                <a:lnTo>
                  <a:pt x="236372" y="144081"/>
                </a:lnTo>
                <a:lnTo>
                  <a:pt x="254622" y="141478"/>
                </a:lnTo>
                <a:lnTo>
                  <a:pt x="272999" y="144081"/>
                </a:lnTo>
                <a:lnTo>
                  <a:pt x="287274" y="151460"/>
                </a:lnTo>
                <a:lnTo>
                  <a:pt x="296506" y="163296"/>
                </a:lnTo>
                <a:lnTo>
                  <a:pt x="299783" y="179311"/>
                </a:lnTo>
                <a:lnTo>
                  <a:pt x="299783" y="112153"/>
                </a:lnTo>
                <a:lnTo>
                  <a:pt x="291934" y="107924"/>
                </a:lnTo>
                <a:lnTo>
                  <a:pt x="254622" y="102323"/>
                </a:lnTo>
                <a:lnTo>
                  <a:pt x="217792" y="107924"/>
                </a:lnTo>
                <a:lnTo>
                  <a:pt x="188747" y="123685"/>
                </a:lnTo>
                <a:lnTo>
                  <a:pt x="169722" y="148018"/>
                </a:lnTo>
                <a:lnTo>
                  <a:pt x="162979" y="179311"/>
                </a:lnTo>
                <a:lnTo>
                  <a:pt x="169722" y="209727"/>
                </a:lnTo>
                <a:lnTo>
                  <a:pt x="188747" y="233438"/>
                </a:lnTo>
                <a:lnTo>
                  <a:pt x="217792" y="248881"/>
                </a:lnTo>
                <a:lnTo>
                  <a:pt x="254622" y="254457"/>
                </a:lnTo>
                <a:lnTo>
                  <a:pt x="291934" y="248881"/>
                </a:lnTo>
                <a:lnTo>
                  <a:pt x="321195" y="233438"/>
                </a:lnTo>
                <a:lnTo>
                  <a:pt x="335711" y="215468"/>
                </a:lnTo>
                <a:lnTo>
                  <a:pt x="340347" y="209727"/>
                </a:lnTo>
                <a:lnTo>
                  <a:pt x="347281" y="179311"/>
                </a:lnTo>
                <a:close/>
              </a:path>
              <a:path w="514984" h="456564">
                <a:moveTo>
                  <a:pt x="360273" y="45326"/>
                </a:moveTo>
                <a:lnTo>
                  <a:pt x="280619" y="45326"/>
                </a:lnTo>
                <a:lnTo>
                  <a:pt x="280619" y="2336"/>
                </a:lnTo>
                <a:lnTo>
                  <a:pt x="228638" y="2336"/>
                </a:lnTo>
                <a:lnTo>
                  <a:pt x="228638" y="45326"/>
                </a:lnTo>
                <a:lnTo>
                  <a:pt x="148145" y="45326"/>
                </a:lnTo>
                <a:lnTo>
                  <a:pt x="148145" y="86487"/>
                </a:lnTo>
                <a:lnTo>
                  <a:pt x="360273" y="86487"/>
                </a:lnTo>
                <a:lnTo>
                  <a:pt x="360273" y="45326"/>
                </a:lnTo>
                <a:close/>
              </a:path>
              <a:path w="514984" h="456564">
                <a:moveTo>
                  <a:pt x="514756" y="286956"/>
                </a:moveTo>
                <a:lnTo>
                  <a:pt x="222961" y="286956"/>
                </a:lnTo>
                <a:lnTo>
                  <a:pt x="222961" y="328777"/>
                </a:lnTo>
                <a:lnTo>
                  <a:pt x="462597" y="328777"/>
                </a:lnTo>
                <a:lnTo>
                  <a:pt x="462597" y="425259"/>
                </a:lnTo>
                <a:lnTo>
                  <a:pt x="514756" y="425259"/>
                </a:lnTo>
                <a:lnTo>
                  <a:pt x="514756" y="286956"/>
                </a:lnTo>
                <a:close/>
              </a:path>
              <a:path w="514984" h="456564">
                <a:moveTo>
                  <a:pt x="514756" y="0"/>
                </a:moveTo>
                <a:lnTo>
                  <a:pt x="464921" y="0"/>
                </a:lnTo>
                <a:lnTo>
                  <a:pt x="464921" y="114820"/>
                </a:lnTo>
                <a:lnTo>
                  <a:pt x="424599" y="114820"/>
                </a:lnTo>
                <a:lnTo>
                  <a:pt x="424599" y="6997"/>
                </a:lnTo>
                <a:lnTo>
                  <a:pt x="374942" y="6997"/>
                </a:lnTo>
                <a:lnTo>
                  <a:pt x="374942" y="263131"/>
                </a:lnTo>
                <a:lnTo>
                  <a:pt x="424599" y="263131"/>
                </a:lnTo>
                <a:lnTo>
                  <a:pt x="424599" y="157480"/>
                </a:lnTo>
                <a:lnTo>
                  <a:pt x="464921" y="157480"/>
                </a:lnTo>
                <a:lnTo>
                  <a:pt x="464921" y="265620"/>
                </a:lnTo>
                <a:lnTo>
                  <a:pt x="514756" y="265620"/>
                </a:lnTo>
                <a:lnTo>
                  <a:pt x="514756" y="157480"/>
                </a:lnTo>
                <a:lnTo>
                  <a:pt x="514756" y="114820"/>
                </a:lnTo>
                <a:lnTo>
                  <a:pt x="514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922641" y="1764750"/>
            <a:ext cx="354965" cy="420370"/>
          </a:xfrm>
          <a:custGeom>
            <a:avLst/>
            <a:gdLst/>
            <a:ahLst/>
            <a:cxnLst/>
            <a:rect l="l" t="t" r="r" b="b"/>
            <a:pathLst>
              <a:path w="354965" h="420369">
                <a:moveTo>
                  <a:pt x="354608" y="0"/>
                </a:moveTo>
                <a:lnTo>
                  <a:pt x="302116" y="0"/>
                </a:lnTo>
                <a:lnTo>
                  <a:pt x="302116" y="240793"/>
                </a:lnTo>
                <a:lnTo>
                  <a:pt x="354608" y="240793"/>
                </a:lnTo>
                <a:lnTo>
                  <a:pt x="354608" y="0"/>
                </a:lnTo>
                <a:close/>
              </a:path>
              <a:path w="354965" h="420369">
                <a:moveTo>
                  <a:pt x="158973" y="15830"/>
                </a:moveTo>
                <a:lnTo>
                  <a:pt x="104815" y="15830"/>
                </a:lnTo>
                <a:lnTo>
                  <a:pt x="104815" y="57323"/>
                </a:lnTo>
                <a:lnTo>
                  <a:pt x="98163" y="98801"/>
                </a:lnTo>
                <a:lnTo>
                  <a:pt x="78340" y="136935"/>
                </a:lnTo>
                <a:lnTo>
                  <a:pt x="45552" y="168633"/>
                </a:lnTo>
                <a:lnTo>
                  <a:pt x="0" y="190801"/>
                </a:lnTo>
                <a:lnTo>
                  <a:pt x="25996" y="232128"/>
                </a:lnTo>
                <a:lnTo>
                  <a:pt x="61398" y="216245"/>
                </a:lnTo>
                <a:lnTo>
                  <a:pt x="91005" y="194426"/>
                </a:lnTo>
                <a:lnTo>
                  <a:pt x="114645" y="167545"/>
                </a:lnTo>
                <a:lnTo>
                  <a:pt x="132145" y="136477"/>
                </a:lnTo>
                <a:lnTo>
                  <a:pt x="188860" y="136477"/>
                </a:lnTo>
                <a:lnTo>
                  <a:pt x="185115" y="133019"/>
                </a:lnTo>
                <a:lnTo>
                  <a:pt x="165475" y="97077"/>
                </a:lnTo>
                <a:lnTo>
                  <a:pt x="158973" y="57323"/>
                </a:lnTo>
                <a:lnTo>
                  <a:pt x="158973" y="15830"/>
                </a:lnTo>
                <a:close/>
              </a:path>
              <a:path w="354965" h="420369">
                <a:moveTo>
                  <a:pt x="188860" y="136477"/>
                </a:moveTo>
                <a:lnTo>
                  <a:pt x="132145" y="136477"/>
                </a:lnTo>
                <a:lnTo>
                  <a:pt x="149582" y="165170"/>
                </a:lnTo>
                <a:lnTo>
                  <a:pt x="172784" y="189801"/>
                </a:lnTo>
                <a:lnTo>
                  <a:pt x="201579" y="209684"/>
                </a:lnTo>
                <a:lnTo>
                  <a:pt x="235794" y="224129"/>
                </a:lnTo>
                <a:lnTo>
                  <a:pt x="261623" y="183969"/>
                </a:lnTo>
                <a:lnTo>
                  <a:pt x="217346" y="162775"/>
                </a:lnTo>
                <a:lnTo>
                  <a:pt x="188860" y="136477"/>
                </a:lnTo>
                <a:close/>
              </a:path>
              <a:path w="354965" h="420369">
                <a:moveTo>
                  <a:pt x="354608" y="261956"/>
                </a:moveTo>
                <a:lnTo>
                  <a:pt x="72154" y="261956"/>
                </a:lnTo>
                <a:lnTo>
                  <a:pt x="72154" y="420263"/>
                </a:lnTo>
                <a:lnTo>
                  <a:pt x="354608" y="420263"/>
                </a:lnTo>
                <a:lnTo>
                  <a:pt x="354608" y="377937"/>
                </a:lnTo>
                <a:lnTo>
                  <a:pt x="123813" y="377937"/>
                </a:lnTo>
                <a:lnTo>
                  <a:pt x="123813" y="303616"/>
                </a:lnTo>
                <a:lnTo>
                  <a:pt x="354608" y="303616"/>
                </a:lnTo>
                <a:lnTo>
                  <a:pt x="354608" y="261956"/>
                </a:lnTo>
                <a:close/>
              </a:path>
              <a:path w="354965" h="420369">
                <a:moveTo>
                  <a:pt x="354608" y="303616"/>
                </a:moveTo>
                <a:lnTo>
                  <a:pt x="303283" y="303616"/>
                </a:lnTo>
                <a:lnTo>
                  <a:pt x="303283" y="377937"/>
                </a:lnTo>
                <a:lnTo>
                  <a:pt x="354608" y="377937"/>
                </a:lnTo>
                <a:lnTo>
                  <a:pt x="354608" y="303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2339738" y="1797244"/>
            <a:ext cx="122555" cy="424180"/>
          </a:xfrm>
          <a:custGeom>
            <a:avLst/>
            <a:gdLst/>
            <a:ahLst/>
            <a:cxnLst/>
            <a:rect l="l" t="t" r="r" b="b"/>
            <a:pathLst>
              <a:path w="122554" h="424180">
                <a:moveTo>
                  <a:pt x="56324" y="0"/>
                </a:moveTo>
                <a:lnTo>
                  <a:pt x="0" y="0"/>
                </a:lnTo>
                <a:lnTo>
                  <a:pt x="23574" y="40545"/>
                </a:lnTo>
                <a:lnTo>
                  <a:pt x="42618" y="92776"/>
                </a:lnTo>
                <a:lnTo>
                  <a:pt x="55350" y="151568"/>
                </a:lnTo>
                <a:lnTo>
                  <a:pt x="59990" y="211798"/>
                </a:lnTo>
                <a:lnTo>
                  <a:pt x="55350" y="272098"/>
                </a:lnTo>
                <a:lnTo>
                  <a:pt x="42618" y="330882"/>
                </a:lnTo>
                <a:lnTo>
                  <a:pt x="23574" y="383074"/>
                </a:lnTo>
                <a:lnTo>
                  <a:pt x="0" y="423596"/>
                </a:lnTo>
                <a:lnTo>
                  <a:pt x="56324" y="423596"/>
                </a:lnTo>
                <a:lnTo>
                  <a:pt x="80016" y="386788"/>
                </a:lnTo>
                <a:lnTo>
                  <a:pt x="98485" y="347411"/>
                </a:lnTo>
                <a:lnTo>
                  <a:pt x="111707" y="305260"/>
                </a:lnTo>
                <a:lnTo>
                  <a:pt x="119657" y="260124"/>
                </a:lnTo>
                <a:lnTo>
                  <a:pt x="122313" y="211798"/>
                </a:lnTo>
                <a:lnTo>
                  <a:pt x="119657" y="163535"/>
                </a:lnTo>
                <a:lnTo>
                  <a:pt x="111707" y="118408"/>
                </a:lnTo>
                <a:lnTo>
                  <a:pt x="98485" y="76232"/>
                </a:lnTo>
                <a:lnTo>
                  <a:pt x="80016" y="36824"/>
                </a:lnTo>
                <a:lnTo>
                  <a:pt x="56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2643528" y="1807076"/>
            <a:ext cx="143510" cy="341630"/>
          </a:xfrm>
          <a:custGeom>
            <a:avLst/>
            <a:gdLst/>
            <a:ahLst/>
            <a:cxnLst/>
            <a:rect l="l" t="t" r="r" b="b"/>
            <a:pathLst>
              <a:path w="143509" h="341630">
                <a:moveTo>
                  <a:pt x="143477" y="0"/>
                </a:moveTo>
                <a:lnTo>
                  <a:pt x="84652" y="0"/>
                </a:lnTo>
                <a:lnTo>
                  <a:pt x="0" y="54657"/>
                </a:lnTo>
                <a:lnTo>
                  <a:pt x="0" y="110814"/>
                </a:lnTo>
                <a:lnTo>
                  <a:pt x="79820" y="59823"/>
                </a:lnTo>
                <a:lnTo>
                  <a:pt x="81820" y="59823"/>
                </a:lnTo>
                <a:lnTo>
                  <a:pt x="81820" y="341276"/>
                </a:lnTo>
                <a:lnTo>
                  <a:pt x="143477" y="341276"/>
                </a:lnTo>
                <a:lnTo>
                  <a:pt x="1434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7144" y="1701158"/>
            <a:ext cx="223976" cy="139450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1179671" y="7360739"/>
            <a:ext cx="7543165" cy="629285"/>
            <a:chOff x="1179671" y="7360739"/>
            <a:chExt cx="7543165" cy="629285"/>
          </a:xfrm>
        </p:grpSpPr>
        <p:sp>
          <p:nvSpPr>
            <p:cNvPr id="21" name="object 21" descr=""/>
            <p:cNvSpPr/>
            <p:nvPr/>
          </p:nvSpPr>
          <p:spPr>
            <a:xfrm>
              <a:off x="1179671" y="7379837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79671" y="7360739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79671" y="797620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5861" y="7566502"/>
              <a:ext cx="175550" cy="20159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723" y="7566660"/>
              <a:ext cx="164341" cy="19907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4305" y="7566502"/>
              <a:ext cx="373517" cy="20159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6405" y="7566502"/>
              <a:ext cx="169077" cy="2011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4354" y="7566502"/>
              <a:ext cx="161420" cy="20207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5297" y="7566502"/>
              <a:ext cx="453163" cy="206177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5613" y="7566502"/>
              <a:ext cx="166235" cy="20159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0660" y="7564924"/>
              <a:ext cx="187390" cy="201519"/>
            </a:xfrm>
            <a:prstGeom prst="rect">
              <a:avLst/>
            </a:prstGeom>
          </p:spPr>
        </p:pic>
      </p:grpSp>
      <p:sp>
        <p:nvSpPr>
          <p:cNvPr id="32" name="object 32" descr=""/>
          <p:cNvSpPr/>
          <p:nvPr/>
        </p:nvSpPr>
        <p:spPr>
          <a:xfrm>
            <a:off x="9565492" y="6436816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9565492" y="6455913"/>
            <a:ext cx="7543165" cy="610235"/>
            <a:chOff x="9565492" y="6455913"/>
            <a:chExt cx="7543165" cy="610235"/>
          </a:xfrm>
        </p:grpSpPr>
        <p:sp>
          <p:nvSpPr>
            <p:cNvPr id="34" name="object 34" descr=""/>
            <p:cNvSpPr/>
            <p:nvPr/>
          </p:nvSpPr>
          <p:spPr>
            <a:xfrm>
              <a:off x="9565492" y="7052277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565492" y="6455913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20895" y="6642579"/>
              <a:ext cx="371465" cy="20159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70049" y="6642579"/>
              <a:ext cx="173892" cy="20159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70859" y="6642579"/>
              <a:ext cx="171445" cy="199704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9570997" y="7415930"/>
            <a:ext cx="527685" cy="186690"/>
            <a:chOff x="9570997" y="7415930"/>
            <a:chExt cx="527685" cy="186690"/>
          </a:xfrm>
        </p:grpSpPr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70997" y="7415930"/>
              <a:ext cx="348368" cy="18607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48143" y="7415930"/>
              <a:ext cx="150290" cy="186298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10188719" y="7415930"/>
            <a:ext cx="544830" cy="186690"/>
            <a:chOff x="10188719" y="7415930"/>
            <a:chExt cx="544830" cy="186690"/>
          </a:xfrm>
        </p:grpSpPr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88719" y="7415930"/>
              <a:ext cx="150142" cy="18607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80460" y="7415930"/>
              <a:ext cx="352468" cy="186074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10797489" y="7416165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85" y="64325"/>
                </a:moveTo>
                <a:lnTo>
                  <a:pt x="114554" y="49822"/>
                </a:lnTo>
                <a:lnTo>
                  <a:pt x="93040" y="20269"/>
                </a:lnTo>
                <a:lnTo>
                  <a:pt x="93040" y="19748"/>
                </a:lnTo>
                <a:lnTo>
                  <a:pt x="154317" y="19748"/>
                </a:lnTo>
                <a:lnTo>
                  <a:pt x="154317" y="8712"/>
                </a:lnTo>
                <a:lnTo>
                  <a:pt x="15582" y="8712"/>
                </a:lnTo>
                <a:lnTo>
                  <a:pt x="15582" y="19748"/>
                </a:lnTo>
                <a:lnTo>
                  <a:pt x="76568" y="19748"/>
                </a:lnTo>
                <a:lnTo>
                  <a:pt x="76568" y="20269"/>
                </a:lnTo>
                <a:lnTo>
                  <a:pt x="70459" y="36601"/>
                </a:lnTo>
                <a:lnTo>
                  <a:pt x="54838" y="49822"/>
                </a:lnTo>
                <a:lnTo>
                  <a:pt x="33528" y="59283"/>
                </a:lnTo>
                <a:lnTo>
                  <a:pt x="10363" y="64325"/>
                </a:lnTo>
                <a:lnTo>
                  <a:pt x="15278" y="74993"/>
                </a:lnTo>
                <a:lnTo>
                  <a:pt x="36817" y="70281"/>
                </a:lnTo>
                <a:lnTo>
                  <a:pt x="56959" y="62077"/>
                </a:lnTo>
                <a:lnTo>
                  <a:pt x="73660" y="50546"/>
                </a:lnTo>
                <a:lnTo>
                  <a:pt x="84836" y="35852"/>
                </a:lnTo>
                <a:lnTo>
                  <a:pt x="95923" y="50546"/>
                </a:lnTo>
                <a:lnTo>
                  <a:pt x="112572" y="62077"/>
                </a:lnTo>
                <a:lnTo>
                  <a:pt x="132715" y="70281"/>
                </a:lnTo>
                <a:lnTo>
                  <a:pt x="154241" y="74993"/>
                </a:lnTo>
                <a:lnTo>
                  <a:pt x="159385" y="64325"/>
                </a:lnTo>
                <a:close/>
              </a:path>
              <a:path w="547370" h="185420">
                <a:moveTo>
                  <a:pt x="169519" y="87591"/>
                </a:moveTo>
                <a:lnTo>
                  <a:pt x="0" y="87591"/>
                </a:lnTo>
                <a:lnTo>
                  <a:pt x="0" y="98844"/>
                </a:lnTo>
                <a:lnTo>
                  <a:pt x="78054" y="98844"/>
                </a:lnTo>
                <a:lnTo>
                  <a:pt x="78054" y="120611"/>
                </a:lnTo>
                <a:lnTo>
                  <a:pt x="53873" y="123444"/>
                </a:lnTo>
                <a:lnTo>
                  <a:pt x="35852" y="129921"/>
                </a:lnTo>
                <a:lnTo>
                  <a:pt x="24612" y="139827"/>
                </a:lnTo>
                <a:lnTo>
                  <a:pt x="20726" y="152971"/>
                </a:lnTo>
                <a:lnTo>
                  <a:pt x="25082" y="166725"/>
                </a:lnTo>
                <a:lnTo>
                  <a:pt x="37668" y="176860"/>
                </a:lnTo>
                <a:lnTo>
                  <a:pt x="57772" y="183108"/>
                </a:lnTo>
                <a:lnTo>
                  <a:pt x="84683" y="185254"/>
                </a:lnTo>
                <a:lnTo>
                  <a:pt x="111480" y="183108"/>
                </a:lnTo>
                <a:lnTo>
                  <a:pt x="131521" y="176860"/>
                </a:lnTo>
                <a:lnTo>
                  <a:pt x="134340" y="174586"/>
                </a:lnTo>
                <a:lnTo>
                  <a:pt x="144106" y="166725"/>
                </a:lnTo>
                <a:lnTo>
                  <a:pt x="148501" y="152971"/>
                </a:lnTo>
                <a:lnTo>
                  <a:pt x="144589" y="139827"/>
                </a:lnTo>
                <a:lnTo>
                  <a:pt x="135229" y="131584"/>
                </a:lnTo>
                <a:lnTo>
                  <a:pt x="135229" y="152971"/>
                </a:lnTo>
                <a:lnTo>
                  <a:pt x="131622" y="162090"/>
                </a:lnTo>
                <a:lnTo>
                  <a:pt x="121500" y="168922"/>
                </a:lnTo>
                <a:lnTo>
                  <a:pt x="105613" y="173177"/>
                </a:lnTo>
                <a:lnTo>
                  <a:pt x="84683" y="174586"/>
                </a:lnTo>
                <a:lnTo>
                  <a:pt x="63677" y="173177"/>
                </a:lnTo>
                <a:lnTo>
                  <a:pt x="47777" y="168922"/>
                </a:lnTo>
                <a:lnTo>
                  <a:pt x="37731" y="162090"/>
                </a:lnTo>
                <a:lnTo>
                  <a:pt x="34290" y="152971"/>
                </a:lnTo>
                <a:lnTo>
                  <a:pt x="37731" y="143814"/>
                </a:lnTo>
                <a:lnTo>
                  <a:pt x="47777" y="136956"/>
                </a:lnTo>
                <a:lnTo>
                  <a:pt x="63677" y="132651"/>
                </a:lnTo>
                <a:lnTo>
                  <a:pt x="84683" y="131127"/>
                </a:lnTo>
                <a:lnTo>
                  <a:pt x="105613" y="132651"/>
                </a:lnTo>
                <a:lnTo>
                  <a:pt x="121500" y="136956"/>
                </a:lnTo>
                <a:lnTo>
                  <a:pt x="131622" y="143814"/>
                </a:lnTo>
                <a:lnTo>
                  <a:pt x="135229" y="152971"/>
                </a:lnTo>
                <a:lnTo>
                  <a:pt x="135229" y="131584"/>
                </a:lnTo>
                <a:lnTo>
                  <a:pt x="134721" y="131127"/>
                </a:lnTo>
                <a:lnTo>
                  <a:pt x="133350" y="129921"/>
                </a:lnTo>
                <a:lnTo>
                  <a:pt x="115341" y="123444"/>
                </a:lnTo>
                <a:lnTo>
                  <a:pt x="91173" y="120611"/>
                </a:lnTo>
                <a:lnTo>
                  <a:pt x="91173" y="98844"/>
                </a:lnTo>
                <a:lnTo>
                  <a:pt x="169519" y="98844"/>
                </a:lnTo>
                <a:lnTo>
                  <a:pt x="169519" y="87591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70"/>
                </a:lnTo>
                <a:lnTo>
                  <a:pt x="313258" y="97726"/>
                </a:lnTo>
                <a:lnTo>
                  <a:pt x="316090" y="95859"/>
                </a:lnTo>
                <a:lnTo>
                  <a:pt x="323926" y="90703"/>
                </a:lnTo>
                <a:lnTo>
                  <a:pt x="331927" y="81902"/>
                </a:lnTo>
                <a:lnTo>
                  <a:pt x="336892" y="71640"/>
                </a:lnTo>
                <a:lnTo>
                  <a:pt x="336969" y="71488"/>
                </a:lnTo>
                <a:lnTo>
                  <a:pt x="338747" y="59639"/>
                </a:lnTo>
                <a:lnTo>
                  <a:pt x="333743" y="40259"/>
                </a:lnTo>
                <a:lnTo>
                  <a:pt x="326072" y="32054"/>
                </a:lnTo>
                <a:lnTo>
                  <a:pt x="326072" y="59639"/>
                </a:lnTo>
                <a:lnTo>
                  <a:pt x="321957" y="74358"/>
                </a:lnTo>
                <a:lnTo>
                  <a:pt x="310540" y="85826"/>
                </a:lnTo>
                <a:lnTo>
                  <a:pt x="299834" y="90411"/>
                </a:lnTo>
                <a:lnTo>
                  <a:pt x="299834" y="102870"/>
                </a:lnTo>
                <a:lnTo>
                  <a:pt x="299834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94" y="104559"/>
                </a:lnTo>
                <a:lnTo>
                  <a:pt x="256565" y="105676"/>
                </a:lnTo>
                <a:lnTo>
                  <a:pt x="263766" y="106362"/>
                </a:lnTo>
                <a:lnTo>
                  <a:pt x="271284" y="106603"/>
                </a:lnTo>
                <a:lnTo>
                  <a:pt x="278879" y="106362"/>
                </a:lnTo>
                <a:lnTo>
                  <a:pt x="286092" y="105676"/>
                </a:lnTo>
                <a:lnTo>
                  <a:pt x="292887" y="104559"/>
                </a:lnTo>
                <a:lnTo>
                  <a:pt x="299237" y="103022"/>
                </a:lnTo>
                <a:lnTo>
                  <a:pt x="299834" y="102870"/>
                </a:lnTo>
                <a:lnTo>
                  <a:pt x="299834" y="90411"/>
                </a:lnTo>
                <a:lnTo>
                  <a:pt x="293179" y="93256"/>
                </a:lnTo>
                <a:lnTo>
                  <a:pt x="271284" y="95859"/>
                </a:lnTo>
                <a:lnTo>
                  <a:pt x="249339" y="93256"/>
                </a:lnTo>
                <a:lnTo>
                  <a:pt x="232029" y="85826"/>
                </a:lnTo>
                <a:lnTo>
                  <a:pt x="220675" y="74358"/>
                </a:lnTo>
                <a:lnTo>
                  <a:pt x="216636" y="59639"/>
                </a:lnTo>
                <a:lnTo>
                  <a:pt x="220675" y="44869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79" y="26009"/>
                </a:lnTo>
                <a:lnTo>
                  <a:pt x="310540" y="33413"/>
                </a:lnTo>
                <a:lnTo>
                  <a:pt x="321957" y="44869"/>
                </a:lnTo>
                <a:lnTo>
                  <a:pt x="326072" y="59639"/>
                </a:lnTo>
                <a:lnTo>
                  <a:pt x="326072" y="32054"/>
                </a:lnTo>
                <a:lnTo>
                  <a:pt x="319836" y="25374"/>
                </a:lnTo>
                <a:lnTo>
                  <a:pt x="315429" y="23406"/>
                </a:lnTo>
                <a:lnTo>
                  <a:pt x="298513" y="15811"/>
                </a:lnTo>
                <a:lnTo>
                  <a:pt x="271284" y="12369"/>
                </a:lnTo>
                <a:lnTo>
                  <a:pt x="244132" y="15811"/>
                </a:lnTo>
                <a:lnTo>
                  <a:pt x="222834" y="25374"/>
                </a:lnTo>
                <a:lnTo>
                  <a:pt x="208940" y="40259"/>
                </a:lnTo>
                <a:lnTo>
                  <a:pt x="203962" y="59639"/>
                </a:lnTo>
                <a:lnTo>
                  <a:pt x="205740" y="71488"/>
                </a:lnTo>
                <a:lnTo>
                  <a:pt x="205765" y="71640"/>
                </a:lnTo>
                <a:lnTo>
                  <a:pt x="210921" y="82156"/>
                </a:lnTo>
                <a:lnTo>
                  <a:pt x="219151" y="91008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09" y="66446"/>
                </a:lnTo>
                <a:lnTo>
                  <a:pt x="462572" y="56946"/>
                </a:lnTo>
                <a:lnTo>
                  <a:pt x="461454" y="55613"/>
                </a:lnTo>
                <a:lnTo>
                  <a:pt x="461238" y="55511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75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46" y="90182"/>
                </a:lnTo>
                <a:lnTo>
                  <a:pt x="397649" y="80657"/>
                </a:lnTo>
                <a:lnTo>
                  <a:pt x="399846" y="70980"/>
                </a:lnTo>
                <a:lnTo>
                  <a:pt x="406298" y="63487"/>
                </a:lnTo>
                <a:lnTo>
                  <a:pt x="416369" y="58661"/>
                </a:lnTo>
                <a:lnTo>
                  <a:pt x="429475" y="56946"/>
                </a:lnTo>
                <a:lnTo>
                  <a:pt x="442379" y="58661"/>
                </a:lnTo>
                <a:lnTo>
                  <a:pt x="452374" y="63487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11"/>
                </a:lnTo>
                <a:lnTo>
                  <a:pt x="447484" y="48717"/>
                </a:lnTo>
                <a:lnTo>
                  <a:pt x="429475" y="46291"/>
                </a:lnTo>
                <a:lnTo>
                  <a:pt x="411226" y="48717"/>
                </a:lnTo>
                <a:lnTo>
                  <a:pt x="397167" y="55613"/>
                </a:lnTo>
                <a:lnTo>
                  <a:pt x="388162" y="66446"/>
                </a:lnTo>
                <a:lnTo>
                  <a:pt x="385051" y="80657"/>
                </a:lnTo>
                <a:lnTo>
                  <a:pt x="388162" y="94716"/>
                </a:lnTo>
                <a:lnTo>
                  <a:pt x="397167" y="105422"/>
                </a:lnTo>
                <a:lnTo>
                  <a:pt x="411226" y="112255"/>
                </a:lnTo>
                <a:lnTo>
                  <a:pt x="429475" y="114655"/>
                </a:lnTo>
                <a:lnTo>
                  <a:pt x="447484" y="112255"/>
                </a:lnTo>
                <a:lnTo>
                  <a:pt x="461454" y="105422"/>
                </a:lnTo>
                <a:lnTo>
                  <a:pt x="462800" y="103847"/>
                </a:lnTo>
                <a:lnTo>
                  <a:pt x="470509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36" y="23774"/>
                </a:moveTo>
                <a:lnTo>
                  <a:pt x="436118" y="23774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74"/>
                </a:lnTo>
                <a:lnTo>
                  <a:pt x="374015" y="23774"/>
                </a:lnTo>
                <a:lnTo>
                  <a:pt x="374015" y="34886"/>
                </a:lnTo>
                <a:lnTo>
                  <a:pt x="484936" y="34886"/>
                </a:lnTo>
                <a:lnTo>
                  <a:pt x="484936" y="23774"/>
                </a:lnTo>
                <a:close/>
              </a:path>
              <a:path w="547370" h="185420">
                <a:moveTo>
                  <a:pt x="527291" y="170116"/>
                </a:moveTo>
                <a:lnTo>
                  <a:pt x="416128" y="170116"/>
                </a:lnTo>
                <a:lnTo>
                  <a:pt x="416128" y="128066"/>
                </a:lnTo>
                <a:lnTo>
                  <a:pt x="403009" y="128066"/>
                </a:lnTo>
                <a:lnTo>
                  <a:pt x="403009" y="181368"/>
                </a:lnTo>
                <a:lnTo>
                  <a:pt x="527291" y="181368"/>
                </a:lnTo>
                <a:lnTo>
                  <a:pt x="527291" y="170116"/>
                </a:lnTo>
                <a:close/>
              </a:path>
              <a:path w="547370" h="185420">
                <a:moveTo>
                  <a:pt x="546963" y="62611"/>
                </a:moveTo>
                <a:lnTo>
                  <a:pt x="518198" y="62611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47"/>
                </a:lnTo>
                <a:lnTo>
                  <a:pt x="518198" y="139547"/>
                </a:lnTo>
                <a:lnTo>
                  <a:pt x="518198" y="74028"/>
                </a:lnTo>
                <a:lnTo>
                  <a:pt x="546963" y="74028"/>
                </a:lnTo>
                <a:lnTo>
                  <a:pt x="546963" y="626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11413949" y="7415930"/>
            <a:ext cx="334645" cy="186690"/>
            <a:chOff x="11413949" y="7415930"/>
            <a:chExt cx="334645" cy="186690"/>
          </a:xfrm>
        </p:grpSpPr>
        <p:pic>
          <p:nvPicPr>
            <p:cNvPr id="47" name="object 4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413949" y="7415930"/>
              <a:ext cx="148352" cy="18607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95105" y="7416153"/>
              <a:ext cx="153197" cy="186074"/>
            </a:xfrm>
            <a:prstGeom prst="rect">
              <a:avLst/>
            </a:prstGeom>
          </p:spPr>
        </p:pic>
      </p:grpSp>
      <p:sp>
        <p:nvSpPr>
          <p:cNvPr id="49" name="object 49" descr=""/>
          <p:cNvSpPr/>
          <p:nvPr/>
        </p:nvSpPr>
        <p:spPr>
          <a:xfrm>
            <a:off x="11804955" y="7433309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42"/>
                </a:lnTo>
                <a:lnTo>
                  <a:pt x="125539" y="11442"/>
                </a:lnTo>
                <a:lnTo>
                  <a:pt x="125539" y="0"/>
                </a:lnTo>
                <a:lnTo>
                  <a:pt x="0" y="0"/>
                </a:lnTo>
                <a:lnTo>
                  <a:pt x="0" y="11442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1782670" y="7564283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1969039" y="742187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508"/>
                </a:moveTo>
                <a:lnTo>
                  <a:pt x="0" y="81508"/>
                </a:lnTo>
                <a:lnTo>
                  <a:pt x="0" y="92240"/>
                </a:lnTo>
                <a:lnTo>
                  <a:pt x="170345" y="92240"/>
                </a:lnTo>
                <a:lnTo>
                  <a:pt x="170345" y="81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1989905" y="7531100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24" y="58420"/>
                </a:moveTo>
                <a:lnTo>
                  <a:pt x="13652" y="58420"/>
                </a:lnTo>
                <a:lnTo>
                  <a:pt x="13652" y="38100"/>
                </a:lnTo>
                <a:lnTo>
                  <a:pt x="127863" y="38100"/>
                </a:lnTo>
                <a:lnTo>
                  <a:pt x="127863" y="27952"/>
                </a:lnTo>
                <a:lnTo>
                  <a:pt x="127863" y="10160"/>
                </a:lnTo>
                <a:lnTo>
                  <a:pt x="127863" y="0"/>
                </a:lnTo>
                <a:lnTo>
                  <a:pt x="0" y="0"/>
                </a:lnTo>
                <a:lnTo>
                  <a:pt x="0" y="10160"/>
                </a:lnTo>
                <a:lnTo>
                  <a:pt x="114668" y="10160"/>
                </a:lnTo>
                <a:lnTo>
                  <a:pt x="114668" y="27952"/>
                </a:lnTo>
                <a:lnTo>
                  <a:pt x="457" y="27952"/>
                </a:lnTo>
                <a:lnTo>
                  <a:pt x="457" y="38100"/>
                </a:lnTo>
                <a:lnTo>
                  <a:pt x="457" y="58420"/>
                </a:lnTo>
                <a:lnTo>
                  <a:pt x="457" y="68580"/>
                </a:lnTo>
                <a:lnTo>
                  <a:pt x="134124" y="68580"/>
                </a:lnTo>
                <a:lnTo>
                  <a:pt x="134124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" name="object 53" descr=""/>
          <p:cNvGrpSpPr/>
          <p:nvPr/>
        </p:nvGrpSpPr>
        <p:grpSpPr>
          <a:xfrm>
            <a:off x="12211145" y="7415557"/>
            <a:ext cx="709930" cy="186690"/>
            <a:chOff x="12211145" y="7415557"/>
            <a:chExt cx="709930" cy="186690"/>
          </a:xfrm>
        </p:grpSpPr>
        <p:pic>
          <p:nvPicPr>
            <p:cNvPr id="54" name="object 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211145" y="7416153"/>
              <a:ext cx="155659" cy="18137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98039" y="7415930"/>
              <a:ext cx="157000" cy="184211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80760" y="7415930"/>
              <a:ext cx="153124" cy="186298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768848" y="7415557"/>
              <a:ext cx="152229" cy="186223"/>
            </a:xfrm>
            <a:prstGeom prst="rect">
              <a:avLst/>
            </a:prstGeom>
          </p:spPr>
        </p:pic>
      </p:grpSp>
      <p:grpSp>
        <p:nvGrpSpPr>
          <p:cNvPr id="58" name="object 58" descr=""/>
          <p:cNvGrpSpPr/>
          <p:nvPr/>
        </p:nvGrpSpPr>
        <p:grpSpPr>
          <a:xfrm>
            <a:off x="13007223" y="7415930"/>
            <a:ext cx="718185" cy="186690"/>
            <a:chOff x="13007223" y="7415930"/>
            <a:chExt cx="718185" cy="186690"/>
          </a:xfrm>
        </p:grpSpPr>
        <p:pic>
          <p:nvPicPr>
            <p:cNvPr id="59" name="object 5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007223" y="7415930"/>
              <a:ext cx="172805" cy="18160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3201346" y="7415936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90">
                  <a:moveTo>
                    <a:pt x="104368" y="95948"/>
                  </a:moveTo>
                  <a:lnTo>
                    <a:pt x="103797" y="90805"/>
                  </a:lnTo>
                  <a:lnTo>
                    <a:pt x="103098" y="84620"/>
                  </a:lnTo>
                  <a:lnTo>
                    <a:pt x="80987" y="87693"/>
                  </a:lnTo>
                  <a:lnTo>
                    <a:pt x="59753" y="89585"/>
                  </a:lnTo>
                  <a:lnTo>
                    <a:pt x="38087" y="90538"/>
                  </a:lnTo>
                  <a:lnTo>
                    <a:pt x="14681" y="90805"/>
                  </a:lnTo>
                  <a:lnTo>
                    <a:pt x="13563" y="90805"/>
                  </a:lnTo>
                  <a:lnTo>
                    <a:pt x="13563" y="60833"/>
                  </a:lnTo>
                  <a:lnTo>
                    <a:pt x="83934" y="60833"/>
                  </a:lnTo>
                  <a:lnTo>
                    <a:pt x="83934" y="11404"/>
                  </a:lnTo>
                  <a:lnTo>
                    <a:pt x="0" y="11404"/>
                  </a:lnTo>
                  <a:lnTo>
                    <a:pt x="0" y="22593"/>
                  </a:lnTo>
                  <a:lnTo>
                    <a:pt x="70891" y="22593"/>
                  </a:lnTo>
                  <a:lnTo>
                    <a:pt x="70891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81" y="102133"/>
                  </a:lnTo>
                  <a:lnTo>
                    <a:pt x="38493" y="101866"/>
                  </a:lnTo>
                  <a:lnTo>
                    <a:pt x="60502" y="100914"/>
                  </a:lnTo>
                  <a:lnTo>
                    <a:pt x="82016" y="99021"/>
                  </a:lnTo>
                  <a:lnTo>
                    <a:pt x="104368" y="95948"/>
                  </a:lnTo>
                  <a:close/>
                </a:path>
                <a:path w="523875" h="186690">
                  <a:moveTo>
                    <a:pt x="136575" y="123380"/>
                  </a:moveTo>
                  <a:lnTo>
                    <a:pt x="15875" y="123380"/>
                  </a:lnTo>
                  <a:lnTo>
                    <a:pt x="15875" y="134556"/>
                  </a:lnTo>
                  <a:lnTo>
                    <a:pt x="123228" y="134556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80"/>
                  </a:lnTo>
                  <a:close/>
                </a:path>
                <a:path w="523875" h="186690">
                  <a:moveTo>
                    <a:pt x="165417" y="31242"/>
                  </a:moveTo>
                  <a:lnTo>
                    <a:pt x="136575" y="31242"/>
                  </a:lnTo>
                  <a:lnTo>
                    <a:pt x="136575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75" y="113245"/>
                  </a:lnTo>
                  <a:lnTo>
                    <a:pt x="136575" y="81254"/>
                  </a:lnTo>
                  <a:lnTo>
                    <a:pt x="165417" y="81254"/>
                  </a:lnTo>
                  <a:lnTo>
                    <a:pt x="165417" y="69850"/>
                  </a:lnTo>
                  <a:lnTo>
                    <a:pt x="136575" y="69850"/>
                  </a:lnTo>
                  <a:lnTo>
                    <a:pt x="136575" y="42341"/>
                  </a:lnTo>
                  <a:lnTo>
                    <a:pt x="165417" y="42341"/>
                  </a:lnTo>
                  <a:lnTo>
                    <a:pt x="165417" y="31242"/>
                  </a:lnTo>
                  <a:close/>
                </a:path>
                <a:path w="523875" h="186690">
                  <a:moveTo>
                    <a:pt x="278892" y="101092"/>
                  </a:moveTo>
                  <a:lnTo>
                    <a:pt x="275463" y="84023"/>
                  </a:lnTo>
                  <a:lnTo>
                    <a:pt x="266217" y="70789"/>
                  </a:lnTo>
                  <a:lnTo>
                    <a:pt x="266217" y="101092"/>
                  </a:lnTo>
                  <a:lnTo>
                    <a:pt x="263715" y="113347"/>
                  </a:lnTo>
                  <a:lnTo>
                    <a:pt x="256984" y="123088"/>
                  </a:lnTo>
                  <a:lnTo>
                    <a:pt x="246786" y="129489"/>
                  </a:lnTo>
                  <a:lnTo>
                    <a:pt x="233934" y="131724"/>
                  </a:lnTo>
                  <a:lnTo>
                    <a:pt x="220980" y="129489"/>
                  </a:lnTo>
                  <a:lnTo>
                    <a:pt x="210718" y="123088"/>
                  </a:lnTo>
                  <a:lnTo>
                    <a:pt x="204000" y="113347"/>
                  </a:lnTo>
                  <a:lnTo>
                    <a:pt x="201650" y="101092"/>
                  </a:lnTo>
                  <a:lnTo>
                    <a:pt x="204000" y="88811"/>
                  </a:lnTo>
                  <a:lnTo>
                    <a:pt x="210718" y="79019"/>
                  </a:lnTo>
                  <a:lnTo>
                    <a:pt x="220980" y="72529"/>
                  </a:lnTo>
                  <a:lnTo>
                    <a:pt x="233934" y="70154"/>
                  </a:lnTo>
                  <a:lnTo>
                    <a:pt x="246786" y="72529"/>
                  </a:lnTo>
                  <a:lnTo>
                    <a:pt x="256984" y="79019"/>
                  </a:lnTo>
                  <a:lnTo>
                    <a:pt x="263715" y="88811"/>
                  </a:lnTo>
                  <a:lnTo>
                    <a:pt x="266217" y="101092"/>
                  </a:lnTo>
                  <a:lnTo>
                    <a:pt x="266217" y="70789"/>
                  </a:lnTo>
                  <a:lnTo>
                    <a:pt x="265290" y="70154"/>
                  </a:lnTo>
                  <a:lnTo>
                    <a:pt x="251942" y="61963"/>
                  </a:lnTo>
                  <a:lnTo>
                    <a:pt x="233934" y="58813"/>
                  </a:lnTo>
                  <a:lnTo>
                    <a:pt x="215849" y="61963"/>
                  </a:lnTo>
                  <a:lnTo>
                    <a:pt x="201587" y="70675"/>
                  </a:lnTo>
                  <a:lnTo>
                    <a:pt x="192265" y="84023"/>
                  </a:lnTo>
                  <a:lnTo>
                    <a:pt x="188976" y="101092"/>
                  </a:lnTo>
                  <a:lnTo>
                    <a:pt x="192265" y="118211"/>
                  </a:lnTo>
                  <a:lnTo>
                    <a:pt x="201587" y="131508"/>
                  </a:lnTo>
                  <a:lnTo>
                    <a:pt x="215849" y="140144"/>
                  </a:lnTo>
                  <a:lnTo>
                    <a:pt x="233934" y="143205"/>
                  </a:lnTo>
                  <a:lnTo>
                    <a:pt x="251942" y="140144"/>
                  </a:lnTo>
                  <a:lnTo>
                    <a:pt x="265785" y="131724"/>
                  </a:lnTo>
                  <a:lnTo>
                    <a:pt x="266141" y="131508"/>
                  </a:lnTo>
                  <a:lnTo>
                    <a:pt x="275463" y="118211"/>
                  </a:lnTo>
                  <a:lnTo>
                    <a:pt x="278892" y="101092"/>
                  </a:lnTo>
                  <a:close/>
                </a:path>
                <a:path w="523875" h="186690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55" y="30568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90">
                  <a:moveTo>
                    <a:pt x="353733" y="77901"/>
                  </a:moveTo>
                  <a:lnTo>
                    <a:pt x="321525" y="77901"/>
                  </a:lnTo>
                  <a:lnTo>
                    <a:pt x="321525" y="0"/>
                  </a:lnTo>
                  <a:lnTo>
                    <a:pt x="308330" y="0"/>
                  </a:lnTo>
                  <a:lnTo>
                    <a:pt x="308330" y="186080"/>
                  </a:lnTo>
                  <a:lnTo>
                    <a:pt x="321525" y="186080"/>
                  </a:lnTo>
                  <a:lnTo>
                    <a:pt x="321525" y="89166"/>
                  </a:lnTo>
                  <a:lnTo>
                    <a:pt x="353733" y="89166"/>
                  </a:lnTo>
                  <a:lnTo>
                    <a:pt x="353733" y="77901"/>
                  </a:lnTo>
                  <a:close/>
                </a:path>
                <a:path w="523875" h="186690">
                  <a:moveTo>
                    <a:pt x="484720" y="5295"/>
                  </a:moveTo>
                  <a:lnTo>
                    <a:pt x="471970" y="5295"/>
                  </a:lnTo>
                  <a:lnTo>
                    <a:pt x="471970" y="77825"/>
                  </a:lnTo>
                  <a:lnTo>
                    <a:pt x="434619" y="77825"/>
                  </a:lnTo>
                  <a:lnTo>
                    <a:pt x="439229" y="64884"/>
                  </a:lnTo>
                  <a:lnTo>
                    <a:pt x="442468" y="51587"/>
                  </a:lnTo>
                  <a:lnTo>
                    <a:pt x="444385" y="38011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27"/>
                  </a:lnTo>
                  <a:lnTo>
                    <a:pt x="413308" y="91198"/>
                  </a:lnTo>
                  <a:lnTo>
                    <a:pt x="393319" y="115125"/>
                  </a:lnTo>
                  <a:lnTo>
                    <a:pt x="366039" y="135534"/>
                  </a:lnTo>
                  <a:lnTo>
                    <a:pt x="373938" y="145300"/>
                  </a:lnTo>
                  <a:lnTo>
                    <a:pt x="391909" y="133045"/>
                  </a:lnTo>
                  <a:lnTo>
                    <a:pt x="407098" y="119443"/>
                  </a:lnTo>
                  <a:lnTo>
                    <a:pt x="419595" y="104648"/>
                  </a:lnTo>
                  <a:lnTo>
                    <a:pt x="429475" y="88785"/>
                  </a:lnTo>
                  <a:lnTo>
                    <a:pt x="471970" y="88785"/>
                  </a:lnTo>
                  <a:lnTo>
                    <a:pt x="471970" y="176161"/>
                  </a:lnTo>
                  <a:lnTo>
                    <a:pt x="484720" y="176161"/>
                  </a:lnTo>
                  <a:lnTo>
                    <a:pt x="484720" y="88785"/>
                  </a:lnTo>
                  <a:lnTo>
                    <a:pt x="484720" y="77825"/>
                  </a:lnTo>
                  <a:lnTo>
                    <a:pt x="484720" y="5295"/>
                  </a:lnTo>
                  <a:close/>
                </a:path>
                <a:path w="523875" h="186690">
                  <a:moveTo>
                    <a:pt x="523633" y="0"/>
                  </a:moveTo>
                  <a:lnTo>
                    <a:pt x="510882" y="0"/>
                  </a:lnTo>
                  <a:lnTo>
                    <a:pt x="510882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13809636" y="7415930"/>
            <a:ext cx="335280" cy="186690"/>
            <a:chOff x="13809636" y="7415930"/>
            <a:chExt cx="335280" cy="186690"/>
          </a:xfrm>
        </p:grpSpPr>
        <p:pic>
          <p:nvPicPr>
            <p:cNvPr id="62" name="object 6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809636" y="7415930"/>
              <a:ext cx="148203" cy="183391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999289" y="7416153"/>
              <a:ext cx="145594" cy="186224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14229173" y="7415930"/>
            <a:ext cx="591185" cy="186690"/>
            <a:chOff x="14229173" y="7415930"/>
            <a:chExt cx="591185" cy="186690"/>
          </a:xfrm>
        </p:grpSpPr>
        <p:pic>
          <p:nvPicPr>
            <p:cNvPr id="65" name="object 6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229173" y="7415930"/>
              <a:ext cx="346580" cy="186074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603559" y="7428528"/>
              <a:ext cx="170345" cy="148800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4797163" y="756413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7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14895180" y="7415930"/>
            <a:ext cx="719455" cy="186690"/>
            <a:chOff x="14895180" y="7415930"/>
            <a:chExt cx="719455" cy="186690"/>
          </a:xfrm>
        </p:grpSpPr>
        <p:pic>
          <p:nvPicPr>
            <p:cNvPr id="69" name="object 6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895180" y="7415930"/>
              <a:ext cx="345088" cy="186298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69790" y="7415930"/>
              <a:ext cx="152080" cy="186074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459966" y="7416153"/>
              <a:ext cx="154241" cy="181378"/>
            </a:xfrm>
            <a:prstGeom prst="rect">
              <a:avLst/>
            </a:prstGeom>
          </p:spPr>
        </p:pic>
      </p:grpSp>
      <p:grpSp>
        <p:nvGrpSpPr>
          <p:cNvPr id="72" name="object 72" descr=""/>
          <p:cNvGrpSpPr/>
          <p:nvPr/>
        </p:nvGrpSpPr>
        <p:grpSpPr>
          <a:xfrm>
            <a:off x="15696252" y="7415930"/>
            <a:ext cx="337185" cy="186690"/>
            <a:chOff x="15696252" y="7415930"/>
            <a:chExt cx="337185" cy="186690"/>
          </a:xfrm>
        </p:grpSpPr>
        <p:pic>
          <p:nvPicPr>
            <p:cNvPr id="73" name="object 7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696252" y="7415930"/>
              <a:ext cx="156255" cy="186074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879792" y="7415930"/>
              <a:ext cx="153124" cy="186298"/>
            </a:xfrm>
            <a:prstGeom prst="rect">
              <a:avLst/>
            </a:prstGeom>
          </p:spPr>
        </p:pic>
      </p:grpSp>
      <p:sp>
        <p:nvSpPr>
          <p:cNvPr id="75" name="object 75" descr=""/>
          <p:cNvSpPr/>
          <p:nvPr/>
        </p:nvSpPr>
        <p:spPr>
          <a:xfrm>
            <a:off x="16066681" y="742187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508"/>
                </a:moveTo>
                <a:lnTo>
                  <a:pt x="0" y="81508"/>
                </a:lnTo>
                <a:lnTo>
                  <a:pt x="0" y="92240"/>
                </a:lnTo>
                <a:lnTo>
                  <a:pt x="170345" y="92240"/>
                </a:lnTo>
                <a:lnTo>
                  <a:pt x="170345" y="81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6087560" y="7531100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52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52"/>
                </a:lnTo>
                <a:lnTo>
                  <a:pt x="444" y="27952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16313078" y="7415930"/>
            <a:ext cx="523875" cy="186690"/>
            <a:chOff x="16313078" y="7415930"/>
            <a:chExt cx="523875" cy="186690"/>
          </a:xfrm>
        </p:grpSpPr>
        <p:pic>
          <p:nvPicPr>
            <p:cNvPr id="78" name="object 7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313078" y="7415930"/>
              <a:ext cx="145148" cy="186298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492295" y="7415930"/>
              <a:ext cx="344417" cy="186074"/>
            </a:xfrm>
            <a:prstGeom prst="rect">
              <a:avLst/>
            </a:prstGeom>
          </p:spPr>
        </p:pic>
      </p:grpSp>
      <p:pic>
        <p:nvPicPr>
          <p:cNvPr id="80" name="object 80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6917903" y="7415930"/>
            <a:ext cx="160579" cy="183391"/>
          </a:xfrm>
          <a:prstGeom prst="rect">
            <a:avLst/>
          </a:prstGeom>
        </p:spPr>
      </p:pic>
      <p:grpSp>
        <p:nvGrpSpPr>
          <p:cNvPr id="81" name="object 81" descr=""/>
          <p:cNvGrpSpPr/>
          <p:nvPr/>
        </p:nvGrpSpPr>
        <p:grpSpPr>
          <a:xfrm>
            <a:off x="9582777" y="7782940"/>
            <a:ext cx="353060" cy="186690"/>
            <a:chOff x="9582777" y="7782940"/>
            <a:chExt cx="353060" cy="186690"/>
          </a:xfrm>
        </p:grpSpPr>
        <p:pic>
          <p:nvPicPr>
            <p:cNvPr id="82" name="object 8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82777" y="7782940"/>
              <a:ext cx="144849" cy="185478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759309" y="7782940"/>
              <a:ext cx="176383" cy="186074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9956114" y="7783169"/>
            <a:ext cx="149225" cy="181610"/>
          </a:xfrm>
          <a:custGeom>
            <a:avLst/>
            <a:gdLst/>
            <a:ahLst/>
            <a:cxnLst/>
            <a:rect l="l" t="t" r="r" b="b"/>
            <a:pathLst>
              <a:path w="149225" h="181609">
                <a:moveTo>
                  <a:pt x="144246" y="84912"/>
                </a:moveTo>
                <a:lnTo>
                  <a:pt x="130911" y="84912"/>
                </a:lnTo>
                <a:lnTo>
                  <a:pt x="130911" y="135826"/>
                </a:lnTo>
                <a:lnTo>
                  <a:pt x="144246" y="135826"/>
                </a:lnTo>
                <a:lnTo>
                  <a:pt x="144246" y="84912"/>
                </a:lnTo>
                <a:close/>
              </a:path>
              <a:path w="149225" h="181609">
                <a:moveTo>
                  <a:pt x="144246" y="0"/>
                </a:moveTo>
                <a:lnTo>
                  <a:pt x="130911" y="0"/>
                </a:lnTo>
                <a:lnTo>
                  <a:pt x="130911" y="33680"/>
                </a:lnTo>
                <a:lnTo>
                  <a:pt x="84315" y="33680"/>
                </a:lnTo>
                <a:lnTo>
                  <a:pt x="84315" y="27330"/>
                </a:lnTo>
                <a:lnTo>
                  <a:pt x="84315" y="15900"/>
                </a:lnTo>
                <a:lnTo>
                  <a:pt x="71272" y="15900"/>
                </a:lnTo>
                <a:lnTo>
                  <a:pt x="71272" y="90830"/>
                </a:lnTo>
                <a:lnTo>
                  <a:pt x="13042" y="90830"/>
                </a:lnTo>
                <a:lnTo>
                  <a:pt x="13042" y="27330"/>
                </a:lnTo>
                <a:lnTo>
                  <a:pt x="71272" y="27330"/>
                </a:lnTo>
                <a:lnTo>
                  <a:pt x="71272" y="15900"/>
                </a:lnTo>
                <a:lnTo>
                  <a:pt x="0" y="15900"/>
                </a:lnTo>
                <a:lnTo>
                  <a:pt x="0" y="27330"/>
                </a:lnTo>
                <a:lnTo>
                  <a:pt x="0" y="90830"/>
                </a:lnTo>
                <a:lnTo>
                  <a:pt x="0" y="102260"/>
                </a:lnTo>
                <a:lnTo>
                  <a:pt x="84315" y="102260"/>
                </a:lnTo>
                <a:lnTo>
                  <a:pt x="84315" y="90830"/>
                </a:lnTo>
                <a:lnTo>
                  <a:pt x="84315" y="84480"/>
                </a:lnTo>
                <a:lnTo>
                  <a:pt x="144246" y="84480"/>
                </a:lnTo>
                <a:lnTo>
                  <a:pt x="144246" y="73507"/>
                </a:lnTo>
                <a:lnTo>
                  <a:pt x="144246" y="73050"/>
                </a:lnTo>
                <a:lnTo>
                  <a:pt x="144246" y="45250"/>
                </a:lnTo>
                <a:lnTo>
                  <a:pt x="130911" y="45250"/>
                </a:lnTo>
                <a:lnTo>
                  <a:pt x="130911" y="73050"/>
                </a:lnTo>
                <a:lnTo>
                  <a:pt x="84315" y="73050"/>
                </a:lnTo>
                <a:lnTo>
                  <a:pt x="84315" y="45110"/>
                </a:lnTo>
                <a:lnTo>
                  <a:pt x="144246" y="45110"/>
                </a:lnTo>
                <a:lnTo>
                  <a:pt x="144246" y="33845"/>
                </a:lnTo>
                <a:lnTo>
                  <a:pt x="144246" y="33680"/>
                </a:lnTo>
                <a:lnTo>
                  <a:pt x="144246" y="0"/>
                </a:lnTo>
                <a:close/>
              </a:path>
              <a:path w="149225" h="181609">
                <a:moveTo>
                  <a:pt x="148729" y="169570"/>
                </a:moveTo>
                <a:lnTo>
                  <a:pt x="38468" y="169570"/>
                </a:lnTo>
                <a:lnTo>
                  <a:pt x="38468" y="123850"/>
                </a:lnTo>
                <a:lnTo>
                  <a:pt x="25120" y="123850"/>
                </a:lnTo>
                <a:lnTo>
                  <a:pt x="25120" y="169570"/>
                </a:lnTo>
                <a:lnTo>
                  <a:pt x="25120" y="181000"/>
                </a:lnTo>
                <a:lnTo>
                  <a:pt x="148729" y="181000"/>
                </a:lnTo>
                <a:lnTo>
                  <a:pt x="148729" y="169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5" name="object 85" descr=""/>
          <p:cNvGrpSpPr/>
          <p:nvPr/>
        </p:nvGrpSpPr>
        <p:grpSpPr>
          <a:xfrm>
            <a:off x="10185215" y="7782940"/>
            <a:ext cx="776605" cy="187325"/>
            <a:chOff x="10185215" y="7782940"/>
            <a:chExt cx="776605" cy="187325"/>
          </a:xfrm>
        </p:grpSpPr>
        <p:pic>
          <p:nvPicPr>
            <p:cNvPr id="86" name="object 8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185215" y="7785027"/>
              <a:ext cx="356494" cy="185180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571604" y="7782940"/>
              <a:ext cx="139556" cy="186074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753951" y="7782940"/>
              <a:ext cx="207842" cy="186298"/>
            </a:xfrm>
            <a:prstGeom prst="rect">
              <a:avLst/>
            </a:prstGeom>
          </p:spPr>
        </p:pic>
      </p:grpSp>
      <p:grpSp>
        <p:nvGrpSpPr>
          <p:cNvPr id="89" name="object 89" descr=""/>
          <p:cNvGrpSpPr/>
          <p:nvPr/>
        </p:nvGrpSpPr>
        <p:grpSpPr>
          <a:xfrm>
            <a:off x="11034276" y="7782940"/>
            <a:ext cx="527685" cy="186690"/>
            <a:chOff x="11034276" y="7782940"/>
            <a:chExt cx="527685" cy="186690"/>
          </a:xfrm>
        </p:grpSpPr>
        <p:pic>
          <p:nvPicPr>
            <p:cNvPr id="90" name="object 9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034276" y="7782940"/>
              <a:ext cx="348368" cy="186074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411421" y="7782940"/>
              <a:ext cx="150290" cy="186298"/>
            </a:xfrm>
            <a:prstGeom prst="rect">
              <a:avLst/>
            </a:prstGeom>
          </p:spPr>
        </p:pic>
      </p:grpSp>
      <p:grpSp>
        <p:nvGrpSpPr>
          <p:cNvPr id="92" name="object 92" descr=""/>
          <p:cNvGrpSpPr/>
          <p:nvPr/>
        </p:nvGrpSpPr>
        <p:grpSpPr>
          <a:xfrm>
            <a:off x="11652146" y="7782940"/>
            <a:ext cx="544830" cy="186690"/>
            <a:chOff x="11652146" y="7782940"/>
            <a:chExt cx="544830" cy="186690"/>
          </a:xfrm>
        </p:grpSpPr>
        <p:pic>
          <p:nvPicPr>
            <p:cNvPr id="93" name="object 9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652146" y="7782940"/>
              <a:ext cx="150142" cy="186074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843887" y="7782940"/>
              <a:ext cx="352468" cy="186074"/>
            </a:xfrm>
            <a:prstGeom prst="rect">
              <a:avLst/>
            </a:prstGeom>
          </p:spPr>
        </p:pic>
      </p:grpSp>
      <p:sp>
        <p:nvSpPr>
          <p:cNvPr id="95" name="object 95" descr=""/>
          <p:cNvSpPr/>
          <p:nvPr/>
        </p:nvSpPr>
        <p:spPr>
          <a:xfrm>
            <a:off x="12260910" y="7783169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97" y="64338"/>
                </a:moveTo>
                <a:lnTo>
                  <a:pt x="135953" y="59283"/>
                </a:lnTo>
                <a:lnTo>
                  <a:pt x="114566" y="49822"/>
                </a:lnTo>
                <a:lnTo>
                  <a:pt x="98996" y="36614"/>
                </a:lnTo>
                <a:lnTo>
                  <a:pt x="98729" y="35864"/>
                </a:lnTo>
                <a:lnTo>
                  <a:pt x="93040" y="20281"/>
                </a:lnTo>
                <a:lnTo>
                  <a:pt x="93040" y="19761"/>
                </a:lnTo>
                <a:lnTo>
                  <a:pt x="154317" y="19761"/>
                </a:lnTo>
                <a:lnTo>
                  <a:pt x="154317" y="8724"/>
                </a:lnTo>
                <a:lnTo>
                  <a:pt x="15582" y="8724"/>
                </a:lnTo>
                <a:lnTo>
                  <a:pt x="15582" y="19761"/>
                </a:lnTo>
                <a:lnTo>
                  <a:pt x="76568" y="19761"/>
                </a:lnTo>
                <a:lnTo>
                  <a:pt x="76568" y="20281"/>
                </a:lnTo>
                <a:lnTo>
                  <a:pt x="70472" y="36614"/>
                </a:lnTo>
                <a:lnTo>
                  <a:pt x="54851" y="49822"/>
                </a:lnTo>
                <a:lnTo>
                  <a:pt x="33528" y="59283"/>
                </a:lnTo>
                <a:lnTo>
                  <a:pt x="10363" y="64338"/>
                </a:lnTo>
                <a:lnTo>
                  <a:pt x="15290" y="74993"/>
                </a:lnTo>
                <a:lnTo>
                  <a:pt x="36817" y="70281"/>
                </a:lnTo>
                <a:lnTo>
                  <a:pt x="56972" y="62077"/>
                </a:lnTo>
                <a:lnTo>
                  <a:pt x="73672" y="50546"/>
                </a:lnTo>
                <a:lnTo>
                  <a:pt x="84848" y="35864"/>
                </a:lnTo>
                <a:lnTo>
                  <a:pt x="95923" y="50546"/>
                </a:lnTo>
                <a:lnTo>
                  <a:pt x="112585" y="62077"/>
                </a:lnTo>
                <a:lnTo>
                  <a:pt x="132715" y="70281"/>
                </a:lnTo>
                <a:lnTo>
                  <a:pt x="154254" y="74993"/>
                </a:lnTo>
                <a:lnTo>
                  <a:pt x="159397" y="64338"/>
                </a:lnTo>
                <a:close/>
              </a:path>
              <a:path w="547370" h="185420">
                <a:moveTo>
                  <a:pt x="169532" y="87591"/>
                </a:moveTo>
                <a:lnTo>
                  <a:pt x="0" y="87591"/>
                </a:lnTo>
                <a:lnTo>
                  <a:pt x="0" y="98856"/>
                </a:lnTo>
                <a:lnTo>
                  <a:pt x="78054" y="98856"/>
                </a:lnTo>
                <a:lnTo>
                  <a:pt x="78054" y="120624"/>
                </a:lnTo>
                <a:lnTo>
                  <a:pt x="53873" y="123456"/>
                </a:lnTo>
                <a:lnTo>
                  <a:pt x="35864" y="129921"/>
                </a:lnTo>
                <a:lnTo>
                  <a:pt x="24612" y="139827"/>
                </a:lnTo>
                <a:lnTo>
                  <a:pt x="20726" y="152971"/>
                </a:lnTo>
                <a:lnTo>
                  <a:pt x="25082" y="166725"/>
                </a:lnTo>
                <a:lnTo>
                  <a:pt x="37668" y="176860"/>
                </a:lnTo>
                <a:lnTo>
                  <a:pt x="57785" y="183121"/>
                </a:lnTo>
                <a:lnTo>
                  <a:pt x="84696" y="185254"/>
                </a:lnTo>
                <a:lnTo>
                  <a:pt x="111480" y="183121"/>
                </a:lnTo>
                <a:lnTo>
                  <a:pt x="131533" y="176860"/>
                </a:lnTo>
                <a:lnTo>
                  <a:pt x="134340" y="174599"/>
                </a:lnTo>
                <a:lnTo>
                  <a:pt x="144119" y="166725"/>
                </a:lnTo>
                <a:lnTo>
                  <a:pt x="148513" y="152971"/>
                </a:lnTo>
                <a:lnTo>
                  <a:pt x="144589" y="139827"/>
                </a:lnTo>
                <a:lnTo>
                  <a:pt x="135242" y="131584"/>
                </a:lnTo>
                <a:lnTo>
                  <a:pt x="135242" y="152971"/>
                </a:lnTo>
                <a:lnTo>
                  <a:pt x="131622" y="162102"/>
                </a:lnTo>
                <a:lnTo>
                  <a:pt x="121513" y="168935"/>
                </a:lnTo>
                <a:lnTo>
                  <a:pt x="105625" y="173189"/>
                </a:lnTo>
                <a:lnTo>
                  <a:pt x="84696" y="174599"/>
                </a:lnTo>
                <a:lnTo>
                  <a:pt x="63677" y="173189"/>
                </a:lnTo>
                <a:lnTo>
                  <a:pt x="47777" y="168935"/>
                </a:lnTo>
                <a:lnTo>
                  <a:pt x="37744" y="162102"/>
                </a:lnTo>
                <a:lnTo>
                  <a:pt x="34302" y="152971"/>
                </a:lnTo>
                <a:lnTo>
                  <a:pt x="37744" y="143814"/>
                </a:lnTo>
                <a:lnTo>
                  <a:pt x="47777" y="136969"/>
                </a:lnTo>
                <a:lnTo>
                  <a:pt x="63677" y="132664"/>
                </a:lnTo>
                <a:lnTo>
                  <a:pt x="84696" y="131127"/>
                </a:lnTo>
                <a:lnTo>
                  <a:pt x="105625" y="132664"/>
                </a:lnTo>
                <a:lnTo>
                  <a:pt x="121513" y="136969"/>
                </a:lnTo>
                <a:lnTo>
                  <a:pt x="131622" y="143814"/>
                </a:lnTo>
                <a:lnTo>
                  <a:pt x="135242" y="152971"/>
                </a:lnTo>
                <a:lnTo>
                  <a:pt x="135242" y="131584"/>
                </a:lnTo>
                <a:lnTo>
                  <a:pt x="134734" y="131127"/>
                </a:lnTo>
                <a:lnTo>
                  <a:pt x="133350" y="129921"/>
                </a:lnTo>
                <a:lnTo>
                  <a:pt x="115341" y="123456"/>
                </a:lnTo>
                <a:lnTo>
                  <a:pt x="91186" y="120624"/>
                </a:lnTo>
                <a:lnTo>
                  <a:pt x="91186" y="98856"/>
                </a:lnTo>
                <a:lnTo>
                  <a:pt x="169532" y="98856"/>
                </a:lnTo>
                <a:lnTo>
                  <a:pt x="169532" y="87591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82"/>
                </a:lnTo>
                <a:lnTo>
                  <a:pt x="313258" y="97739"/>
                </a:lnTo>
                <a:lnTo>
                  <a:pt x="316090" y="95872"/>
                </a:lnTo>
                <a:lnTo>
                  <a:pt x="323938" y="90703"/>
                </a:lnTo>
                <a:lnTo>
                  <a:pt x="331939" y="81902"/>
                </a:lnTo>
                <a:lnTo>
                  <a:pt x="336905" y="71640"/>
                </a:lnTo>
                <a:lnTo>
                  <a:pt x="336981" y="71501"/>
                </a:lnTo>
                <a:lnTo>
                  <a:pt x="338759" y="59639"/>
                </a:lnTo>
                <a:lnTo>
                  <a:pt x="333756" y="40259"/>
                </a:lnTo>
                <a:lnTo>
                  <a:pt x="326085" y="32067"/>
                </a:lnTo>
                <a:lnTo>
                  <a:pt x="326085" y="59639"/>
                </a:lnTo>
                <a:lnTo>
                  <a:pt x="321970" y="74371"/>
                </a:lnTo>
                <a:lnTo>
                  <a:pt x="310540" y="85839"/>
                </a:lnTo>
                <a:lnTo>
                  <a:pt x="299847" y="90411"/>
                </a:lnTo>
                <a:lnTo>
                  <a:pt x="299847" y="102882"/>
                </a:lnTo>
                <a:lnTo>
                  <a:pt x="299847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94" y="104559"/>
                </a:lnTo>
                <a:lnTo>
                  <a:pt x="256565" y="105689"/>
                </a:lnTo>
                <a:lnTo>
                  <a:pt x="263779" y="106375"/>
                </a:lnTo>
                <a:lnTo>
                  <a:pt x="271284" y="106603"/>
                </a:lnTo>
                <a:lnTo>
                  <a:pt x="278879" y="106375"/>
                </a:lnTo>
                <a:lnTo>
                  <a:pt x="286105" y="105689"/>
                </a:lnTo>
                <a:lnTo>
                  <a:pt x="292887" y="104559"/>
                </a:lnTo>
                <a:lnTo>
                  <a:pt x="299237" y="103022"/>
                </a:lnTo>
                <a:lnTo>
                  <a:pt x="299847" y="102882"/>
                </a:lnTo>
                <a:lnTo>
                  <a:pt x="299847" y="90411"/>
                </a:lnTo>
                <a:lnTo>
                  <a:pt x="293192" y="93256"/>
                </a:lnTo>
                <a:lnTo>
                  <a:pt x="271284" y="95872"/>
                </a:lnTo>
                <a:lnTo>
                  <a:pt x="249339" y="93256"/>
                </a:lnTo>
                <a:lnTo>
                  <a:pt x="232029" y="85839"/>
                </a:lnTo>
                <a:lnTo>
                  <a:pt x="220687" y="74371"/>
                </a:lnTo>
                <a:lnTo>
                  <a:pt x="216649" y="59639"/>
                </a:lnTo>
                <a:lnTo>
                  <a:pt x="220687" y="44881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92" y="26009"/>
                </a:lnTo>
                <a:lnTo>
                  <a:pt x="310540" y="33413"/>
                </a:lnTo>
                <a:lnTo>
                  <a:pt x="321970" y="44881"/>
                </a:lnTo>
                <a:lnTo>
                  <a:pt x="326085" y="59639"/>
                </a:lnTo>
                <a:lnTo>
                  <a:pt x="326085" y="32067"/>
                </a:lnTo>
                <a:lnTo>
                  <a:pt x="319836" y="25387"/>
                </a:lnTo>
                <a:lnTo>
                  <a:pt x="315442" y="23406"/>
                </a:lnTo>
                <a:lnTo>
                  <a:pt x="298526" y="15824"/>
                </a:lnTo>
                <a:lnTo>
                  <a:pt x="271284" y="12369"/>
                </a:lnTo>
                <a:lnTo>
                  <a:pt x="244132" y="15824"/>
                </a:lnTo>
                <a:lnTo>
                  <a:pt x="222846" y="25387"/>
                </a:lnTo>
                <a:lnTo>
                  <a:pt x="208940" y="40259"/>
                </a:lnTo>
                <a:lnTo>
                  <a:pt x="203974" y="59639"/>
                </a:lnTo>
                <a:lnTo>
                  <a:pt x="205740" y="71501"/>
                </a:lnTo>
                <a:lnTo>
                  <a:pt x="205765" y="71640"/>
                </a:lnTo>
                <a:lnTo>
                  <a:pt x="210934" y="82169"/>
                </a:lnTo>
                <a:lnTo>
                  <a:pt x="219163" y="91020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22" y="66459"/>
                </a:lnTo>
                <a:lnTo>
                  <a:pt x="462584" y="56959"/>
                </a:lnTo>
                <a:lnTo>
                  <a:pt x="461467" y="55626"/>
                </a:lnTo>
                <a:lnTo>
                  <a:pt x="461238" y="55524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88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59" y="90182"/>
                </a:lnTo>
                <a:lnTo>
                  <a:pt x="397649" y="80657"/>
                </a:lnTo>
                <a:lnTo>
                  <a:pt x="399859" y="70980"/>
                </a:lnTo>
                <a:lnTo>
                  <a:pt x="406298" y="63500"/>
                </a:lnTo>
                <a:lnTo>
                  <a:pt x="416369" y="58674"/>
                </a:lnTo>
                <a:lnTo>
                  <a:pt x="429488" y="56959"/>
                </a:lnTo>
                <a:lnTo>
                  <a:pt x="442379" y="58674"/>
                </a:lnTo>
                <a:lnTo>
                  <a:pt x="452374" y="63500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24"/>
                </a:lnTo>
                <a:lnTo>
                  <a:pt x="447497" y="48717"/>
                </a:lnTo>
                <a:lnTo>
                  <a:pt x="429488" y="46291"/>
                </a:lnTo>
                <a:lnTo>
                  <a:pt x="411226" y="48717"/>
                </a:lnTo>
                <a:lnTo>
                  <a:pt x="397179" y="55626"/>
                </a:lnTo>
                <a:lnTo>
                  <a:pt x="388162" y="66459"/>
                </a:lnTo>
                <a:lnTo>
                  <a:pt x="385051" y="80657"/>
                </a:lnTo>
                <a:lnTo>
                  <a:pt x="388162" y="94716"/>
                </a:lnTo>
                <a:lnTo>
                  <a:pt x="397179" y="105435"/>
                </a:lnTo>
                <a:lnTo>
                  <a:pt x="411226" y="112255"/>
                </a:lnTo>
                <a:lnTo>
                  <a:pt x="429488" y="114655"/>
                </a:lnTo>
                <a:lnTo>
                  <a:pt x="447497" y="112255"/>
                </a:lnTo>
                <a:lnTo>
                  <a:pt x="461467" y="105435"/>
                </a:lnTo>
                <a:lnTo>
                  <a:pt x="462800" y="103847"/>
                </a:lnTo>
                <a:lnTo>
                  <a:pt x="470522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49" y="23787"/>
                </a:moveTo>
                <a:lnTo>
                  <a:pt x="436118" y="23787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87"/>
                </a:lnTo>
                <a:lnTo>
                  <a:pt x="374015" y="23787"/>
                </a:lnTo>
                <a:lnTo>
                  <a:pt x="374015" y="34886"/>
                </a:lnTo>
                <a:lnTo>
                  <a:pt x="484949" y="34886"/>
                </a:lnTo>
                <a:lnTo>
                  <a:pt x="484949" y="23787"/>
                </a:lnTo>
                <a:close/>
              </a:path>
              <a:path w="547370" h="185420">
                <a:moveTo>
                  <a:pt x="527291" y="170116"/>
                </a:moveTo>
                <a:lnTo>
                  <a:pt x="416140" y="170116"/>
                </a:lnTo>
                <a:lnTo>
                  <a:pt x="416140" y="128079"/>
                </a:lnTo>
                <a:lnTo>
                  <a:pt x="403021" y="128079"/>
                </a:lnTo>
                <a:lnTo>
                  <a:pt x="403021" y="181381"/>
                </a:lnTo>
                <a:lnTo>
                  <a:pt x="527291" y="181381"/>
                </a:lnTo>
                <a:lnTo>
                  <a:pt x="527291" y="170116"/>
                </a:lnTo>
                <a:close/>
              </a:path>
              <a:path w="547370" h="185420">
                <a:moveTo>
                  <a:pt x="546976" y="62623"/>
                </a:moveTo>
                <a:lnTo>
                  <a:pt x="518198" y="62623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60"/>
                </a:lnTo>
                <a:lnTo>
                  <a:pt x="518198" y="139560"/>
                </a:lnTo>
                <a:lnTo>
                  <a:pt x="518198" y="74028"/>
                </a:lnTo>
                <a:lnTo>
                  <a:pt x="546976" y="74028"/>
                </a:lnTo>
                <a:lnTo>
                  <a:pt x="546976" y="62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6" name="object 96" descr=""/>
          <p:cNvGrpSpPr/>
          <p:nvPr/>
        </p:nvGrpSpPr>
        <p:grpSpPr>
          <a:xfrm>
            <a:off x="12877377" y="7782940"/>
            <a:ext cx="334645" cy="186690"/>
            <a:chOff x="12877377" y="7782940"/>
            <a:chExt cx="334645" cy="186690"/>
          </a:xfrm>
        </p:grpSpPr>
        <p:pic>
          <p:nvPicPr>
            <p:cNvPr id="97" name="object 9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877377" y="7782940"/>
              <a:ext cx="148352" cy="186074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058532" y="7783163"/>
              <a:ext cx="153197" cy="186074"/>
            </a:xfrm>
            <a:prstGeom prst="rect">
              <a:avLst/>
            </a:prstGeom>
          </p:spPr>
        </p:pic>
      </p:grpSp>
      <p:sp>
        <p:nvSpPr>
          <p:cNvPr id="99" name="object 99" descr=""/>
          <p:cNvSpPr/>
          <p:nvPr/>
        </p:nvSpPr>
        <p:spPr>
          <a:xfrm>
            <a:off x="13268376" y="7800340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30"/>
                </a:lnTo>
                <a:lnTo>
                  <a:pt x="125552" y="11430"/>
                </a:lnTo>
                <a:lnTo>
                  <a:pt x="125552" y="0"/>
                </a:lnTo>
                <a:lnTo>
                  <a:pt x="0" y="0"/>
                </a:lnTo>
                <a:lnTo>
                  <a:pt x="0" y="11430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3246096" y="7931293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13432460" y="778890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45" y="55892"/>
                </a:moveTo>
                <a:lnTo>
                  <a:pt x="35636" y="55892"/>
                </a:lnTo>
                <a:lnTo>
                  <a:pt x="35636" y="36842"/>
                </a:lnTo>
                <a:lnTo>
                  <a:pt x="148056" y="36842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42"/>
                </a:lnTo>
                <a:lnTo>
                  <a:pt x="22517" y="55892"/>
                </a:lnTo>
                <a:lnTo>
                  <a:pt x="22517" y="66040"/>
                </a:lnTo>
                <a:lnTo>
                  <a:pt x="151345" y="66040"/>
                </a:lnTo>
                <a:lnTo>
                  <a:pt x="151345" y="55892"/>
                </a:lnTo>
                <a:close/>
              </a:path>
              <a:path w="170815" h="92709">
                <a:moveTo>
                  <a:pt x="170345" y="81483"/>
                </a:moveTo>
                <a:lnTo>
                  <a:pt x="0" y="81483"/>
                </a:lnTo>
                <a:lnTo>
                  <a:pt x="0" y="92214"/>
                </a:lnTo>
                <a:lnTo>
                  <a:pt x="170345" y="92214"/>
                </a:lnTo>
                <a:lnTo>
                  <a:pt x="170345" y="81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3453338" y="789812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3" name="object 103" descr=""/>
          <p:cNvGrpSpPr/>
          <p:nvPr/>
        </p:nvGrpSpPr>
        <p:grpSpPr>
          <a:xfrm>
            <a:off x="13674573" y="7782567"/>
            <a:ext cx="709930" cy="186690"/>
            <a:chOff x="13674573" y="7782567"/>
            <a:chExt cx="709930" cy="186690"/>
          </a:xfrm>
        </p:grpSpPr>
        <p:pic>
          <p:nvPicPr>
            <p:cNvPr id="104" name="object 10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674573" y="7783163"/>
              <a:ext cx="155659" cy="181378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861467" y="7782940"/>
              <a:ext cx="157000" cy="184211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044187" y="7782940"/>
              <a:ext cx="153124" cy="186298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232275" y="7782567"/>
              <a:ext cx="152229" cy="186223"/>
            </a:xfrm>
            <a:prstGeom prst="rect">
              <a:avLst/>
            </a:prstGeom>
          </p:spPr>
        </p:pic>
      </p:grpSp>
      <p:grpSp>
        <p:nvGrpSpPr>
          <p:cNvPr id="108" name="object 108" descr=""/>
          <p:cNvGrpSpPr/>
          <p:nvPr/>
        </p:nvGrpSpPr>
        <p:grpSpPr>
          <a:xfrm>
            <a:off x="14470650" y="7782940"/>
            <a:ext cx="718185" cy="186690"/>
            <a:chOff x="14470650" y="7782940"/>
            <a:chExt cx="718185" cy="186690"/>
          </a:xfrm>
        </p:grpSpPr>
        <p:pic>
          <p:nvPicPr>
            <p:cNvPr id="109" name="object 10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470650" y="7782940"/>
              <a:ext cx="172805" cy="181601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14664767" y="7782940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90">
                  <a:moveTo>
                    <a:pt x="104368" y="95948"/>
                  </a:moveTo>
                  <a:lnTo>
                    <a:pt x="103797" y="90805"/>
                  </a:lnTo>
                  <a:lnTo>
                    <a:pt x="103111" y="84620"/>
                  </a:lnTo>
                  <a:lnTo>
                    <a:pt x="81000" y="87693"/>
                  </a:lnTo>
                  <a:lnTo>
                    <a:pt x="59766" y="89585"/>
                  </a:lnTo>
                  <a:lnTo>
                    <a:pt x="38100" y="90538"/>
                  </a:lnTo>
                  <a:lnTo>
                    <a:pt x="14693" y="90805"/>
                  </a:lnTo>
                  <a:lnTo>
                    <a:pt x="13576" y="90805"/>
                  </a:lnTo>
                  <a:lnTo>
                    <a:pt x="13576" y="60833"/>
                  </a:lnTo>
                  <a:lnTo>
                    <a:pt x="83947" y="60833"/>
                  </a:lnTo>
                  <a:lnTo>
                    <a:pt x="83947" y="11417"/>
                  </a:lnTo>
                  <a:lnTo>
                    <a:pt x="0" y="11417"/>
                  </a:lnTo>
                  <a:lnTo>
                    <a:pt x="0" y="22593"/>
                  </a:lnTo>
                  <a:lnTo>
                    <a:pt x="70904" y="22593"/>
                  </a:lnTo>
                  <a:lnTo>
                    <a:pt x="70904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93" y="102133"/>
                  </a:lnTo>
                  <a:lnTo>
                    <a:pt x="38506" y="101879"/>
                  </a:lnTo>
                  <a:lnTo>
                    <a:pt x="60515" y="100914"/>
                  </a:lnTo>
                  <a:lnTo>
                    <a:pt x="82029" y="99021"/>
                  </a:lnTo>
                  <a:lnTo>
                    <a:pt x="104368" y="95948"/>
                  </a:lnTo>
                  <a:close/>
                </a:path>
                <a:path w="523875" h="186690">
                  <a:moveTo>
                    <a:pt x="136575" y="123380"/>
                  </a:moveTo>
                  <a:lnTo>
                    <a:pt x="15887" y="123380"/>
                  </a:lnTo>
                  <a:lnTo>
                    <a:pt x="15887" y="134569"/>
                  </a:lnTo>
                  <a:lnTo>
                    <a:pt x="123228" y="134569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80"/>
                  </a:lnTo>
                  <a:close/>
                </a:path>
                <a:path w="523875" h="186690">
                  <a:moveTo>
                    <a:pt x="165430" y="31242"/>
                  </a:moveTo>
                  <a:lnTo>
                    <a:pt x="136575" y="31242"/>
                  </a:lnTo>
                  <a:lnTo>
                    <a:pt x="136575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75" y="113245"/>
                  </a:lnTo>
                  <a:lnTo>
                    <a:pt x="136575" y="81267"/>
                  </a:lnTo>
                  <a:lnTo>
                    <a:pt x="165430" y="81267"/>
                  </a:lnTo>
                  <a:lnTo>
                    <a:pt x="165430" y="69862"/>
                  </a:lnTo>
                  <a:lnTo>
                    <a:pt x="136575" y="69862"/>
                  </a:lnTo>
                  <a:lnTo>
                    <a:pt x="136575" y="42354"/>
                  </a:lnTo>
                  <a:lnTo>
                    <a:pt x="165430" y="42354"/>
                  </a:lnTo>
                  <a:lnTo>
                    <a:pt x="165430" y="31242"/>
                  </a:lnTo>
                  <a:close/>
                </a:path>
                <a:path w="523875" h="186690">
                  <a:moveTo>
                    <a:pt x="278892" y="101092"/>
                  </a:moveTo>
                  <a:lnTo>
                    <a:pt x="275475" y="84023"/>
                  </a:lnTo>
                  <a:lnTo>
                    <a:pt x="266217" y="70789"/>
                  </a:lnTo>
                  <a:lnTo>
                    <a:pt x="266217" y="101092"/>
                  </a:lnTo>
                  <a:lnTo>
                    <a:pt x="263728" y="113360"/>
                  </a:lnTo>
                  <a:lnTo>
                    <a:pt x="256984" y="123101"/>
                  </a:lnTo>
                  <a:lnTo>
                    <a:pt x="246799" y="129489"/>
                  </a:lnTo>
                  <a:lnTo>
                    <a:pt x="233934" y="131737"/>
                  </a:lnTo>
                  <a:lnTo>
                    <a:pt x="220980" y="129489"/>
                  </a:lnTo>
                  <a:lnTo>
                    <a:pt x="210731" y="123101"/>
                  </a:lnTo>
                  <a:lnTo>
                    <a:pt x="204012" y="113360"/>
                  </a:lnTo>
                  <a:lnTo>
                    <a:pt x="201663" y="101092"/>
                  </a:lnTo>
                  <a:lnTo>
                    <a:pt x="204012" y="88811"/>
                  </a:lnTo>
                  <a:lnTo>
                    <a:pt x="210731" y="79032"/>
                  </a:lnTo>
                  <a:lnTo>
                    <a:pt x="220980" y="72542"/>
                  </a:lnTo>
                  <a:lnTo>
                    <a:pt x="233934" y="70154"/>
                  </a:lnTo>
                  <a:lnTo>
                    <a:pt x="246799" y="72542"/>
                  </a:lnTo>
                  <a:lnTo>
                    <a:pt x="256984" y="79032"/>
                  </a:lnTo>
                  <a:lnTo>
                    <a:pt x="263728" y="88811"/>
                  </a:lnTo>
                  <a:lnTo>
                    <a:pt x="266217" y="101092"/>
                  </a:lnTo>
                  <a:lnTo>
                    <a:pt x="266217" y="70789"/>
                  </a:lnTo>
                  <a:lnTo>
                    <a:pt x="265290" y="70154"/>
                  </a:lnTo>
                  <a:lnTo>
                    <a:pt x="251955" y="61976"/>
                  </a:lnTo>
                  <a:lnTo>
                    <a:pt x="233934" y="58826"/>
                  </a:lnTo>
                  <a:lnTo>
                    <a:pt x="215849" y="61976"/>
                  </a:lnTo>
                  <a:lnTo>
                    <a:pt x="201599" y="70675"/>
                  </a:lnTo>
                  <a:lnTo>
                    <a:pt x="192265" y="84023"/>
                  </a:lnTo>
                  <a:lnTo>
                    <a:pt x="188988" y="101092"/>
                  </a:lnTo>
                  <a:lnTo>
                    <a:pt x="192265" y="118211"/>
                  </a:lnTo>
                  <a:lnTo>
                    <a:pt x="201599" y="131521"/>
                  </a:lnTo>
                  <a:lnTo>
                    <a:pt x="215849" y="140144"/>
                  </a:lnTo>
                  <a:lnTo>
                    <a:pt x="233934" y="143217"/>
                  </a:lnTo>
                  <a:lnTo>
                    <a:pt x="251955" y="140144"/>
                  </a:lnTo>
                  <a:lnTo>
                    <a:pt x="265785" y="131737"/>
                  </a:lnTo>
                  <a:lnTo>
                    <a:pt x="266141" y="131521"/>
                  </a:lnTo>
                  <a:lnTo>
                    <a:pt x="275475" y="118211"/>
                  </a:lnTo>
                  <a:lnTo>
                    <a:pt x="278892" y="101092"/>
                  </a:lnTo>
                  <a:close/>
                </a:path>
                <a:path w="523875" h="186690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55" y="30568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90">
                  <a:moveTo>
                    <a:pt x="353733" y="77914"/>
                  </a:moveTo>
                  <a:lnTo>
                    <a:pt x="321538" y="77914"/>
                  </a:lnTo>
                  <a:lnTo>
                    <a:pt x="321538" y="0"/>
                  </a:lnTo>
                  <a:lnTo>
                    <a:pt x="308343" y="0"/>
                  </a:lnTo>
                  <a:lnTo>
                    <a:pt x="308343" y="186080"/>
                  </a:lnTo>
                  <a:lnTo>
                    <a:pt x="321538" y="186080"/>
                  </a:lnTo>
                  <a:lnTo>
                    <a:pt x="321538" y="89166"/>
                  </a:lnTo>
                  <a:lnTo>
                    <a:pt x="353733" y="89166"/>
                  </a:lnTo>
                  <a:lnTo>
                    <a:pt x="353733" y="77914"/>
                  </a:lnTo>
                  <a:close/>
                </a:path>
                <a:path w="523875" h="186690">
                  <a:moveTo>
                    <a:pt x="484720" y="5295"/>
                  </a:moveTo>
                  <a:lnTo>
                    <a:pt x="471970" y="5295"/>
                  </a:lnTo>
                  <a:lnTo>
                    <a:pt x="471970" y="77838"/>
                  </a:lnTo>
                  <a:lnTo>
                    <a:pt x="434632" y="77838"/>
                  </a:lnTo>
                  <a:lnTo>
                    <a:pt x="439229" y="64884"/>
                  </a:lnTo>
                  <a:lnTo>
                    <a:pt x="442468" y="51600"/>
                  </a:lnTo>
                  <a:lnTo>
                    <a:pt x="444398" y="38023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39"/>
                  </a:lnTo>
                  <a:lnTo>
                    <a:pt x="413308" y="91198"/>
                  </a:lnTo>
                  <a:lnTo>
                    <a:pt x="393331" y="115138"/>
                  </a:lnTo>
                  <a:lnTo>
                    <a:pt x="366039" y="135534"/>
                  </a:lnTo>
                  <a:lnTo>
                    <a:pt x="373938" y="145300"/>
                  </a:lnTo>
                  <a:lnTo>
                    <a:pt x="391922" y="133057"/>
                  </a:lnTo>
                  <a:lnTo>
                    <a:pt x="407111" y="119456"/>
                  </a:lnTo>
                  <a:lnTo>
                    <a:pt x="419595" y="104648"/>
                  </a:lnTo>
                  <a:lnTo>
                    <a:pt x="429475" y="88798"/>
                  </a:lnTo>
                  <a:lnTo>
                    <a:pt x="471970" y="88798"/>
                  </a:lnTo>
                  <a:lnTo>
                    <a:pt x="471970" y="176161"/>
                  </a:lnTo>
                  <a:lnTo>
                    <a:pt x="484720" y="176161"/>
                  </a:lnTo>
                  <a:lnTo>
                    <a:pt x="484720" y="88798"/>
                  </a:lnTo>
                  <a:lnTo>
                    <a:pt x="484720" y="77838"/>
                  </a:lnTo>
                  <a:lnTo>
                    <a:pt x="484720" y="5295"/>
                  </a:lnTo>
                  <a:close/>
                </a:path>
                <a:path w="523875" h="186690">
                  <a:moveTo>
                    <a:pt x="523633" y="0"/>
                  </a:moveTo>
                  <a:lnTo>
                    <a:pt x="510895" y="0"/>
                  </a:lnTo>
                  <a:lnTo>
                    <a:pt x="510895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15273063" y="7782940"/>
            <a:ext cx="335280" cy="186690"/>
            <a:chOff x="15273063" y="7782940"/>
            <a:chExt cx="335280" cy="186690"/>
          </a:xfrm>
        </p:grpSpPr>
        <p:pic>
          <p:nvPicPr>
            <p:cNvPr id="112" name="object 11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273063" y="7782940"/>
              <a:ext cx="148203" cy="183391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5462716" y="7783163"/>
              <a:ext cx="145594" cy="186224"/>
            </a:xfrm>
            <a:prstGeom prst="rect">
              <a:avLst/>
            </a:prstGeom>
          </p:spPr>
        </p:pic>
      </p:grpSp>
      <p:grpSp>
        <p:nvGrpSpPr>
          <p:cNvPr id="114" name="object 114" descr=""/>
          <p:cNvGrpSpPr/>
          <p:nvPr/>
        </p:nvGrpSpPr>
        <p:grpSpPr>
          <a:xfrm>
            <a:off x="15692600" y="7782940"/>
            <a:ext cx="591185" cy="186690"/>
            <a:chOff x="15692600" y="7782940"/>
            <a:chExt cx="591185" cy="186690"/>
          </a:xfrm>
        </p:grpSpPr>
        <p:pic>
          <p:nvPicPr>
            <p:cNvPr id="115" name="object 11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692600" y="7782940"/>
              <a:ext cx="346579" cy="186074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066986" y="7795539"/>
              <a:ext cx="170345" cy="148800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16260590" y="793114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 descr=""/>
          <p:cNvGrpSpPr/>
          <p:nvPr/>
        </p:nvGrpSpPr>
        <p:grpSpPr>
          <a:xfrm>
            <a:off x="16358607" y="7782940"/>
            <a:ext cx="719455" cy="186690"/>
            <a:chOff x="16358607" y="7782940"/>
            <a:chExt cx="719455" cy="186690"/>
          </a:xfrm>
        </p:grpSpPr>
        <p:pic>
          <p:nvPicPr>
            <p:cNvPr id="119" name="object 11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358607" y="7782940"/>
              <a:ext cx="345088" cy="186298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733217" y="7782940"/>
              <a:ext cx="152080" cy="186074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923393" y="7783163"/>
              <a:ext cx="154241" cy="181378"/>
            </a:xfrm>
            <a:prstGeom prst="rect">
              <a:avLst/>
            </a:prstGeom>
          </p:spPr>
        </p:pic>
      </p:grpSp>
      <p:grpSp>
        <p:nvGrpSpPr>
          <p:cNvPr id="122" name="object 122" descr=""/>
          <p:cNvGrpSpPr/>
          <p:nvPr/>
        </p:nvGrpSpPr>
        <p:grpSpPr>
          <a:xfrm>
            <a:off x="9576291" y="8149950"/>
            <a:ext cx="337185" cy="186690"/>
            <a:chOff x="9576291" y="8149950"/>
            <a:chExt cx="337185" cy="186690"/>
          </a:xfrm>
        </p:grpSpPr>
        <p:pic>
          <p:nvPicPr>
            <p:cNvPr id="123" name="object 12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576291" y="8149950"/>
              <a:ext cx="156254" cy="186074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759831" y="8149950"/>
              <a:ext cx="153124" cy="186298"/>
            </a:xfrm>
            <a:prstGeom prst="rect">
              <a:avLst/>
            </a:prstGeom>
          </p:spPr>
        </p:pic>
      </p:grpSp>
      <p:sp>
        <p:nvSpPr>
          <p:cNvPr id="125" name="object 125" descr=""/>
          <p:cNvSpPr/>
          <p:nvPr/>
        </p:nvSpPr>
        <p:spPr>
          <a:xfrm>
            <a:off x="9946716" y="8155940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457"/>
                </a:moveTo>
                <a:lnTo>
                  <a:pt x="0" y="81457"/>
                </a:lnTo>
                <a:lnTo>
                  <a:pt x="0" y="92202"/>
                </a:lnTo>
                <a:lnTo>
                  <a:pt x="170345" y="92202"/>
                </a:lnTo>
                <a:lnTo>
                  <a:pt x="170345" y="81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9967595" y="826515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7" name="object 127" descr=""/>
          <p:cNvGrpSpPr/>
          <p:nvPr/>
        </p:nvGrpSpPr>
        <p:grpSpPr>
          <a:xfrm>
            <a:off x="10192968" y="8149950"/>
            <a:ext cx="523875" cy="186690"/>
            <a:chOff x="10192968" y="8149950"/>
            <a:chExt cx="523875" cy="186690"/>
          </a:xfrm>
        </p:grpSpPr>
        <p:pic>
          <p:nvPicPr>
            <p:cNvPr id="128" name="object 12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192968" y="8149950"/>
              <a:ext cx="145148" cy="186298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372185" y="8149950"/>
              <a:ext cx="344417" cy="186074"/>
            </a:xfrm>
            <a:prstGeom prst="rect">
              <a:avLst/>
            </a:prstGeom>
          </p:spPr>
        </p:pic>
      </p:grpSp>
      <p:grpSp>
        <p:nvGrpSpPr>
          <p:cNvPr id="130" name="object 130" descr=""/>
          <p:cNvGrpSpPr/>
          <p:nvPr/>
        </p:nvGrpSpPr>
        <p:grpSpPr>
          <a:xfrm>
            <a:off x="10797793" y="8149950"/>
            <a:ext cx="548640" cy="186690"/>
            <a:chOff x="10797793" y="8149950"/>
            <a:chExt cx="548640" cy="186690"/>
          </a:xfrm>
        </p:grpSpPr>
        <p:pic>
          <p:nvPicPr>
            <p:cNvPr id="131" name="object 13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797793" y="8149950"/>
              <a:ext cx="160579" cy="183391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993261" y="8149950"/>
              <a:ext cx="144849" cy="18547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169794" y="8149950"/>
              <a:ext cx="176383" cy="186074"/>
            </a:xfrm>
            <a:prstGeom prst="rect">
              <a:avLst/>
            </a:prstGeom>
          </p:spPr>
        </p:pic>
      </p:grpSp>
      <p:sp>
        <p:nvSpPr>
          <p:cNvPr id="134" name="object 134" descr=""/>
          <p:cNvSpPr/>
          <p:nvPr/>
        </p:nvSpPr>
        <p:spPr>
          <a:xfrm>
            <a:off x="11366602" y="8150187"/>
            <a:ext cx="149225" cy="181610"/>
          </a:xfrm>
          <a:custGeom>
            <a:avLst/>
            <a:gdLst/>
            <a:ahLst/>
            <a:cxnLst/>
            <a:rect l="l" t="t" r="r" b="b"/>
            <a:pathLst>
              <a:path w="149225" h="181609">
                <a:moveTo>
                  <a:pt x="144246" y="84899"/>
                </a:moveTo>
                <a:lnTo>
                  <a:pt x="130898" y="84899"/>
                </a:lnTo>
                <a:lnTo>
                  <a:pt x="130898" y="135826"/>
                </a:lnTo>
                <a:lnTo>
                  <a:pt x="144246" y="135826"/>
                </a:lnTo>
                <a:lnTo>
                  <a:pt x="144246" y="84899"/>
                </a:lnTo>
                <a:close/>
              </a:path>
              <a:path w="149225" h="181609">
                <a:moveTo>
                  <a:pt x="144246" y="0"/>
                </a:moveTo>
                <a:lnTo>
                  <a:pt x="130898" y="0"/>
                </a:lnTo>
                <a:lnTo>
                  <a:pt x="130898" y="33693"/>
                </a:lnTo>
                <a:lnTo>
                  <a:pt x="84315" y="33693"/>
                </a:lnTo>
                <a:lnTo>
                  <a:pt x="84315" y="27343"/>
                </a:lnTo>
                <a:lnTo>
                  <a:pt x="84315" y="15913"/>
                </a:lnTo>
                <a:lnTo>
                  <a:pt x="71259" y="15913"/>
                </a:lnTo>
                <a:lnTo>
                  <a:pt x="71259" y="90843"/>
                </a:lnTo>
                <a:lnTo>
                  <a:pt x="13042" y="90843"/>
                </a:lnTo>
                <a:lnTo>
                  <a:pt x="13042" y="27343"/>
                </a:lnTo>
                <a:lnTo>
                  <a:pt x="71259" y="27343"/>
                </a:lnTo>
                <a:lnTo>
                  <a:pt x="71259" y="15913"/>
                </a:lnTo>
                <a:lnTo>
                  <a:pt x="0" y="15913"/>
                </a:lnTo>
                <a:lnTo>
                  <a:pt x="0" y="27343"/>
                </a:lnTo>
                <a:lnTo>
                  <a:pt x="0" y="90843"/>
                </a:lnTo>
                <a:lnTo>
                  <a:pt x="0" y="102273"/>
                </a:lnTo>
                <a:lnTo>
                  <a:pt x="84315" y="102273"/>
                </a:lnTo>
                <a:lnTo>
                  <a:pt x="84315" y="90843"/>
                </a:lnTo>
                <a:lnTo>
                  <a:pt x="84315" y="84493"/>
                </a:lnTo>
                <a:lnTo>
                  <a:pt x="144246" y="84493"/>
                </a:lnTo>
                <a:lnTo>
                  <a:pt x="144246" y="73494"/>
                </a:lnTo>
                <a:lnTo>
                  <a:pt x="144246" y="73063"/>
                </a:lnTo>
                <a:lnTo>
                  <a:pt x="144246" y="45250"/>
                </a:lnTo>
                <a:lnTo>
                  <a:pt x="130898" y="45250"/>
                </a:lnTo>
                <a:lnTo>
                  <a:pt x="130898" y="73063"/>
                </a:lnTo>
                <a:lnTo>
                  <a:pt x="84315" y="73063"/>
                </a:lnTo>
                <a:lnTo>
                  <a:pt x="84315" y="45123"/>
                </a:lnTo>
                <a:lnTo>
                  <a:pt x="144246" y="45123"/>
                </a:lnTo>
                <a:lnTo>
                  <a:pt x="144246" y="33845"/>
                </a:lnTo>
                <a:lnTo>
                  <a:pt x="144246" y="33693"/>
                </a:lnTo>
                <a:lnTo>
                  <a:pt x="144246" y="0"/>
                </a:lnTo>
                <a:close/>
              </a:path>
              <a:path w="149225" h="181609">
                <a:moveTo>
                  <a:pt x="148717" y="169583"/>
                </a:moveTo>
                <a:lnTo>
                  <a:pt x="38468" y="169583"/>
                </a:lnTo>
                <a:lnTo>
                  <a:pt x="38468" y="123863"/>
                </a:lnTo>
                <a:lnTo>
                  <a:pt x="25120" y="123863"/>
                </a:lnTo>
                <a:lnTo>
                  <a:pt x="25120" y="169583"/>
                </a:lnTo>
                <a:lnTo>
                  <a:pt x="25120" y="181013"/>
                </a:lnTo>
                <a:lnTo>
                  <a:pt x="148717" y="181013"/>
                </a:lnTo>
                <a:lnTo>
                  <a:pt x="148717" y="169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5" name="object 135" descr=""/>
          <p:cNvGrpSpPr/>
          <p:nvPr/>
        </p:nvGrpSpPr>
        <p:grpSpPr>
          <a:xfrm>
            <a:off x="11595659" y="8149950"/>
            <a:ext cx="776605" cy="187325"/>
            <a:chOff x="11595659" y="8149950"/>
            <a:chExt cx="776605" cy="187325"/>
          </a:xfrm>
        </p:grpSpPr>
        <p:pic>
          <p:nvPicPr>
            <p:cNvPr id="136" name="object 13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1595659" y="8152038"/>
              <a:ext cx="356494" cy="185180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982048" y="8149950"/>
              <a:ext cx="139556" cy="186074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164395" y="8149950"/>
              <a:ext cx="207842" cy="186298"/>
            </a:xfrm>
            <a:prstGeom prst="rect">
              <a:avLst/>
            </a:prstGeom>
          </p:spPr>
        </p:pic>
      </p:grpSp>
      <p:grpSp>
        <p:nvGrpSpPr>
          <p:cNvPr id="139" name="object 139" descr=""/>
          <p:cNvGrpSpPr/>
          <p:nvPr/>
        </p:nvGrpSpPr>
        <p:grpSpPr>
          <a:xfrm>
            <a:off x="12444721" y="8149950"/>
            <a:ext cx="527685" cy="186690"/>
            <a:chOff x="12444721" y="8149950"/>
            <a:chExt cx="527685" cy="186690"/>
          </a:xfrm>
        </p:grpSpPr>
        <p:pic>
          <p:nvPicPr>
            <p:cNvPr id="140" name="object 14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444721" y="8149950"/>
              <a:ext cx="348368" cy="186074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821865" y="8149950"/>
              <a:ext cx="150290" cy="186298"/>
            </a:xfrm>
            <a:prstGeom prst="rect">
              <a:avLst/>
            </a:prstGeom>
          </p:spPr>
        </p:pic>
      </p:grpSp>
      <p:grpSp>
        <p:nvGrpSpPr>
          <p:cNvPr id="142" name="object 142" descr=""/>
          <p:cNvGrpSpPr/>
          <p:nvPr/>
        </p:nvGrpSpPr>
        <p:grpSpPr>
          <a:xfrm>
            <a:off x="13062591" y="8149950"/>
            <a:ext cx="529590" cy="186690"/>
            <a:chOff x="13062591" y="8149950"/>
            <a:chExt cx="529590" cy="186690"/>
          </a:xfrm>
        </p:grpSpPr>
        <p:pic>
          <p:nvPicPr>
            <p:cNvPr id="143" name="object 14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062591" y="8149950"/>
              <a:ext cx="150142" cy="186074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3254332" y="8149950"/>
              <a:ext cx="337260" cy="186074"/>
            </a:xfrm>
            <a:prstGeom prst="rect">
              <a:avLst/>
            </a:prstGeom>
          </p:spPr>
        </p:pic>
      </p:grpSp>
      <p:grpSp>
        <p:nvGrpSpPr>
          <p:cNvPr id="145" name="object 145" descr=""/>
          <p:cNvGrpSpPr/>
          <p:nvPr/>
        </p:nvGrpSpPr>
        <p:grpSpPr>
          <a:xfrm>
            <a:off x="13678672" y="8149950"/>
            <a:ext cx="353060" cy="186690"/>
            <a:chOff x="13678672" y="8149950"/>
            <a:chExt cx="353060" cy="186690"/>
          </a:xfrm>
        </p:grpSpPr>
        <p:pic>
          <p:nvPicPr>
            <p:cNvPr id="146" name="object 146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678672" y="8149950"/>
              <a:ext cx="151111" cy="186074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858708" y="8150174"/>
              <a:ext cx="172954" cy="181378"/>
            </a:xfrm>
            <a:prstGeom prst="rect">
              <a:avLst/>
            </a:prstGeom>
          </p:spPr>
        </p:pic>
      </p:grpSp>
      <p:grpSp>
        <p:nvGrpSpPr>
          <p:cNvPr id="148" name="object 148" descr=""/>
          <p:cNvGrpSpPr/>
          <p:nvPr/>
        </p:nvGrpSpPr>
        <p:grpSpPr>
          <a:xfrm>
            <a:off x="14106631" y="8149950"/>
            <a:ext cx="533400" cy="186690"/>
            <a:chOff x="14106631" y="8149950"/>
            <a:chExt cx="533400" cy="186690"/>
          </a:xfrm>
        </p:grpSpPr>
        <p:pic>
          <p:nvPicPr>
            <p:cNvPr id="149" name="object 149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4106631" y="8149950"/>
              <a:ext cx="148353" cy="186074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4283388" y="8153379"/>
              <a:ext cx="356195" cy="182124"/>
            </a:xfrm>
            <a:prstGeom prst="rect">
              <a:avLst/>
            </a:prstGeom>
          </p:spPr>
        </p:pic>
      </p:grpSp>
      <p:grpSp>
        <p:nvGrpSpPr>
          <p:cNvPr id="151" name="object 151" descr=""/>
          <p:cNvGrpSpPr/>
          <p:nvPr/>
        </p:nvGrpSpPr>
        <p:grpSpPr>
          <a:xfrm>
            <a:off x="14713320" y="8149950"/>
            <a:ext cx="526415" cy="186690"/>
            <a:chOff x="14713320" y="8149950"/>
            <a:chExt cx="526415" cy="186690"/>
          </a:xfrm>
        </p:grpSpPr>
        <p:pic>
          <p:nvPicPr>
            <p:cNvPr id="152" name="object 152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4713320" y="8149950"/>
              <a:ext cx="148203" cy="183391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902974" y="8150174"/>
              <a:ext cx="145594" cy="186224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5081444" y="8149950"/>
              <a:ext cx="158193" cy="186074"/>
            </a:xfrm>
            <a:prstGeom prst="rect">
              <a:avLst/>
            </a:prstGeom>
          </p:spPr>
        </p:pic>
      </p:grpSp>
      <p:grpSp>
        <p:nvGrpSpPr>
          <p:cNvPr id="155" name="object 155" descr=""/>
          <p:cNvGrpSpPr/>
          <p:nvPr/>
        </p:nvGrpSpPr>
        <p:grpSpPr>
          <a:xfrm>
            <a:off x="15320531" y="8149950"/>
            <a:ext cx="589915" cy="186690"/>
            <a:chOff x="15320531" y="8149950"/>
            <a:chExt cx="589915" cy="186690"/>
          </a:xfrm>
        </p:grpSpPr>
        <p:pic>
          <p:nvPicPr>
            <p:cNvPr id="156" name="object 156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5320531" y="8149950"/>
              <a:ext cx="345535" cy="186074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693873" y="8162549"/>
              <a:ext cx="170345" cy="148800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15887477" y="829815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9" name="object 159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346840" y="2885077"/>
            <a:ext cx="7209037" cy="4059196"/>
          </a:xfrm>
          <a:prstGeom prst="rect">
            <a:avLst/>
          </a:prstGeom>
        </p:spPr>
      </p:pic>
      <p:grpSp>
        <p:nvGrpSpPr>
          <p:cNvPr id="160" name="object 160" descr=""/>
          <p:cNvGrpSpPr/>
          <p:nvPr/>
        </p:nvGrpSpPr>
        <p:grpSpPr>
          <a:xfrm>
            <a:off x="1356009" y="8117566"/>
            <a:ext cx="339090" cy="186690"/>
            <a:chOff x="1356009" y="8117566"/>
            <a:chExt cx="339090" cy="186690"/>
          </a:xfrm>
        </p:grpSpPr>
        <p:pic>
          <p:nvPicPr>
            <p:cNvPr id="161" name="object 161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356009" y="8117566"/>
              <a:ext cx="157597" cy="186074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546483" y="8117790"/>
              <a:ext cx="148203" cy="183167"/>
            </a:xfrm>
            <a:prstGeom prst="rect">
              <a:avLst/>
            </a:prstGeom>
          </p:spPr>
        </p:pic>
      </p:grpSp>
      <p:pic>
        <p:nvPicPr>
          <p:cNvPr id="163" name="object 163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787697" y="8117566"/>
            <a:ext cx="145147" cy="186298"/>
          </a:xfrm>
          <a:prstGeom prst="rect">
            <a:avLst/>
          </a:prstGeom>
        </p:spPr>
      </p:pic>
      <p:sp>
        <p:nvSpPr>
          <p:cNvPr id="164" name="object 164" descr=""/>
          <p:cNvSpPr/>
          <p:nvPr/>
        </p:nvSpPr>
        <p:spPr>
          <a:xfrm>
            <a:off x="1966607" y="8122919"/>
            <a:ext cx="170815" cy="102870"/>
          </a:xfrm>
          <a:custGeom>
            <a:avLst/>
            <a:gdLst/>
            <a:ahLst/>
            <a:cxnLst/>
            <a:rect l="l" t="t" r="r" b="b"/>
            <a:pathLst>
              <a:path w="170814" h="102870">
                <a:moveTo>
                  <a:pt x="152158" y="62230"/>
                </a:moveTo>
                <a:lnTo>
                  <a:pt x="35636" y="62230"/>
                </a:lnTo>
                <a:lnTo>
                  <a:pt x="35636" y="41910"/>
                </a:lnTo>
                <a:lnTo>
                  <a:pt x="148056" y="41910"/>
                </a:lnTo>
                <a:lnTo>
                  <a:pt x="148056" y="3175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31750"/>
                </a:lnTo>
                <a:lnTo>
                  <a:pt x="22517" y="31750"/>
                </a:lnTo>
                <a:lnTo>
                  <a:pt x="22517" y="41910"/>
                </a:lnTo>
                <a:lnTo>
                  <a:pt x="22517" y="62230"/>
                </a:lnTo>
                <a:lnTo>
                  <a:pt x="22517" y="73660"/>
                </a:lnTo>
                <a:lnTo>
                  <a:pt x="152158" y="73660"/>
                </a:lnTo>
                <a:lnTo>
                  <a:pt x="152158" y="62230"/>
                </a:lnTo>
                <a:close/>
              </a:path>
              <a:path w="170814" h="102870">
                <a:moveTo>
                  <a:pt x="170345" y="91338"/>
                </a:moveTo>
                <a:lnTo>
                  <a:pt x="0" y="91338"/>
                </a:lnTo>
                <a:lnTo>
                  <a:pt x="0" y="102527"/>
                </a:lnTo>
                <a:lnTo>
                  <a:pt x="170345" y="102527"/>
                </a:lnTo>
                <a:lnTo>
                  <a:pt x="170345" y="91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1990242" y="8244840"/>
            <a:ext cx="124460" cy="55880"/>
          </a:xfrm>
          <a:custGeom>
            <a:avLst/>
            <a:gdLst/>
            <a:ahLst/>
            <a:cxnLst/>
            <a:rect l="l" t="t" r="r" b="b"/>
            <a:pathLst>
              <a:path w="124460" h="55879">
                <a:moveTo>
                  <a:pt x="124193" y="0"/>
                </a:moveTo>
                <a:lnTo>
                  <a:pt x="0" y="0"/>
                </a:lnTo>
                <a:lnTo>
                  <a:pt x="0" y="10160"/>
                </a:lnTo>
                <a:lnTo>
                  <a:pt x="0" y="44450"/>
                </a:lnTo>
                <a:lnTo>
                  <a:pt x="0" y="55880"/>
                </a:lnTo>
                <a:lnTo>
                  <a:pt x="124193" y="55880"/>
                </a:lnTo>
                <a:lnTo>
                  <a:pt x="124193" y="44945"/>
                </a:lnTo>
                <a:lnTo>
                  <a:pt x="124193" y="44450"/>
                </a:lnTo>
                <a:lnTo>
                  <a:pt x="124193" y="10426"/>
                </a:lnTo>
                <a:lnTo>
                  <a:pt x="111150" y="10426"/>
                </a:lnTo>
                <a:lnTo>
                  <a:pt x="111150" y="44450"/>
                </a:lnTo>
                <a:lnTo>
                  <a:pt x="13042" y="44450"/>
                </a:lnTo>
                <a:lnTo>
                  <a:pt x="13042" y="10160"/>
                </a:lnTo>
                <a:lnTo>
                  <a:pt x="124193" y="10160"/>
                </a:lnTo>
                <a:lnTo>
                  <a:pt x="1241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2160518" y="8164979"/>
            <a:ext cx="22860" cy="100330"/>
          </a:xfrm>
          <a:custGeom>
            <a:avLst/>
            <a:gdLst/>
            <a:ahLst/>
            <a:cxnLst/>
            <a:rect l="l" t="t" r="r" b="b"/>
            <a:pathLst>
              <a:path w="22860" h="100329">
                <a:moveTo>
                  <a:pt x="17593" y="0"/>
                </a:moveTo>
                <a:lnTo>
                  <a:pt x="5218" y="0"/>
                </a:lnTo>
                <a:lnTo>
                  <a:pt x="0" y="5069"/>
                </a:lnTo>
                <a:lnTo>
                  <a:pt x="149" y="11256"/>
                </a:lnTo>
                <a:lnTo>
                  <a:pt x="0" y="17444"/>
                </a:lnTo>
                <a:lnTo>
                  <a:pt x="5218" y="22513"/>
                </a:lnTo>
                <a:lnTo>
                  <a:pt x="17593" y="22513"/>
                </a:lnTo>
                <a:lnTo>
                  <a:pt x="22662" y="17444"/>
                </a:lnTo>
                <a:lnTo>
                  <a:pt x="22662" y="5069"/>
                </a:lnTo>
                <a:lnTo>
                  <a:pt x="17593" y="0"/>
                </a:lnTo>
                <a:close/>
              </a:path>
              <a:path w="22860" h="100329">
                <a:moveTo>
                  <a:pt x="17593" y="77307"/>
                </a:moveTo>
                <a:lnTo>
                  <a:pt x="5218" y="77307"/>
                </a:lnTo>
                <a:lnTo>
                  <a:pt x="0" y="82376"/>
                </a:lnTo>
                <a:lnTo>
                  <a:pt x="149" y="88564"/>
                </a:lnTo>
                <a:lnTo>
                  <a:pt x="0" y="94752"/>
                </a:lnTo>
                <a:lnTo>
                  <a:pt x="5218" y="99821"/>
                </a:lnTo>
                <a:lnTo>
                  <a:pt x="17593" y="99821"/>
                </a:lnTo>
                <a:lnTo>
                  <a:pt x="22662" y="94752"/>
                </a:lnTo>
                <a:lnTo>
                  <a:pt x="22662" y="82376"/>
                </a:lnTo>
                <a:lnTo>
                  <a:pt x="17593" y="773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7" name="object 167" descr=""/>
          <p:cNvGrpSpPr/>
          <p:nvPr/>
        </p:nvGrpSpPr>
        <p:grpSpPr>
          <a:xfrm>
            <a:off x="2268491" y="8134488"/>
            <a:ext cx="388620" cy="153035"/>
            <a:chOff x="2268491" y="8134488"/>
            <a:chExt cx="388620" cy="153035"/>
          </a:xfrm>
        </p:grpSpPr>
        <p:pic>
          <p:nvPicPr>
            <p:cNvPr id="168" name="object 16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268491" y="8134488"/>
              <a:ext cx="260251" cy="152676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50809" y="8134488"/>
              <a:ext cx="105934" cy="152676"/>
            </a:xfrm>
            <a:prstGeom prst="rect">
              <a:avLst/>
            </a:prstGeom>
          </p:spPr>
        </p:pic>
      </p:grpSp>
      <p:pic>
        <p:nvPicPr>
          <p:cNvPr id="170" name="object 170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863654" y="8134488"/>
            <a:ext cx="105934" cy="152676"/>
          </a:xfrm>
          <a:prstGeom prst="rect">
            <a:avLst/>
          </a:prstGeom>
        </p:spPr>
      </p:pic>
      <p:pic>
        <p:nvPicPr>
          <p:cNvPr id="171" name="object 171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2680226" y="8134488"/>
            <a:ext cx="109363" cy="152676"/>
          </a:xfrm>
          <a:prstGeom prst="rect">
            <a:avLst/>
          </a:prstGeom>
        </p:spPr>
      </p:pic>
      <p:grpSp>
        <p:nvGrpSpPr>
          <p:cNvPr id="172" name="object 172" descr=""/>
          <p:cNvGrpSpPr/>
          <p:nvPr/>
        </p:nvGrpSpPr>
        <p:grpSpPr>
          <a:xfrm>
            <a:off x="2993072" y="8132401"/>
            <a:ext cx="250190" cy="157480"/>
            <a:chOff x="2993072" y="8132401"/>
            <a:chExt cx="250190" cy="157480"/>
          </a:xfrm>
        </p:grpSpPr>
        <p:pic>
          <p:nvPicPr>
            <p:cNvPr id="173" name="object 173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993072" y="8134488"/>
              <a:ext cx="99597" cy="152676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114587" y="8132401"/>
              <a:ext cx="128448" cy="156851"/>
            </a:xfrm>
            <a:prstGeom prst="rect">
              <a:avLst/>
            </a:prstGeom>
          </p:spPr>
        </p:pic>
      </p:grpSp>
      <p:grpSp>
        <p:nvGrpSpPr>
          <p:cNvPr id="175" name="object 175" descr=""/>
          <p:cNvGrpSpPr/>
          <p:nvPr/>
        </p:nvGrpSpPr>
        <p:grpSpPr>
          <a:xfrm>
            <a:off x="1364955" y="8482414"/>
            <a:ext cx="579755" cy="188595"/>
            <a:chOff x="1364955" y="8482414"/>
            <a:chExt cx="579755" cy="188595"/>
          </a:xfrm>
        </p:grpSpPr>
        <p:pic>
          <p:nvPicPr>
            <p:cNvPr id="176" name="object 176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364955" y="8484576"/>
              <a:ext cx="148353" cy="186074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544917" y="8484576"/>
              <a:ext cx="150142" cy="186074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729054" y="8482414"/>
              <a:ext cx="173177" cy="185851"/>
            </a:xfrm>
            <a:prstGeom prst="rect">
              <a:avLst/>
            </a:prstGeom>
          </p:spPr>
        </p:pic>
        <p:sp>
          <p:nvSpPr>
            <p:cNvPr id="179" name="object 179" descr=""/>
            <p:cNvSpPr/>
            <p:nvPr/>
          </p:nvSpPr>
          <p:spPr>
            <a:xfrm>
              <a:off x="1921987" y="8531990"/>
              <a:ext cx="22860" cy="100330"/>
            </a:xfrm>
            <a:custGeom>
              <a:avLst/>
              <a:gdLst/>
              <a:ahLst/>
              <a:cxnLst/>
              <a:rect l="l" t="t" r="r" b="b"/>
              <a:pathLst>
                <a:path w="22860" h="10032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9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7593" y="22513"/>
                  </a:lnTo>
                  <a:lnTo>
                    <a:pt x="22663" y="17444"/>
                  </a:lnTo>
                  <a:lnTo>
                    <a:pt x="22663" y="5069"/>
                  </a:lnTo>
                  <a:lnTo>
                    <a:pt x="17593" y="0"/>
                  </a:lnTo>
                  <a:close/>
                </a:path>
                <a:path w="22860" h="100329">
                  <a:moveTo>
                    <a:pt x="17593" y="77307"/>
                  </a:moveTo>
                  <a:lnTo>
                    <a:pt x="5218" y="77307"/>
                  </a:lnTo>
                  <a:lnTo>
                    <a:pt x="0" y="82376"/>
                  </a:lnTo>
                  <a:lnTo>
                    <a:pt x="149" y="88564"/>
                  </a:lnTo>
                  <a:lnTo>
                    <a:pt x="0" y="94752"/>
                  </a:lnTo>
                  <a:lnTo>
                    <a:pt x="5218" y="99821"/>
                  </a:lnTo>
                  <a:lnTo>
                    <a:pt x="17593" y="99821"/>
                  </a:lnTo>
                  <a:lnTo>
                    <a:pt x="22663" y="94752"/>
                  </a:lnTo>
                  <a:lnTo>
                    <a:pt x="22663" y="82376"/>
                  </a:lnTo>
                  <a:lnTo>
                    <a:pt x="17593" y="77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0" name="object 180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020825" y="8484576"/>
            <a:ext cx="157298" cy="186074"/>
          </a:xfrm>
          <a:prstGeom prst="rect">
            <a:avLst/>
          </a:prstGeom>
        </p:spPr>
      </p:pic>
      <p:sp>
        <p:nvSpPr>
          <p:cNvPr id="181" name="object 181" descr=""/>
          <p:cNvSpPr/>
          <p:nvPr/>
        </p:nvSpPr>
        <p:spPr>
          <a:xfrm>
            <a:off x="2215248" y="8484869"/>
            <a:ext cx="165100" cy="96520"/>
          </a:xfrm>
          <a:custGeom>
            <a:avLst/>
            <a:gdLst/>
            <a:ahLst/>
            <a:cxnLst/>
            <a:rect l="l" t="t" r="r" b="b"/>
            <a:pathLst>
              <a:path w="165100" h="96520">
                <a:moveTo>
                  <a:pt x="85509" y="7391"/>
                </a:moveTo>
                <a:lnTo>
                  <a:pt x="72377" y="7391"/>
                </a:lnTo>
                <a:lnTo>
                  <a:pt x="72377" y="35560"/>
                </a:lnTo>
                <a:lnTo>
                  <a:pt x="13042" y="35560"/>
                </a:lnTo>
                <a:lnTo>
                  <a:pt x="13042" y="7620"/>
                </a:lnTo>
                <a:lnTo>
                  <a:pt x="0" y="7620"/>
                </a:lnTo>
                <a:lnTo>
                  <a:pt x="0" y="35560"/>
                </a:lnTo>
                <a:lnTo>
                  <a:pt x="0" y="46990"/>
                </a:lnTo>
                <a:lnTo>
                  <a:pt x="0" y="77470"/>
                </a:lnTo>
                <a:lnTo>
                  <a:pt x="0" y="88900"/>
                </a:lnTo>
                <a:lnTo>
                  <a:pt x="85509" y="88900"/>
                </a:lnTo>
                <a:lnTo>
                  <a:pt x="85509" y="77470"/>
                </a:lnTo>
                <a:lnTo>
                  <a:pt x="13042" y="77470"/>
                </a:lnTo>
                <a:lnTo>
                  <a:pt x="13042" y="46990"/>
                </a:lnTo>
                <a:lnTo>
                  <a:pt x="72377" y="46990"/>
                </a:lnTo>
                <a:lnTo>
                  <a:pt x="72377" y="77241"/>
                </a:lnTo>
                <a:lnTo>
                  <a:pt x="85509" y="77241"/>
                </a:lnTo>
                <a:lnTo>
                  <a:pt x="85509" y="46990"/>
                </a:lnTo>
                <a:lnTo>
                  <a:pt x="85509" y="46456"/>
                </a:lnTo>
                <a:lnTo>
                  <a:pt x="85509" y="35725"/>
                </a:lnTo>
                <a:lnTo>
                  <a:pt x="85509" y="35560"/>
                </a:lnTo>
                <a:lnTo>
                  <a:pt x="85509" y="7391"/>
                </a:lnTo>
                <a:close/>
              </a:path>
              <a:path w="165100" h="96520">
                <a:moveTo>
                  <a:pt x="164896" y="41910"/>
                </a:moveTo>
                <a:lnTo>
                  <a:pt x="136118" y="41910"/>
                </a:lnTo>
                <a:lnTo>
                  <a:pt x="136118" y="0"/>
                </a:lnTo>
                <a:lnTo>
                  <a:pt x="122783" y="0"/>
                </a:lnTo>
                <a:lnTo>
                  <a:pt x="122783" y="41910"/>
                </a:lnTo>
                <a:lnTo>
                  <a:pt x="122783" y="52070"/>
                </a:lnTo>
                <a:lnTo>
                  <a:pt x="122783" y="96520"/>
                </a:lnTo>
                <a:lnTo>
                  <a:pt x="136118" y="96520"/>
                </a:lnTo>
                <a:lnTo>
                  <a:pt x="136118" y="52070"/>
                </a:lnTo>
                <a:lnTo>
                  <a:pt x="164896" y="52070"/>
                </a:lnTo>
                <a:lnTo>
                  <a:pt x="164896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2234184" y="8590279"/>
            <a:ext cx="124460" cy="77470"/>
          </a:xfrm>
          <a:custGeom>
            <a:avLst/>
            <a:gdLst/>
            <a:ahLst/>
            <a:cxnLst/>
            <a:rect l="l" t="t" r="r" b="b"/>
            <a:pathLst>
              <a:path w="124460" h="77470">
                <a:moveTo>
                  <a:pt x="124421" y="67310"/>
                </a:moveTo>
                <a:lnTo>
                  <a:pt x="13487" y="67310"/>
                </a:lnTo>
                <a:lnTo>
                  <a:pt x="13487" y="43180"/>
                </a:lnTo>
                <a:lnTo>
                  <a:pt x="117182" y="43180"/>
                </a:lnTo>
                <a:lnTo>
                  <a:pt x="117182" y="33020"/>
                </a:lnTo>
                <a:lnTo>
                  <a:pt x="117182" y="11430"/>
                </a:lnTo>
                <a:lnTo>
                  <a:pt x="117182" y="0"/>
                </a:lnTo>
                <a:lnTo>
                  <a:pt x="0" y="0"/>
                </a:lnTo>
                <a:lnTo>
                  <a:pt x="0" y="11430"/>
                </a:lnTo>
                <a:lnTo>
                  <a:pt x="103987" y="11430"/>
                </a:lnTo>
                <a:lnTo>
                  <a:pt x="103987" y="33020"/>
                </a:lnTo>
                <a:lnTo>
                  <a:pt x="444" y="33020"/>
                </a:lnTo>
                <a:lnTo>
                  <a:pt x="444" y="43180"/>
                </a:lnTo>
                <a:lnTo>
                  <a:pt x="444" y="67310"/>
                </a:lnTo>
                <a:lnTo>
                  <a:pt x="444" y="77470"/>
                </a:lnTo>
                <a:lnTo>
                  <a:pt x="124421" y="77470"/>
                </a:lnTo>
                <a:lnTo>
                  <a:pt x="124421" y="67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3" name="object 183" descr=""/>
          <p:cNvGrpSpPr/>
          <p:nvPr/>
        </p:nvGrpSpPr>
        <p:grpSpPr>
          <a:xfrm>
            <a:off x="2406095" y="8484576"/>
            <a:ext cx="528320" cy="211454"/>
            <a:chOff x="2406095" y="8484576"/>
            <a:chExt cx="528320" cy="211454"/>
          </a:xfrm>
        </p:grpSpPr>
        <p:sp>
          <p:nvSpPr>
            <p:cNvPr id="184" name="object 184" descr=""/>
            <p:cNvSpPr/>
            <p:nvPr/>
          </p:nvSpPr>
          <p:spPr>
            <a:xfrm>
              <a:off x="2406095" y="8494417"/>
              <a:ext cx="40005" cy="191135"/>
            </a:xfrm>
            <a:custGeom>
              <a:avLst/>
              <a:gdLst/>
              <a:ahLst/>
              <a:cxnLst/>
              <a:rect l="l" t="t" r="r" b="b"/>
              <a:pathLst>
                <a:path w="40005" h="191134">
                  <a:moveTo>
                    <a:pt x="39660" y="0"/>
                  </a:moveTo>
                  <a:lnTo>
                    <a:pt x="26688" y="0"/>
                  </a:lnTo>
                  <a:lnTo>
                    <a:pt x="15253" y="21514"/>
                  </a:lnTo>
                  <a:lnTo>
                    <a:pt x="6886" y="44580"/>
                  </a:lnTo>
                  <a:lnTo>
                    <a:pt x="1748" y="69211"/>
                  </a:lnTo>
                  <a:lnTo>
                    <a:pt x="0" y="95422"/>
                  </a:lnTo>
                  <a:lnTo>
                    <a:pt x="1748" y="121634"/>
                  </a:lnTo>
                  <a:lnTo>
                    <a:pt x="6886" y="146265"/>
                  </a:lnTo>
                  <a:lnTo>
                    <a:pt x="15253" y="169331"/>
                  </a:lnTo>
                  <a:lnTo>
                    <a:pt x="26688" y="190846"/>
                  </a:lnTo>
                  <a:lnTo>
                    <a:pt x="39660" y="190846"/>
                  </a:lnTo>
                  <a:lnTo>
                    <a:pt x="29711" y="171208"/>
                  </a:lnTo>
                  <a:lnTo>
                    <a:pt x="21852" y="147579"/>
                  </a:lnTo>
                  <a:lnTo>
                    <a:pt x="16690" y="121728"/>
                  </a:lnTo>
                  <a:lnTo>
                    <a:pt x="14835" y="95422"/>
                  </a:lnTo>
                  <a:lnTo>
                    <a:pt x="16680" y="69201"/>
                  </a:lnTo>
                  <a:lnTo>
                    <a:pt x="21824" y="43378"/>
                  </a:lnTo>
                  <a:lnTo>
                    <a:pt x="29679" y="19721"/>
                  </a:lnTo>
                  <a:lnTo>
                    <a:pt x="39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466256" y="8484576"/>
              <a:ext cx="149993" cy="186074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649946" y="8488527"/>
              <a:ext cx="227449" cy="196735"/>
            </a:xfrm>
            <a:prstGeom prst="rect">
              <a:avLst/>
            </a:prstGeom>
          </p:spPr>
        </p:pic>
        <p:sp>
          <p:nvSpPr>
            <p:cNvPr id="187" name="object 187" descr=""/>
            <p:cNvSpPr/>
            <p:nvPr/>
          </p:nvSpPr>
          <p:spPr>
            <a:xfrm>
              <a:off x="2906097" y="8641204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5">
                  <a:moveTo>
                    <a:pt x="27732" y="0"/>
                  </a:moveTo>
                  <a:lnTo>
                    <a:pt x="11853" y="0"/>
                  </a:lnTo>
                  <a:lnTo>
                    <a:pt x="0" y="54644"/>
                  </a:lnTo>
                  <a:lnTo>
                    <a:pt x="12375" y="54644"/>
                  </a:lnTo>
                  <a:lnTo>
                    <a:pt x="27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8" name="object 188" descr=""/>
          <p:cNvGrpSpPr/>
          <p:nvPr/>
        </p:nvGrpSpPr>
        <p:grpSpPr>
          <a:xfrm>
            <a:off x="3015372" y="8483383"/>
            <a:ext cx="336550" cy="187325"/>
            <a:chOff x="3015372" y="8483383"/>
            <a:chExt cx="336550" cy="187325"/>
          </a:xfrm>
        </p:grpSpPr>
        <p:pic>
          <p:nvPicPr>
            <p:cNvPr id="189" name="object 189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015372" y="8484576"/>
              <a:ext cx="149993" cy="186074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199807" y="8483383"/>
              <a:ext cx="151632" cy="187267"/>
            </a:xfrm>
            <a:prstGeom prst="rect">
              <a:avLst/>
            </a:prstGeom>
          </p:spPr>
        </p:pic>
      </p:grpSp>
      <p:grpSp>
        <p:nvGrpSpPr>
          <p:cNvPr id="191" name="object 191" descr=""/>
          <p:cNvGrpSpPr/>
          <p:nvPr/>
        </p:nvGrpSpPr>
        <p:grpSpPr>
          <a:xfrm>
            <a:off x="3398630" y="8484576"/>
            <a:ext cx="901700" cy="211454"/>
            <a:chOff x="3398630" y="8484576"/>
            <a:chExt cx="901700" cy="211454"/>
          </a:xfrm>
        </p:grpSpPr>
        <p:pic>
          <p:nvPicPr>
            <p:cNvPr id="192" name="object 192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398630" y="8484576"/>
              <a:ext cx="397794" cy="200686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829151" y="8494417"/>
              <a:ext cx="414121" cy="190846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4271974" y="8641204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5">
                  <a:moveTo>
                    <a:pt x="27732" y="0"/>
                  </a:moveTo>
                  <a:lnTo>
                    <a:pt x="11853" y="0"/>
                  </a:lnTo>
                  <a:lnTo>
                    <a:pt x="0" y="54644"/>
                  </a:lnTo>
                  <a:lnTo>
                    <a:pt x="12375" y="54644"/>
                  </a:lnTo>
                  <a:lnTo>
                    <a:pt x="27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5" name="object 195" descr=""/>
          <p:cNvGrpSpPr/>
          <p:nvPr/>
        </p:nvGrpSpPr>
        <p:grpSpPr>
          <a:xfrm>
            <a:off x="4390487" y="8484576"/>
            <a:ext cx="956944" cy="201295"/>
            <a:chOff x="4390487" y="8484576"/>
            <a:chExt cx="956944" cy="201295"/>
          </a:xfrm>
        </p:grpSpPr>
        <p:pic>
          <p:nvPicPr>
            <p:cNvPr id="196" name="object 196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390487" y="8484576"/>
              <a:ext cx="140152" cy="186298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562025" y="8484576"/>
              <a:ext cx="348368" cy="186074"/>
            </a:xfrm>
            <a:prstGeom prst="rect">
              <a:avLst/>
            </a:prstGeom>
          </p:spPr>
        </p:pic>
        <p:sp>
          <p:nvSpPr>
            <p:cNvPr id="198" name="object 198" descr=""/>
            <p:cNvSpPr/>
            <p:nvPr/>
          </p:nvSpPr>
          <p:spPr>
            <a:xfrm>
              <a:off x="4950948" y="8494417"/>
              <a:ext cx="40005" cy="191135"/>
            </a:xfrm>
            <a:custGeom>
              <a:avLst/>
              <a:gdLst/>
              <a:ahLst/>
              <a:cxnLst/>
              <a:rect l="l" t="t" r="r" b="b"/>
              <a:pathLst>
                <a:path w="40004" h="191134">
                  <a:moveTo>
                    <a:pt x="39660" y="0"/>
                  </a:moveTo>
                  <a:lnTo>
                    <a:pt x="26688" y="0"/>
                  </a:lnTo>
                  <a:lnTo>
                    <a:pt x="15253" y="21514"/>
                  </a:lnTo>
                  <a:lnTo>
                    <a:pt x="6886" y="44580"/>
                  </a:lnTo>
                  <a:lnTo>
                    <a:pt x="1748" y="69211"/>
                  </a:lnTo>
                  <a:lnTo>
                    <a:pt x="0" y="95422"/>
                  </a:lnTo>
                  <a:lnTo>
                    <a:pt x="1748" y="121634"/>
                  </a:lnTo>
                  <a:lnTo>
                    <a:pt x="6886" y="146265"/>
                  </a:lnTo>
                  <a:lnTo>
                    <a:pt x="15253" y="169331"/>
                  </a:lnTo>
                  <a:lnTo>
                    <a:pt x="26688" y="190846"/>
                  </a:lnTo>
                  <a:lnTo>
                    <a:pt x="39660" y="190846"/>
                  </a:lnTo>
                  <a:lnTo>
                    <a:pt x="29711" y="171208"/>
                  </a:lnTo>
                  <a:lnTo>
                    <a:pt x="21852" y="147579"/>
                  </a:lnTo>
                  <a:lnTo>
                    <a:pt x="16690" y="121728"/>
                  </a:lnTo>
                  <a:lnTo>
                    <a:pt x="14835" y="95422"/>
                  </a:lnTo>
                  <a:lnTo>
                    <a:pt x="16680" y="69201"/>
                  </a:lnTo>
                  <a:lnTo>
                    <a:pt x="21824" y="43378"/>
                  </a:lnTo>
                  <a:lnTo>
                    <a:pt x="29680" y="19721"/>
                  </a:lnTo>
                  <a:lnTo>
                    <a:pt x="39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010737" y="8484576"/>
              <a:ext cx="156254" cy="186074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207546" y="8484576"/>
              <a:ext cx="139556" cy="186074"/>
            </a:xfrm>
            <a:prstGeom prst="rect">
              <a:avLst/>
            </a:prstGeom>
          </p:spPr>
        </p:pic>
      </p:grpSp>
      <p:grpSp>
        <p:nvGrpSpPr>
          <p:cNvPr id="201" name="object 201" descr=""/>
          <p:cNvGrpSpPr/>
          <p:nvPr/>
        </p:nvGrpSpPr>
        <p:grpSpPr>
          <a:xfrm>
            <a:off x="5388776" y="8484576"/>
            <a:ext cx="580390" cy="211454"/>
            <a:chOff x="5388776" y="8484576"/>
            <a:chExt cx="580390" cy="211454"/>
          </a:xfrm>
        </p:grpSpPr>
        <p:sp>
          <p:nvSpPr>
            <p:cNvPr id="202" name="object 202" descr=""/>
            <p:cNvSpPr/>
            <p:nvPr/>
          </p:nvSpPr>
          <p:spPr>
            <a:xfrm>
              <a:off x="5388775" y="8484578"/>
              <a:ext cx="151765" cy="186690"/>
            </a:xfrm>
            <a:custGeom>
              <a:avLst/>
              <a:gdLst/>
              <a:ahLst/>
              <a:cxnLst/>
              <a:rect l="l" t="t" r="r" b="b"/>
              <a:pathLst>
                <a:path w="151764" h="186690">
                  <a:moveTo>
                    <a:pt x="114579" y="71412"/>
                  </a:moveTo>
                  <a:lnTo>
                    <a:pt x="70446" y="71412"/>
                  </a:lnTo>
                  <a:lnTo>
                    <a:pt x="70446" y="33312"/>
                  </a:lnTo>
                  <a:lnTo>
                    <a:pt x="70446" y="21882"/>
                  </a:lnTo>
                  <a:lnTo>
                    <a:pt x="57848" y="21882"/>
                  </a:lnTo>
                  <a:lnTo>
                    <a:pt x="57848" y="33312"/>
                  </a:lnTo>
                  <a:lnTo>
                    <a:pt x="57848" y="71412"/>
                  </a:lnTo>
                  <a:lnTo>
                    <a:pt x="57848" y="82842"/>
                  </a:lnTo>
                  <a:lnTo>
                    <a:pt x="57848" y="123482"/>
                  </a:lnTo>
                  <a:lnTo>
                    <a:pt x="12661" y="123482"/>
                  </a:lnTo>
                  <a:lnTo>
                    <a:pt x="12661" y="33312"/>
                  </a:lnTo>
                  <a:lnTo>
                    <a:pt x="57848" y="33312"/>
                  </a:lnTo>
                  <a:lnTo>
                    <a:pt x="57848" y="21882"/>
                  </a:lnTo>
                  <a:lnTo>
                    <a:pt x="0" y="21882"/>
                  </a:lnTo>
                  <a:lnTo>
                    <a:pt x="0" y="33312"/>
                  </a:lnTo>
                  <a:lnTo>
                    <a:pt x="0" y="123482"/>
                  </a:lnTo>
                  <a:lnTo>
                    <a:pt x="0" y="134912"/>
                  </a:lnTo>
                  <a:lnTo>
                    <a:pt x="70446" y="134912"/>
                  </a:lnTo>
                  <a:lnTo>
                    <a:pt x="70446" y="123482"/>
                  </a:lnTo>
                  <a:lnTo>
                    <a:pt x="70446" y="82842"/>
                  </a:lnTo>
                  <a:lnTo>
                    <a:pt x="101676" y="82842"/>
                  </a:lnTo>
                  <a:lnTo>
                    <a:pt x="101676" y="176314"/>
                  </a:lnTo>
                  <a:lnTo>
                    <a:pt x="114579" y="176314"/>
                  </a:lnTo>
                  <a:lnTo>
                    <a:pt x="114579" y="82842"/>
                  </a:lnTo>
                  <a:lnTo>
                    <a:pt x="114579" y="82308"/>
                  </a:lnTo>
                  <a:lnTo>
                    <a:pt x="114579" y="71412"/>
                  </a:lnTo>
                  <a:close/>
                </a:path>
                <a:path w="151764" h="186690">
                  <a:moveTo>
                    <a:pt x="114579" y="4406"/>
                  </a:moveTo>
                  <a:lnTo>
                    <a:pt x="101676" y="4406"/>
                  </a:lnTo>
                  <a:lnTo>
                    <a:pt x="101676" y="70980"/>
                  </a:lnTo>
                  <a:lnTo>
                    <a:pt x="114579" y="70980"/>
                  </a:lnTo>
                  <a:lnTo>
                    <a:pt x="114579" y="4406"/>
                  </a:lnTo>
                  <a:close/>
                </a:path>
                <a:path w="151764" h="186690">
                  <a:moveTo>
                    <a:pt x="151549" y="0"/>
                  </a:moveTo>
                  <a:lnTo>
                    <a:pt x="138582" y="0"/>
                  </a:lnTo>
                  <a:lnTo>
                    <a:pt x="138582" y="186080"/>
                  </a:lnTo>
                  <a:lnTo>
                    <a:pt x="151549" y="186080"/>
                  </a:lnTo>
                  <a:lnTo>
                    <a:pt x="151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575596" y="8484576"/>
              <a:ext cx="145147" cy="186298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755707" y="8484800"/>
              <a:ext cx="156926" cy="181378"/>
            </a:xfrm>
            <a:prstGeom prst="rect">
              <a:avLst/>
            </a:prstGeom>
          </p:spPr>
        </p:pic>
        <p:sp>
          <p:nvSpPr>
            <p:cNvPr id="205" name="object 205" descr=""/>
            <p:cNvSpPr/>
            <p:nvPr/>
          </p:nvSpPr>
          <p:spPr>
            <a:xfrm>
              <a:off x="5940888" y="8641204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5">
                  <a:moveTo>
                    <a:pt x="27732" y="0"/>
                  </a:moveTo>
                  <a:lnTo>
                    <a:pt x="11853" y="0"/>
                  </a:lnTo>
                  <a:lnTo>
                    <a:pt x="0" y="54644"/>
                  </a:lnTo>
                  <a:lnTo>
                    <a:pt x="12374" y="54644"/>
                  </a:lnTo>
                  <a:lnTo>
                    <a:pt x="27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6" name="object 206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054004" y="8484576"/>
            <a:ext cx="332116" cy="186298"/>
          </a:xfrm>
          <a:prstGeom prst="rect">
            <a:avLst/>
          </a:prstGeom>
        </p:spPr>
      </p:pic>
      <p:sp>
        <p:nvSpPr>
          <p:cNvPr id="207" name="object 207" descr=""/>
          <p:cNvSpPr/>
          <p:nvPr/>
        </p:nvSpPr>
        <p:spPr>
          <a:xfrm>
            <a:off x="6420180" y="8501379"/>
            <a:ext cx="213995" cy="194945"/>
          </a:xfrm>
          <a:custGeom>
            <a:avLst/>
            <a:gdLst/>
            <a:ahLst/>
            <a:cxnLst/>
            <a:rect l="l" t="t" r="r" b="b"/>
            <a:pathLst>
              <a:path w="213995" h="194945">
                <a:moveTo>
                  <a:pt x="150291" y="85090"/>
                </a:moveTo>
                <a:lnTo>
                  <a:pt x="36080" y="85090"/>
                </a:lnTo>
                <a:lnTo>
                  <a:pt x="36080" y="52070"/>
                </a:lnTo>
                <a:lnTo>
                  <a:pt x="144183" y="52070"/>
                </a:lnTo>
                <a:lnTo>
                  <a:pt x="144183" y="41910"/>
                </a:lnTo>
                <a:lnTo>
                  <a:pt x="36080" y="41910"/>
                </a:lnTo>
                <a:lnTo>
                  <a:pt x="36080" y="11430"/>
                </a:lnTo>
                <a:lnTo>
                  <a:pt x="148056" y="11430"/>
                </a:lnTo>
                <a:lnTo>
                  <a:pt x="148056" y="0"/>
                </a:lnTo>
                <a:lnTo>
                  <a:pt x="22669" y="0"/>
                </a:lnTo>
                <a:lnTo>
                  <a:pt x="22669" y="11430"/>
                </a:lnTo>
                <a:lnTo>
                  <a:pt x="22669" y="41910"/>
                </a:lnTo>
                <a:lnTo>
                  <a:pt x="22669" y="52070"/>
                </a:lnTo>
                <a:lnTo>
                  <a:pt x="22669" y="85090"/>
                </a:lnTo>
                <a:lnTo>
                  <a:pt x="22669" y="96520"/>
                </a:lnTo>
                <a:lnTo>
                  <a:pt x="150291" y="96520"/>
                </a:lnTo>
                <a:lnTo>
                  <a:pt x="150291" y="85090"/>
                </a:lnTo>
                <a:close/>
              </a:path>
              <a:path w="213995" h="194945">
                <a:moveTo>
                  <a:pt x="170345" y="132753"/>
                </a:moveTo>
                <a:lnTo>
                  <a:pt x="0" y="132753"/>
                </a:lnTo>
                <a:lnTo>
                  <a:pt x="0" y="144157"/>
                </a:lnTo>
                <a:lnTo>
                  <a:pt x="170345" y="144157"/>
                </a:lnTo>
                <a:lnTo>
                  <a:pt x="170345" y="132753"/>
                </a:lnTo>
                <a:close/>
              </a:path>
              <a:path w="213995" h="194945">
                <a:moveTo>
                  <a:pt x="213817" y="139827"/>
                </a:moveTo>
                <a:lnTo>
                  <a:pt x="197929" y="139827"/>
                </a:lnTo>
                <a:lnTo>
                  <a:pt x="186080" y="194475"/>
                </a:lnTo>
                <a:lnTo>
                  <a:pt x="198450" y="194475"/>
                </a:lnTo>
                <a:lnTo>
                  <a:pt x="213817" y="139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8" name="object 208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6712555" y="8491219"/>
            <a:ext cx="213807" cy="204629"/>
          </a:xfrm>
          <a:prstGeom prst="rect">
            <a:avLst/>
          </a:prstGeom>
        </p:spPr>
      </p:pic>
      <p:sp>
        <p:nvSpPr>
          <p:cNvPr id="209" name="object 209" descr=""/>
          <p:cNvSpPr/>
          <p:nvPr/>
        </p:nvSpPr>
        <p:spPr>
          <a:xfrm>
            <a:off x="7014464" y="8484806"/>
            <a:ext cx="148590" cy="101600"/>
          </a:xfrm>
          <a:custGeom>
            <a:avLst/>
            <a:gdLst/>
            <a:ahLst/>
            <a:cxnLst/>
            <a:rect l="l" t="t" r="r" b="b"/>
            <a:pathLst>
              <a:path w="148590" h="101600">
                <a:moveTo>
                  <a:pt x="71488" y="12763"/>
                </a:moveTo>
                <a:lnTo>
                  <a:pt x="0" y="12763"/>
                </a:lnTo>
                <a:lnTo>
                  <a:pt x="0" y="24193"/>
                </a:lnTo>
                <a:lnTo>
                  <a:pt x="0" y="80073"/>
                </a:lnTo>
                <a:lnTo>
                  <a:pt x="0" y="90233"/>
                </a:lnTo>
                <a:lnTo>
                  <a:pt x="71488" y="90233"/>
                </a:lnTo>
                <a:lnTo>
                  <a:pt x="71488" y="80073"/>
                </a:lnTo>
                <a:lnTo>
                  <a:pt x="12522" y="80073"/>
                </a:lnTo>
                <a:lnTo>
                  <a:pt x="12522" y="24193"/>
                </a:lnTo>
                <a:lnTo>
                  <a:pt x="58966" y="24193"/>
                </a:lnTo>
                <a:lnTo>
                  <a:pt x="58966" y="79768"/>
                </a:lnTo>
                <a:lnTo>
                  <a:pt x="71488" y="79768"/>
                </a:lnTo>
                <a:lnTo>
                  <a:pt x="71488" y="24193"/>
                </a:lnTo>
                <a:lnTo>
                  <a:pt x="71488" y="24003"/>
                </a:lnTo>
                <a:lnTo>
                  <a:pt x="71488" y="12763"/>
                </a:lnTo>
                <a:close/>
              </a:path>
              <a:path w="148590" h="101600">
                <a:moveTo>
                  <a:pt x="148132" y="44513"/>
                </a:moveTo>
                <a:lnTo>
                  <a:pt x="107721" y="44513"/>
                </a:lnTo>
                <a:lnTo>
                  <a:pt x="107721" y="3873"/>
                </a:lnTo>
                <a:lnTo>
                  <a:pt x="95046" y="3873"/>
                </a:lnTo>
                <a:lnTo>
                  <a:pt x="95046" y="44513"/>
                </a:lnTo>
                <a:lnTo>
                  <a:pt x="95046" y="55943"/>
                </a:lnTo>
                <a:lnTo>
                  <a:pt x="95046" y="100393"/>
                </a:lnTo>
                <a:lnTo>
                  <a:pt x="107721" y="100393"/>
                </a:lnTo>
                <a:lnTo>
                  <a:pt x="107721" y="55943"/>
                </a:lnTo>
                <a:lnTo>
                  <a:pt x="135534" y="55943"/>
                </a:lnTo>
                <a:lnTo>
                  <a:pt x="135534" y="101231"/>
                </a:lnTo>
                <a:lnTo>
                  <a:pt x="148132" y="101231"/>
                </a:lnTo>
                <a:lnTo>
                  <a:pt x="148132" y="55943"/>
                </a:lnTo>
                <a:lnTo>
                  <a:pt x="148132" y="55384"/>
                </a:lnTo>
                <a:lnTo>
                  <a:pt x="148132" y="44513"/>
                </a:lnTo>
                <a:close/>
              </a:path>
              <a:path w="148590" h="101600">
                <a:moveTo>
                  <a:pt x="148132" y="0"/>
                </a:moveTo>
                <a:lnTo>
                  <a:pt x="135534" y="0"/>
                </a:lnTo>
                <a:lnTo>
                  <a:pt x="135534" y="44056"/>
                </a:lnTo>
                <a:lnTo>
                  <a:pt x="148132" y="44056"/>
                </a:lnTo>
                <a:lnTo>
                  <a:pt x="1481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7041451" y="8594090"/>
            <a:ext cx="121285" cy="73660"/>
          </a:xfrm>
          <a:custGeom>
            <a:avLst/>
            <a:gdLst/>
            <a:ahLst/>
            <a:cxnLst/>
            <a:rect l="l" t="t" r="r" b="b"/>
            <a:pathLst>
              <a:path w="121284" h="73659">
                <a:moveTo>
                  <a:pt x="121145" y="596"/>
                </a:moveTo>
                <a:lnTo>
                  <a:pt x="108318" y="596"/>
                </a:lnTo>
                <a:lnTo>
                  <a:pt x="108318" y="24130"/>
                </a:lnTo>
                <a:lnTo>
                  <a:pt x="13271" y="24130"/>
                </a:lnTo>
                <a:lnTo>
                  <a:pt x="13271" y="0"/>
                </a:lnTo>
                <a:lnTo>
                  <a:pt x="0" y="0"/>
                </a:lnTo>
                <a:lnTo>
                  <a:pt x="0" y="24130"/>
                </a:lnTo>
                <a:lnTo>
                  <a:pt x="0" y="35560"/>
                </a:lnTo>
                <a:lnTo>
                  <a:pt x="0" y="62242"/>
                </a:lnTo>
                <a:lnTo>
                  <a:pt x="0" y="73660"/>
                </a:lnTo>
                <a:lnTo>
                  <a:pt x="121145" y="73660"/>
                </a:lnTo>
                <a:lnTo>
                  <a:pt x="121145" y="62699"/>
                </a:lnTo>
                <a:lnTo>
                  <a:pt x="121145" y="62242"/>
                </a:lnTo>
                <a:lnTo>
                  <a:pt x="121145" y="35788"/>
                </a:lnTo>
                <a:lnTo>
                  <a:pt x="108318" y="35788"/>
                </a:lnTo>
                <a:lnTo>
                  <a:pt x="108318" y="62242"/>
                </a:lnTo>
                <a:lnTo>
                  <a:pt x="13271" y="62242"/>
                </a:lnTo>
                <a:lnTo>
                  <a:pt x="13271" y="35560"/>
                </a:lnTo>
                <a:lnTo>
                  <a:pt x="121145" y="35560"/>
                </a:lnTo>
                <a:lnTo>
                  <a:pt x="121145" y="24612"/>
                </a:lnTo>
                <a:lnTo>
                  <a:pt x="121145" y="24130"/>
                </a:lnTo>
                <a:lnTo>
                  <a:pt x="121145" y="5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1" name="object 211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7244020" y="8492925"/>
            <a:ext cx="227449" cy="192337"/>
          </a:xfrm>
          <a:prstGeom prst="rect">
            <a:avLst/>
          </a:prstGeom>
        </p:spPr>
      </p:pic>
      <p:sp>
        <p:nvSpPr>
          <p:cNvPr id="212" name="object 212" descr=""/>
          <p:cNvSpPr/>
          <p:nvPr/>
        </p:nvSpPr>
        <p:spPr>
          <a:xfrm>
            <a:off x="9547607" y="3308858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3" name="object 213" descr=""/>
          <p:cNvGrpSpPr/>
          <p:nvPr/>
        </p:nvGrpSpPr>
        <p:grpSpPr>
          <a:xfrm>
            <a:off x="9547607" y="3327956"/>
            <a:ext cx="7543165" cy="610235"/>
            <a:chOff x="9547607" y="3327956"/>
            <a:chExt cx="7543165" cy="610235"/>
          </a:xfrm>
        </p:grpSpPr>
        <p:sp>
          <p:nvSpPr>
            <p:cNvPr id="214" name="object 214" descr=""/>
            <p:cNvSpPr/>
            <p:nvPr/>
          </p:nvSpPr>
          <p:spPr>
            <a:xfrm>
              <a:off x="9547607" y="392432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9547607" y="3327956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5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2902141" y="3514780"/>
              <a:ext cx="173656" cy="201440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3100899" y="3514780"/>
              <a:ext cx="167972" cy="199072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3353901" y="3514622"/>
              <a:ext cx="167103" cy="201598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3550211" y="3518095"/>
              <a:ext cx="184153" cy="197336"/>
            </a:xfrm>
            <a:prstGeom prst="rect">
              <a:avLst/>
            </a:prstGeom>
          </p:spPr>
        </p:pic>
      </p:grpSp>
      <p:grpSp>
        <p:nvGrpSpPr>
          <p:cNvPr id="220" name="object 220" descr=""/>
          <p:cNvGrpSpPr/>
          <p:nvPr/>
        </p:nvGrpSpPr>
        <p:grpSpPr>
          <a:xfrm>
            <a:off x="9553113" y="4287973"/>
            <a:ext cx="527685" cy="186690"/>
            <a:chOff x="9553113" y="4287973"/>
            <a:chExt cx="527685" cy="186690"/>
          </a:xfrm>
        </p:grpSpPr>
        <p:pic>
          <p:nvPicPr>
            <p:cNvPr id="221" name="object 2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53113" y="4287973"/>
              <a:ext cx="348368" cy="186074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930257" y="4287973"/>
              <a:ext cx="150290" cy="186298"/>
            </a:xfrm>
            <a:prstGeom prst="rect">
              <a:avLst/>
            </a:prstGeom>
          </p:spPr>
        </p:pic>
      </p:grpSp>
      <p:grpSp>
        <p:nvGrpSpPr>
          <p:cNvPr id="223" name="object 223" descr=""/>
          <p:cNvGrpSpPr/>
          <p:nvPr/>
        </p:nvGrpSpPr>
        <p:grpSpPr>
          <a:xfrm>
            <a:off x="10170834" y="4287973"/>
            <a:ext cx="544830" cy="186690"/>
            <a:chOff x="10170834" y="4287973"/>
            <a:chExt cx="544830" cy="186690"/>
          </a:xfrm>
        </p:grpSpPr>
        <p:pic>
          <p:nvPicPr>
            <p:cNvPr id="224" name="object 224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0170834" y="4287973"/>
              <a:ext cx="150142" cy="186074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62575" y="4287973"/>
              <a:ext cx="352467" cy="186074"/>
            </a:xfrm>
            <a:prstGeom prst="rect">
              <a:avLst/>
            </a:prstGeom>
          </p:spPr>
        </p:pic>
      </p:grpSp>
      <p:sp>
        <p:nvSpPr>
          <p:cNvPr id="226" name="object 226" descr=""/>
          <p:cNvSpPr/>
          <p:nvPr/>
        </p:nvSpPr>
        <p:spPr>
          <a:xfrm>
            <a:off x="10779607" y="4288205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85" y="64338"/>
                </a:moveTo>
                <a:lnTo>
                  <a:pt x="135940" y="59283"/>
                </a:lnTo>
                <a:lnTo>
                  <a:pt x="114554" y="49822"/>
                </a:lnTo>
                <a:lnTo>
                  <a:pt x="98983" y="36601"/>
                </a:lnTo>
                <a:lnTo>
                  <a:pt x="98717" y="35852"/>
                </a:lnTo>
                <a:lnTo>
                  <a:pt x="93040" y="20269"/>
                </a:lnTo>
                <a:lnTo>
                  <a:pt x="93040" y="19748"/>
                </a:lnTo>
                <a:lnTo>
                  <a:pt x="154317" y="19748"/>
                </a:lnTo>
                <a:lnTo>
                  <a:pt x="154317" y="8724"/>
                </a:lnTo>
                <a:lnTo>
                  <a:pt x="15582" y="8724"/>
                </a:lnTo>
                <a:lnTo>
                  <a:pt x="15582" y="19748"/>
                </a:lnTo>
                <a:lnTo>
                  <a:pt x="76555" y="19748"/>
                </a:lnTo>
                <a:lnTo>
                  <a:pt x="76555" y="20269"/>
                </a:lnTo>
                <a:lnTo>
                  <a:pt x="70459" y="36601"/>
                </a:lnTo>
                <a:lnTo>
                  <a:pt x="54838" y="49822"/>
                </a:lnTo>
                <a:lnTo>
                  <a:pt x="33528" y="59283"/>
                </a:lnTo>
                <a:lnTo>
                  <a:pt x="10363" y="64338"/>
                </a:lnTo>
                <a:lnTo>
                  <a:pt x="15278" y="74993"/>
                </a:lnTo>
                <a:lnTo>
                  <a:pt x="36804" y="70281"/>
                </a:lnTo>
                <a:lnTo>
                  <a:pt x="56959" y="62077"/>
                </a:lnTo>
                <a:lnTo>
                  <a:pt x="73660" y="50546"/>
                </a:lnTo>
                <a:lnTo>
                  <a:pt x="84836" y="35852"/>
                </a:lnTo>
                <a:lnTo>
                  <a:pt x="95923" y="50546"/>
                </a:lnTo>
                <a:lnTo>
                  <a:pt x="112572" y="62077"/>
                </a:lnTo>
                <a:lnTo>
                  <a:pt x="132715" y="70281"/>
                </a:lnTo>
                <a:lnTo>
                  <a:pt x="154241" y="74993"/>
                </a:lnTo>
                <a:lnTo>
                  <a:pt x="159385" y="64338"/>
                </a:lnTo>
                <a:close/>
              </a:path>
              <a:path w="547370" h="185420">
                <a:moveTo>
                  <a:pt x="169519" y="87591"/>
                </a:moveTo>
                <a:lnTo>
                  <a:pt x="0" y="87591"/>
                </a:lnTo>
                <a:lnTo>
                  <a:pt x="0" y="98844"/>
                </a:lnTo>
                <a:lnTo>
                  <a:pt x="78054" y="98844"/>
                </a:lnTo>
                <a:lnTo>
                  <a:pt x="78054" y="120624"/>
                </a:lnTo>
                <a:lnTo>
                  <a:pt x="53873" y="123456"/>
                </a:lnTo>
                <a:lnTo>
                  <a:pt x="35852" y="129921"/>
                </a:lnTo>
                <a:lnTo>
                  <a:pt x="24599" y="139827"/>
                </a:lnTo>
                <a:lnTo>
                  <a:pt x="20726" y="152971"/>
                </a:lnTo>
                <a:lnTo>
                  <a:pt x="25069" y="166725"/>
                </a:lnTo>
                <a:lnTo>
                  <a:pt x="37668" y="176860"/>
                </a:lnTo>
                <a:lnTo>
                  <a:pt x="57772" y="183108"/>
                </a:lnTo>
                <a:lnTo>
                  <a:pt x="84683" y="185254"/>
                </a:lnTo>
                <a:lnTo>
                  <a:pt x="111467" y="183108"/>
                </a:lnTo>
                <a:lnTo>
                  <a:pt x="131521" y="176860"/>
                </a:lnTo>
                <a:lnTo>
                  <a:pt x="134327" y="174586"/>
                </a:lnTo>
                <a:lnTo>
                  <a:pt x="144106" y="166725"/>
                </a:lnTo>
                <a:lnTo>
                  <a:pt x="148501" y="152971"/>
                </a:lnTo>
                <a:lnTo>
                  <a:pt x="144576" y="139827"/>
                </a:lnTo>
                <a:lnTo>
                  <a:pt x="135229" y="131584"/>
                </a:lnTo>
                <a:lnTo>
                  <a:pt x="135229" y="152971"/>
                </a:lnTo>
                <a:lnTo>
                  <a:pt x="131622" y="162090"/>
                </a:lnTo>
                <a:lnTo>
                  <a:pt x="121500" y="168922"/>
                </a:lnTo>
                <a:lnTo>
                  <a:pt x="105613" y="173189"/>
                </a:lnTo>
                <a:lnTo>
                  <a:pt x="84683" y="174586"/>
                </a:lnTo>
                <a:lnTo>
                  <a:pt x="63677" y="173189"/>
                </a:lnTo>
                <a:lnTo>
                  <a:pt x="47777" y="168922"/>
                </a:lnTo>
                <a:lnTo>
                  <a:pt x="37731" y="162090"/>
                </a:lnTo>
                <a:lnTo>
                  <a:pt x="34290" y="152971"/>
                </a:lnTo>
                <a:lnTo>
                  <a:pt x="37731" y="143814"/>
                </a:lnTo>
                <a:lnTo>
                  <a:pt x="47777" y="136969"/>
                </a:lnTo>
                <a:lnTo>
                  <a:pt x="63677" y="132651"/>
                </a:lnTo>
                <a:lnTo>
                  <a:pt x="84683" y="131127"/>
                </a:lnTo>
                <a:lnTo>
                  <a:pt x="105613" y="132651"/>
                </a:lnTo>
                <a:lnTo>
                  <a:pt x="121500" y="136969"/>
                </a:lnTo>
                <a:lnTo>
                  <a:pt x="131622" y="143814"/>
                </a:lnTo>
                <a:lnTo>
                  <a:pt x="135229" y="152971"/>
                </a:lnTo>
                <a:lnTo>
                  <a:pt x="135229" y="131584"/>
                </a:lnTo>
                <a:lnTo>
                  <a:pt x="134721" y="131127"/>
                </a:lnTo>
                <a:lnTo>
                  <a:pt x="133337" y="129921"/>
                </a:lnTo>
                <a:lnTo>
                  <a:pt x="115341" y="123456"/>
                </a:lnTo>
                <a:lnTo>
                  <a:pt x="91173" y="120624"/>
                </a:lnTo>
                <a:lnTo>
                  <a:pt x="91173" y="98844"/>
                </a:lnTo>
                <a:lnTo>
                  <a:pt x="169519" y="98844"/>
                </a:lnTo>
                <a:lnTo>
                  <a:pt x="169519" y="87591"/>
                </a:lnTo>
                <a:close/>
              </a:path>
              <a:path w="547370" h="185420">
                <a:moveTo>
                  <a:pt x="357009" y="149771"/>
                </a:moveTo>
                <a:lnTo>
                  <a:pt x="313258" y="149771"/>
                </a:lnTo>
                <a:lnTo>
                  <a:pt x="313258" y="102870"/>
                </a:lnTo>
                <a:lnTo>
                  <a:pt x="313258" y="97726"/>
                </a:lnTo>
                <a:lnTo>
                  <a:pt x="316077" y="95872"/>
                </a:lnTo>
                <a:lnTo>
                  <a:pt x="323926" y="90703"/>
                </a:lnTo>
                <a:lnTo>
                  <a:pt x="331927" y="81902"/>
                </a:lnTo>
                <a:lnTo>
                  <a:pt x="336892" y="71640"/>
                </a:lnTo>
                <a:lnTo>
                  <a:pt x="336969" y="71488"/>
                </a:lnTo>
                <a:lnTo>
                  <a:pt x="338747" y="59639"/>
                </a:lnTo>
                <a:lnTo>
                  <a:pt x="333743" y="40259"/>
                </a:lnTo>
                <a:lnTo>
                  <a:pt x="326072" y="32067"/>
                </a:lnTo>
                <a:lnTo>
                  <a:pt x="326072" y="59639"/>
                </a:lnTo>
                <a:lnTo>
                  <a:pt x="321957" y="74371"/>
                </a:lnTo>
                <a:lnTo>
                  <a:pt x="310527" y="85826"/>
                </a:lnTo>
                <a:lnTo>
                  <a:pt x="299834" y="90411"/>
                </a:lnTo>
                <a:lnTo>
                  <a:pt x="299834" y="102870"/>
                </a:lnTo>
                <a:lnTo>
                  <a:pt x="299834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82" y="104559"/>
                </a:lnTo>
                <a:lnTo>
                  <a:pt x="256552" y="105676"/>
                </a:lnTo>
                <a:lnTo>
                  <a:pt x="263766" y="106375"/>
                </a:lnTo>
                <a:lnTo>
                  <a:pt x="271284" y="106603"/>
                </a:lnTo>
                <a:lnTo>
                  <a:pt x="278879" y="106375"/>
                </a:lnTo>
                <a:lnTo>
                  <a:pt x="286092" y="105676"/>
                </a:lnTo>
                <a:lnTo>
                  <a:pt x="292874" y="104559"/>
                </a:lnTo>
                <a:lnTo>
                  <a:pt x="299224" y="103022"/>
                </a:lnTo>
                <a:lnTo>
                  <a:pt x="299834" y="102870"/>
                </a:lnTo>
                <a:lnTo>
                  <a:pt x="299834" y="90411"/>
                </a:lnTo>
                <a:lnTo>
                  <a:pt x="293179" y="93256"/>
                </a:lnTo>
                <a:lnTo>
                  <a:pt x="271284" y="95872"/>
                </a:lnTo>
                <a:lnTo>
                  <a:pt x="249339" y="93256"/>
                </a:lnTo>
                <a:lnTo>
                  <a:pt x="232016" y="85826"/>
                </a:lnTo>
                <a:lnTo>
                  <a:pt x="220675" y="74371"/>
                </a:lnTo>
                <a:lnTo>
                  <a:pt x="216636" y="59639"/>
                </a:lnTo>
                <a:lnTo>
                  <a:pt x="220675" y="44881"/>
                </a:lnTo>
                <a:lnTo>
                  <a:pt x="232016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79" y="26009"/>
                </a:lnTo>
                <a:lnTo>
                  <a:pt x="310527" y="33413"/>
                </a:lnTo>
                <a:lnTo>
                  <a:pt x="321957" y="44881"/>
                </a:lnTo>
                <a:lnTo>
                  <a:pt x="326072" y="59639"/>
                </a:lnTo>
                <a:lnTo>
                  <a:pt x="326072" y="32067"/>
                </a:lnTo>
                <a:lnTo>
                  <a:pt x="319836" y="25387"/>
                </a:lnTo>
                <a:lnTo>
                  <a:pt x="315429" y="23406"/>
                </a:lnTo>
                <a:lnTo>
                  <a:pt x="298513" y="15811"/>
                </a:lnTo>
                <a:lnTo>
                  <a:pt x="271284" y="12369"/>
                </a:lnTo>
                <a:lnTo>
                  <a:pt x="244119" y="15811"/>
                </a:lnTo>
                <a:lnTo>
                  <a:pt x="222834" y="25387"/>
                </a:lnTo>
                <a:lnTo>
                  <a:pt x="208940" y="40259"/>
                </a:lnTo>
                <a:lnTo>
                  <a:pt x="203962" y="59639"/>
                </a:lnTo>
                <a:lnTo>
                  <a:pt x="205727" y="71488"/>
                </a:lnTo>
                <a:lnTo>
                  <a:pt x="205752" y="71640"/>
                </a:lnTo>
                <a:lnTo>
                  <a:pt x="210921" y="82156"/>
                </a:lnTo>
                <a:lnTo>
                  <a:pt x="219151" y="91008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64" y="149771"/>
                </a:lnTo>
                <a:lnTo>
                  <a:pt x="186664" y="161175"/>
                </a:lnTo>
                <a:lnTo>
                  <a:pt x="357009" y="161175"/>
                </a:lnTo>
                <a:lnTo>
                  <a:pt x="357009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09" y="66446"/>
                </a:lnTo>
                <a:lnTo>
                  <a:pt x="462572" y="56959"/>
                </a:lnTo>
                <a:lnTo>
                  <a:pt x="461454" y="55626"/>
                </a:lnTo>
                <a:lnTo>
                  <a:pt x="461238" y="55524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75" y="103847"/>
                </a:lnTo>
                <a:lnTo>
                  <a:pt x="416369" y="102247"/>
                </a:lnTo>
                <a:lnTo>
                  <a:pt x="406285" y="97536"/>
                </a:lnTo>
                <a:lnTo>
                  <a:pt x="399846" y="90182"/>
                </a:lnTo>
                <a:lnTo>
                  <a:pt x="397637" y="80657"/>
                </a:lnTo>
                <a:lnTo>
                  <a:pt x="399846" y="70980"/>
                </a:lnTo>
                <a:lnTo>
                  <a:pt x="406285" y="63500"/>
                </a:lnTo>
                <a:lnTo>
                  <a:pt x="416369" y="58661"/>
                </a:lnTo>
                <a:lnTo>
                  <a:pt x="429475" y="56959"/>
                </a:lnTo>
                <a:lnTo>
                  <a:pt x="442379" y="58661"/>
                </a:lnTo>
                <a:lnTo>
                  <a:pt x="452374" y="63500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24"/>
                </a:lnTo>
                <a:lnTo>
                  <a:pt x="447484" y="48717"/>
                </a:lnTo>
                <a:lnTo>
                  <a:pt x="429475" y="46291"/>
                </a:lnTo>
                <a:lnTo>
                  <a:pt x="411226" y="48717"/>
                </a:lnTo>
                <a:lnTo>
                  <a:pt x="397167" y="55626"/>
                </a:lnTo>
                <a:lnTo>
                  <a:pt x="388162" y="66446"/>
                </a:lnTo>
                <a:lnTo>
                  <a:pt x="385038" y="80657"/>
                </a:lnTo>
                <a:lnTo>
                  <a:pt x="388162" y="94716"/>
                </a:lnTo>
                <a:lnTo>
                  <a:pt x="397167" y="105422"/>
                </a:lnTo>
                <a:lnTo>
                  <a:pt x="411226" y="112255"/>
                </a:lnTo>
                <a:lnTo>
                  <a:pt x="429475" y="114655"/>
                </a:lnTo>
                <a:lnTo>
                  <a:pt x="447484" y="112255"/>
                </a:lnTo>
                <a:lnTo>
                  <a:pt x="461454" y="105422"/>
                </a:lnTo>
                <a:lnTo>
                  <a:pt x="462800" y="103847"/>
                </a:lnTo>
                <a:lnTo>
                  <a:pt x="470509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36" y="23774"/>
                </a:moveTo>
                <a:lnTo>
                  <a:pt x="436105" y="23774"/>
                </a:lnTo>
                <a:lnTo>
                  <a:pt x="436105" y="0"/>
                </a:lnTo>
                <a:lnTo>
                  <a:pt x="422910" y="0"/>
                </a:lnTo>
                <a:lnTo>
                  <a:pt x="422910" y="23774"/>
                </a:lnTo>
                <a:lnTo>
                  <a:pt x="374015" y="23774"/>
                </a:lnTo>
                <a:lnTo>
                  <a:pt x="374015" y="34886"/>
                </a:lnTo>
                <a:lnTo>
                  <a:pt x="484936" y="34886"/>
                </a:lnTo>
                <a:lnTo>
                  <a:pt x="484936" y="23774"/>
                </a:lnTo>
                <a:close/>
              </a:path>
              <a:path w="547370" h="185420">
                <a:moveTo>
                  <a:pt x="527278" y="170116"/>
                </a:moveTo>
                <a:lnTo>
                  <a:pt x="416128" y="170116"/>
                </a:lnTo>
                <a:lnTo>
                  <a:pt x="416128" y="128079"/>
                </a:lnTo>
                <a:lnTo>
                  <a:pt x="403009" y="128079"/>
                </a:lnTo>
                <a:lnTo>
                  <a:pt x="403009" y="181381"/>
                </a:lnTo>
                <a:lnTo>
                  <a:pt x="527278" y="181381"/>
                </a:lnTo>
                <a:lnTo>
                  <a:pt x="527278" y="170116"/>
                </a:lnTo>
                <a:close/>
              </a:path>
              <a:path w="547370" h="185420">
                <a:moveTo>
                  <a:pt x="546963" y="62623"/>
                </a:moveTo>
                <a:lnTo>
                  <a:pt x="518185" y="62623"/>
                </a:lnTo>
                <a:lnTo>
                  <a:pt x="518185" y="0"/>
                </a:lnTo>
                <a:lnTo>
                  <a:pt x="504850" y="0"/>
                </a:lnTo>
                <a:lnTo>
                  <a:pt x="504850" y="139560"/>
                </a:lnTo>
                <a:lnTo>
                  <a:pt x="518185" y="139560"/>
                </a:lnTo>
                <a:lnTo>
                  <a:pt x="518185" y="74028"/>
                </a:lnTo>
                <a:lnTo>
                  <a:pt x="546963" y="74028"/>
                </a:lnTo>
                <a:lnTo>
                  <a:pt x="546963" y="62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7" name="object 227" descr=""/>
          <p:cNvGrpSpPr/>
          <p:nvPr/>
        </p:nvGrpSpPr>
        <p:grpSpPr>
          <a:xfrm>
            <a:off x="11396064" y="4287973"/>
            <a:ext cx="334645" cy="186690"/>
            <a:chOff x="11396064" y="4287973"/>
            <a:chExt cx="334645" cy="186690"/>
          </a:xfrm>
        </p:grpSpPr>
        <p:pic>
          <p:nvPicPr>
            <p:cNvPr id="228" name="object 22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96064" y="4287973"/>
              <a:ext cx="148352" cy="186074"/>
            </a:xfrm>
            <a:prstGeom prst="rect">
              <a:avLst/>
            </a:prstGeom>
          </p:spPr>
        </p:pic>
        <p:pic>
          <p:nvPicPr>
            <p:cNvPr id="229" name="object 229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1577218" y="4288196"/>
              <a:ext cx="153198" cy="186075"/>
            </a:xfrm>
            <a:prstGeom prst="rect">
              <a:avLst/>
            </a:prstGeom>
          </p:spPr>
        </p:pic>
      </p:grpSp>
      <p:sp>
        <p:nvSpPr>
          <p:cNvPr id="230" name="object 230" descr=""/>
          <p:cNvSpPr/>
          <p:nvPr/>
        </p:nvSpPr>
        <p:spPr>
          <a:xfrm>
            <a:off x="11787073" y="4305299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46" y="73660"/>
                </a:moveTo>
                <a:lnTo>
                  <a:pt x="13195" y="73660"/>
                </a:lnTo>
                <a:lnTo>
                  <a:pt x="13195" y="11442"/>
                </a:lnTo>
                <a:lnTo>
                  <a:pt x="125539" y="11442"/>
                </a:lnTo>
                <a:lnTo>
                  <a:pt x="125539" y="0"/>
                </a:lnTo>
                <a:lnTo>
                  <a:pt x="0" y="0"/>
                </a:lnTo>
                <a:lnTo>
                  <a:pt x="0" y="11442"/>
                </a:lnTo>
                <a:lnTo>
                  <a:pt x="0" y="73660"/>
                </a:lnTo>
                <a:lnTo>
                  <a:pt x="0" y="83820"/>
                </a:lnTo>
                <a:lnTo>
                  <a:pt x="127546" y="83820"/>
                </a:lnTo>
                <a:lnTo>
                  <a:pt x="127546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 descr=""/>
          <p:cNvSpPr/>
          <p:nvPr/>
        </p:nvSpPr>
        <p:spPr>
          <a:xfrm>
            <a:off x="11764785" y="4436326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 descr=""/>
          <p:cNvSpPr/>
          <p:nvPr/>
        </p:nvSpPr>
        <p:spPr>
          <a:xfrm>
            <a:off x="11951158" y="429386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80"/>
                </a:moveTo>
                <a:lnTo>
                  <a:pt x="35623" y="55880"/>
                </a:lnTo>
                <a:lnTo>
                  <a:pt x="35623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04" y="27940"/>
                </a:lnTo>
                <a:lnTo>
                  <a:pt x="22504" y="36830"/>
                </a:lnTo>
                <a:lnTo>
                  <a:pt x="22504" y="55880"/>
                </a:lnTo>
                <a:lnTo>
                  <a:pt x="22504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10">
                <a:moveTo>
                  <a:pt x="170345" y="81559"/>
                </a:moveTo>
                <a:lnTo>
                  <a:pt x="0" y="81559"/>
                </a:lnTo>
                <a:lnTo>
                  <a:pt x="0" y="92290"/>
                </a:lnTo>
                <a:lnTo>
                  <a:pt x="170345" y="92290"/>
                </a:lnTo>
                <a:lnTo>
                  <a:pt x="170345" y="81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 descr=""/>
          <p:cNvSpPr/>
          <p:nvPr/>
        </p:nvSpPr>
        <p:spPr>
          <a:xfrm>
            <a:off x="11972023" y="440308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52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52"/>
                </a:lnTo>
                <a:lnTo>
                  <a:pt x="444" y="27952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4" name="object 234" descr=""/>
          <p:cNvGrpSpPr/>
          <p:nvPr/>
        </p:nvGrpSpPr>
        <p:grpSpPr>
          <a:xfrm>
            <a:off x="12193260" y="4287600"/>
            <a:ext cx="709930" cy="186690"/>
            <a:chOff x="12193260" y="4287600"/>
            <a:chExt cx="709930" cy="186690"/>
          </a:xfrm>
        </p:grpSpPr>
        <p:pic>
          <p:nvPicPr>
            <p:cNvPr id="235" name="object 23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193260" y="4288196"/>
              <a:ext cx="155658" cy="181378"/>
            </a:xfrm>
            <a:prstGeom prst="rect">
              <a:avLst/>
            </a:prstGeom>
          </p:spPr>
        </p:pic>
        <p:pic>
          <p:nvPicPr>
            <p:cNvPr id="236" name="object 236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2380154" y="4287973"/>
              <a:ext cx="157000" cy="184210"/>
            </a:xfrm>
            <a:prstGeom prst="rect">
              <a:avLst/>
            </a:prstGeom>
          </p:spPr>
        </p:pic>
        <p:pic>
          <p:nvPicPr>
            <p:cNvPr id="237" name="object 23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62875" y="4287973"/>
              <a:ext cx="153124" cy="186298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750962" y="4287600"/>
              <a:ext cx="152230" cy="186224"/>
            </a:xfrm>
            <a:prstGeom prst="rect">
              <a:avLst/>
            </a:prstGeom>
          </p:spPr>
        </p:pic>
      </p:grpSp>
      <p:grpSp>
        <p:nvGrpSpPr>
          <p:cNvPr id="239" name="object 239" descr=""/>
          <p:cNvGrpSpPr/>
          <p:nvPr/>
        </p:nvGrpSpPr>
        <p:grpSpPr>
          <a:xfrm>
            <a:off x="12989337" y="4287973"/>
            <a:ext cx="718185" cy="186690"/>
            <a:chOff x="12989337" y="4287973"/>
            <a:chExt cx="718185" cy="186690"/>
          </a:xfrm>
        </p:grpSpPr>
        <p:pic>
          <p:nvPicPr>
            <p:cNvPr id="240" name="object 24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989337" y="4287973"/>
              <a:ext cx="172805" cy="181601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13183463" y="4287976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89">
                  <a:moveTo>
                    <a:pt x="104368" y="95948"/>
                  </a:moveTo>
                  <a:lnTo>
                    <a:pt x="103784" y="90805"/>
                  </a:lnTo>
                  <a:lnTo>
                    <a:pt x="103098" y="84620"/>
                  </a:lnTo>
                  <a:lnTo>
                    <a:pt x="80987" y="87693"/>
                  </a:lnTo>
                  <a:lnTo>
                    <a:pt x="59753" y="89585"/>
                  </a:lnTo>
                  <a:lnTo>
                    <a:pt x="38087" y="90538"/>
                  </a:lnTo>
                  <a:lnTo>
                    <a:pt x="14681" y="90805"/>
                  </a:lnTo>
                  <a:lnTo>
                    <a:pt x="13563" y="90805"/>
                  </a:lnTo>
                  <a:lnTo>
                    <a:pt x="13563" y="60833"/>
                  </a:lnTo>
                  <a:lnTo>
                    <a:pt x="83934" y="60833"/>
                  </a:lnTo>
                  <a:lnTo>
                    <a:pt x="83934" y="11404"/>
                  </a:lnTo>
                  <a:lnTo>
                    <a:pt x="0" y="11404"/>
                  </a:lnTo>
                  <a:lnTo>
                    <a:pt x="0" y="22593"/>
                  </a:lnTo>
                  <a:lnTo>
                    <a:pt x="70891" y="22593"/>
                  </a:lnTo>
                  <a:lnTo>
                    <a:pt x="70891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81" y="102133"/>
                  </a:lnTo>
                  <a:lnTo>
                    <a:pt x="38493" y="101866"/>
                  </a:lnTo>
                  <a:lnTo>
                    <a:pt x="60502" y="100914"/>
                  </a:lnTo>
                  <a:lnTo>
                    <a:pt x="82016" y="99021"/>
                  </a:lnTo>
                  <a:lnTo>
                    <a:pt x="104368" y="95948"/>
                  </a:lnTo>
                  <a:close/>
                </a:path>
                <a:path w="523875" h="186689">
                  <a:moveTo>
                    <a:pt x="136563" y="123380"/>
                  </a:moveTo>
                  <a:lnTo>
                    <a:pt x="15875" y="123380"/>
                  </a:lnTo>
                  <a:lnTo>
                    <a:pt x="15875" y="134569"/>
                  </a:lnTo>
                  <a:lnTo>
                    <a:pt x="123228" y="134569"/>
                  </a:lnTo>
                  <a:lnTo>
                    <a:pt x="123228" y="185851"/>
                  </a:lnTo>
                  <a:lnTo>
                    <a:pt x="136563" y="185851"/>
                  </a:lnTo>
                  <a:lnTo>
                    <a:pt x="136563" y="123380"/>
                  </a:lnTo>
                  <a:close/>
                </a:path>
                <a:path w="523875" h="186689">
                  <a:moveTo>
                    <a:pt x="165417" y="31242"/>
                  </a:moveTo>
                  <a:lnTo>
                    <a:pt x="136563" y="31242"/>
                  </a:lnTo>
                  <a:lnTo>
                    <a:pt x="136563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63" y="113245"/>
                  </a:lnTo>
                  <a:lnTo>
                    <a:pt x="136563" y="81267"/>
                  </a:lnTo>
                  <a:lnTo>
                    <a:pt x="165417" y="81267"/>
                  </a:lnTo>
                  <a:lnTo>
                    <a:pt x="165417" y="69850"/>
                  </a:lnTo>
                  <a:lnTo>
                    <a:pt x="136563" y="69850"/>
                  </a:lnTo>
                  <a:lnTo>
                    <a:pt x="136563" y="42341"/>
                  </a:lnTo>
                  <a:lnTo>
                    <a:pt x="165417" y="42341"/>
                  </a:lnTo>
                  <a:lnTo>
                    <a:pt x="165417" y="31242"/>
                  </a:lnTo>
                  <a:close/>
                </a:path>
                <a:path w="523875" h="186689">
                  <a:moveTo>
                    <a:pt x="278879" y="101092"/>
                  </a:moveTo>
                  <a:lnTo>
                    <a:pt x="275463" y="84023"/>
                  </a:lnTo>
                  <a:lnTo>
                    <a:pt x="266204" y="70789"/>
                  </a:lnTo>
                  <a:lnTo>
                    <a:pt x="266204" y="101092"/>
                  </a:lnTo>
                  <a:lnTo>
                    <a:pt x="263715" y="113347"/>
                  </a:lnTo>
                  <a:lnTo>
                    <a:pt x="256971" y="123088"/>
                  </a:lnTo>
                  <a:lnTo>
                    <a:pt x="246786" y="129489"/>
                  </a:lnTo>
                  <a:lnTo>
                    <a:pt x="233934" y="131724"/>
                  </a:lnTo>
                  <a:lnTo>
                    <a:pt x="220967" y="129489"/>
                  </a:lnTo>
                  <a:lnTo>
                    <a:pt x="210718" y="123088"/>
                  </a:lnTo>
                  <a:lnTo>
                    <a:pt x="204000" y="113347"/>
                  </a:lnTo>
                  <a:lnTo>
                    <a:pt x="201650" y="101092"/>
                  </a:lnTo>
                  <a:lnTo>
                    <a:pt x="204000" y="88811"/>
                  </a:lnTo>
                  <a:lnTo>
                    <a:pt x="210718" y="79019"/>
                  </a:lnTo>
                  <a:lnTo>
                    <a:pt x="220967" y="72529"/>
                  </a:lnTo>
                  <a:lnTo>
                    <a:pt x="233934" y="70154"/>
                  </a:lnTo>
                  <a:lnTo>
                    <a:pt x="246786" y="72529"/>
                  </a:lnTo>
                  <a:lnTo>
                    <a:pt x="256971" y="79019"/>
                  </a:lnTo>
                  <a:lnTo>
                    <a:pt x="263715" y="88811"/>
                  </a:lnTo>
                  <a:lnTo>
                    <a:pt x="266204" y="101092"/>
                  </a:lnTo>
                  <a:lnTo>
                    <a:pt x="266204" y="70789"/>
                  </a:lnTo>
                  <a:lnTo>
                    <a:pt x="265290" y="70154"/>
                  </a:lnTo>
                  <a:lnTo>
                    <a:pt x="251942" y="61963"/>
                  </a:lnTo>
                  <a:lnTo>
                    <a:pt x="233934" y="58826"/>
                  </a:lnTo>
                  <a:lnTo>
                    <a:pt x="215849" y="61963"/>
                  </a:lnTo>
                  <a:lnTo>
                    <a:pt x="201587" y="70675"/>
                  </a:lnTo>
                  <a:lnTo>
                    <a:pt x="192252" y="84023"/>
                  </a:lnTo>
                  <a:lnTo>
                    <a:pt x="188976" y="101092"/>
                  </a:lnTo>
                  <a:lnTo>
                    <a:pt x="192252" y="118211"/>
                  </a:lnTo>
                  <a:lnTo>
                    <a:pt x="201587" y="131521"/>
                  </a:lnTo>
                  <a:lnTo>
                    <a:pt x="215849" y="140144"/>
                  </a:lnTo>
                  <a:lnTo>
                    <a:pt x="233934" y="143205"/>
                  </a:lnTo>
                  <a:lnTo>
                    <a:pt x="251942" y="140144"/>
                  </a:lnTo>
                  <a:lnTo>
                    <a:pt x="265785" y="131724"/>
                  </a:lnTo>
                  <a:lnTo>
                    <a:pt x="266128" y="131521"/>
                  </a:lnTo>
                  <a:lnTo>
                    <a:pt x="275463" y="118211"/>
                  </a:lnTo>
                  <a:lnTo>
                    <a:pt x="278879" y="101092"/>
                  </a:lnTo>
                  <a:close/>
                </a:path>
                <a:path w="523875" h="186689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42" y="30568"/>
                  </a:lnTo>
                  <a:lnTo>
                    <a:pt x="177342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89">
                  <a:moveTo>
                    <a:pt x="353733" y="77901"/>
                  </a:moveTo>
                  <a:lnTo>
                    <a:pt x="321525" y="77901"/>
                  </a:lnTo>
                  <a:lnTo>
                    <a:pt x="321525" y="0"/>
                  </a:lnTo>
                  <a:lnTo>
                    <a:pt x="308330" y="0"/>
                  </a:lnTo>
                  <a:lnTo>
                    <a:pt x="308330" y="186080"/>
                  </a:lnTo>
                  <a:lnTo>
                    <a:pt x="321525" y="186080"/>
                  </a:lnTo>
                  <a:lnTo>
                    <a:pt x="321525" y="89166"/>
                  </a:lnTo>
                  <a:lnTo>
                    <a:pt x="353733" y="89166"/>
                  </a:lnTo>
                  <a:lnTo>
                    <a:pt x="353733" y="77901"/>
                  </a:lnTo>
                  <a:close/>
                </a:path>
                <a:path w="523875" h="186689">
                  <a:moveTo>
                    <a:pt x="484708" y="5295"/>
                  </a:moveTo>
                  <a:lnTo>
                    <a:pt x="471970" y="5295"/>
                  </a:lnTo>
                  <a:lnTo>
                    <a:pt x="471970" y="77825"/>
                  </a:lnTo>
                  <a:lnTo>
                    <a:pt x="434619" y="77825"/>
                  </a:lnTo>
                  <a:lnTo>
                    <a:pt x="439229" y="64884"/>
                  </a:lnTo>
                  <a:lnTo>
                    <a:pt x="442468" y="51587"/>
                  </a:lnTo>
                  <a:lnTo>
                    <a:pt x="444385" y="38011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85" y="64439"/>
                  </a:lnTo>
                  <a:lnTo>
                    <a:pt x="413308" y="91198"/>
                  </a:lnTo>
                  <a:lnTo>
                    <a:pt x="393319" y="115138"/>
                  </a:lnTo>
                  <a:lnTo>
                    <a:pt x="366026" y="135534"/>
                  </a:lnTo>
                  <a:lnTo>
                    <a:pt x="373938" y="145300"/>
                  </a:lnTo>
                  <a:lnTo>
                    <a:pt x="391909" y="133057"/>
                  </a:lnTo>
                  <a:lnTo>
                    <a:pt x="407098" y="119443"/>
                  </a:lnTo>
                  <a:lnTo>
                    <a:pt x="419595" y="104648"/>
                  </a:lnTo>
                  <a:lnTo>
                    <a:pt x="429475" y="88785"/>
                  </a:lnTo>
                  <a:lnTo>
                    <a:pt x="471970" y="88785"/>
                  </a:lnTo>
                  <a:lnTo>
                    <a:pt x="471970" y="176161"/>
                  </a:lnTo>
                  <a:lnTo>
                    <a:pt x="484708" y="176161"/>
                  </a:lnTo>
                  <a:lnTo>
                    <a:pt x="484708" y="88785"/>
                  </a:lnTo>
                  <a:lnTo>
                    <a:pt x="484708" y="77825"/>
                  </a:lnTo>
                  <a:lnTo>
                    <a:pt x="484708" y="5295"/>
                  </a:lnTo>
                  <a:close/>
                </a:path>
                <a:path w="523875" h="186689">
                  <a:moveTo>
                    <a:pt x="523633" y="0"/>
                  </a:moveTo>
                  <a:lnTo>
                    <a:pt x="510882" y="0"/>
                  </a:lnTo>
                  <a:lnTo>
                    <a:pt x="510882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13791751" y="4287973"/>
            <a:ext cx="335280" cy="186690"/>
            <a:chOff x="13791751" y="4287973"/>
            <a:chExt cx="335280" cy="186690"/>
          </a:xfrm>
        </p:grpSpPr>
        <p:pic>
          <p:nvPicPr>
            <p:cNvPr id="243" name="object 24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791751" y="4287973"/>
              <a:ext cx="148203" cy="183391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3981405" y="4288196"/>
              <a:ext cx="145594" cy="186224"/>
            </a:xfrm>
            <a:prstGeom prst="rect">
              <a:avLst/>
            </a:prstGeom>
          </p:spPr>
        </p:pic>
      </p:grpSp>
      <p:grpSp>
        <p:nvGrpSpPr>
          <p:cNvPr id="245" name="object 245" descr=""/>
          <p:cNvGrpSpPr/>
          <p:nvPr/>
        </p:nvGrpSpPr>
        <p:grpSpPr>
          <a:xfrm>
            <a:off x="14211287" y="4287973"/>
            <a:ext cx="591185" cy="186690"/>
            <a:chOff x="14211287" y="4287973"/>
            <a:chExt cx="591185" cy="186690"/>
          </a:xfrm>
        </p:grpSpPr>
        <p:pic>
          <p:nvPicPr>
            <p:cNvPr id="246" name="object 246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4211287" y="4287973"/>
              <a:ext cx="346579" cy="186074"/>
            </a:xfrm>
            <a:prstGeom prst="rect">
              <a:avLst/>
            </a:prstGeom>
          </p:spPr>
        </p:pic>
        <p:pic>
          <p:nvPicPr>
            <p:cNvPr id="247" name="object 247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585674" y="4300572"/>
              <a:ext cx="170345" cy="148800"/>
            </a:xfrm>
            <a:prstGeom prst="rect">
              <a:avLst/>
            </a:prstGeom>
          </p:spPr>
        </p:pic>
        <p:sp>
          <p:nvSpPr>
            <p:cNvPr id="248" name="object 248" descr=""/>
            <p:cNvSpPr/>
            <p:nvPr/>
          </p:nvSpPr>
          <p:spPr>
            <a:xfrm>
              <a:off x="14779278" y="4436177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9" name="object 249" descr=""/>
          <p:cNvGrpSpPr/>
          <p:nvPr/>
        </p:nvGrpSpPr>
        <p:grpSpPr>
          <a:xfrm>
            <a:off x="14877295" y="4287973"/>
            <a:ext cx="719455" cy="186690"/>
            <a:chOff x="14877295" y="4287973"/>
            <a:chExt cx="719455" cy="186690"/>
          </a:xfrm>
        </p:grpSpPr>
        <p:pic>
          <p:nvPicPr>
            <p:cNvPr id="250" name="object 25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877295" y="4287973"/>
              <a:ext cx="345088" cy="186298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51905" y="4287973"/>
              <a:ext cx="152080" cy="186074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442080" y="4288196"/>
              <a:ext cx="154241" cy="181378"/>
            </a:xfrm>
            <a:prstGeom prst="rect">
              <a:avLst/>
            </a:prstGeom>
          </p:spPr>
        </p:pic>
      </p:grpSp>
      <p:grpSp>
        <p:nvGrpSpPr>
          <p:cNvPr id="253" name="object 253" descr=""/>
          <p:cNvGrpSpPr/>
          <p:nvPr/>
        </p:nvGrpSpPr>
        <p:grpSpPr>
          <a:xfrm>
            <a:off x="15678368" y="4287973"/>
            <a:ext cx="337185" cy="186690"/>
            <a:chOff x="15678368" y="4287973"/>
            <a:chExt cx="337185" cy="186690"/>
          </a:xfrm>
        </p:grpSpPr>
        <p:pic>
          <p:nvPicPr>
            <p:cNvPr id="254" name="object 254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5678368" y="4287973"/>
              <a:ext cx="156254" cy="186074"/>
            </a:xfrm>
            <a:prstGeom prst="rect">
              <a:avLst/>
            </a:prstGeom>
          </p:spPr>
        </p:pic>
        <p:pic>
          <p:nvPicPr>
            <p:cNvPr id="255" name="object 25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861908" y="4287973"/>
              <a:ext cx="153124" cy="186298"/>
            </a:xfrm>
            <a:prstGeom prst="rect">
              <a:avLst/>
            </a:prstGeom>
          </p:spPr>
        </p:pic>
      </p:grpSp>
      <p:sp>
        <p:nvSpPr>
          <p:cNvPr id="256" name="object 256" descr=""/>
          <p:cNvSpPr/>
          <p:nvPr/>
        </p:nvSpPr>
        <p:spPr>
          <a:xfrm>
            <a:off x="16048800" y="429386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10">
                <a:moveTo>
                  <a:pt x="170345" y="81559"/>
                </a:moveTo>
                <a:lnTo>
                  <a:pt x="0" y="81559"/>
                </a:lnTo>
                <a:lnTo>
                  <a:pt x="0" y="92290"/>
                </a:lnTo>
                <a:lnTo>
                  <a:pt x="170345" y="92290"/>
                </a:lnTo>
                <a:lnTo>
                  <a:pt x="170345" y="81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 descr=""/>
          <p:cNvSpPr/>
          <p:nvPr/>
        </p:nvSpPr>
        <p:spPr>
          <a:xfrm>
            <a:off x="16069665" y="440308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24" y="58420"/>
                </a:moveTo>
                <a:lnTo>
                  <a:pt x="13652" y="58420"/>
                </a:lnTo>
                <a:lnTo>
                  <a:pt x="13652" y="38100"/>
                </a:lnTo>
                <a:lnTo>
                  <a:pt x="127850" y="38100"/>
                </a:lnTo>
                <a:lnTo>
                  <a:pt x="127850" y="27952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52"/>
                </a:lnTo>
                <a:lnTo>
                  <a:pt x="457" y="27952"/>
                </a:lnTo>
                <a:lnTo>
                  <a:pt x="457" y="38100"/>
                </a:lnTo>
                <a:lnTo>
                  <a:pt x="457" y="58420"/>
                </a:lnTo>
                <a:lnTo>
                  <a:pt x="457" y="68580"/>
                </a:lnTo>
                <a:lnTo>
                  <a:pt x="134124" y="68580"/>
                </a:lnTo>
                <a:lnTo>
                  <a:pt x="134124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8" name="object 258" descr=""/>
          <p:cNvGrpSpPr/>
          <p:nvPr/>
        </p:nvGrpSpPr>
        <p:grpSpPr>
          <a:xfrm>
            <a:off x="16295194" y="4287973"/>
            <a:ext cx="523875" cy="186690"/>
            <a:chOff x="16295194" y="4287973"/>
            <a:chExt cx="523875" cy="186690"/>
          </a:xfrm>
        </p:grpSpPr>
        <p:pic>
          <p:nvPicPr>
            <p:cNvPr id="259" name="object 259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6295194" y="4287973"/>
              <a:ext cx="145148" cy="186298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6474411" y="4287973"/>
              <a:ext cx="344417" cy="186074"/>
            </a:xfrm>
            <a:prstGeom prst="rect">
              <a:avLst/>
            </a:prstGeom>
          </p:spPr>
        </p:pic>
      </p:grpSp>
      <p:pic>
        <p:nvPicPr>
          <p:cNvPr id="261" name="object 261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6900019" y="4287973"/>
            <a:ext cx="160579" cy="183391"/>
          </a:xfrm>
          <a:prstGeom prst="rect">
            <a:avLst/>
          </a:prstGeom>
        </p:spPr>
      </p:pic>
      <p:grpSp>
        <p:nvGrpSpPr>
          <p:cNvPr id="262" name="object 262" descr=""/>
          <p:cNvGrpSpPr/>
          <p:nvPr/>
        </p:nvGrpSpPr>
        <p:grpSpPr>
          <a:xfrm>
            <a:off x="9564892" y="4654983"/>
            <a:ext cx="353060" cy="186690"/>
            <a:chOff x="9564892" y="4654983"/>
            <a:chExt cx="353060" cy="186690"/>
          </a:xfrm>
        </p:grpSpPr>
        <p:pic>
          <p:nvPicPr>
            <p:cNvPr id="263" name="object 26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64892" y="4654983"/>
              <a:ext cx="144849" cy="185478"/>
            </a:xfrm>
            <a:prstGeom prst="rect">
              <a:avLst/>
            </a:prstGeom>
          </p:spPr>
        </p:pic>
        <p:pic>
          <p:nvPicPr>
            <p:cNvPr id="264" name="object 264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9741424" y="4654983"/>
              <a:ext cx="176383" cy="186074"/>
            </a:xfrm>
            <a:prstGeom prst="rect">
              <a:avLst/>
            </a:prstGeom>
          </p:spPr>
        </p:pic>
      </p:grpSp>
      <p:sp>
        <p:nvSpPr>
          <p:cNvPr id="265" name="object 265" descr=""/>
          <p:cNvSpPr/>
          <p:nvPr/>
        </p:nvSpPr>
        <p:spPr>
          <a:xfrm>
            <a:off x="9938232" y="4655210"/>
            <a:ext cx="149225" cy="180975"/>
          </a:xfrm>
          <a:custGeom>
            <a:avLst/>
            <a:gdLst/>
            <a:ahLst/>
            <a:cxnLst/>
            <a:rect l="l" t="t" r="r" b="b"/>
            <a:pathLst>
              <a:path w="149225" h="180975">
                <a:moveTo>
                  <a:pt x="144246" y="84912"/>
                </a:moveTo>
                <a:lnTo>
                  <a:pt x="130898" y="84912"/>
                </a:lnTo>
                <a:lnTo>
                  <a:pt x="130898" y="135826"/>
                </a:lnTo>
                <a:lnTo>
                  <a:pt x="144246" y="135826"/>
                </a:lnTo>
                <a:lnTo>
                  <a:pt x="144246" y="84912"/>
                </a:lnTo>
                <a:close/>
              </a:path>
              <a:path w="149225" h="180975">
                <a:moveTo>
                  <a:pt x="144246" y="0"/>
                </a:moveTo>
                <a:lnTo>
                  <a:pt x="130898" y="0"/>
                </a:lnTo>
                <a:lnTo>
                  <a:pt x="130898" y="33629"/>
                </a:lnTo>
                <a:lnTo>
                  <a:pt x="84315" y="33629"/>
                </a:lnTo>
                <a:lnTo>
                  <a:pt x="84315" y="27279"/>
                </a:lnTo>
                <a:lnTo>
                  <a:pt x="84315" y="15849"/>
                </a:lnTo>
                <a:lnTo>
                  <a:pt x="71259" y="15849"/>
                </a:lnTo>
                <a:lnTo>
                  <a:pt x="71259" y="90779"/>
                </a:lnTo>
                <a:lnTo>
                  <a:pt x="13042" y="90779"/>
                </a:lnTo>
                <a:lnTo>
                  <a:pt x="13042" y="27279"/>
                </a:lnTo>
                <a:lnTo>
                  <a:pt x="71259" y="27279"/>
                </a:lnTo>
                <a:lnTo>
                  <a:pt x="71259" y="15849"/>
                </a:lnTo>
                <a:lnTo>
                  <a:pt x="0" y="15849"/>
                </a:lnTo>
                <a:lnTo>
                  <a:pt x="0" y="27279"/>
                </a:lnTo>
                <a:lnTo>
                  <a:pt x="0" y="90779"/>
                </a:lnTo>
                <a:lnTo>
                  <a:pt x="0" y="102209"/>
                </a:lnTo>
                <a:lnTo>
                  <a:pt x="84315" y="102209"/>
                </a:lnTo>
                <a:lnTo>
                  <a:pt x="84315" y="90779"/>
                </a:lnTo>
                <a:lnTo>
                  <a:pt x="84315" y="84429"/>
                </a:lnTo>
                <a:lnTo>
                  <a:pt x="144246" y="84429"/>
                </a:lnTo>
                <a:lnTo>
                  <a:pt x="144246" y="73507"/>
                </a:lnTo>
                <a:lnTo>
                  <a:pt x="144246" y="72999"/>
                </a:lnTo>
                <a:lnTo>
                  <a:pt x="144246" y="45250"/>
                </a:lnTo>
                <a:lnTo>
                  <a:pt x="130898" y="45250"/>
                </a:lnTo>
                <a:lnTo>
                  <a:pt x="130898" y="72999"/>
                </a:lnTo>
                <a:lnTo>
                  <a:pt x="84315" y="72999"/>
                </a:lnTo>
                <a:lnTo>
                  <a:pt x="84315" y="45059"/>
                </a:lnTo>
                <a:lnTo>
                  <a:pt x="144246" y="45059"/>
                </a:lnTo>
                <a:lnTo>
                  <a:pt x="144246" y="33845"/>
                </a:lnTo>
                <a:lnTo>
                  <a:pt x="144246" y="33629"/>
                </a:lnTo>
                <a:lnTo>
                  <a:pt x="144246" y="0"/>
                </a:lnTo>
                <a:close/>
              </a:path>
              <a:path w="149225" h="180975">
                <a:moveTo>
                  <a:pt x="148717" y="169519"/>
                </a:moveTo>
                <a:lnTo>
                  <a:pt x="38468" y="169519"/>
                </a:lnTo>
                <a:lnTo>
                  <a:pt x="38468" y="123799"/>
                </a:lnTo>
                <a:lnTo>
                  <a:pt x="25120" y="123799"/>
                </a:lnTo>
                <a:lnTo>
                  <a:pt x="25120" y="169519"/>
                </a:lnTo>
                <a:lnTo>
                  <a:pt x="25120" y="180949"/>
                </a:lnTo>
                <a:lnTo>
                  <a:pt x="148717" y="180949"/>
                </a:lnTo>
                <a:lnTo>
                  <a:pt x="148717" y="169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6" name="object 266" descr=""/>
          <p:cNvGrpSpPr/>
          <p:nvPr/>
        </p:nvGrpSpPr>
        <p:grpSpPr>
          <a:xfrm>
            <a:off x="10167330" y="4654983"/>
            <a:ext cx="776605" cy="187325"/>
            <a:chOff x="10167330" y="4654983"/>
            <a:chExt cx="776605" cy="187325"/>
          </a:xfrm>
        </p:grpSpPr>
        <p:pic>
          <p:nvPicPr>
            <p:cNvPr id="267" name="object 267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0167330" y="4657070"/>
              <a:ext cx="356494" cy="185180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0553719" y="4654983"/>
              <a:ext cx="139555" cy="186074"/>
            </a:xfrm>
            <a:prstGeom prst="rect">
              <a:avLst/>
            </a:prstGeom>
          </p:spPr>
        </p:pic>
        <p:pic>
          <p:nvPicPr>
            <p:cNvPr id="269" name="object 269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0736066" y="4654983"/>
              <a:ext cx="207842" cy="186298"/>
            </a:xfrm>
            <a:prstGeom prst="rect">
              <a:avLst/>
            </a:prstGeom>
          </p:spPr>
        </p:pic>
      </p:grpSp>
      <p:grpSp>
        <p:nvGrpSpPr>
          <p:cNvPr id="270" name="object 270" descr=""/>
          <p:cNvGrpSpPr/>
          <p:nvPr/>
        </p:nvGrpSpPr>
        <p:grpSpPr>
          <a:xfrm>
            <a:off x="11016391" y="4654983"/>
            <a:ext cx="527685" cy="186690"/>
            <a:chOff x="11016391" y="4654983"/>
            <a:chExt cx="527685" cy="186690"/>
          </a:xfrm>
        </p:grpSpPr>
        <p:pic>
          <p:nvPicPr>
            <p:cNvPr id="271" name="object 27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016391" y="4654983"/>
              <a:ext cx="348368" cy="186074"/>
            </a:xfrm>
            <a:prstGeom prst="rect">
              <a:avLst/>
            </a:prstGeom>
          </p:spPr>
        </p:pic>
        <p:pic>
          <p:nvPicPr>
            <p:cNvPr id="272" name="object 272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1393536" y="4654983"/>
              <a:ext cx="150290" cy="186298"/>
            </a:xfrm>
            <a:prstGeom prst="rect">
              <a:avLst/>
            </a:prstGeom>
          </p:spPr>
        </p:pic>
      </p:grpSp>
      <p:grpSp>
        <p:nvGrpSpPr>
          <p:cNvPr id="273" name="object 273" descr=""/>
          <p:cNvGrpSpPr/>
          <p:nvPr/>
        </p:nvGrpSpPr>
        <p:grpSpPr>
          <a:xfrm>
            <a:off x="11634261" y="4654983"/>
            <a:ext cx="544830" cy="186690"/>
            <a:chOff x="11634261" y="4654983"/>
            <a:chExt cx="544830" cy="186690"/>
          </a:xfrm>
        </p:grpSpPr>
        <p:pic>
          <p:nvPicPr>
            <p:cNvPr id="274" name="object 274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1634261" y="4654983"/>
              <a:ext cx="150142" cy="186074"/>
            </a:xfrm>
            <a:prstGeom prst="rect">
              <a:avLst/>
            </a:prstGeom>
          </p:spPr>
        </p:pic>
        <p:pic>
          <p:nvPicPr>
            <p:cNvPr id="275" name="object 27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826002" y="4654983"/>
              <a:ext cx="352468" cy="186074"/>
            </a:xfrm>
            <a:prstGeom prst="rect">
              <a:avLst/>
            </a:prstGeom>
          </p:spPr>
        </p:pic>
      </p:grpSp>
      <p:sp>
        <p:nvSpPr>
          <p:cNvPr id="276" name="object 276" descr=""/>
          <p:cNvSpPr/>
          <p:nvPr/>
        </p:nvSpPr>
        <p:spPr>
          <a:xfrm>
            <a:off x="12243029" y="4655210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85" y="64338"/>
                </a:moveTo>
                <a:lnTo>
                  <a:pt x="114554" y="49834"/>
                </a:lnTo>
                <a:lnTo>
                  <a:pt x="93040" y="20281"/>
                </a:lnTo>
                <a:lnTo>
                  <a:pt x="93040" y="19761"/>
                </a:lnTo>
                <a:lnTo>
                  <a:pt x="154317" y="19761"/>
                </a:lnTo>
                <a:lnTo>
                  <a:pt x="154317" y="8724"/>
                </a:lnTo>
                <a:lnTo>
                  <a:pt x="15582" y="8724"/>
                </a:lnTo>
                <a:lnTo>
                  <a:pt x="15582" y="19761"/>
                </a:lnTo>
                <a:lnTo>
                  <a:pt x="76568" y="19761"/>
                </a:lnTo>
                <a:lnTo>
                  <a:pt x="76568" y="20281"/>
                </a:lnTo>
                <a:lnTo>
                  <a:pt x="70472" y="36614"/>
                </a:lnTo>
                <a:lnTo>
                  <a:pt x="54838" y="49834"/>
                </a:lnTo>
                <a:lnTo>
                  <a:pt x="33528" y="59283"/>
                </a:lnTo>
                <a:lnTo>
                  <a:pt x="10363" y="64338"/>
                </a:lnTo>
                <a:lnTo>
                  <a:pt x="15290" y="74993"/>
                </a:lnTo>
                <a:lnTo>
                  <a:pt x="36817" y="70294"/>
                </a:lnTo>
                <a:lnTo>
                  <a:pt x="56972" y="62090"/>
                </a:lnTo>
                <a:lnTo>
                  <a:pt x="73672" y="50546"/>
                </a:lnTo>
                <a:lnTo>
                  <a:pt x="84836" y="35864"/>
                </a:lnTo>
                <a:lnTo>
                  <a:pt x="95923" y="50546"/>
                </a:lnTo>
                <a:lnTo>
                  <a:pt x="112585" y="62090"/>
                </a:lnTo>
                <a:lnTo>
                  <a:pt x="132715" y="70294"/>
                </a:lnTo>
                <a:lnTo>
                  <a:pt x="154241" y="74993"/>
                </a:lnTo>
                <a:lnTo>
                  <a:pt x="159385" y="64338"/>
                </a:lnTo>
                <a:close/>
              </a:path>
              <a:path w="547370" h="185420">
                <a:moveTo>
                  <a:pt x="169532" y="87604"/>
                </a:moveTo>
                <a:lnTo>
                  <a:pt x="0" y="87604"/>
                </a:lnTo>
                <a:lnTo>
                  <a:pt x="0" y="98856"/>
                </a:lnTo>
                <a:lnTo>
                  <a:pt x="78054" y="98856"/>
                </a:lnTo>
                <a:lnTo>
                  <a:pt x="78054" y="120624"/>
                </a:lnTo>
                <a:lnTo>
                  <a:pt x="53873" y="123456"/>
                </a:lnTo>
                <a:lnTo>
                  <a:pt x="35864" y="129921"/>
                </a:lnTo>
                <a:lnTo>
                  <a:pt x="24612" y="139827"/>
                </a:lnTo>
                <a:lnTo>
                  <a:pt x="20726" y="152984"/>
                </a:lnTo>
                <a:lnTo>
                  <a:pt x="25082" y="166738"/>
                </a:lnTo>
                <a:lnTo>
                  <a:pt x="37668" y="176860"/>
                </a:lnTo>
                <a:lnTo>
                  <a:pt x="57772" y="183121"/>
                </a:lnTo>
                <a:lnTo>
                  <a:pt x="84696" y="185254"/>
                </a:lnTo>
                <a:lnTo>
                  <a:pt x="111480" y="183121"/>
                </a:lnTo>
                <a:lnTo>
                  <a:pt x="131521" y="176860"/>
                </a:lnTo>
                <a:lnTo>
                  <a:pt x="134340" y="174599"/>
                </a:lnTo>
                <a:lnTo>
                  <a:pt x="144106" y="166738"/>
                </a:lnTo>
                <a:lnTo>
                  <a:pt x="148501" y="152984"/>
                </a:lnTo>
                <a:lnTo>
                  <a:pt x="144589" y="139827"/>
                </a:lnTo>
                <a:lnTo>
                  <a:pt x="135229" y="131597"/>
                </a:lnTo>
                <a:lnTo>
                  <a:pt x="135229" y="152984"/>
                </a:lnTo>
                <a:lnTo>
                  <a:pt x="131622" y="162102"/>
                </a:lnTo>
                <a:lnTo>
                  <a:pt x="121513" y="168935"/>
                </a:lnTo>
                <a:lnTo>
                  <a:pt x="105613" y="173189"/>
                </a:lnTo>
                <a:lnTo>
                  <a:pt x="84696" y="174599"/>
                </a:lnTo>
                <a:lnTo>
                  <a:pt x="63677" y="173189"/>
                </a:lnTo>
                <a:lnTo>
                  <a:pt x="47777" y="168935"/>
                </a:lnTo>
                <a:lnTo>
                  <a:pt x="37731" y="162102"/>
                </a:lnTo>
                <a:lnTo>
                  <a:pt x="34290" y="152984"/>
                </a:lnTo>
                <a:lnTo>
                  <a:pt x="37731" y="143814"/>
                </a:lnTo>
                <a:lnTo>
                  <a:pt x="47777" y="136969"/>
                </a:lnTo>
                <a:lnTo>
                  <a:pt x="63677" y="132664"/>
                </a:lnTo>
                <a:lnTo>
                  <a:pt x="84696" y="131140"/>
                </a:lnTo>
                <a:lnTo>
                  <a:pt x="105613" y="132664"/>
                </a:lnTo>
                <a:lnTo>
                  <a:pt x="121513" y="136969"/>
                </a:lnTo>
                <a:lnTo>
                  <a:pt x="131622" y="143814"/>
                </a:lnTo>
                <a:lnTo>
                  <a:pt x="135229" y="152984"/>
                </a:lnTo>
                <a:lnTo>
                  <a:pt x="135229" y="131597"/>
                </a:lnTo>
                <a:lnTo>
                  <a:pt x="134721" y="131140"/>
                </a:lnTo>
                <a:lnTo>
                  <a:pt x="133350" y="129921"/>
                </a:lnTo>
                <a:lnTo>
                  <a:pt x="115341" y="123456"/>
                </a:lnTo>
                <a:lnTo>
                  <a:pt x="91173" y="120624"/>
                </a:lnTo>
                <a:lnTo>
                  <a:pt x="91173" y="98856"/>
                </a:lnTo>
                <a:lnTo>
                  <a:pt x="169532" y="98856"/>
                </a:lnTo>
                <a:lnTo>
                  <a:pt x="169532" y="87604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82"/>
                </a:lnTo>
                <a:lnTo>
                  <a:pt x="313258" y="97739"/>
                </a:lnTo>
                <a:lnTo>
                  <a:pt x="316090" y="95872"/>
                </a:lnTo>
                <a:lnTo>
                  <a:pt x="323926" y="90703"/>
                </a:lnTo>
                <a:lnTo>
                  <a:pt x="331927" y="81902"/>
                </a:lnTo>
                <a:lnTo>
                  <a:pt x="336892" y="71653"/>
                </a:lnTo>
                <a:lnTo>
                  <a:pt x="336969" y="71501"/>
                </a:lnTo>
                <a:lnTo>
                  <a:pt x="338759" y="59639"/>
                </a:lnTo>
                <a:lnTo>
                  <a:pt x="333743" y="40259"/>
                </a:lnTo>
                <a:lnTo>
                  <a:pt x="326085" y="32080"/>
                </a:lnTo>
                <a:lnTo>
                  <a:pt x="326085" y="59639"/>
                </a:lnTo>
                <a:lnTo>
                  <a:pt x="321970" y="74371"/>
                </a:lnTo>
                <a:lnTo>
                  <a:pt x="310540" y="85839"/>
                </a:lnTo>
                <a:lnTo>
                  <a:pt x="299834" y="90424"/>
                </a:lnTo>
                <a:lnTo>
                  <a:pt x="299834" y="102882"/>
                </a:lnTo>
                <a:lnTo>
                  <a:pt x="299834" y="149771"/>
                </a:lnTo>
                <a:lnTo>
                  <a:pt x="243179" y="149771"/>
                </a:lnTo>
                <a:lnTo>
                  <a:pt x="243179" y="103035"/>
                </a:lnTo>
                <a:lnTo>
                  <a:pt x="249694" y="104559"/>
                </a:lnTo>
                <a:lnTo>
                  <a:pt x="256565" y="105689"/>
                </a:lnTo>
                <a:lnTo>
                  <a:pt x="263766" y="106375"/>
                </a:lnTo>
                <a:lnTo>
                  <a:pt x="271284" y="106603"/>
                </a:lnTo>
                <a:lnTo>
                  <a:pt x="278879" y="106375"/>
                </a:lnTo>
                <a:lnTo>
                  <a:pt x="286092" y="105689"/>
                </a:lnTo>
                <a:lnTo>
                  <a:pt x="292887" y="104559"/>
                </a:lnTo>
                <a:lnTo>
                  <a:pt x="299237" y="103035"/>
                </a:lnTo>
                <a:lnTo>
                  <a:pt x="299834" y="102882"/>
                </a:lnTo>
                <a:lnTo>
                  <a:pt x="299834" y="90424"/>
                </a:lnTo>
                <a:lnTo>
                  <a:pt x="293179" y="93268"/>
                </a:lnTo>
                <a:lnTo>
                  <a:pt x="271284" y="95872"/>
                </a:lnTo>
                <a:lnTo>
                  <a:pt x="249339" y="93268"/>
                </a:lnTo>
                <a:lnTo>
                  <a:pt x="232029" y="85839"/>
                </a:lnTo>
                <a:lnTo>
                  <a:pt x="220687" y="74371"/>
                </a:lnTo>
                <a:lnTo>
                  <a:pt x="216649" y="59639"/>
                </a:lnTo>
                <a:lnTo>
                  <a:pt x="220687" y="44881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79" y="26009"/>
                </a:lnTo>
                <a:lnTo>
                  <a:pt x="310540" y="33413"/>
                </a:lnTo>
                <a:lnTo>
                  <a:pt x="321970" y="44881"/>
                </a:lnTo>
                <a:lnTo>
                  <a:pt x="326085" y="59639"/>
                </a:lnTo>
                <a:lnTo>
                  <a:pt x="326085" y="32080"/>
                </a:lnTo>
                <a:lnTo>
                  <a:pt x="319836" y="25387"/>
                </a:lnTo>
                <a:lnTo>
                  <a:pt x="315429" y="23406"/>
                </a:lnTo>
                <a:lnTo>
                  <a:pt x="298513" y="15824"/>
                </a:lnTo>
                <a:lnTo>
                  <a:pt x="271284" y="12382"/>
                </a:lnTo>
                <a:lnTo>
                  <a:pt x="244132" y="15824"/>
                </a:lnTo>
                <a:lnTo>
                  <a:pt x="222834" y="25387"/>
                </a:lnTo>
                <a:lnTo>
                  <a:pt x="208940" y="40259"/>
                </a:lnTo>
                <a:lnTo>
                  <a:pt x="203974" y="59639"/>
                </a:lnTo>
                <a:lnTo>
                  <a:pt x="205740" y="71501"/>
                </a:lnTo>
                <a:lnTo>
                  <a:pt x="205765" y="71653"/>
                </a:lnTo>
                <a:lnTo>
                  <a:pt x="210934" y="82169"/>
                </a:lnTo>
                <a:lnTo>
                  <a:pt x="219163" y="91020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70"/>
                </a:moveTo>
                <a:lnTo>
                  <a:pt x="470509" y="66459"/>
                </a:lnTo>
                <a:lnTo>
                  <a:pt x="462572" y="56959"/>
                </a:lnTo>
                <a:lnTo>
                  <a:pt x="461467" y="55626"/>
                </a:lnTo>
                <a:lnTo>
                  <a:pt x="461238" y="55524"/>
                </a:lnTo>
                <a:lnTo>
                  <a:pt x="461238" y="80670"/>
                </a:lnTo>
                <a:lnTo>
                  <a:pt x="458863" y="90195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75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59" y="90195"/>
                </a:lnTo>
                <a:lnTo>
                  <a:pt x="397649" y="80670"/>
                </a:lnTo>
                <a:lnTo>
                  <a:pt x="399859" y="70980"/>
                </a:lnTo>
                <a:lnTo>
                  <a:pt x="406298" y="63500"/>
                </a:lnTo>
                <a:lnTo>
                  <a:pt x="416369" y="58674"/>
                </a:lnTo>
                <a:lnTo>
                  <a:pt x="429475" y="56959"/>
                </a:lnTo>
                <a:lnTo>
                  <a:pt x="442379" y="58674"/>
                </a:lnTo>
                <a:lnTo>
                  <a:pt x="452374" y="63500"/>
                </a:lnTo>
                <a:lnTo>
                  <a:pt x="458863" y="70980"/>
                </a:lnTo>
                <a:lnTo>
                  <a:pt x="461238" y="80670"/>
                </a:lnTo>
                <a:lnTo>
                  <a:pt x="461238" y="55524"/>
                </a:lnTo>
                <a:lnTo>
                  <a:pt x="447497" y="48717"/>
                </a:lnTo>
                <a:lnTo>
                  <a:pt x="429475" y="46304"/>
                </a:lnTo>
                <a:lnTo>
                  <a:pt x="411226" y="48717"/>
                </a:lnTo>
                <a:lnTo>
                  <a:pt x="397167" y="55626"/>
                </a:lnTo>
                <a:lnTo>
                  <a:pt x="388162" y="66459"/>
                </a:lnTo>
                <a:lnTo>
                  <a:pt x="385051" y="80670"/>
                </a:lnTo>
                <a:lnTo>
                  <a:pt x="388162" y="94716"/>
                </a:lnTo>
                <a:lnTo>
                  <a:pt x="397167" y="105435"/>
                </a:lnTo>
                <a:lnTo>
                  <a:pt x="411226" y="112268"/>
                </a:lnTo>
                <a:lnTo>
                  <a:pt x="429475" y="114655"/>
                </a:lnTo>
                <a:lnTo>
                  <a:pt x="447497" y="112268"/>
                </a:lnTo>
                <a:lnTo>
                  <a:pt x="461467" y="105435"/>
                </a:lnTo>
                <a:lnTo>
                  <a:pt x="462800" y="103847"/>
                </a:lnTo>
                <a:lnTo>
                  <a:pt x="470509" y="94716"/>
                </a:lnTo>
                <a:lnTo>
                  <a:pt x="473760" y="80670"/>
                </a:lnTo>
                <a:close/>
              </a:path>
              <a:path w="547370" h="185420">
                <a:moveTo>
                  <a:pt x="484949" y="23787"/>
                </a:moveTo>
                <a:lnTo>
                  <a:pt x="436118" y="23787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87"/>
                </a:lnTo>
                <a:lnTo>
                  <a:pt x="374015" y="23787"/>
                </a:lnTo>
                <a:lnTo>
                  <a:pt x="374015" y="34886"/>
                </a:lnTo>
                <a:lnTo>
                  <a:pt x="484949" y="34886"/>
                </a:lnTo>
                <a:lnTo>
                  <a:pt x="484949" y="23787"/>
                </a:lnTo>
                <a:close/>
              </a:path>
              <a:path w="547370" h="185420">
                <a:moveTo>
                  <a:pt x="527291" y="170129"/>
                </a:moveTo>
                <a:lnTo>
                  <a:pt x="416140" y="170129"/>
                </a:lnTo>
                <a:lnTo>
                  <a:pt x="416140" y="128079"/>
                </a:lnTo>
                <a:lnTo>
                  <a:pt x="403021" y="128079"/>
                </a:lnTo>
                <a:lnTo>
                  <a:pt x="403021" y="181381"/>
                </a:lnTo>
                <a:lnTo>
                  <a:pt x="527291" y="181381"/>
                </a:lnTo>
                <a:lnTo>
                  <a:pt x="527291" y="170129"/>
                </a:lnTo>
                <a:close/>
              </a:path>
              <a:path w="547370" h="185420">
                <a:moveTo>
                  <a:pt x="546976" y="62623"/>
                </a:moveTo>
                <a:lnTo>
                  <a:pt x="518198" y="62623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60"/>
                </a:lnTo>
                <a:lnTo>
                  <a:pt x="518198" y="139560"/>
                </a:lnTo>
                <a:lnTo>
                  <a:pt x="518198" y="74028"/>
                </a:lnTo>
                <a:lnTo>
                  <a:pt x="546976" y="74028"/>
                </a:lnTo>
                <a:lnTo>
                  <a:pt x="546976" y="62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7" name="object 277" descr=""/>
          <p:cNvGrpSpPr/>
          <p:nvPr/>
        </p:nvGrpSpPr>
        <p:grpSpPr>
          <a:xfrm>
            <a:off x="12859491" y="4654983"/>
            <a:ext cx="334645" cy="186690"/>
            <a:chOff x="12859491" y="4654983"/>
            <a:chExt cx="334645" cy="186690"/>
          </a:xfrm>
        </p:grpSpPr>
        <p:pic>
          <p:nvPicPr>
            <p:cNvPr id="278" name="object 27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859491" y="4654983"/>
              <a:ext cx="148352" cy="186074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3040645" y="4655206"/>
              <a:ext cx="153198" cy="186075"/>
            </a:xfrm>
            <a:prstGeom prst="rect">
              <a:avLst/>
            </a:prstGeom>
          </p:spPr>
        </p:pic>
      </p:grpSp>
      <p:sp>
        <p:nvSpPr>
          <p:cNvPr id="280" name="object 280" descr=""/>
          <p:cNvSpPr/>
          <p:nvPr/>
        </p:nvSpPr>
        <p:spPr>
          <a:xfrm>
            <a:off x="13250495" y="4672329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30"/>
                </a:lnTo>
                <a:lnTo>
                  <a:pt x="125539" y="11430"/>
                </a:lnTo>
                <a:lnTo>
                  <a:pt x="125539" y="0"/>
                </a:lnTo>
                <a:lnTo>
                  <a:pt x="0" y="0"/>
                </a:lnTo>
                <a:lnTo>
                  <a:pt x="0" y="11430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 descr=""/>
          <p:cNvSpPr/>
          <p:nvPr/>
        </p:nvSpPr>
        <p:spPr>
          <a:xfrm>
            <a:off x="13228212" y="4803336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 descr=""/>
          <p:cNvSpPr/>
          <p:nvPr/>
        </p:nvSpPr>
        <p:spPr>
          <a:xfrm>
            <a:off x="13414578" y="466089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92"/>
                </a:moveTo>
                <a:lnTo>
                  <a:pt x="35636" y="55892"/>
                </a:lnTo>
                <a:lnTo>
                  <a:pt x="35636" y="36842"/>
                </a:lnTo>
                <a:lnTo>
                  <a:pt x="148056" y="36842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42"/>
                </a:lnTo>
                <a:lnTo>
                  <a:pt x="22517" y="55892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92"/>
                </a:lnTo>
                <a:close/>
              </a:path>
              <a:path w="170815" h="92710">
                <a:moveTo>
                  <a:pt x="170345" y="81534"/>
                </a:moveTo>
                <a:lnTo>
                  <a:pt x="0" y="81534"/>
                </a:lnTo>
                <a:lnTo>
                  <a:pt x="0" y="92265"/>
                </a:lnTo>
                <a:lnTo>
                  <a:pt x="170345" y="92265"/>
                </a:lnTo>
                <a:lnTo>
                  <a:pt x="170345" y="815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 descr=""/>
          <p:cNvSpPr/>
          <p:nvPr/>
        </p:nvSpPr>
        <p:spPr>
          <a:xfrm>
            <a:off x="13435457" y="477011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32"/>
                </a:moveTo>
                <a:lnTo>
                  <a:pt x="13639" y="58432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32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4" name="object 284" descr=""/>
          <p:cNvGrpSpPr/>
          <p:nvPr/>
        </p:nvGrpSpPr>
        <p:grpSpPr>
          <a:xfrm>
            <a:off x="13656687" y="4654610"/>
            <a:ext cx="709930" cy="186690"/>
            <a:chOff x="13656687" y="4654610"/>
            <a:chExt cx="709930" cy="186690"/>
          </a:xfrm>
        </p:grpSpPr>
        <p:pic>
          <p:nvPicPr>
            <p:cNvPr id="285" name="object 285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3656687" y="4655206"/>
              <a:ext cx="155657" cy="181378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843581" y="4654983"/>
              <a:ext cx="157000" cy="184210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4026302" y="4654983"/>
              <a:ext cx="153124" cy="186298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4214388" y="4654610"/>
              <a:ext cx="152230" cy="186224"/>
            </a:xfrm>
            <a:prstGeom prst="rect">
              <a:avLst/>
            </a:prstGeom>
          </p:spPr>
        </p:pic>
      </p:grpSp>
      <p:grpSp>
        <p:nvGrpSpPr>
          <p:cNvPr id="289" name="object 289" descr=""/>
          <p:cNvGrpSpPr/>
          <p:nvPr/>
        </p:nvGrpSpPr>
        <p:grpSpPr>
          <a:xfrm>
            <a:off x="14452764" y="4654983"/>
            <a:ext cx="718185" cy="186690"/>
            <a:chOff x="14452764" y="4654983"/>
            <a:chExt cx="718185" cy="186690"/>
          </a:xfrm>
        </p:grpSpPr>
        <p:pic>
          <p:nvPicPr>
            <p:cNvPr id="290" name="object 290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4452764" y="4654983"/>
              <a:ext cx="172805" cy="181601"/>
            </a:xfrm>
            <a:prstGeom prst="rect">
              <a:avLst/>
            </a:prstGeom>
          </p:spPr>
        </p:pic>
        <p:sp>
          <p:nvSpPr>
            <p:cNvPr id="291" name="object 291" descr=""/>
            <p:cNvSpPr/>
            <p:nvPr/>
          </p:nvSpPr>
          <p:spPr>
            <a:xfrm>
              <a:off x="14646884" y="4654994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89">
                  <a:moveTo>
                    <a:pt x="104368" y="95935"/>
                  </a:moveTo>
                  <a:lnTo>
                    <a:pt x="103797" y="90792"/>
                  </a:lnTo>
                  <a:lnTo>
                    <a:pt x="103098" y="84607"/>
                  </a:lnTo>
                  <a:lnTo>
                    <a:pt x="81000" y="87680"/>
                  </a:lnTo>
                  <a:lnTo>
                    <a:pt x="59766" y="89573"/>
                  </a:lnTo>
                  <a:lnTo>
                    <a:pt x="38100" y="90538"/>
                  </a:lnTo>
                  <a:lnTo>
                    <a:pt x="14681" y="90792"/>
                  </a:lnTo>
                  <a:lnTo>
                    <a:pt x="13563" y="90792"/>
                  </a:lnTo>
                  <a:lnTo>
                    <a:pt x="13563" y="60833"/>
                  </a:lnTo>
                  <a:lnTo>
                    <a:pt x="83947" y="60833"/>
                  </a:lnTo>
                  <a:lnTo>
                    <a:pt x="83947" y="11404"/>
                  </a:lnTo>
                  <a:lnTo>
                    <a:pt x="0" y="11404"/>
                  </a:lnTo>
                  <a:lnTo>
                    <a:pt x="0" y="22580"/>
                  </a:lnTo>
                  <a:lnTo>
                    <a:pt x="70891" y="22580"/>
                  </a:lnTo>
                  <a:lnTo>
                    <a:pt x="70891" y="50012"/>
                  </a:lnTo>
                  <a:lnTo>
                    <a:pt x="520" y="50012"/>
                  </a:lnTo>
                  <a:lnTo>
                    <a:pt x="520" y="102133"/>
                  </a:lnTo>
                  <a:lnTo>
                    <a:pt x="14681" y="102133"/>
                  </a:lnTo>
                  <a:lnTo>
                    <a:pt x="38506" y="101866"/>
                  </a:lnTo>
                  <a:lnTo>
                    <a:pt x="60502" y="100901"/>
                  </a:lnTo>
                  <a:lnTo>
                    <a:pt x="82016" y="99009"/>
                  </a:lnTo>
                  <a:lnTo>
                    <a:pt x="104368" y="95935"/>
                  </a:lnTo>
                  <a:close/>
                </a:path>
                <a:path w="523875" h="186689">
                  <a:moveTo>
                    <a:pt x="136575" y="123367"/>
                  </a:moveTo>
                  <a:lnTo>
                    <a:pt x="15875" y="123367"/>
                  </a:lnTo>
                  <a:lnTo>
                    <a:pt x="15875" y="134556"/>
                  </a:lnTo>
                  <a:lnTo>
                    <a:pt x="123228" y="134556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67"/>
                  </a:lnTo>
                  <a:close/>
                </a:path>
                <a:path w="523875" h="186689">
                  <a:moveTo>
                    <a:pt x="165430" y="31229"/>
                  </a:moveTo>
                  <a:lnTo>
                    <a:pt x="136575" y="31229"/>
                  </a:lnTo>
                  <a:lnTo>
                    <a:pt x="136575" y="215"/>
                  </a:lnTo>
                  <a:lnTo>
                    <a:pt x="123228" y="215"/>
                  </a:lnTo>
                  <a:lnTo>
                    <a:pt x="123228" y="113233"/>
                  </a:lnTo>
                  <a:lnTo>
                    <a:pt x="136575" y="113233"/>
                  </a:lnTo>
                  <a:lnTo>
                    <a:pt x="136575" y="81254"/>
                  </a:lnTo>
                  <a:lnTo>
                    <a:pt x="165430" y="81254"/>
                  </a:lnTo>
                  <a:lnTo>
                    <a:pt x="165430" y="69850"/>
                  </a:lnTo>
                  <a:lnTo>
                    <a:pt x="136575" y="69850"/>
                  </a:lnTo>
                  <a:lnTo>
                    <a:pt x="136575" y="42341"/>
                  </a:lnTo>
                  <a:lnTo>
                    <a:pt x="165430" y="42341"/>
                  </a:lnTo>
                  <a:lnTo>
                    <a:pt x="165430" y="31229"/>
                  </a:lnTo>
                  <a:close/>
                </a:path>
                <a:path w="523875" h="186689">
                  <a:moveTo>
                    <a:pt x="278892" y="101079"/>
                  </a:moveTo>
                  <a:lnTo>
                    <a:pt x="275475" y="84023"/>
                  </a:lnTo>
                  <a:lnTo>
                    <a:pt x="266217" y="70777"/>
                  </a:lnTo>
                  <a:lnTo>
                    <a:pt x="266217" y="101079"/>
                  </a:lnTo>
                  <a:lnTo>
                    <a:pt x="263715" y="113347"/>
                  </a:lnTo>
                  <a:lnTo>
                    <a:pt x="256984" y="123088"/>
                  </a:lnTo>
                  <a:lnTo>
                    <a:pt x="246786" y="129489"/>
                  </a:lnTo>
                  <a:lnTo>
                    <a:pt x="233934" y="131724"/>
                  </a:lnTo>
                  <a:lnTo>
                    <a:pt x="220980" y="129489"/>
                  </a:lnTo>
                  <a:lnTo>
                    <a:pt x="210718" y="123088"/>
                  </a:lnTo>
                  <a:lnTo>
                    <a:pt x="204000" y="113347"/>
                  </a:lnTo>
                  <a:lnTo>
                    <a:pt x="201650" y="101079"/>
                  </a:lnTo>
                  <a:lnTo>
                    <a:pt x="204000" y="88811"/>
                  </a:lnTo>
                  <a:lnTo>
                    <a:pt x="210718" y="79019"/>
                  </a:lnTo>
                  <a:lnTo>
                    <a:pt x="220980" y="72529"/>
                  </a:lnTo>
                  <a:lnTo>
                    <a:pt x="233934" y="70142"/>
                  </a:lnTo>
                  <a:lnTo>
                    <a:pt x="246786" y="72529"/>
                  </a:lnTo>
                  <a:lnTo>
                    <a:pt x="256984" y="79019"/>
                  </a:lnTo>
                  <a:lnTo>
                    <a:pt x="263715" y="88811"/>
                  </a:lnTo>
                  <a:lnTo>
                    <a:pt x="266217" y="101079"/>
                  </a:lnTo>
                  <a:lnTo>
                    <a:pt x="266217" y="70777"/>
                  </a:lnTo>
                  <a:lnTo>
                    <a:pt x="265290" y="70142"/>
                  </a:lnTo>
                  <a:lnTo>
                    <a:pt x="251942" y="61963"/>
                  </a:lnTo>
                  <a:lnTo>
                    <a:pt x="233934" y="58813"/>
                  </a:lnTo>
                  <a:lnTo>
                    <a:pt x="215849" y="61963"/>
                  </a:lnTo>
                  <a:lnTo>
                    <a:pt x="201587" y="70662"/>
                  </a:lnTo>
                  <a:lnTo>
                    <a:pt x="192265" y="84023"/>
                  </a:lnTo>
                  <a:lnTo>
                    <a:pt x="188976" y="101079"/>
                  </a:lnTo>
                  <a:lnTo>
                    <a:pt x="192265" y="118198"/>
                  </a:lnTo>
                  <a:lnTo>
                    <a:pt x="201587" y="131508"/>
                  </a:lnTo>
                  <a:lnTo>
                    <a:pt x="215849" y="140131"/>
                  </a:lnTo>
                  <a:lnTo>
                    <a:pt x="233934" y="143205"/>
                  </a:lnTo>
                  <a:lnTo>
                    <a:pt x="251942" y="140131"/>
                  </a:lnTo>
                  <a:lnTo>
                    <a:pt x="265785" y="131724"/>
                  </a:lnTo>
                  <a:lnTo>
                    <a:pt x="266141" y="131508"/>
                  </a:lnTo>
                  <a:lnTo>
                    <a:pt x="275475" y="118198"/>
                  </a:lnTo>
                  <a:lnTo>
                    <a:pt x="278892" y="101079"/>
                  </a:lnTo>
                  <a:close/>
                </a:path>
                <a:path w="523875" h="186689">
                  <a:moveTo>
                    <a:pt x="288505" y="30556"/>
                  </a:moveTo>
                  <a:lnTo>
                    <a:pt x="240271" y="30556"/>
                  </a:lnTo>
                  <a:lnTo>
                    <a:pt x="240271" y="2006"/>
                  </a:lnTo>
                  <a:lnTo>
                    <a:pt x="226999" y="2006"/>
                  </a:lnTo>
                  <a:lnTo>
                    <a:pt x="226999" y="30556"/>
                  </a:lnTo>
                  <a:lnTo>
                    <a:pt x="177355" y="30556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56"/>
                  </a:lnTo>
                  <a:close/>
                </a:path>
                <a:path w="523875" h="186689">
                  <a:moveTo>
                    <a:pt x="353733" y="77901"/>
                  </a:moveTo>
                  <a:lnTo>
                    <a:pt x="321525" y="77901"/>
                  </a:lnTo>
                  <a:lnTo>
                    <a:pt x="321525" y="0"/>
                  </a:lnTo>
                  <a:lnTo>
                    <a:pt x="308330" y="0"/>
                  </a:lnTo>
                  <a:lnTo>
                    <a:pt x="308330" y="186067"/>
                  </a:lnTo>
                  <a:lnTo>
                    <a:pt x="321525" y="186067"/>
                  </a:lnTo>
                  <a:lnTo>
                    <a:pt x="321525" y="89154"/>
                  </a:lnTo>
                  <a:lnTo>
                    <a:pt x="353733" y="89154"/>
                  </a:lnTo>
                  <a:lnTo>
                    <a:pt x="353733" y="77901"/>
                  </a:lnTo>
                  <a:close/>
                </a:path>
                <a:path w="523875" h="186689">
                  <a:moveTo>
                    <a:pt x="484720" y="5283"/>
                  </a:moveTo>
                  <a:lnTo>
                    <a:pt x="471970" y="5283"/>
                  </a:lnTo>
                  <a:lnTo>
                    <a:pt x="471970" y="77825"/>
                  </a:lnTo>
                  <a:lnTo>
                    <a:pt x="434619" y="77825"/>
                  </a:lnTo>
                  <a:lnTo>
                    <a:pt x="439229" y="64884"/>
                  </a:lnTo>
                  <a:lnTo>
                    <a:pt x="442468" y="51587"/>
                  </a:lnTo>
                  <a:lnTo>
                    <a:pt x="444398" y="38011"/>
                  </a:lnTo>
                  <a:lnTo>
                    <a:pt x="445058" y="24218"/>
                  </a:lnTo>
                  <a:lnTo>
                    <a:pt x="373265" y="24218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27"/>
                  </a:lnTo>
                  <a:lnTo>
                    <a:pt x="413308" y="91186"/>
                  </a:lnTo>
                  <a:lnTo>
                    <a:pt x="393331" y="115125"/>
                  </a:lnTo>
                  <a:lnTo>
                    <a:pt x="366039" y="135521"/>
                  </a:lnTo>
                  <a:lnTo>
                    <a:pt x="373938" y="145288"/>
                  </a:lnTo>
                  <a:lnTo>
                    <a:pt x="391922" y="133045"/>
                  </a:lnTo>
                  <a:lnTo>
                    <a:pt x="407098" y="119443"/>
                  </a:lnTo>
                  <a:lnTo>
                    <a:pt x="419595" y="104635"/>
                  </a:lnTo>
                  <a:lnTo>
                    <a:pt x="429475" y="88785"/>
                  </a:lnTo>
                  <a:lnTo>
                    <a:pt x="471970" y="88785"/>
                  </a:lnTo>
                  <a:lnTo>
                    <a:pt x="471970" y="176149"/>
                  </a:lnTo>
                  <a:lnTo>
                    <a:pt x="484720" y="176149"/>
                  </a:lnTo>
                  <a:lnTo>
                    <a:pt x="484720" y="88785"/>
                  </a:lnTo>
                  <a:lnTo>
                    <a:pt x="484720" y="77825"/>
                  </a:lnTo>
                  <a:lnTo>
                    <a:pt x="484720" y="5283"/>
                  </a:lnTo>
                  <a:close/>
                </a:path>
                <a:path w="523875" h="186689">
                  <a:moveTo>
                    <a:pt x="523633" y="0"/>
                  </a:moveTo>
                  <a:lnTo>
                    <a:pt x="510882" y="0"/>
                  </a:lnTo>
                  <a:lnTo>
                    <a:pt x="510882" y="186067"/>
                  </a:lnTo>
                  <a:lnTo>
                    <a:pt x="523633" y="186067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2" name="object 292" descr=""/>
          <p:cNvGrpSpPr/>
          <p:nvPr/>
        </p:nvGrpSpPr>
        <p:grpSpPr>
          <a:xfrm>
            <a:off x="15255178" y="4654983"/>
            <a:ext cx="335280" cy="186690"/>
            <a:chOff x="15255178" y="4654983"/>
            <a:chExt cx="335280" cy="186690"/>
          </a:xfrm>
        </p:grpSpPr>
        <p:pic>
          <p:nvPicPr>
            <p:cNvPr id="293" name="object 29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255178" y="4654983"/>
              <a:ext cx="148203" cy="183391"/>
            </a:xfrm>
            <a:prstGeom prst="rect">
              <a:avLst/>
            </a:prstGeom>
          </p:spPr>
        </p:pic>
        <p:pic>
          <p:nvPicPr>
            <p:cNvPr id="294" name="object 294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5444832" y="4655206"/>
              <a:ext cx="145594" cy="186224"/>
            </a:xfrm>
            <a:prstGeom prst="rect">
              <a:avLst/>
            </a:prstGeom>
          </p:spPr>
        </p:pic>
      </p:grpSp>
      <p:grpSp>
        <p:nvGrpSpPr>
          <p:cNvPr id="295" name="object 295" descr=""/>
          <p:cNvGrpSpPr/>
          <p:nvPr/>
        </p:nvGrpSpPr>
        <p:grpSpPr>
          <a:xfrm>
            <a:off x="15674714" y="4654983"/>
            <a:ext cx="591185" cy="186690"/>
            <a:chOff x="15674714" y="4654983"/>
            <a:chExt cx="591185" cy="186690"/>
          </a:xfrm>
        </p:grpSpPr>
        <p:pic>
          <p:nvPicPr>
            <p:cNvPr id="296" name="object 296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5674714" y="4654983"/>
              <a:ext cx="346579" cy="186074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6049101" y="4667582"/>
              <a:ext cx="170345" cy="148800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16242704" y="4803187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9" name="object 299" descr=""/>
          <p:cNvGrpSpPr/>
          <p:nvPr/>
        </p:nvGrpSpPr>
        <p:grpSpPr>
          <a:xfrm>
            <a:off x="16340721" y="4654983"/>
            <a:ext cx="719455" cy="186690"/>
            <a:chOff x="16340721" y="4654983"/>
            <a:chExt cx="719455" cy="186690"/>
          </a:xfrm>
        </p:grpSpPr>
        <p:pic>
          <p:nvPicPr>
            <p:cNvPr id="300" name="object 300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6340721" y="4654983"/>
              <a:ext cx="345088" cy="186298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715332" y="4654983"/>
              <a:ext cx="152080" cy="186074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6905507" y="4655206"/>
              <a:ext cx="154241" cy="181378"/>
            </a:xfrm>
            <a:prstGeom prst="rect">
              <a:avLst/>
            </a:prstGeom>
          </p:spPr>
        </p:pic>
      </p:grpSp>
      <p:grpSp>
        <p:nvGrpSpPr>
          <p:cNvPr id="303" name="object 303" descr=""/>
          <p:cNvGrpSpPr/>
          <p:nvPr/>
        </p:nvGrpSpPr>
        <p:grpSpPr>
          <a:xfrm>
            <a:off x="9558406" y="5021993"/>
            <a:ext cx="337185" cy="186690"/>
            <a:chOff x="9558406" y="5021993"/>
            <a:chExt cx="337185" cy="186690"/>
          </a:xfrm>
        </p:grpSpPr>
        <p:pic>
          <p:nvPicPr>
            <p:cNvPr id="304" name="object 304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9558406" y="5021993"/>
              <a:ext cx="156255" cy="186074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9741946" y="5021993"/>
              <a:ext cx="153124" cy="186298"/>
            </a:xfrm>
            <a:prstGeom prst="rect">
              <a:avLst/>
            </a:prstGeom>
          </p:spPr>
        </p:pic>
      </p:grpSp>
      <p:sp>
        <p:nvSpPr>
          <p:cNvPr id="306" name="object 306" descr=""/>
          <p:cNvSpPr/>
          <p:nvPr/>
        </p:nvSpPr>
        <p:spPr>
          <a:xfrm>
            <a:off x="9928835" y="502792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72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72"/>
                </a:lnTo>
                <a:lnTo>
                  <a:pt x="134785" y="10172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10">
                <a:moveTo>
                  <a:pt x="170345" y="81521"/>
                </a:moveTo>
                <a:lnTo>
                  <a:pt x="0" y="81521"/>
                </a:lnTo>
                <a:lnTo>
                  <a:pt x="0" y="92252"/>
                </a:lnTo>
                <a:lnTo>
                  <a:pt x="170345" y="92252"/>
                </a:lnTo>
                <a:lnTo>
                  <a:pt x="170345" y="815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 descr=""/>
          <p:cNvSpPr/>
          <p:nvPr/>
        </p:nvSpPr>
        <p:spPr>
          <a:xfrm>
            <a:off x="9949713" y="513714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8" name="object 308" descr=""/>
          <p:cNvGrpSpPr/>
          <p:nvPr/>
        </p:nvGrpSpPr>
        <p:grpSpPr>
          <a:xfrm>
            <a:off x="10175083" y="5021993"/>
            <a:ext cx="523875" cy="186690"/>
            <a:chOff x="10175083" y="5021993"/>
            <a:chExt cx="523875" cy="186690"/>
          </a:xfrm>
        </p:grpSpPr>
        <p:pic>
          <p:nvPicPr>
            <p:cNvPr id="309" name="object 309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0175083" y="5021993"/>
              <a:ext cx="145148" cy="186298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0354300" y="5021993"/>
              <a:ext cx="344417" cy="186074"/>
            </a:xfrm>
            <a:prstGeom prst="rect">
              <a:avLst/>
            </a:prstGeom>
          </p:spPr>
        </p:pic>
      </p:grpSp>
      <p:grpSp>
        <p:nvGrpSpPr>
          <p:cNvPr id="311" name="object 311" descr=""/>
          <p:cNvGrpSpPr/>
          <p:nvPr/>
        </p:nvGrpSpPr>
        <p:grpSpPr>
          <a:xfrm>
            <a:off x="10779908" y="5021993"/>
            <a:ext cx="548640" cy="186690"/>
            <a:chOff x="10779908" y="5021993"/>
            <a:chExt cx="548640" cy="186690"/>
          </a:xfrm>
        </p:grpSpPr>
        <p:pic>
          <p:nvPicPr>
            <p:cNvPr id="312" name="object 312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0779908" y="5021993"/>
              <a:ext cx="160579" cy="183391"/>
            </a:xfrm>
            <a:prstGeom prst="rect">
              <a:avLst/>
            </a:prstGeom>
          </p:spPr>
        </p:pic>
        <p:pic>
          <p:nvPicPr>
            <p:cNvPr id="313" name="object 313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0975377" y="5021993"/>
              <a:ext cx="144849" cy="185478"/>
            </a:xfrm>
            <a:prstGeom prst="rect">
              <a:avLst/>
            </a:prstGeom>
          </p:spPr>
        </p:pic>
        <p:pic>
          <p:nvPicPr>
            <p:cNvPr id="314" name="object 314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1151909" y="5021993"/>
              <a:ext cx="176383" cy="186074"/>
            </a:xfrm>
            <a:prstGeom prst="rect">
              <a:avLst/>
            </a:prstGeom>
          </p:spPr>
        </p:pic>
      </p:grpSp>
      <p:sp>
        <p:nvSpPr>
          <p:cNvPr id="315" name="object 315" descr=""/>
          <p:cNvSpPr/>
          <p:nvPr/>
        </p:nvSpPr>
        <p:spPr>
          <a:xfrm>
            <a:off x="11348708" y="5022227"/>
            <a:ext cx="149225" cy="180975"/>
          </a:xfrm>
          <a:custGeom>
            <a:avLst/>
            <a:gdLst/>
            <a:ahLst/>
            <a:cxnLst/>
            <a:rect l="l" t="t" r="r" b="b"/>
            <a:pathLst>
              <a:path w="149225" h="180975">
                <a:moveTo>
                  <a:pt x="144259" y="84912"/>
                </a:moveTo>
                <a:lnTo>
                  <a:pt x="130911" y="84912"/>
                </a:lnTo>
                <a:lnTo>
                  <a:pt x="130911" y="135826"/>
                </a:lnTo>
                <a:lnTo>
                  <a:pt x="144259" y="135826"/>
                </a:lnTo>
                <a:lnTo>
                  <a:pt x="144259" y="84912"/>
                </a:lnTo>
                <a:close/>
              </a:path>
              <a:path w="149225" h="180975">
                <a:moveTo>
                  <a:pt x="144259" y="0"/>
                </a:moveTo>
                <a:lnTo>
                  <a:pt x="130911" y="0"/>
                </a:lnTo>
                <a:lnTo>
                  <a:pt x="130911" y="33642"/>
                </a:lnTo>
                <a:lnTo>
                  <a:pt x="84315" y="33642"/>
                </a:lnTo>
                <a:lnTo>
                  <a:pt x="84315" y="27292"/>
                </a:lnTo>
                <a:lnTo>
                  <a:pt x="84315" y="15875"/>
                </a:lnTo>
                <a:lnTo>
                  <a:pt x="71272" y="15875"/>
                </a:lnTo>
                <a:lnTo>
                  <a:pt x="71272" y="90792"/>
                </a:lnTo>
                <a:lnTo>
                  <a:pt x="13055" y="90792"/>
                </a:lnTo>
                <a:lnTo>
                  <a:pt x="13055" y="27292"/>
                </a:lnTo>
                <a:lnTo>
                  <a:pt x="71272" y="27292"/>
                </a:lnTo>
                <a:lnTo>
                  <a:pt x="71272" y="15875"/>
                </a:lnTo>
                <a:lnTo>
                  <a:pt x="0" y="15875"/>
                </a:lnTo>
                <a:lnTo>
                  <a:pt x="0" y="27292"/>
                </a:lnTo>
                <a:lnTo>
                  <a:pt x="0" y="90792"/>
                </a:lnTo>
                <a:lnTo>
                  <a:pt x="0" y="102222"/>
                </a:lnTo>
                <a:lnTo>
                  <a:pt x="84315" y="102222"/>
                </a:lnTo>
                <a:lnTo>
                  <a:pt x="84315" y="90792"/>
                </a:lnTo>
                <a:lnTo>
                  <a:pt x="84315" y="84442"/>
                </a:lnTo>
                <a:lnTo>
                  <a:pt x="144259" y="84442"/>
                </a:lnTo>
                <a:lnTo>
                  <a:pt x="144259" y="73507"/>
                </a:lnTo>
                <a:lnTo>
                  <a:pt x="144259" y="73025"/>
                </a:lnTo>
                <a:lnTo>
                  <a:pt x="144259" y="45250"/>
                </a:lnTo>
                <a:lnTo>
                  <a:pt x="130911" y="45250"/>
                </a:lnTo>
                <a:lnTo>
                  <a:pt x="130911" y="73025"/>
                </a:lnTo>
                <a:lnTo>
                  <a:pt x="84315" y="73025"/>
                </a:lnTo>
                <a:lnTo>
                  <a:pt x="84315" y="45072"/>
                </a:lnTo>
                <a:lnTo>
                  <a:pt x="144259" y="45072"/>
                </a:lnTo>
                <a:lnTo>
                  <a:pt x="144259" y="33845"/>
                </a:lnTo>
                <a:lnTo>
                  <a:pt x="144259" y="33642"/>
                </a:lnTo>
                <a:lnTo>
                  <a:pt x="144259" y="0"/>
                </a:lnTo>
                <a:close/>
              </a:path>
              <a:path w="149225" h="180975">
                <a:moveTo>
                  <a:pt x="148729" y="169545"/>
                </a:moveTo>
                <a:lnTo>
                  <a:pt x="38468" y="169545"/>
                </a:lnTo>
                <a:lnTo>
                  <a:pt x="38468" y="123812"/>
                </a:lnTo>
                <a:lnTo>
                  <a:pt x="25133" y="123812"/>
                </a:lnTo>
                <a:lnTo>
                  <a:pt x="25133" y="169545"/>
                </a:lnTo>
                <a:lnTo>
                  <a:pt x="25133" y="180962"/>
                </a:lnTo>
                <a:lnTo>
                  <a:pt x="148729" y="180962"/>
                </a:lnTo>
                <a:lnTo>
                  <a:pt x="148729" y="1695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6" name="object 316" descr=""/>
          <p:cNvGrpSpPr/>
          <p:nvPr/>
        </p:nvGrpSpPr>
        <p:grpSpPr>
          <a:xfrm>
            <a:off x="11577774" y="5021993"/>
            <a:ext cx="776605" cy="187325"/>
            <a:chOff x="11577774" y="5021993"/>
            <a:chExt cx="776605" cy="187325"/>
          </a:xfrm>
        </p:grpSpPr>
        <p:pic>
          <p:nvPicPr>
            <p:cNvPr id="317" name="object 317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1577774" y="5024080"/>
              <a:ext cx="356494" cy="185180"/>
            </a:xfrm>
            <a:prstGeom prst="rect">
              <a:avLst/>
            </a:prstGeom>
          </p:spPr>
        </p:pic>
        <p:pic>
          <p:nvPicPr>
            <p:cNvPr id="318" name="object 318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1964163" y="5021993"/>
              <a:ext cx="139555" cy="186074"/>
            </a:xfrm>
            <a:prstGeom prst="rect">
              <a:avLst/>
            </a:prstGeom>
          </p:spPr>
        </p:pic>
        <p:pic>
          <p:nvPicPr>
            <p:cNvPr id="319" name="object 319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2146510" y="5021993"/>
              <a:ext cx="207842" cy="186298"/>
            </a:xfrm>
            <a:prstGeom prst="rect">
              <a:avLst/>
            </a:prstGeom>
          </p:spPr>
        </p:pic>
      </p:grpSp>
      <p:grpSp>
        <p:nvGrpSpPr>
          <p:cNvPr id="320" name="object 320" descr=""/>
          <p:cNvGrpSpPr/>
          <p:nvPr/>
        </p:nvGrpSpPr>
        <p:grpSpPr>
          <a:xfrm>
            <a:off x="12426836" y="5021993"/>
            <a:ext cx="527685" cy="186690"/>
            <a:chOff x="12426836" y="5021993"/>
            <a:chExt cx="527685" cy="186690"/>
          </a:xfrm>
        </p:grpSpPr>
        <p:pic>
          <p:nvPicPr>
            <p:cNvPr id="321" name="object 321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2426836" y="5021993"/>
              <a:ext cx="348368" cy="186074"/>
            </a:xfrm>
            <a:prstGeom prst="rect">
              <a:avLst/>
            </a:prstGeom>
          </p:spPr>
        </p:pic>
        <p:pic>
          <p:nvPicPr>
            <p:cNvPr id="322" name="object 322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2803980" y="5021993"/>
              <a:ext cx="150290" cy="186298"/>
            </a:xfrm>
            <a:prstGeom prst="rect">
              <a:avLst/>
            </a:prstGeom>
          </p:spPr>
        </p:pic>
      </p:grpSp>
      <p:grpSp>
        <p:nvGrpSpPr>
          <p:cNvPr id="323" name="object 323" descr=""/>
          <p:cNvGrpSpPr/>
          <p:nvPr/>
        </p:nvGrpSpPr>
        <p:grpSpPr>
          <a:xfrm>
            <a:off x="13044706" y="5021993"/>
            <a:ext cx="529590" cy="186690"/>
            <a:chOff x="13044706" y="5021993"/>
            <a:chExt cx="529590" cy="186690"/>
          </a:xfrm>
        </p:grpSpPr>
        <p:pic>
          <p:nvPicPr>
            <p:cNvPr id="324" name="object 324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3044706" y="5021993"/>
              <a:ext cx="150142" cy="186074"/>
            </a:xfrm>
            <a:prstGeom prst="rect">
              <a:avLst/>
            </a:prstGeom>
          </p:spPr>
        </p:pic>
        <p:pic>
          <p:nvPicPr>
            <p:cNvPr id="325" name="object 325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3236446" y="5021993"/>
              <a:ext cx="337260" cy="186074"/>
            </a:xfrm>
            <a:prstGeom prst="rect">
              <a:avLst/>
            </a:prstGeom>
          </p:spPr>
        </p:pic>
      </p:grpSp>
      <p:grpSp>
        <p:nvGrpSpPr>
          <p:cNvPr id="326" name="object 326" descr=""/>
          <p:cNvGrpSpPr/>
          <p:nvPr/>
        </p:nvGrpSpPr>
        <p:grpSpPr>
          <a:xfrm>
            <a:off x="13660787" y="5021993"/>
            <a:ext cx="353060" cy="186690"/>
            <a:chOff x="13660787" y="5021993"/>
            <a:chExt cx="353060" cy="186690"/>
          </a:xfrm>
        </p:grpSpPr>
        <p:pic>
          <p:nvPicPr>
            <p:cNvPr id="327" name="object 327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3660787" y="5021993"/>
              <a:ext cx="151111" cy="186074"/>
            </a:xfrm>
            <a:prstGeom prst="rect">
              <a:avLst/>
            </a:prstGeom>
          </p:spPr>
        </p:pic>
        <p:pic>
          <p:nvPicPr>
            <p:cNvPr id="328" name="object 328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3840824" y="5022217"/>
              <a:ext cx="172954" cy="181378"/>
            </a:xfrm>
            <a:prstGeom prst="rect">
              <a:avLst/>
            </a:prstGeom>
          </p:spPr>
        </p:pic>
      </p:grpSp>
      <p:grpSp>
        <p:nvGrpSpPr>
          <p:cNvPr id="329" name="object 329" descr=""/>
          <p:cNvGrpSpPr/>
          <p:nvPr/>
        </p:nvGrpSpPr>
        <p:grpSpPr>
          <a:xfrm>
            <a:off x="14088747" y="5021993"/>
            <a:ext cx="533400" cy="186690"/>
            <a:chOff x="14088747" y="5021993"/>
            <a:chExt cx="533400" cy="186690"/>
          </a:xfrm>
        </p:grpSpPr>
        <p:pic>
          <p:nvPicPr>
            <p:cNvPr id="330" name="object 330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4088747" y="5021993"/>
              <a:ext cx="148353" cy="186074"/>
            </a:xfrm>
            <a:prstGeom prst="rect">
              <a:avLst/>
            </a:prstGeom>
          </p:spPr>
        </p:pic>
        <p:pic>
          <p:nvPicPr>
            <p:cNvPr id="331" name="object 331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4265504" y="5025422"/>
              <a:ext cx="356195" cy="182123"/>
            </a:xfrm>
            <a:prstGeom prst="rect">
              <a:avLst/>
            </a:prstGeom>
          </p:spPr>
        </p:pic>
      </p:grpSp>
      <p:grpSp>
        <p:nvGrpSpPr>
          <p:cNvPr id="332" name="object 332" descr=""/>
          <p:cNvGrpSpPr/>
          <p:nvPr/>
        </p:nvGrpSpPr>
        <p:grpSpPr>
          <a:xfrm>
            <a:off x="14695436" y="5021993"/>
            <a:ext cx="526415" cy="186690"/>
            <a:chOff x="14695436" y="5021993"/>
            <a:chExt cx="526415" cy="186690"/>
          </a:xfrm>
        </p:grpSpPr>
        <p:pic>
          <p:nvPicPr>
            <p:cNvPr id="333" name="object 33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695436" y="5021993"/>
              <a:ext cx="148203" cy="183391"/>
            </a:xfrm>
            <a:prstGeom prst="rect">
              <a:avLst/>
            </a:prstGeom>
          </p:spPr>
        </p:pic>
        <p:pic>
          <p:nvPicPr>
            <p:cNvPr id="334" name="object 334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4885089" y="5022217"/>
              <a:ext cx="145594" cy="186224"/>
            </a:xfrm>
            <a:prstGeom prst="rect">
              <a:avLst/>
            </a:prstGeom>
          </p:spPr>
        </p:pic>
        <p:pic>
          <p:nvPicPr>
            <p:cNvPr id="335" name="object 335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5063560" y="5021993"/>
              <a:ext cx="158193" cy="186074"/>
            </a:xfrm>
            <a:prstGeom prst="rect">
              <a:avLst/>
            </a:prstGeom>
          </p:spPr>
        </p:pic>
      </p:grpSp>
      <p:grpSp>
        <p:nvGrpSpPr>
          <p:cNvPr id="336" name="object 336" descr=""/>
          <p:cNvGrpSpPr/>
          <p:nvPr/>
        </p:nvGrpSpPr>
        <p:grpSpPr>
          <a:xfrm>
            <a:off x="15302647" y="5021993"/>
            <a:ext cx="589915" cy="186690"/>
            <a:chOff x="15302647" y="5021993"/>
            <a:chExt cx="589915" cy="186690"/>
          </a:xfrm>
        </p:grpSpPr>
        <p:pic>
          <p:nvPicPr>
            <p:cNvPr id="337" name="object 337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5302647" y="5021993"/>
              <a:ext cx="345535" cy="186074"/>
            </a:xfrm>
            <a:prstGeom prst="rect">
              <a:avLst/>
            </a:prstGeom>
          </p:spPr>
        </p:pic>
        <p:pic>
          <p:nvPicPr>
            <p:cNvPr id="338" name="object 33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5675989" y="5034592"/>
              <a:ext cx="170345" cy="148800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15869593" y="5170197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40507" y="1764750"/>
            <a:ext cx="367030" cy="425450"/>
          </a:xfrm>
          <a:custGeom>
            <a:avLst/>
            <a:gdLst/>
            <a:ahLst/>
            <a:cxnLst/>
            <a:rect l="l" t="t" r="r" b="b"/>
            <a:pathLst>
              <a:path w="367029" h="425450">
                <a:moveTo>
                  <a:pt x="366606" y="157474"/>
                </a:moveTo>
                <a:lnTo>
                  <a:pt x="316781" y="157474"/>
                </a:lnTo>
                <a:lnTo>
                  <a:pt x="316781" y="265622"/>
                </a:lnTo>
                <a:lnTo>
                  <a:pt x="366606" y="265622"/>
                </a:lnTo>
                <a:lnTo>
                  <a:pt x="366606" y="157474"/>
                </a:lnTo>
                <a:close/>
              </a:path>
              <a:path w="367029" h="425450">
                <a:moveTo>
                  <a:pt x="276454" y="6999"/>
                </a:moveTo>
                <a:lnTo>
                  <a:pt x="226796" y="6999"/>
                </a:lnTo>
                <a:lnTo>
                  <a:pt x="226796" y="263122"/>
                </a:lnTo>
                <a:lnTo>
                  <a:pt x="276454" y="263122"/>
                </a:lnTo>
                <a:lnTo>
                  <a:pt x="276454" y="157474"/>
                </a:lnTo>
                <a:lnTo>
                  <a:pt x="366606" y="157474"/>
                </a:lnTo>
                <a:lnTo>
                  <a:pt x="366606" y="114814"/>
                </a:lnTo>
                <a:lnTo>
                  <a:pt x="276454" y="114814"/>
                </a:lnTo>
                <a:lnTo>
                  <a:pt x="276454" y="6999"/>
                </a:lnTo>
                <a:close/>
              </a:path>
              <a:path w="367029" h="425450">
                <a:moveTo>
                  <a:pt x="366606" y="0"/>
                </a:moveTo>
                <a:lnTo>
                  <a:pt x="316781" y="0"/>
                </a:lnTo>
                <a:lnTo>
                  <a:pt x="316781" y="114814"/>
                </a:lnTo>
                <a:lnTo>
                  <a:pt x="366606" y="114814"/>
                </a:lnTo>
                <a:lnTo>
                  <a:pt x="366606" y="0"/>
                </a:lnTo>
                <a:close/>
              </a:path>
              <a:path w="367029" h="425450">
                <a:moveTo>
                  <a:pt x="212131" y="45325"/>
                </a:moveTo>
                <a:lnTo>
                  <a:pt x="0" y="45325"/>
                </a:lnTo>
                <a:lnTo>
                  <a:pt x="0" y="86485"/>
                </a:lnTo>
                <a:lnTo>
                  <a:pt x="212131" y="86485"/>
                </a:lnTo>
                <a:lnTo>
                  <a:pt x="212131" y="45325"/>
                </a:lnTo>
                <a:close/>
              </a:path>
              <a:path w="367029" h="425450">
                <a:moveTo>
                  <a:pt x="132477" y="2333"/>
                </a:moveTo>
                <a:lnTo>
                  <a:pt x="80487" y="2333"/>
                </a:lnTo>
                <a:lnTo>
                  <a:pt x="80487" y="45325"/>
                </a:lnTo>
                <a:lnTo>
                  <a:pt x="132477" y="45325"/>
                </a:lnTo>
                <a:lnTo>
                  <a:pt x="132477" y="2333"/>
                </a:lnTo>
                <a:close/>
              </a:path>
              <a:path w="367029" h="425450">
                <a:moveTo>
                  <a:pt x="106482" y="102316"/>
                </a:moveTo>
                <a:lnTo>
                  <a:pt x="69642" y="107924"/>
                </a:lnTo>
                <a:lnTo>
                  <a:pt x="40597" y="123688"/>
                </a:lnTo>
                <a:lnTo>
                  <a:pt x="21582" y="148012"/>
                </a:lnTo>
                <a:lnTo>
                  <a:pt x="14831" y="179303"/>
                </a:lnTo>
                <a:lnTo>
                  <a:pt x="21582" y="209723"/>
                </a:lnTo>
                <a:lnTo>
                  <a:pt x="40597" y="233440"/>
                </a:lnTo>
                <a:lnTo>
                  <a:pt x="69642" y="248878"/>
                </a:lnTo>
                <a:lnTo>
                  <a:pt x="106482" y="254457"/>
                </a:lnTo>
                <a:lnTo>
                  <a:pt x="143783" y="248878"/>
                </a:lnTo>
                <a:lnTo>
                  <a:pt x="173054" y="233440"/>
                </a:lnTo>
                <a:lnTo>
                  <a:pt x="187567" y="215464"/>
                </a:lnTo>
                <a:lnTo>
                  <a:pt x="106482" y="215464"/>
                </a:lnTo>
                <a:lnTo>
                  <a:pt x="88230" y="212977"/>
                </a:lnTo>
                <a:lnTo>
                  <a:pt x="74071" y="205820"/>
                </a:lnTo>
                <a:lnTo>
                  <a:pt x="64911" y="194444"/>
                </a:lnTo>
                <a:lnTo>
                  <a:pt x="61656" y="179303"/>
                </a:lnTo>
                <a:lnTo>
                  <a:pt x="64911" y="163293"/>
                </a:lnTo>
                <a:lnTo>
                  <a:pt x="74071" y="151453"/>
                </a:lnTo>
                <a:lnTo>
                  <a:pt x="88230" y="144082"/>
                </a:lnTo>
                <a:lnTo>
                  <a:pt x="106482" y="141476"/>
                </a:lnTo>
                <a:lnTo>
                  <a:pt x="187057" y="141476"/>
                </a:lnTo>
                <a:lnTo>
                  <a:pt x="173054" y="123688"/>
                </a:lnTo>
                <a:lnTo>
                  <a:pt x="143783" y="107924"/>
                </a:lnTo>
                <a:lnTo>
                  <a:pt x="106482" y="102316"/>
                </a:lnTo>
                <a:close/>
              </a:path>
              <a:path w="367029" h="425450">
                <a:moveTo>
                  <a:pt x="187057" y="141476"/>
                </a:moveTo>
                <a:lnTo>
                  <a:pt x="106482" y="141476"/>
                </a:lnTo>
                <a:lnTo>
                  <a:pt x="124856" y="144082"/>
                </a:lnTo>
                <a:lnTo>
                  <a:pt x="139122" y="151453"/>
                </a:lnTo>
                <a:lnTo>
                  <a:pt x="148358" y="163293"/>
                </a:lnTo>
                <a:lnTo>
                  <a:pt x="151641" y="179303"/>
                </a:lnTo>
                <a:lnTo>
                  <a:pt x="148358" y="194444"/>
                </a:lnTo>
                <a:lnTo>
                  <a:pt x="139122" y="205820"/>
                </a:lnTo>
                <a:lnTo>
                  <a:pt x="124856" y="212977"/>
                </a:lnTo>
                <a:lnTo>
                  <a:pt x="106482" y="215464"/>
                </a:lnTo>
                <a:lnTo>
                  <a:pt x="187567" y="215464"/>
                </a:lnTo>
                <a:lnTo>
                  <a:pt x="192202" y="209723"/>
                </a:lnTo>
                <a:lnTo>
                  <a:pt x="199133" y="179303"/>
                </a:lnTo>
                <a:lnTo>
                  <a:pt x="192202" y="148012"/>
                </a:lnTo>
                <a:lnTo>
                  <a:pt x="187057" y="141476"/>
                </a:lnTo>
                <a:close/>
              </a:path>
              <a:path w="367029" h="425450">
                <a:moveTo>
                  <a:pt x="366606" y="286952"/>
                </a:moveTo>
                <a:lnTo>
                  <a:pt x="74821" y="286952"/>
                </a:lnTo>
                <a:lnTo>
                  <a:pt x="74821" y="328778"/>
                </a:lnTo>
                <a:lnTo>
                  <a:pt x="314448" y="328778"/>
                </a:lnTo>
                <a:lnTo>
                  <a:pt x="314448" y="425263"/>
                </a:lnTo>
                <a:lnTo>
                  <a:pt x="366606" y="425263"/>
                </a:lnTo>
                <a:lnTo>
                  <a:pt x="366606" y="286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860104" y="1764750"/>
            <a:ext cx="354965" cy="420370"/>
          </a:xfrm>
          <a:custGeom>
            <a:avLst/>
            <a:gdLst/>
            <a:ahLst/>
            <a:cxnLst/>
            <a:rect l="l" t="t" r="r" b="b"/>
            <a:pathLst>
              <a:path w="354964" h="420369">
                <a:moveTo>
                  <a:pt x="354608" y="0"/>
                </a:moveTo>
                <a:lnTo>
                  <a:pt x="302116" y="0"/>
                </a:lnTo>
                <a:lnTo>
                  <a:pt x="302116" y="240793"/>
                </a:lnTo>
                <a:lnTo>
                  <a:pt x="354608" y="240793"/>
                </a:lnTo>
                <a:lnTo>
                  <a:pt x="354608" y="0"/>
                </a:lnTo>
                <a:close/>
              </a:path>
              <a:path w="354964" h="420369">
                <a:moveTo>
                  <a:pt x="158973" y="15830"/>
                </a:moveTo>
                <a:lnTo>
                  <a:pt x="104815" y="15830"/>
                </a:lnTo>
                <a:lnTo>
                  <a:pt x="104815" y="57323"/>
                </a:lnTo>
                <a:lnTo>
                  <a:pt x="98163" y="98801"/>
                </a:lnTo>
                <a:lnTo>
                  <a:pt x="78341" y="136935"/>
                </a:lnTo>
                <a:lnTo>
                  <a:pt x="45552" y="168633"/>
                </a:lnTo>
                <a:lnTo>
                  <a:pt x="0" y="190801"/>
                </a:lnTo>
                <a:lnTo>
                  <a:pt x="25995" y="232128"/>
                </a:lnTo>
                <a:lnTo>
                  <a:pt x="61398" y="216245"/>
                </a:lnTo>
                <a:lnTo>
                  <a:pt x="91005" y="194426"/>
                </a:lnTo>
                <a:lnTo>
                  <a:pt x="114644" y="167545"/>
                </a:lnTo>
                <a:lnTo>
                  <a:pt x="132144" y="136477"/>
                </a:lnTo>
                <a:lnTo>
                  <a:pt x="188860" y="136477"/>
                </a:lnTo>
                <a:lnTo>
                  <a:pt x="185115" y="133019"/>
                </a:lnTo>
                <a:lnTo>
                  <a:pt x="165475" y="97077"/>
                </a:lnTo>
                <a:lnTo>
                  <a:pt x="158973" y="57323"/>
                </a:lnTo>
                <a:lnTo>
                  <a:pt x="158973" y="15830"/>
                </a:lnTo>
                <a:close/>
              </a:path>
              <a:path w="354964" h="420369">
                <a:moveTo>
                  <a:pt x="188860" y="136477"/>
                </a:moveTo>
                <a:lnTo>
                  <a:pt x="132144" y="136477"/>
                </a:lnTo>
                <a:lnTo>
                  <a:pt x="149581" y="165170"/>
                </a:lnTo>
                <a:lnTo>
                  <a:pt x="172783" y="189801"/>
                </a:lnTo>
                <a:lnTo>
                  <a:pt x="201578" y="209684"/>
                </a:lnTo>
                <a:lnTo>
                  <a:pt x="235794" y="224129"/>
                </a:lnTo>
                <a:lnTo>
                  <a:pt x="261622" y="183969"/>
                </a:lnTo>
                <a:lnTo>
                  <a:pt x="217346" y="162775"/>
                </a:lnTo>
                <a:lnTo>
                  <a:pt x="188860" y="136477"/>
                </a:lnTo>
                <a:close/>
              </a:path>
              <a:path w="354964" h="420369">
                <a:moveTo>
                  <a:pt x="354608" y="261956"/>
                </a:moveTo>
                <a:lnTo>
                  <a:pt x="72154" y="261956"/>
                </a:lnTo>
                <a:lnTo>
                  <a:pt x="72154" y="420263"/>
                </a:lnTo>
                <a:lnTo>
                  <a:pt x="354608" y="420263"/>
                </a:lnTo>
                <a:lnTo>
                  <a:pt x="354608" y="377937"/>
                </a:lnTo>
                <a:lnTo>
                  <a:pt x="123812" y="377937"/>
                </a:lnTo>
                <a:lnTo>
                  <a:pt x="123812" y="303616"/>
                </a:lnTo>
                <a:lnTo>
                  <a:pt x="354608" y="303616"/>
                </a:lnTo>
                <a:lnTo>
                  <a:pt x="354608" y="261956"/>
                </a:lnTo>
                <a:close/>
              </a:path>
              <a:path w="354964" h="420369">
                <a:moveTo>
                  <a:pt x="354608" y="303616"/>
                </a:moveTo>
                <a:lnTo>
                  <a:pt x="303283" y="303616"/>
                </a:lnTo>
                <a:lnTo>
                  <a:pt x="303283" y="377937"/>
                </a:lnTo>
                <a:lnTo>
                  <a:pt x="354608" y="377937"/>
                </a:lnTo>
                <a:lnTo>
                  <a:pt x="354608" y="303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423584" y="1803755"/>
            <a:ext cx="323850" cy="219710"/>
          </a:xfrm>
          <a:custGeom>
            <a:avLst/>
            <a:gdLst/>
            <a:ahLst/>
            <a:cxnLst/>
            <a:rect l="l" t="t" r="r" b="b"/>
            <a:pathLst>
              <a:path w="323850" h="219710">
                <a:moveTo>
                  <a:pt x="323621" y="0"/>
                </a:moveTo>
                <a:lnTo>
                  <a:pt x="209473" y="0"/>
                </a:lnTo>
                <a:lnTo>
                  <a:pt x="209473" y="42316"/>
                </a:lnTo>
                <a:lnTo>
                  <a:pt x="209473" y="177800"/>
                </a:lnTo>
                <a:lnTo>
                  <a:pt x="113817" y="177800"/>
                </a:lnTo>
                <a:lnTo>
                  <a:pt x="113817" y="42316"/>
                </a:lnTo>
                <a:lnTo>
                  <a:pt x="209473" y="42316"/>
                </a:lnTo>
                <a:lnTo>
                  <a:pt x="209473" y="0"/>
                </a:lnTo>
                <a:lnTo>
                  <a:pt x="0" y="0"/>
                </a:lnTo>
                <a:lnTo>
                  <a:pt x="0" y="42316"/>
                </a:lnTo>
                <a:lnTo>
                  <a:pt x="61658" y="42316"/>
                </a:lnTo>
                <a:lnTo>
                  <a:pt x="61658" y="177800"/>
                </a:lnTo>
                <a:lnTo>
                  <a:pt x="1333" y="177800"/>
                </a:lnTo>
                <a:lnTo>
                  <a:pt x="1333" y="219456"/>
                </a:lnTo>
                <a:lnTo>
                  <a:pt x="321957" y="219456"/>
                </a:lnTo>
                <a:lnTo>
                  <a:pt x="321957" y="177800"/>
                </a:lnTo>
                <a:lnTo>
                  <a:pt x="261124" y="177800"/>
                </a:lnTo>
                <a:lnTo>
                  <a:pt x="261124" y="42316"/>
                </a:lnTo>
                <a:lnTo>
                  <a:pt x="323621" y="42316"/>
                </a:lnTo>
                <a:lnTo>
                  <a:pt x="323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391757" y="1764423"/>
            <a:ext cx="1198880" cy="426084"/>
          </a:xfrm>
          <a:custGeom>
            <a:avLst/>
            <a:gdLst/>
            <a:ahLst/>
            <a:cxnLst/>
            <a:rect l="l" t="t" r="r" b="b"/>
            <a:pathLst>
              <a:path w="1198879" h="426085">
                <a:moveTo>
                  <a:pt x="389445" y="330606"/>
                </a:moveTo>
                <a:lnTo>
                  <a:pt x="0" y="330606"/>
                </a:lnTo>
                <a:lnTo>
                  <a:pt x="0" y="374434"/>
                </a:lnTo>
                <a:lnTo>
                  <a:pt x="389445" y="374434"/>
                </a:lnTo>
                <a:lnTo>
                  <a:pt x="389445" y="330606"/>
                </a:lnTo>
                <a:close/>
              </a:path>
              <a:path w="1198879" h="426085">
                <a:moveTo>
                  <a:pt x="806704" y="333616"/>
                </a:moveTo>
                <a:lnTo>
                  <a:pt x="637070" y="333616"/>
                </a:lnTo>
                <a:lnTo>
                  <a:pt x="637070" y="263766"/>
                </a:lnTo>
                <a:lnTo>
                  <a:pt x="770382" y="263766"/>
                </a:lnTo>
                <a:lnTo>
                  <a:pt x="770382" y="220586"/>
                </a:lnTo>
                <a:lnTo>
                  <a:pt x="515747" y="220586"/>
                </a:lnTo>
                <a:lnTo>
                  <a:pt x="515747" y="165976"/>
                </a:lnTo>
                <a:lnTo>
                  <a:pt x="760539" y="165976"/>
                </a:lnTo>
                <a:lnTo>
                  <a:pt x="760539" y="124066"/>
                </a:lnTo>
                <a:lnTo>
                  <a:pt x="760539" y="70726"/>
                </a:lnTo>
                <a:lnTo>
                  <a:pt x="760539" y="28816"/>
                </a:lnTo>
                <a:lnTo>
                  <a:pt x="462762" y="28816"/>
                </a:lnTo>
                <a:lnTo>
                  <a:pt x="462762" y="70726"/>
                </a:lnTo>
                <a:lnTo>
                  <a:pt x="708723" y="70726"/>
                </a:lnTo>
                <a:lnTo>
                  <a:pt x="708723" y="124066"/>
                </a:lnTo>
                <a:lnTo>
                  <a:pt x="463423" y="124066"/>
                </a:lnTo>
                <a:lnTo>
                  <a:pt x="463423" y="165976"/>
                </a:lnTo>
                <a:lnTo>
                  <a:pt x="463423" y="220586"/>
                </a:lnTo>
                <a:lnTo>
                  <a:pt x="463423" y="263766"/>
                </a:lnTo>
                <a:lnTo>
                  <a:pt x="585076" y="263766"/>
                </a:lnTo>
                <a:lnTo>
                  <a:pt x="585076" y="333616"/>
                </a:lnTo>
                <a:lnTo>
                  <a:pt x="417271" y="333616"/>
                </a:lnTo>
                <a:lnTo>
                  <a:pt x="417271" y="376796"/>
                </a:lnTo>
                <a:lnTo>
                  <a:pt x="806704" y="376796"/>
                </a:lnTo>
                <a:lnTo>
                  <a:pt x="806704" y="333616"/>
                </a:lnTo>
                <a:close/>
              </a:path>
              <a:path w="1198879" h="426085">
                <a:moveTo>
                  <a:pt x="1045832" y="204635"/>
                </a:moveTo>
                <a:lnTo>
                  <a:pt x="1010373" y="184264"/>
                </a:lnTo>
                <a:lnTo>
                  <a:pt x="997483" y="170141"/>
                </a:lnTo>
                <a:lnTo>
                  <a:pt x="985481" y="156997"/>
                </a:lnTo>
                <a:lnTo>
                  <a:pt x="970826" y="125260"/>
                </a:lnTo>
                <a:lnTo>
                  <a:pt x="966012" y="91478"/>
                </a:lnTo>
                <a:lnTo>
                  <a:pt x="966012" y="74485"/>
                </a:lnTo>
                <a:lnTo>
                  <a:pt x="1033500" y="74485"/>
                </a:lnTo>
                <a:lnTo>
                  <a:pt x="1033500" y="32321"/>
                </a:lnTo>
                <a:lnTo>
                  <a:pt x="843534" y="32321"/>
                </a:lnTo>
                <a:lnTo>
                  <a:pt x="843534" y="74485"/>
                </a:lnTo>
                <a:lnTo>
                  <a:pt x="915187" y="74485"/>
                </a:lnTo>
                <a:lnTo>
                  <a:pt x="915136" y="91478"/>
                </a:lnTo>
                <a:lnTo>
                  <a:pt x="910094" y="127457"/>
                </a:lnTo>
                <a:lnTo>
                  <a:pt x="894600" y="161721"/>
                </a:lnTo>
                <a:lnTo>
                  <a:pt x="868362" y="191122"/>
                </a:lnTo>
                <a:lnTo>
                  <a:pt x="831037" y="212801"/>
                </a:lnTo>
                <a:lnTo>
                  <a:pt x="858697" y="254127"/>
                </a:lnTo>
                <a:lnTo>
                  <a:pt x="886472" y="239217"/>
                </a:lnTo>
                <a:lnTo>
                  <a:pt x="909396" y="219760"/>
                </a:lnTo>
                <a:lnTo>
                  <a:pt x="927633" y="196481"/>
                </a:lnTo>
                <a:lnTo>
                  <a:pt x="941349" y="170141"/>
                </a:lnTo>
                <a:lnTo>
                  <a:pt x="954493" y="193598"/>
                </a:lnTo>
                <a:lnTo>
                  <a:pt x="971765" y="214299"/>
                </a:lnTo>
                <a:lnTo>
                  <a:pt x="993279" y="231622"/>
                </a:lnTo>
                <a:lnTo>
                  <a:pt x="1019175" y="244957"/>
                </a:lnTo>
                <a:lnTo>
                  <a:pt x="1045832" y="204635"/>
                </a:lnTo>
                <a:close/>
              </a:path>
              <a:path w="1198879" h="426085">
                <a:moveTo>
                  <a:pt x="1114818" y="8826"/>
                </a:moveTo>
                <a:lnTo>
                  <a:pt x="1064996" y="8826"/>
                </a:lnTo>
                <a:lnTo>
                  <a:pt x="1064996" y="106654"/>
                </a:lnTo>
                <a:lnTo>
                  <a:pt x="1011669" y="106654"/>
                </a:lnTo>
                <a:lnTo>
                  <a:pt x="1011669" y="149479"/>
                </a:lnTo>
                <a:lnTo>
                  <a:pt x="1064996" y="149479"/>
                </a:lnTo>
                <a:lnTo>
                  <a:pt x="1064996" y="256959"/>
                </a:lnTo>
                <a:lnTo>
                  <a:pt x="1114818" y="256959"/>
                </a:lnTo>
                <a:lnTo>
                  <a:pt x="1114818" y="8826"/>
                </a:lnTo>
                <a:close/>
              </a:path>
              <a:path w="1198879" h="426085">
                <a:moveTo>
                  <a:pt x="1198803" y="276288"/>
                </a:moveTo>
                <a:lnTo>
                  <a:pt x="907021" y="276288"/>
                </a:lnTo>
                <a:lnTo>
                  <a:pt x="907021" y="318274"/>
                </a:lnTo>
                <a:lnTo>
                  <a:pt x="1146644" y="318274"/>
                </a:lnTo>
                <a:lnTo>
                  <a:pt x="1146644" y="425589"/>
                </a:lnTo>
                <a:lnTo>
                  <a:pt x="1198803" y="425589"/>
                </a:lnTo>
                <a:lnTo>
                  <a:pt x="1198803" y="276288"/>
                </a:lnTo>
                <a:close/>
              </a:path>
              <a:path w="1198879" h="426085">
                <a:moveTo>
                  <a:pt x="1198803" y="0"/>
                </a:moveTo>
                <a:lnTo>
                  <a:pt x="1148981" y="0"/>
                </a:lnTo>
                <a:lnTo>
                  <a:pt x="1148981" y="259626"/>
                </a:lnTo>
                <a:lnTo>
                  <a:pt x="1198803" y="259626"/>
                </a:lnTo>
                <a:lnTo>
                  <a:pt x="1198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691044" y="1798319"/>
            <a:ext cx="299085" cy="231140"/>
          </a:xfrm>
          <a:custGeom>
            <a:avLst/>
            <a:gdLst/>
            <a:ahLst/>
            <a:cxnLst/>
            <a:rect l="l" t="t" r="r" b="b"/>
            <a:pathLst>
              <a:path w="299084" h="231139">
                <a:moveTo>
                  <a:pt x="298792" y="189230"/>
                </a:moveTo>
                <a:lnTo>
                  <a:pt x="53162" y="189230"/>
                </a:lnTo>
                <a:lnTo>
                  <a:pt x="53162" y="134620"/>
                </a:lnTo>
                <a:lnTo>
                  <a:pt x="285292" y="134620"/>
                </a:lnTo>
                <a:lnTo>
                  <a:pt x="285292" y="92710"/>
                </a:lnTo>
                <a:lnTo>
                  <a:pt x="53162" y="92710"/>
                </a:lnTo>
                <a:lnTo>
                  <a:pt x="53162" y="41910"/>
                </a:lnTo>
                <a:lnTo>
                  <a:pt x="294957" y="41910"/>
                </a:lnTo>
                <a:lnTo>
                  <a:pt x="294957" y="0"/>
                </a:lnTo>
                <a:lnTo>
                  <a:pt x="0" y="0"/>
                </a:lnTo>
                <a:lnTo>
                  <a:pt x="0" y="41910"/>
                </a:lnTo>
                <a:lnTo>
                  <a:pt x="0" y="92710"/>
                </a:lnTo>
                <a:lnTo>
                  <a:pt x="0" y="134620"/>
                </a:lnTo>
                <a:lnTo>
                  <a:pt x="0" y="189230"/>
                </a:lnTo>
                <a:lnTo>
                  <a:pt x="0" y="231140"/>
                </a:lnTo>
                <a:lnTo>
                  <a:pt x="298792" y="231140"/>
                </a:lnTo>
                <a:lnTo>
                  <a:pt x="298792" y="189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643561" y="2095695"/>
            <a:ext cx="389890" cy="43180"/>
          </a:xfrm>
          <a:custGeom>
            <a:avLst/>
            <a:gdLst/>
            <a:ahLst/>
            <a:cxnLst/>
            <a:rect l="l" t="t" r="r" b="b"/>
            <a:pathLst>
              <a:path w="389890" h="43180">
                <a:moveTo>
                  <a:pt x="389435" y="0"/>
                </a:moveTo>
                <a:lnTo>
                  <a:pt x="0" y="0"/>
                </a:lnTo>
                <a:lnTo>
                  <a:pt x="0" y="42825"/>
                </a:lnTo>
                <a:lnTo>
                  <a:pt x="389435" y="42825"/>
                </a:lnTo>
                <a:lnTo>
                  <a:pt x="38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7005" y="1764416"/>
            <a:ext cx="357505" cy="424815"/>
          </a:xfrm>
          <a:custGeom>
            <a:avLst/>
            <a:gdLst/>
            <a:ahLst/>
            <a:cxnLst/>
            <a:rect l="l" t="t" r="r" b="b"/>
            <a:pathLst>
              <a:path w="357504" h="424814">
                <a:moveTo>
                  <a:pt x="219130" y="306949"/>
                </a:moveTo>
                <a:lnTo>
                  <a:pt x="164140" y="306949"/>
                </a:lnTo>
                <a:lnTo>
                  <a:pt x="151917" y="332323"/>
                </a:lnTo>
                <a:lnTo>
                  <a:pt x="123604" y="355712"/>
                </a:lnTo>
                <a:lnTo>
                  <a:pt x="80856" y="374133"/>
                </a:lnTo>
                <a:lnTo>
                  <a:pt x="25329" y="384603"/>
                </a:lnTo>
                <a:lnTo>
                  <a:pt x="43326" y="424596"/>
                </a:lnTo>
                <a:lnTo>
                  <a:pt x="91715" y="415559"/>
                </a:lnTo>
                <a:lnTo>
                  <a:pt x="91900" y="415559"/>
                </a:lnTo>
                <a:lnTo>
                  <a:pt x="133748" y="400225"/>
                </a:lnTo>
                <a:lnTo>
                  <a:pt x="167313" y="379651"/>
                </a:lnTo>
                <a:lnTo>
                  <a:pt x="191801" y="354608"/>
                </a:lnTo>
                <a:lnTo>
                  <a:pt x="258787" y="354608"/>
                </a:lnTo>
                <a:lnTo>
                  <a:pt x="231243" y="331831"/>
                </a:lnTo>
                <a:lnTo>
                  <a:pt x="219130" y="306949"/>
                </a:lnTo>
                <a:close/>
              </a:path>
              <a:path w="357504" h="424814">
                <a:moveTo>
                  <a:pt x="258787" y="354608"/>
                </a:moveTo>
                <a:lnTo>
                  <a:pt x="191801" y="354608"/>
                </a:lnTo>
                <a:lnTo>
                  <a:pt x="216086" y="379487"/>
                </a:lnTo>
                <a:lnTo>
                  <a:pt x="249523" y="400225"/>
                </a:lnTo>
                <a:lnTo>
                  <a:pt x="290715" y="415559"/>
                </a:lnTo>
                <a:lnTo>
                  <a:pt x="339277" y="424596"/>
                </a:lnTo>
                <a:lnTo>
                  <a:pt x="356941" y="384603"/>
                </a:lnTo>
                <a:lnTo>
                  <a:pt x="301710" y="373594"/>
                </a:lnTo>
                <a:lnTo>
                  <a:pt x="259290" y="355025"/>
                </a:lnTo>
                <a:lnTo>
                  <a:pt x="258787" y="354608"/>
                </a:lnTo>
                <a:close/>
              </a:path>
              <a:path w="357504" h="424814">
                <a:moveTo>
                  <a:pt x="340943" y="267789"/>
                </a:moveTo>
                <a:lnTo>
                  <a:pt x="42659" y="267789"/>
                </a:lnTo>
                <a:lnTo>
                  <a:pt x="42659" y="306949"/>
                </a:lnTo>
                <a:lnTo>
                  <a:pt x="340943" y="306949"/>
                </a:lnTo>
                <a:lnTo>
                  <a:pt x="340943" y="267789"/>
                </a:lnTo>
                <a:close/>
              </a:path>
              <a:path w="357504" h="424814">
                <a:moveTo>
                  <a:pt x="217797" y="230295"/>
                </a:moveTo>
                <a:lnTo>
                  <a:pt x="165306" y="230295"/>
                </a:lnTo>
                <a:lnTo>
                  <a:pt x="165306" y="267789"/>
                </a:lnTo>
                <a:lnTo>
                  <a:pt x="217797" y="267789"/>
                </a:lnTo>
                <a:lnTo>
                  <a:pt x="217797" y="230295"/>
                </a:lnTo>
                <a:close/>
              </a:path>
              <a:path w="357504" h="424814">
                <a:moveTo>
                  <a:pt x="332112" y="0"/>
                </a:moveTo>
                <a:lnTo>
                  <a:pt x="280287" y="0"/>
                </a:lnTo>
                <a:lnTo>
                  <a:pt x="280287" y="242460"/>
                </a:lnTo>
                <a:lnTo>
                  <a:pt x="332112" y="242460"/>
                </a:lnTo>
                <a:lnTo>
                  <a:pt x="332112" y="0"/>
                </a:lnTo>
                <a:close/>
              </a:path>
              <a:path w="357504" h="424814">
                <a:moveTo>
                  <a:pt x="205132" y="26329"/>
                </a:moveTo>
                <a:lnTo>
                  <a:pt x="0" y="26329"/>
                </a:lnTo>
                <a:lnTo>
                  <a:pt x="0" y="203466"/>
                </a:lnTo>
                <a:lnTo>
                  <a:pt x="205132" y="203466"/>
                </a:lnTo>
                <a:lnTo>
                  <a:pt x="205132" y="162473"/>
                </a:lnTo>
                <a:lnTo>
                  <a:pt x="51491" y="162473"/>
                </a:lnTo>
                <a:lnTo>
                  <a:pt x="51491" y="67655"/>
                </a:lnTo>
                <a:lnTo>
                  <a:pt x="205132" y="67655"/>
                </a:lnTo>
                <a:lnTo>
                  <a:pt x="205132" y="26329"/>
                </a:lnTo>
                <a:close/>
              </a:path>
              <a:path w="357504" h="424814">
                <a:moveTo>
                  <a:pt x="205132" y="67655"/>
                </a:moveTo>
                <a:lnTo>
                  <a:pt x="153308" y="67655"/>
                </a:lnTo>
                <a:lnTo>
                  <a:pt x="153308" y="162473"/>
                </a:lnTo>
                <a:lnTo>
                  <a:pt x="205132" y="162473"/>
                </a:lnTo>
                <a:lnTo>
                  <a:pt x="205132" y="67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709771" y="1764416"/>
            <a:ext cx="353060" cy="426084"/>
          </a:xfrm>
          <a:custGeom>
            <a:avLst/>
            <a:gdLst/>
            <a:ahLst/>
            <a:cxnLst/>
            <a:rect l="l" t="t" r="r" b="b"/>
            <a:pathLst>
              <a:path w="353059" h="426085">
                <a:moveTo>
                  <a:pt x="352775" y="0"/>
                </a:moveTo>
                <a:lnTo>
                  <a:pt x="299950" y="0"/>
                </a:lnTo>
                <a:lnTo>
                  <a:pt x="299950" y="425596"/>
                </a:lnTo>
                <a:lnTo>
                  <a:pt x="352775" y="425596"/>
                </a:lnTo>
                <a:lnTo>
                  <a:pt x="352775" y="0"/>
                </a:lnTo>
                <a:close/>
              </a:path>
              <a:path w="353059" h="426085">
                <a:moveTo>
                  <a:pt x="225796" y="45159"/>
                </a:moveTo>
                <a:lnTo>
                  <a:pt x="21663" y="45159"/>
                </a:lnTo>
                <a:lnTo>
                  <a:pt x="21663" y="86652"/>
                </a:lnTo>
                <a:lnTo>
                  <a:pt x="172471" y="86652"/>
                </a:lnTo>
                <a:lnTo>
                  <a:pt x="164197" y="133077"/>
                </a:lnTo>
                <a:lnTo>
                  <a:pt x="148382" y="175483"/>
                </a:lnTo>
                <a:lnTo>
                  <a:pt x="124541" y="214048"/>
                </a:lnTo>
                <a:lnTo>
                  <a:pt x="92188" y="248946"/>
                </a:lnTo>
                <a:lnTo>
                  <a:pt x="50836" y="280355"/>
                </a:lnTo>
                <a:lnTo>
                  <a:pt x="0" y="308449"/>
                </a:lnTo>
                <a:lnTo>
                  <a:pt x="27495" y="350442"/>
                </a:lnTo>
                <a:lnTo>
                  <a:pt x="78781" y="322192"/>
                </a:lnTo>
                <a:lnTo>
                  <a:pt x="121305" y="290697"/>
                </a:lnTo>
                <a:lnTo>
                  <a:pt x="155662" y="256163"/>
                </a:lnTo>
                <a:lnTo>
                  <a:pt x="182448" y="218797"/>
                </a:lnTo>
                <a:lnTo>
                  <a:pt x="202259" y="178807"/>
                </a:lnTo>
                <a:lnTo>
                  <a:pt x="215690" y="136399"/>
                </a:lnTo>
                <a:lnTo>
                  <a:pt x="223337" y="91781"/>
                </a:lnTo>
                <a:lnTo>
                  <a:pt x="225796" y="45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141700" y="1764416"/>
            <a:ext cx="382270" cy="426084"/>
          </a:xfrm>
          <a:custGeom>
            <a:avLst/>
            <a:gdLst/>
            <a:ahLst/>
            <a:cxnLst/>
            <a:rect l="l" t="t" r="r" b="b"/>
            <a:pathLst>
              <a:path w="382270" h="426085">
                <a:moveTo>
                  <a:pt x="316115" y="0"/>
                </a:moveTo>
                <a:lnTo>
                  <a:pt x="263623" y="0"/>
                </a:lnTo>
                <a:lnTo>
                  <a:pt x="263623" y="425596"/>
                </a:lnTo>
                <a:lnTo>
                  <a:pt x="316115" y="425596"/>
                </a:lnTo>
                <a:lnTo>
                  <a:pt x="316115" y="208632"/>
                </a:lnTo>
                <a:lnTo>
                  <a:pt x="381770" y="208632"/>
                </a:lnTo>
                <a:lnTo>
                  <a:pt x="381770" y="164639"/>
                </a:lnTo>
                <a:lnTo>
                  <a:pt x="316115" y="164639"/>
                </a:lnTo>
                <a:lnTo>
                  <a:pt x="316115" y="0"/>
                </a:lnTo>
                <a:close/>
              </a:path>
              <a:path w="382270" h="426085">
                <a:moveTo>
                  <a:pt x="200966" y="36494"/>
                </a:moveTo>
                <a:lnTo>
                  <a:pt x="0" y="36494"/>
                </a:lnTo>
                <a:lnTo>
                  <a:pt x="0" y="327113"/>
                </a:lnTo>
                <a:lnTo>
                  <a:pt x="34994" y="327113"/>
                </a:lnTo>
                <a:lnTo>
                  <a:pt x="89191" y="326446"/>
                </a:lnTo>
                <a:lnTo>
                  <a:pt x="138748" y="324530"/>
                </a:lnTo>
                <a:lnTo>
                  <a:pt x="186211" y="320739"/>
                </a:lnTo>
                <a:lnTo>
                  <a:pt x="234128" y="314448"/>
                </a:lnTo>
                <a:lnTo>
                  <a:pt x="230755" y="284786"/>
                </a:lnTo>
                <a:lnTo>
                  <a:pt x="52991" y="284786"/>
                </a:lnTo>
                <a:lnTo>
                  <a:pt x="52991" y="196967"/>
                </a:lnTo>
                <a:lnTo>
                  <a:pt x="193634" y="196967"/>
                </a:lnTo>
                <a:lnTo>
                  <a:pt x="193634" y="155474"/>
                </a:lnTo>
                <a:lnTo>
                  <a:pt x="52991" y="155474"/>
                </a:lnTo>
                <a:lnTo>
                  <a:pt x="52991" y="79320"/>
                </a:lnTo>
                <a:lnTo>
                  <a:pt x="200966" y="79320"/>
                </a:lnTo>
                <a:lnTo>
                  <a:pt x="200966" y="36494"/>
                </a:lnTo>
                <a:close/>
              </a:path>
              <a:path w="382270" h="426085">
                <a:moveTo>
                  <a:pt x="229295" y="271955"/>
                </a:moveTo>
                <a:lnTo>
                  <a:pt x="185977" y="277967"/>
                </a:lnTo>
                <a:lnTo>
                  <a:pt x="143580" y="281808"/>
                </a:lnTo>
                <a:lnTo>
                  <a:pt x="99965" y="283930"/>
                </a:lnTo>
                <a:lnTo>
                  <a:pt x="52991" y="284786"/>
                </a:lnTo>
                <a:lnTo>
                  <a:pt x="230755" y="284786"/>
                </a:lnTo>
                <a:lnTo>
                  <a:pt x="229295" y="271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687839" y="1803755"/>
            <a:ext cx="323850" cy="219710"/>
          </a:xfrm>
          <a:custGeom>
            <a:avLst/>
            <a:gdLst/>
            <a:ahLst/>
            <a:cxnLst/>
            <a:rect l="l" t="t" r="r" b="b"/>
            <a:pathLst>
              <a:path w="323850" h="219710">
                <a:moveTo>
                  <a:pt x="323608" y="0"/>
                </a:moveTo>
                <a:lnTo>
                  <a:pt x="209461" y="0"/>
                </a:lnTo>
                <a:lnTo>
                  <a:pt x="209461" y="42316"/>
                </a:lnTo>
                <a:lnTo>
                  <a:pt x="209461" y="177800"/>
                </a:lnTo>
                <a:lnTo>
                  <a:pt x="113817" y="177800"/>
                </a:lnTo>
                <a:lnTo>
                  <a:pt x="113817" y="42316"/>
                </a:lnTo>
                <a:lnTo>
                  <a:pt x="209461" y="42316"/>
                </a:lnTo>
                <a:lnTo>
                  <a:pt x="209461" y="0"/>
                </a:lnTo>
                <a:lnTo>
                  <a:pt x="0" y="0"/>
                </a:lnTo>
                <a:lnTo>
                  <a:pt x="0" y="42316"/>
                </a:lnTo>
                <a:lnTo>
                  <a:pt x="61658" y="42316"/>
                </a:lnTo>
                <a:lnTo>
                  <a:pt x="61658" y="177800"/>
                </a:lnTo>
                <a:lnTo>
                  <a:pt x="1333" y="177800"/>
                </a:lnTo>
                <a:lnTo>
                  <a:pt x="1333" y="219456"/>
                </a:lnTo>
                <a:lnTo>
                  <a:pt x="321945" y="219456"/>
                </a:lnTo>
                <a:lnTo>
                  <a:pt x="321945" y="177800"/>
                </a:lnTo>
                <a:lnTo>
                  <a:pt x="261124" y="177800"/>
                </a:lnTo>
                <a:lnTo>
                  <a:pt x="261124" y="42316"/>
                </a:lnTo>
                <a:lnTo>
                  <a:pt x="323608" y="42316"/>
                </a:lnTo>
                <a:lnTo>
                  <a:pt x="323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656013" y="1764423"/>
            <a:ext cx="1198880" cy="426084"/>
          </a:xfrm>
          <a:custGeom>
            <a:avLst/>
            <a:gdLst/>
            <a:ahLst/>
            <a:cxnLst/>
            <a:rect l="l" t="t" r="r" b="b"/>
            <a:pathLst>
              <a:path w="1198879" h="426085">
                <a:moveTo>
                  <a:pt x="389432" y="330606"/>
                </a:moveTo>
                <a:lnTo>
                  <a:pt x="0" y="330606"/>
                </a:lnTo>
                <a:lnTo>
                  <a:pt x="0" y="374434"/>
                </a:lnTo>
                <a:lnTo>
                  <a:pt x="389432" y="374434"/>
                </a:lnTo>
                <a:lnTo>
                  <a:pt x="389432" y="330606"/>
                </a:lnTo>
                <a:close/>
              </a:path>
              <a:path w="1198879" h="426085">
                <a:moveTo>
                  <a:pt x="806691" y="333616"/>
                </a:moveTo>
                <a:lnTo>
                  <a:pt x="637057" y="333616"/>
                </a:lnTo>
                <a:lnTo>
                  <a:pt x="637057" y="263766"/>
                </a:lnTo>
                <a:lnTo>
                  <a:pt x="770369" y="263766"/>
                </a:lnTo>
                <a:lnTo>
                  <a:pt x="770369" y="220586"/>
                </a:lnTo>
                <a:lnTo>
                  <a:pt x="515747" y="220586"/>
                </a:lnTo>
                <a:lnTo>
                  <a:pt x="515747" y="165976"/>
                </a:lnTo>
                <a:lnTo>
                  <a:pt x="760539" y="165976"/>
                </a:lnTo>
                <a:lnTo>
                  <a:pt x="760539" y="124066"/>
                </a:lnTo>
                <a:lnTo>
                  <a:pt x="760539" y="70726"/>
                </a:lnTo>
                <a:lnTo>
                  <a:pt x="760539" y="28816"/>
                </a:lnTo>
                <a:lnTo>
                  <a:pt x="462749" y="28816"/>
                </a:lnTo>
                <a:lnTo>
                  <a:pt x="462749" y="70726"/>
                </a:lnTo>
                <a:lnTo>
                  <a:pt x="708710" y="70726"/>
                </a:lnTo>
                <a:lnTo>
                  <a:pt x="708710" y="124066"/>
                </a:lnTo>
                <a:lnTo>
                  <a:pt x="463423" y="124066"/>
                </a:lnTo>
                <a:lnTo>
                  <a:pt x="463423" y="165976"/>
                </a:lnTo>
                <a:lnTo>
                  <a:pt x="463423" y="220586"/>
                </a:lnTo>
                <a:lnTo>
                  <a:pt x="463423" y="263766"/>
                </a:lnTo>
                <a:lnTo>
                  <a:pt x="585063" y="263766"/>
                </a:lnTo>
                <a:lnTo>
                  <a:pt x="585063" y="333616"/>
                </a:lnTo>
                <a:lnTo>
                  <a:pt x="417258" y="333616"/>
                </a:lnTo>
                <a:lnTo>
                  <a:pt x="417258" y="376796"/>
                </a:lnTo>
                <a:lnTo>
                  <a:pt x="806691" y="376796"/>
                </a:lnTo>
                <a:lnTo>
                  <a:pt x="806691" y="333616"/>
                </a:lnTo>
                <a:close/>
              </a:path>
              <a:path w="1198879" h="426085">
                <a:moveTo>
                  <a:pt x="1045819" y="204635"/>
                </a:moveTo>
                <a:lnTo>
                  <a:pt x="1010361" y="184264"/>
                </a:lnTo>
                <a:lnTo>
                  <a:pt x="970813" y="125260"/>
                </a:lnTo>
                <a:lnTo>
                  <a:pt x="966000" y="91478"/>
                </a:lnTo>
                <a:lnTo>
                  <a:pt x="966000" y="74485"/>
                </a:lnTo>
                <a:lnTo>
                  <a:pt x="1033487" y="74485"/>
                </a:lnTo>
                <a:lnTo>
                  <a:pt x="1033487" y="32321"/>
                </a:lnTo>
                <a:lnTo>
                  <a:pt x="843521" y="32321"/>
                </a:lnTo>
                <a:lnTo>
                  <a:pt x="843521" y="74485"/>
                </a:lnTo>
                <a:lnTo>
                  <a:pt x="915174" y="74485"/>
                </a:lnTo>
                <a:lnTo>
                  <a:pt x="915136" y="91478"/>
                </a:lnTo>
                <a:lnTo>
                  <a:pt x="910094" y="127457"/>
                </a:lnTo>
                <a:lnTo>
                  <a:pt x="894600" y="161721"/>
                </a:lnTo>
                <a:lnTo>
                  <a:pt x="868362" y="191122"/>
                </a:lnTo>
                <a:lnTo>
                  <a:pt x="831024" y="212801"/>
                </a:lnTo>
                <a:lnTo>
                  <a:pt x="858685" y="254127"/>
                </a:lnTo>
                <a:lnTo>
                  <a:pt x="886460" y="239217"/>
                </a:lnTo>
                <a:lnTo>
                  <a:pt x="909383" y="219760"/>
                </a:lnTo>
                <a:lnTo>
                  <a:pt x="927633" y="196481"/>
                </a:lnTo>
                <a:lnTo>
                  <a:pt x="941336" y="170141"/>
                </a:lnTo>
                <a:lnTo>
                  <a:pt x="954481" y="193598"/>
                </a:lnTo>
                <a:lnTo>
                  <a:pt x="971753" y="214299"/>
                </a:lnTo>
                <a:lnTo>
                  <a:pt x="993267" y="231622"/>
                </a:lnTo>
                <a:lnTo>
                  <a:pt x="1019162" y="244957"/>
                </a:lnTo>
                <a:lnTo>
                  <a:pt x="1045819" y="204635"/>
                </a:lnTo>
                <a:close/>
              </a:path>
              <a:path w="1198879" h="426085">
                <a:moveTo>
                  <a:pt x="1114806" y="8826"/>
                </a:moveTo>
                <a:lnTo>
                  <a:pt x="1064983" y="8826"/>
                </a:lnTo>
                <a:lnTo>
                  <a:pt x="1064983" y="106654"/>
                </a:lnTo>
                <a:lnTo>
                  <a:pt x="1011656" y="106654"/>
                </a:lnTo>
                <a:lnTo>
                  <a:pt x="1011656" y="149479"/>
                </a:lnTo>
                <a:lnTo>
                  <a:pt x="1064983" y="149479"/>
                </a:lnTo>
                <a:lnTo>
                  <a:pt x="1064983" y="256959"/>
                </a:lnTo>
                <a:lnTo>
                  <a:pt x="1114806" y="256959"/>
                </a:lnTo>
                <a:lnTo>
                  <a:pt x="1114806" y="8826"/>
                </a:lnTo>
                <a:close/>
              </a:path>
              <a:path w="1198879" h="426085">
                <a:moveTo>
                  <a:pt x="1198803" y="276288"/>
                </a:moveTo>
                <a:lnTo>
                  <a:pt x="907008" y="276288"/>
                </a:lnTo>
                <a:lnTo>
                  <a:pt x="907008" y="318274"/>
                </a:lnTo>
                <a:lnTo>
                  <a:pt x="1146644" y="318274"/>
                </a:lnTo>
                <a:lnTo>
                  <a:pt x="1146644" y="425589"/>
                </a:lnTo>
                <a:lnTo>
                  <a:pt x="1198803" y="425589"/>
                </a:lnTo>
                <a:lnTo>
                  <a:pt x="1198803" y="276288"/>
                </a:lnTo>
                <a:close/>
              </a:path>
              <a:path w="1198879" h="426085">
                <a:moveTo>
                  <a:pt x="1198803" y="0"/>
                </a:moveTo>
                <a:lnTo>
                  <a:pt x="1148969" y="0"/>
                </a:lnTo>
                <a:lnTo>
                  <a:pt x="1148969" y="259626"/>
                </a:lnTo>
                <a:lnTo>
                  <a:pt x="1198803" y="259626"/>
                </a:lnTo>
                <a:lnTo>
                  <a:pt x="11988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0955300" y="1798319"/>
            <a:ext cx="299085" cy="231140"/>
          </a:xfrm>
          <a:custGeom>
            <a:avLst/>
            <a:gdLst/>
            <a:ahLst/>
            <a:cxnLst/>
            <a:rect l="l" t="t" r="r" b="b"/>
            <a:pathLst>
              <a:path w="299084" h="231139">
                <a:moveTo>
                  <a:pt x="298780" y="189230"/>
                </a:moveTo>
                <a:lnTo>
                  <a:pt x="53149" y="189230"/>
                </a:lnTo>
                <a:lnTo>
                  <a:pt x="53149" y="134620"/>
                </a:lnTo>
                <a:lnTo>
                  <a:pt x="285280" y="134620"/>
                </a:lnTo>
                <a:lnTo>
                  <a:pt x="285280" y="92710"/>
                </a:lnTo>
                <a:lnTo>
                  <a:pt x="53149" y="92710"/>
                </a:lnTo>
                <a:lnTo>
                  <a:pt x="53149" y="41910"/>
                </a:lnTo>
                <a:lnTo>
                  <a:pt x="294944" y="41910"/>
                </a:lnTo>
                <a:lnTo>
                  <a:pt x="294944" y="0"/>
                </a:lnTo>
                <a:lnTo>
                  <a:pt x="0" y="0"/>
                </a:lnTo>
                <a:lnTo>
                  <a:pt x="0" y="41910"/>
                </a:lnTo>
                <a:lnTo>
                  <a:pt x="0" y="92710"/>
                </a:lnTo>
                <a:lnTo>
                  <a:pt x="0" y="134620"/>
                </a:lnTo>
                <a:lnTo>
                  <a:pt x="0" y="189230"/>
                </a:lnTo>
                <a:lnTo>
                  <a:pt x="0" y="231140"/>
                </a:lnTo>
                <a:lnTo>
                  <a:pt x="298780" y="231140"/>
                </a:lnTo>
                <a:lnTo>
                  <a:pt x="298780" y="189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0907808" y="2095695"/>
            <a:ext cx="389890" cy="43180"/>
          </a:xfrm>
          <a:custGeom>
            <a:avLst/>
            <a:gdLst/>
            <a:ahLst/>
            <a:cxnLst/>
            <a:rect l="l" t="t" r="r" b="b"/>
            <a:pathLst>
              <a:path w="389890" h="43180">
                <a:moveTo>
                  <a:pt x="389435" y="0"/>
                </a:moveTo>
                <a:lnTo>
                  <a:pt x="0" y="0"/>
                </a:lnTo>
                <a:lnTo>
                  <a:pt x="0" y="42825"/>
                </a:lnTo>
                <a:lnTo>
                  <a:pt x="389435" y="42825"/>
                </a:lnTo>
                <a:lnTo>
                  <a:pt x="3894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1354892" y="1764753"/>
            <a:ext cx="514984" cy="456565"/>
          </a:xfrm>
          <a:custGeom>
            <a:avLst/>
            <a:gdLst/>
            <a:ahLst/>
            <a:cxnLst/>
            <a:rect l="l" t="t" r="r" b="b"/>
            <a:pathLst>
              <a:path w="514984" h="456564">
                <a:moveTo>
                  <a:pt x="122313" y="32499"/>
                </a:moveTo>
                <a:lnTo>
                  <a:pt x="65989" y="32499"/>
                </a:lnTo>
                <a:lnTo>
                  <a:pt x="42303" y="69316"/>
                </a:lnTo>
                <a:lnTo>
                  <a:pt x="23825" y="108724"/>
                </a:lnTo>
                <a:lnTo>
                  <a:pt x="10604" y="150901"/>
                </a:lnTo>
                <a:lnTo>
                  <a:pt x="2654" y="196037"/>
                </a:lnTo>
                <a:lnTo>
                  <a:pt x="0" y="244297"/>
                </a:lnTo>
                <a:lnTo>
                  <a:pt x="2654" y="292620"/>
                </a:lnTo>
                <a:lnTo>
                  <a:pt x="10604" y="337756"/>
                </a:lnTo>
                <a:lnTo>
                  <a:pt x="23825" y="379907"/>
                </a:lnTo>
                <a:lnTo>
                  <a:pt x="42303" y="419290"/>
                </a:lnTo>
                <a:lnTo>
                  <a:pt x="65989" y="456095"/>
                </a:lnTo>
                <a:lnTo>
                  <a:pt x="122313" y="456095"/>
                </a:lnTo>
                <a:lnTo>
                  <a:pt x="98742" y="415569"/>
                </a:lnTo>
                <a:lnTo>
                  <a:pt x="79692" y="363385"/>
                </a:lnTo>
                <a:lnTo>
                  <a:pt x="66967" y="304596"/>
                </a:lnTo>
                <a:lnTo>
                  <a:pt x="62331" y="244297"/>
                </a:lnTo>
                <a:lnTo>
                  <a:pt x="66967" y="184061"/>
                </a:lnTo>
                <a:lnTo>
                  <a:pt x="79692" y="125272"/>
                </a:lnTo>
                <a:lnTo>
                  <a:pt x="98742" y="73037"/>
                </a:lnTo>
                <a:lnTo>
                  <a:pt x="122313" y="32499"/>
                </a:lnTo>
                <a:close/>
              </a:path>
              <a:path w="514984" h="456564">
                <a:moveTo>
                  <a:pt x="347281" y="179311"/>
                </a:moveTo>
                <a:lnTo>
                  <a:pt x="340347" y="148018"/>
                </a:lnTo>
                <a:lnTo>
                  <a:pt x="335203" y="141478"/>
                </a:lnTo>
                <a:lnTo>
                  <a:pt x="321195" y="123685"/>
                </a:lnTo>
                <a:lnTo>
                  <a:pt x="299783" y="112153"/>
                </a:lnTo>
                <a:lnTo>
                  <a:pt x="299783" y="179311"/>
                </a:lnTo>
                <a:lnTo>
                  <a:pt x="296506" y="194449"/>
                </a:lnTo>
                <a:lnTo>
                  <a:pt x="287274" y="205828"/>
                </a:lnTo>
                <a:lnTo>
                  <a:pt x="272999" y="212979"/>
                </a:lnTo>
                <a:lnTo>
                  <a:pt x="254622" y="215468"/>
                </a:lnTo>
                <a:lnTo>
                  <a:pt x="236372" y="212979"/>
                </a:lnTo>
                <a:lnTo>
                  <a:pt x="222211" y="205828"/>
                </a:lnTo>
                <a:lnTo>
                  <a:pt x="213055" y="194449"/>
                </a:lnTo>
                <a:lnTo>
                  <a:pt x="209804" y="179311"/>
                </a:lnTo>
                <a:lnTo>
                  <a:pt x="213055" y="163296"/>
                </a:lnTo>
                <a:lnTo>
                  <a:pt x="222211" y="151460"/>
                </a:lnTo>
                <a:lnTo>
                  <a:pt x="236372" y="144081"/>
                </a:lnTo>
                <a:lnTo>
                  <a:pt x="254622" y="141478"/>
                </a:lnTo>
                <a:lnTo>
                  <a:pt x="272999" y="144081"/>
                </a:lnTo>
                <a:lnTo>
                  <a:pt x="287274" y="151460"/>
                </a:lnTo>
                <a:lnTo>
                  <a:pt x="296506" y="163296"/>
                </a:lnTo>
                <a:lnTo>
                  <a:pt x="299783" y="179311"/>
                </a:lnTo>
                <a:lnTo>
                  <a:pt x="299783" y="112153"/>
                </a:lnTo>
                <a:lnTo>
                  <a:pt x="291934" y="107924"/>
                </a:lnTo>
                <a:lnTo>
                  <a:pt x="254622" y="102323"/>
                </a:lnTo>
                <a:lnTo>
                  <a:pt x="217792" y="107924"/>
                </a:lnTo>
                <a:lnTo>
                  <a:pt x="188747" y="123685"/>
                </a:lnTo>
                <a:lnTo>
                  <a:pt x="169722" y="148018"/>
                </a:lnTo>
                <a:lnTo>
                  <a:pt x="162979" y="179311"/>
                </a:lnTo>
                <a:lnTo>
                  <a:pt x="169722" y="209727"/>
                </a:lnTo>
                <a:lnTo>
                  <a:pt x="188747" y="233438"/>
                </a:lnTo>
                <a:lnTo>
                  <a:pt x="217792" y="248881"/>
                </a:lnTo>
                <a:lnTo>
                  <a:pt x="254622" y="254457"/>
                </a:lnTo>
                <a:lnTo>
                  <a:pt x="291934" y="248881"/>
                </a:lnTo>
                <a:lnTo>
                  <a:pt x="321195" y="233438"/>
                </a:lnTo>
                <a:lnTo>
                  <a:pt x="335711" y="215468"/>
                </a:lnTo>
                <a:lnTo>
                  <a:pt x="340347" y="209727"/>
                </a:lnTo>
                <a:lnTo>
                  <a:pt x="347281" y="179311"/>
                </a:lnTo>
                <a:close/>
              </a:path>
              <a:path w="514984" h="456564">
                <a:moveTo>
                  <a:pt x="360273" y="45326"/>
                </a:moveTo>
                <a:lnTo>
                  <a:pt x="280619" y="45326"/>
                </a:lnTo>
                <a:lnTo>
                  <a:pt x="280619" y="2336"/>
                </a:lnTo>
                <a:lnTo>
                  <a:pt x="228638" y="2336"/>
                </a:lnTo>
                <a:lnTo>
                  <a:pt x="228638" y="45326"/>
                </a:lnTo>
                <a:lnTo>
                  <a:pt x="148145" y="45326"/>
                </a:lnTo>
                <a:lnTo>
                  <a:pt x="148145" y="86487"/>
                </a:lnTo>
                <a:lnTo>
                  <a:pt x="360273" y="86487"/>
                </a:lnTo>
                <a:lnTo>
                  <a:pt x="360273" y="45326"/>
                </a:lnTo>
                <a:close/>
              </a:path>
              <a:path w="514984" h="456564">
                <a:moveTo>
                  <a:pt x="514756" y="286956"/>
                </a:moveTo>
                <a:lnTo>
                  <a:pt x="222961" y="286956"/>
                </a:lnTo>
                <a:lnTo>
                  <a:pt x="222961" y="328777"/>
                </a:lnTo>
                <a:lnTo>
                  <a:pt x="462597" y="328777"/>
                </a:lnTo>
                <a:lnTo>
                  <a:pt x="462597" y="425259"/>
                </a:lnTo>
                <a:lnTo>
                  <a:pt x="514756" y="425259"/>
                </a:lnTo>
                <a:lnTo>
                  <a:pt x="514756" y="286956"/>
                </a:lnTo>
                <a:close/>
              </a:path>
              <a:path w="514984" h="456564">
                <a:moveTo>
                  <a:pt x="514756" y="0"/>
                </a:moveTo>
                <a:lnTo>
                  <a:pt x="464921" y="0"/>
                </a:lnTo>
                <a:lnTo>
                  <a:pt x="464921" y="114820"/>
                </a:lnTo>
                <a:lnTo>
                  <a:pt x="424599" y="114820"/>
                </a:lnTo>
                <a:lnTo>
                  <a:pt x="424599" y="6997"/>
                </a:lnTo>
                <a:lnTo>
                  <a:pt x="374942" y="6997"/>
                </a:lnTo>
                <a:lnTo>
                  <a:pt x="374942" y="263131"/>
                </a:lnTo>
                <a:lnTo>
                  <a:pt x="424599" y="263131"/>
                </a:lnTo>
                <a:lnTo>
                  <a:pt x="424599" y="157480"/>
                </a:lnTo>
                <a:lnTo>
                  <a:pt x="464921" y="157480"/>
                </a:lnTo>
                <a:lnTo>
                  <a:pt x="464921" y="265620"/>
                </a:lnTo>
                <a:lnTo>
                  <a:pt x="514756" y="265620"/>
                </a:lnTo>
                <a:lnTo>
                  <a:pt x="514756" y="157480"/>
                </a:lnTo>
                <a:lnTo>
                  <a:pt x="514756" y="114820"/>
                </a:lnTo>
                <a:lnTo>
                  <a:pt x="514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1922641" y="1764750"/>
            <a:ext cx="354965" cy="420370"/>
          </a:xfrm>
          <a:custGeom>
            <a:avLst/>
            <a:gdLst/>
            <a:ahLst/>
            <a:cxnLst/>
            <a:rect l="l" t="t" r="r" b="b"/>
            <a:pathLst>
              <a:path w="354965" h="420369">
                <a:moveTo>
                  <a:pt x="354608" y="0"/>
                </a:moveTo>
                <a:lnTo>
                  <a:pt x="302116" y="0"/>
                </a:lnTo>
                <a:lnTo>
                  <a:pt x="302116" y="240793"/>
                </a:lnTo>
                <a:lnTo>
                  <a:pt x="354608" y="240793"/>
                </a:lnTo>
                <a:lnTo>
                  <a:pt x="354608" y="0"/>
                </a:lnTo>
                <a:close/>
              </a:path>
              <a:path w="354965" h="420369">
                <a:moveTo>
                  <a:pt x="158973" y="15830"/>
                </a:moveTo>
                <a:lnTo>
                  <a:pt x="104815" y="15830"/>
                </a:lnTo>
                <a:lnTo>
                  <a:pt x="104815" y="57323"/>
                </a:lnTo>
                <a:lnTo>
                  <a:pt x="98163" y="98801"/>
                </a:lnTo>
                <a:lnTo>
                  <a:pt x="78340" y="136935"/>
                </a:lnTo>
                <a:lnTo>
                  <a:pt x="45552" y="168633"/>
                </a:lnTo>
                <a:lnTo>
                  <a:pt x="0" y="190801"/>
                </a:lnTo>
                <a:lnTo>
                  <a:pt x="25996" y="232128"/>
                </a:lnTo>
                <a:lnTo>
                  <a:pt x="61398" y="216245"/>
                </a:lnTo>
                <a:lnTo>
                  <a:pt x="91005" y="194426"/>
                </a:lnTo>
                <a:lnTo>
                  <a:pt x="114645" y="167545"/>
                </a:lnTo>
                <a:lnTo>
                  <a:pt x="132145" y="136477"/>
                </a:lnTo>
                <a:lnTo>
                  <a:pt x="188860" y="136477"/>
                </a:lnTo>
                <a:lnTo>
                  <a:pt x="185115" y="133019"/>
                </a:lnTo>
                <a:lnTo>
                  <a:pt x="165475" y="97077"/>
                </a:lnTo>
                <a:lnTo>
                  <a:pt x="158973" y="57323"/>
                </a:lnTo>
                <a:lnTo>
                  <a:pt x="158973" y="15830"/>
                </a:lnTo>
                <a:close/>
              </a:path>
              <a:path w="354965" h="420369">
                <a:moveTo>
                  <a:pt x="188860" y="136477"/>
                </a:moveTo>
                <a:lnTo>
                  <a:pt x="132145" y="136477"/>
                </a:lnTo>
                <a:lnTo>
                  <a:pt x="149582" y="165170"/>
                </a:lnTo>
                <a:lnTo>
                  <a:pt x="172784" y="189801"/>
                </a:lnTo>
                <a:lnTo>
                  <a:pt x="201579" y="209684"/>
                </a:lnTo>
                <a:lnTo>
                  <a:pt x="235794" y="224129"/>
                </a:lnTo>
                <a:lnTo>
                  <a:pt x="261623" y="183969"/>
                </a:lnTo>
                <a:lnTo>
                  <a:pt x="217346" y="162775"/>
                </a:lnTo>
                <a:lnTo>
                  <a:pt x="188860" y="136477"/>
                </a:lnTo>
                <a:close/>
              </a:path>
              <a:path w="354965" h="420369">
                <a:moveTo>
                  <a:pt x="354608" y="261956"/>
                </a:moveTo>
                <a:lnTo>
                  <a:pt x="72154" y="261956"/>
                </a:lnTo>
                <a:lnTo>
                  <a:pt x="72154" y="420263"/>
                </a:lnTo>
                <a:lnTo>
                  <a:pt x="354608" y="420263"/>
                </a:lnTo>
                <a:lnTo>
                  <a:pt x="354608" y="377937"/>
                </a:lnTo>
                <a:lnTo>
                  <a:pt x="123813" y="377937"/>
                </a:lnTo>
                <a:lnTo>
                  <a:pt x="123813" y="303616"/>
                </a:lnTo>
                <a:lnTo>
                  <a:pt x="354608" y="303616"/>
                </a:lnTo>
                <a:lnTo>
                  <a:pt x="354608" y="261956"/>
                </a:lnTo>
                <a:close/>
              </a:path>
              <a:path w="354965" h="420369">
                <a:moveTo>
                  <a:pt x="354608" y="303616"/>
                </a:moveTo>
                <a:lnTo>
                  <a:pt x="303283" y="303616"/>
                </a:lnTo>
                <a:lnTo>
                  <a:pt x="303283" y="377937"/>
                </a:lnTo>
                <a:lnTo>
                  <a:pt x="354608" y="377937"/>
                </a:lnTo>
                <a:lnTo>
                  <a:pt x="354608" y="303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2339738" y="1797244"/>
            <a:ext cx="122555" cy="424180"/>
          </a:xfrm>
          <a:custGeom>
            <a:avLst/>
            <a:gdLst/>
            <a:ahLst/>
            <a:cxnLst/>
            <a:rect l="l" t="t" r="r" b="b"/>
            <a:pathLst>
              <a:path w="122554" h="424180">
                <a:moveTo>
                  <a:pt x="56324" y="0"/>
                </a:moveTo>
                <a:lnTo>
                  <a:pt x="0" y="0"/>
                </a:lnTo>
                <a:lnTo>
                  <a:pt x="23574" y="40545"/>
                </a:lnTo>
                <a:lnTo>
                  <a:pt x="42618" y="92776"/>
                </a:lnTo>
                <a:lnTo>
                  <a:pt x="55350" y="151568"/>
                </a:lnTo>
                <a:lnTo>
                  <a:pt x="59990" y="211798"/>
                </a:lnTo>
                <a:lnTo>
                  <a:pt x="55350" y="272098"/>
                </a:lnTo>
                <a:lnTo>
                  <a:pt x="42618" y="330882"/>
                </a:lnTo>
                <a:lnTo>
                  <a:pt x="23574" y="383074"/>
                </a:lnTo>
                <a:lnTo>
                  <a:pt x="0" y="423596"/>
                </a:lnTo>
                <a:lnTo>
                  <a:pt x="56324" y="423596"/>
                </a:lnTo>
                <a:lnTo>
                  <a:pt x="80016" y="386788"/>
                </a:lnTo>
                <a:lnTo>
                  <a:pt x="98485" y="347411"/>
                </a:lnTo>
                <a:lnTo>
                  <a:pt x="111707" y="305260"/>
                </a:lnTo>
                <a:lnTo>
                  <a:pt x="119657" y="260124"/>
                </a:lnTo>
                <a:lnTo>
                  <a:pt x="122313" y="211798"/>
                </a:lnTo>
                <a:lnTo>
                  <a:pt x="119657" y="163535"/>
                </a:lnTo>
                <a:lnTo>
                  <a:pt x="111707" y="118408"/>
                </a:lnTo>
                <a:lnTo>
                  <a:pt x="98485" y="76232"/>
                </a:lnTo>
                <a:lnTo>
                  <a:pt x="80016" y="36824"/>
                </a:lnTo>
                <a:lnTo>
                  <a:pt x="56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2643528" y="1807076"/>
            <a:ext cx="143510" cy="341630"/>
          </a:xfrm>
          <a:custGeom>
            <a:avLst/>
            <a:gdLst/>
            <a:ahLst/>
            <a:cxnLst/>
            <a:rect l="l" t="t" r="r" b="b"/>
            <a:pathLst>
              <a:path w="143509" h="341630">
                <a:moveTo>
                  <a:pt x="143477" y="0"/>
                </a:moveTo>
                <a:lnTo>
                  <a:pt x="84652" y="0"/>
                </a:lnTo>
                <a:lnTo>
                  <a:pt x="0" y="54657"/>
                </a:lnTo>
                <a:lnTo>
                  <a:pt x="0" y="110814"/>
                </a:lnTo>
                <a:lnTo>
                  <a:pt x="79820" y="59823"/>
                </a:lnTo>
                <a:lnTo>
                  <a:pt x="81820" y="59823"/>
                </a:lnTo>
                <a:lnTo>
                  <a:pt x="81820" y="341276"/>
                </a:lnTo>
                <a:lnTo>
                  <a:pt x="143477" y="341276"/>
                </a:lnTo>
                <a:lnTo>
                  <a:pt x="1434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7144" y="1701158"/>
            <a:ext cx="223976" cy="139450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1179671" y="7360739"/>
            <a:ext cx="7543165" cy="629285"/>
            <a:chOff x="1179671" y="7360739"/>
            <a:chExt cx="7543165" cy="629285"/>
          </a:xfrm>
        </p:grpSpPr>
        <p:sp>
          <p:nvSpPr>
            <p:cNvPr id="21" name="object 21" descr=""/>
            <p:cNvSpPr/>
            <p:nvPr/>
          </p:nvSpPr>
          <p:spPr>
            <a:xfrm>
              <a:off x="1179671" y="7379837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79671" y="7360739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79671" y="797620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5861" y="7566502"/>
              <a:ext cx="175550" cy="20159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723" y="7566660"/>
              <a:ext cx="164341" cy="19907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4305" y="7566502"/>
              <a:ext cx="373517" cy="20159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6405" y="7566502"/>
              <a:ext cx="169077" cy="2011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4354" y="7566502"/>
              <a:ext cx="161420" cy="20207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5297" y="7566502"/>
              <a:ext cx="453163" cy="206177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5613" y="7566502"/>
              <a:ext cx="166235" cy="20159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0660" y="7564924"/>
              <a:ext cx="187390" cy="201519"/>
            </a:xfrm>
            <a:prstGeom prst="rect">
              <a:avLst/>
            </a:prstGeom>
          </p:spPr>
        </p:pic>
      </p:grpSp>
      <p:sp>
        <p:nvSpPr>
          <p:cNvPr id="32" name="object 32" descr=""/>
          <p:cNvSpPr/>
          <p:nvPr/>
        </p:nvSpPr>
        <p:spPr>
          <a:xfrm>
            <a:off x="9565492" y="6436816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9565492" y="6455913"/>
            <a:ext cx="7543165" cy="610235"/>
            <a:chOff x="9565492" y="6455913"/>
            <a:chExt cx="7543165" cy="610235"/>
          </a:xfrm>
        </p:grpSpPr>
        <p:sp>
          <p:nvSpPr>
            <p:cNvPr id="34" name="object 34" descr=""/>
            <p:cNvSpPr/>
            <p:nvPr/>
          </p:nvSpPr>
          <p:spPr>
            <a:xfrm>
              <a:off x="9565492" y="7052277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565492" y="6455913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4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20895" y="6642579"/>
              <a:ext cx="371465" cy="20159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70049" y="6642579"/>
              <a:ext cx="173892" cy="20159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70859" y="6642579"/>
              <a:ext cx="171445" cy="199704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9570997" y="7415930"/>
            <a:ext cx="527685" cy="186690"/>
            <a:chOff x="9570997" y="7415930"/>
            <a:chExt cx="527685" cy="186690"/>
          </a:xfrm>
        </p:grpSpPr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70997" y="7415930"/>
              <a:ext cx="348368" cy="18607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48143" y="7415930"/>
              <a:ext cx="150290" cy="186298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10188719" y="7415930"/>
            <a:ext cx="544830" cy="186690"/>
            <a:chOff x="10188719" y="7415930"/>
            <a:chExt cx="544830" cy="186690"/>
          </a:xfrm>
        </p:grpSpPr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88719" y="7415930"/>
              <a:ext cx="150142" cy="18607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80460" y="7415930"/>
              <a:ext cx="352468" cy="186074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10797489" y="7416165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85" y="64325"/>
                </a:moveTo>
                <a:lnTo>
                  <a:pt x="114554" y="49822"/>
                </a:lnTo>
                <a:lnTo>
                  <a:pt x="93040" y="20269"/>
                </a:lnTo>
                <a:lnTo>
                  <a:pt x="93040" y="19748"/>
                </a:lnTo>
                <a:lnTo>
                  <a:pt x="154317" y="19748"/>
                </a:lnTo>
                <a:lnTo>
                  <a:pt x="154317" y="8712"/>
                </a:lnTo>
                <a:lnTo>
                  <a:pt x="15582" y="8712"/>
                </a:lnTo>
                <a:lnTo>
                  <a:pt x="15582" y="19748"/>
                </a:lnTo>
                <a:lnTo>
                  <a:pt x="76568" y="19748"/>
                </a:lnTo>
                <a:lnTo>
                  <a:pt x="76568" y="20269"/>
                </a:lnTo>
                <a:lnTo>
                  <a:pt x="70459" y="36601"/>
                </a:lnTo>
                <a:lnTo>
                  <a:pt x="54838" y="49822"/>
                </a:lnTo>
                <a:lnTo>
                  <a:pt x="33528" y="59283"/>
                </a:lnTo>
                <a:lnTo>
                  <a:pt x="10363" y="64325"/>
                </a:lnTo>
                <a:lnTo>
                  <a:pt x="15278" y="74993"/>
                </a:lnTo>
                <a:lnTo>
                  <a:pt x="36817" y="70281"/>
                </a:lnTo>
                <a:lnTo>
                  <a:pt x="56959" y="62077"/>
                </a:lnTo>
                <a:lnTo>
                  <a:pt x="73660" y="50546"/>
                </a:lnTo>
                <a:lnTo>
                  <a:pt x="84836" y="35852"/>
                </a:lnTo>
                <a:lnTo>
                  <a:pt x="95923" y="50546"/>
                </a:lnTo>
                <a:lnTo>
                  <a:pt x="112572" y="62077"/>
                </a:lnTo>
                <a:lnTo>
                  <a:pt x="132715" y="70281"/>
                </a:lnTo>
                <a:lnTo>
                  <a:pt x="154241" y="74993"/>
                </a:lnTo>
                <a:lnTo>
                  <a:pt x="159385" y="64325"/>
                </a:lnTo>
                <a:close/>
              </a:path>
              <a:path w="547370" h="185420">
                <a:moveTo>
                  <a:pt x="169519" y="87591"/>
                </a:moveTo>
                <a:lnTo>
                  <a:pt x="0" y="87591"/>
                </a:lnTo>
                <a:lnTo>
                  <a:pt x="0" y="98844"/>
                </a:lnTo>
                <a:lnTo>
                  <a:pt x="78054" y="98844"/>
                </a:lnTo>
                <a:lnTo>
                  <a:pt x="78054" y="120611"/>
                </a:lnTo>
                <a:lnTo>
                  <a:pt x="53873" y="123444"/>
                </a:lnTo>
                <a:lnTo>
                  <a:pt x="35852" y="129921"/>
                </a:lnTo>
                <a:lnTo>
                  <a:pt x="24612" y="139827"/>
                </a:lnTo>
                <a:lnTo>
                  <a:pt x="20726" y="152971"/>
                </a:lnTo>
                <a:lnTo>
                  <a:pt x="25082" y="166725"/>
                </a:lnTo>
                <a:lnTo>
                  <a:pt x="37668" y="176860"/>
                </a:lnTo>
                <a:lnTo>
                  <a:pt x="57772" y="183108"/>
                </a:lnTo>
                <a:lnTo>
                  <a:pt x="84683" y="185254"/>
                </a:lnTo>
                <a:lnTo>
                  <a:pt x="111480" y="183108"/>
                </a:lnTo>
                <a:lnTo>
                  <a:pt x="131521" y="176860"/>
                </a:lnTo>
                <a:lnTo>
                  <a:pt x="134340" y="174586"/>
                </a:lnTo>
                <a:lnTo>
                  <a:pt x="144106" y="166725"/>
                </a:lnTo>
                <a:lnTo>
                  <a:pt x="148501" y="152971"/>
                </a:lnTo>
                <a:lnTo>
                  <a:pt x="144589" y="139827"/>
                </a:lnTo>
                <a:lnTo>
                  <a:pt x="135229" y="131584"/>
                </a:lnTo>
                <a:lnTo>
                  <a:pt x="135229" y="152971"/>
                </a:lnTo>
                <a:lnTo>
                  <a:pt x="131622" y="162090"/>
                </a:lnTo>
                <a:lnTo>
                  <a:pt x="121500" y="168922"/>
                </a:lnTo>
                <a:lnTo>
                  <a:pt x="105613" y="173177"/>
                </a:lnTo>
                <a:lnTo>
                  <a:pt x="84683" y="174586"/>
                </a:lnTo>
                <a:lnTo>
                  <a:pt x="63677" y="173177"/>
                </a:lnTo>
                <a:lnTo>
                  <a:pt x="47777" y="168922"/>
                </a:lnTo>
                <a:lnTo>
                  <a:pt x="37731" y="162090"/>
                </a:lnTo>
                <a:lnTo>
                  <a:pt x="34290" y="152971"/>
                </a:lnTo>
                <a:lnTo>
                  <a:pt x="37731" y="143814"/>
                </a:lnTo>
                <a:lnTo>
                  <a:pt x="47777" y="136956"/>
                </a:lnTo>
                <a:lnTo>
                  <a:pt x="63677" y="132651"/>
                </a:lnTo>
                <a:lnTo>
                  <a:pt x="84683" y="131127"/>
                </a:lnTo>
                <a:lnTo>
                  <a:pt x="105613" y="132651"/>
                </a:lnTo>
                <a:lnTo>
                  <a:pt x="121500" y="136956"/>
                </a:lnTo>
                <a:lnTo>
                  <a:pt x="131622" y="143814"/>
                </a:lnTo>
                <a:lnTo>
                  <a:pt x="135229" y="152971"/>
                </a:lnTo>
                <a:lnTo>
                  <a:pt x="135229" y="131584"/>
                </a:lnTo>
                <a:lnTo>
                  <a:pt x="134721" y="131127"/>
                </a:lnTo>
                <a:lnTo>
                  <a:pt x="133350" y="129921"/>
                </a:lnTo>
                <a:lnTo>
                  <a:pt x="115341" y="123444"/>
                </a:lnTo>
                <a:lnTo>
                  <a:pt x="91173" y="120611"/>
                </a:lnTo>
                <a:lnTo>
                  <a:pt x="91173" y="98844"/>
                </a:lnTo>
                <a:lnTo>
                  <a:pt x="169519" y="98844"/>
                </a:lnTo>
                <a:lnTo>
                  <a:pt x="169519" y="87591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70"/>
                </a:lnTo>
                <a:lnTo>
                  <a:pt x="313258" y="97726"/>
                </a:lnTo>
                <a:lnTo>
                  <a:pt x="316090" y="95859"/>
                </a:lnTo>
                <a:lnTo>
                  <a:pt x="323926" y="90703"/>
                </a:lnTo>
                <a:lnTo>
                  <a:pt x="331927" y="81902"/>
                </a:lnTo>
                <a:lnTo>
                  <a:pt x="336892" y="71640"/>
                </a:lnTo>
                <a:lnTo>
                  <a:pt x="336969" y="71488"/>
                </a:lnTo>
                <a:lnTo>
                  <a:pt x="338747" y="59639"/>
                </a:lnTo>
                <a:lnTo>
                  <a:pt x="333743" y="40259"/>
                </a:lnTo>
                <a:lnTo>
                  <a:pt x="326072" y="32054"/>
                </a:lnTo>
                <a:lnTo>
                  <a:pt x="326072" y="59639"/>
                </a:lnTo>
                <a:lnTo>
                  <a:pt x="321957" y="74358"/>
                </a:lnTo>
                <a:lnTo>
                  <a:pt x="310540" y="85826"/>
                </a:lnTo>
                <a:lnTo>
                  <a:pt x="299834" y="90411"/>
                </a:lnTo>
                <a:lnTo>
                  <a:pt x="299834" y="102870"/>
                </a:lnTo>
                <a:lnTo>
                  <a:pt x="299834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94" y="104559"/>
                </a:lnTo>
                <a:lnTo>
                  <a:pt x="256565" y="105676"/>
                </a:lnTo>
                <a:lnTo>
                  <a:pt x="263766" y="106362"/>
                </a:lnTo>
                <a:lnTo>
                  <a:pt x="271284" y="106603"/>
                </a:lnTo>
                <a:lnTo>
                  <a:pt x="278879" y="106362"/>
                </a:lnTo>
                <a:lnTo>
                  <a:pt x="286092" y="105676"/>
                </a:lnTo>
                <a:lnTo>
                  <a:pt x="292887" y="104559"/>
                </a:lnTo>
                <a:lnTo>
                  <a:pt x="299237" y="103022"/>
                </a:lnTo>
                <a:lnTo>
                  <a:pt x="299834" y="102870"/>
                </a:lnTo>
                <a:lnTo>
                  <a:pt x="299834" y="90411"/>
                </a:lnTo>
                <a:lnTo>
                  <a:pt x="293179" y="93256"/>
                </a:lnTo>
                <a:lnTo>
                  <a:pt x="271284" y="95859"/>
                </a:lnTo>
                <a:lnTo>
                  <a:pt x="249339" y="93256"/>
                </a:lnTo>
                <a:lnTo>
                  <a:pt x="232029" y="85826"/>
                </a:lnTo>
                <a:lnTo>
                  <a:pt x="220675" y="74358"/>
                </a:lnTo>
                <a:lnTo>
                  <a:pt x="216636" y="59639"/>
                </a:lnTo>
                <a:lnTo>
                  <a:pt x="220675" y="44869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79" y="26009"/>
                </a:lnTo>
                <a:lnTo>
                  <a:pt x="310540" y="33413"/>
                </a:lnTo>
                <a:lnTo>
                  <a:pt x="321957" y="44869"/>
                </a:lnTo>
                <a:lnTo>
                  <a:pt x="326072" y="59639"/>
                </a:lnTo>
                <a:lnTo>
                  <a:pt x="326072" y="32054"/>
                </a:lnTo>
                <a:lnTo>
                  <a:pt x="319836" y="25374"/>
                </a:lnTo>
                <a:lnTo>
                  <a:pt x="315429" y="23406"/>
                </a:lnTo>
                <a:lnTo>
                  <a:pt x="298513" y="15811"/>
                </a:lnTo>
                <a:lnTo>
                  <a:pt x="271284" y="12369"/>
                </a:lnTo>
                <a:lnTo>
                  <a:pt x="244132" y="15811"/>
                </a:lnTo>
                <a:lnTo>
                  <a:pt x="222834" y="25374"/>
                </a:lnTo>
                <a:lnTo>
                  <a:pt x="208940" y="40259"/>
                </a:lnTo>
                <a:lnTo>
                  <a:pt x="203962" y="59639"/>
                </a:lnTo>
                <a:lnTo>
                  <a:pt x="205740" y="71488"/>
                </a:lnTo>
                <a:lnTo>
                  <a:pt x="205765" y="71640"/>
                </a:lnTo>
                <a:lnTo>
                  <a:pt x="210921" y="82156"/>
                </a:lnTo>
                <a:lnTo>
                  <a:pt x="219151" y="91008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09" y="66446"/>
                </a:lnTo>
                <a:lnTo>
                  <a:pt x="462572" y="56946"/>
                </a:lnTo>
                <a:lnTo>
                  <a:pt x="461454" y="55613"/>
                </a:lnTo>
                <a:lnTo>
                  <a:pt x="461238" y="55511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75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46" y="90182"/>
                </a:lnTo>
                <a:lnTo>
                  <a:pt x="397649" y="80657"/>
                </a:lnTo>
                <a:lnTo>
                  <a:pt x="399846" y="70980"/>
                </a:lnTo>
                <a:lnTo>
                  <a:pt x="406298" y="63487"/>
                </a:lnTo>
                <a:lnTo>
                  <a:pt x="416369" y="58661"/>
                </a:lnTo>
                <a:lnTo>
                  <a:pt x="429475" y="56946"/>
                </a:lnTo>
                <a:lnTo>
                  <a:pt x="442379" y="58661"/>
                </a:lnTo>
                <a:lnTo>
                  <a:pt x="452374" y="63487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11"/>
                </a:lnTo>
                <a:lnTo>
                  <a:pt x="447484" y="48717"/>
                </a:lnTo>
                <a:lnTo>
                  <a:pt x="429475" y="46291"/>
                </a:lnTo>
                <a:lnTo>
                  <a:pt x="411226" y="48717"/>
                </a:lnTo>
                <a:lnTo>
                  <a:pt x="397167" y="55613"/>
                </a:lnTo>
                <a:lnTo>
                  <a:pt x="388162" y="66446"/>
                </a:lnTo>
                <a:lnTo>
                  <a:pt x="385051" y="80657"/>
                </a:lnTo>
                <a:lnTo>
                  <a:pt x="388162" y="94716"/>
                </a:lnTo>
                <a:lnTo>
                  <a:pt x="397167" y="105422"/>
                </a:lnTo>
                <a:lnTo>
                  <a:pt x="411226" y="112255"/>
                </a:lnTo>
                <a:lnTo>
                  <a:pt x="429475" y="114655"/>
                </a:lnTo>
                <a:lnTo>
                  <a:pt x="447484" y="112255"/>
                </a:lnTo>
                <a:lnTo>
                  <a:pt x="461454" y="105422"/>
                </a:lnTo>
                <a:lnTo>
                  <a:pt x="462800" y="103847"/>
                </a:lnTo>
                <a:lnTo>
                  <a:pt x="470509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36" y="23774"/>
                </a:moveTo>
                <a:lnTo>
                  <a:pt x="436118" y="23774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74"/>
                </a:lnTo>
                <a:lnTo>
                  <a:pt x="374015" y="23774"/>
                </a:lnTo>
                <a:lnTo>
                  <a:pt x="374015" y="34886"/>
                </a:lnTo>
                <a:lnTo>
                  <a:pt x="484936" y="34886"/>
                </a:lnTo>
                <a:lnTo>
                  <a:pt x="484936" y="23774"/>
                </a:lnTo>
                <a:close/>
              </a:path>
              <a:path w="547370" h="185420">
                <a:moveTo>
                  <a:pt x="527291" y="170116"/>
                </a:moveTo>
                <a:lnTo>
                  <a:pt x="416128" y="170116"/>
                </a:lnTo>
                <a:lnTo>
                  <a:pt x="416128" y="128066"/>
                </a:lnTo>
                <a:lnTo>
                  <a:pt x="403009" y="128066"/>
                </a:lnTo>
                <a:lnTo>
                  <a:pt x="403009" y="181368"/>
                </a:lnTo>
                <a:lnTo>
                  <a:pt x="527291" y="181368"/>
                </a:lnTo>
                <a:lnTo>
                  <a:pt x="527291" y="170116"/>
                </a:lnTo>
                <a:close/>
              </a:path>
              <a:path w="547370" h="185420">
                <a:moveTo>
                  <a:pt x="546963" y="62611"/>
                </a:moveTo>
                <a:lnTo>
                  <a:pt x="518198" y="62611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47"/>
                </a:lnTo>
                <a:lnTo>
                  <a:pt x="518198" y="139547"/>
                </a:lnTo>
                <a:lnTo>
                  <a:pt x="518198" y="74028"/>
                </a:lnTo>
                <a:lnTo>
                  <a:pt x="546963" y="74028"/>
                </a:lnTo>
                <a:lnTo>
                  <a:pt x="546963" y="626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11413949" y="7415930"/>
            <a:ext cx="334645" cy="186690"/>
            <a:chOff x="11413949" y="7415930"/>
            <a:chExt cx="334645" cy="186690"/>
          </a:xfrm>
        </p:grpSpPr>
        <p:pic>
          <p:nvPicPr>
            <p:cNvPr id="47" name="object 4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413949" y="7415930"/>
              <a:ext cx="148352" cy="18607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95105" y="7416153"/>
              <a:ext cx="153197" cy="186074"/>
            </a:xfrm>
            <a:prstGeom prst="rect">
              <a:avLst/>
            </a:prstGeom>
          </p:spPr>
        </p:pic>
      </p:grpSp>
      <p:sp>
        <p:nvSpPr>
          <p:cNvPr id="49" name="object 49" descr=""/>
          <p:cNvSpPr/>
          <p:nvPr/>
        </p:nvSpPr>
        <p:spPr>
          <a:xfrm>
            <a:off x="11804955" y="7433309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42"/>
                </a:lnTo>
                <a:lnTo>
                  <a:pt x="125539" y="11442"/>
                </a:lnTo>
                <a:lnTo>
                  <a:pt x="125539" y="0"/>
                </a:lnTo>
                <a:lnTo>
                  <a:pt x="0" y="0"/>
                </a:lnTo>
                <a:lnTo>
                  <a:pt x="0" y="11442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1782670" y="7564283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1969039" y="742187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508"/>
                </a:moveTo>
                <a:lnTo>
                  <a:pt x="0" y="81508"/>
                </a:lnTo>
                <a:lnTo>
                  <a:pt x="0" y="92240"/>
                </a:lnTo>
                <a:lnTo>
                  <a:pt x="170345" y="92240"/>
                </a:lnTo>
                <a:lnTo>
                  <a:pt x="170345" y="81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1989905" y="7531100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24" y="58420"/>
                </a:moveTo>
                <a:lnTo>
                  <a:pt x="13652" y="58420"/>
                </a:lnTo>
                <a:lnTo>
                  <a:pt x="13652" y="38100"/>
                </a:lnTo>
                <a:lnTo>
                  <a:pt x="127863" y="38100"/>
                </a:lnTo>
                <a:lnTo>
                  <a:pt x="127863" y="27952"/>
                </a:lnTo>
                <a:lnTo>
                  <a:pt x="127863" y="10160"/>
                </a:lnTo>
                <a:lnTo>
                  <a:pt x="127863" y="0"/>
                </a:lnTo>
                <a:lnTo>
                  <a:pt x="0" y="0"/>
                </a:lnTo>
                <a:lnTo>
                  <a:pt x="0" y="10160"/>
                </a:lnTo>
                <a:lnTo>
                  <a:pt x="114668" y="10160"/>
                </a:lnTo>
                <a:lnTo>
                  <a:pt x="114668" y="27952"/>
                </a:lnTo>
                <a:lnTo>
                  <a:pt x="457" y="27952"/>
                </a:lnTo>
                <a:lnTo>
                  <a:pt x="457" y="38100"/>
                </a:lnTo>
                <a:lnTo>
                  <a:pt x="457" y="58420"/>
                </a:lnTo>
                <a:lnTo>
                  <a:pt x="457" y="68580"/>
                </a:lnTo>
                <a:lnTo>
                  <a:pt x="134124" y="68580"/>
                </a:lnTo>
                <a:lnTo>
                  <a:pt x="134124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" name="object 53" descr=""/>
          <p:cNvGrpSpPr/>
          <p:nvPr/>
        </p:nvGrpSpPr>
        <p:grpSpPr>
          <a:xfrm>
            <a:off x="12211145" y="7415557"/>
            <a:ext cx="709930" cy="186690"/>
            <a:chOff x="12211145" y="7415557"/>
            <a:chExt cx="709930" cy="186690"/>
          </a:xfrm>
        </p:grpSpPr>
        <p:pic>
          <p:nvPicPr>
            <p:cNvPr id="54" name="object 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211145" y="7416153"/>
              <a:ext cx="155659" cy="18137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98039" y="7415930"/>
              <a:ext cx="157000" cy="184211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80760" y="7415930"/>
              <a:ext cx="153124" cy="186298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768848" y="7415557"/>
              <a:ext cx="152229" cy="186223"/>
            </a:xfrm>
            <a:prstGeom prst="rect">
              <a:avLst/>
            </a:prstGeom>
          </p:spPr>
        </p:pic>
      </p:grpSp>
      <p:grpSp>
        <p:nvGrpSpPr>
          <p:cNvPr id="58" name="object 58" descr=""/>
          <p:cNvGrpSpPr/>
          <p:nvPr/>
        </p:nvGrpSpPr>
        <p:grpSpPr>
          <a:xfrm>
            <a:off x="13007223" y="7415930"/>
            <a:ext cx="718185" cy="186690"/>
            <a:chOff x="13007223" y="7415930"/>
            <a:chExt cx="718185" cy="186690"/>
          </a:xfrm>
        </p:grpSpPr>
        <p:pic>
          <p:nvPicPr>
            <p:cNvPr id="59" name="object 5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007223" y="7415930"/>
              <a:ext cx="172805" cy="18160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3201346" y="7415936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90">
                  <a:moveTo>
                    <a:pt x="104368" y="95948"/>
                  </a:moveTo>
                  <a:lnTo>
                    <a:pt x="103797" y="90805"/>
                  </a:lnTo>
                  <a:lnTo>
                    <a:pt x="103098" y="84620"/>
                  </a:lnTo>
                  <a:lnTo>
                    <a:pt x="80987" y="87693"/>
                  </a:lnTo>
                  <a:lnTo>
                    <a:pt x="59753" y="89585"/>
                  </a:lnTo>
                  <a:lnTo>
                    <a:pt x="38087" y="90538"/>
                  </a:lnTo>
                  <a:lnTo>
                    <a:pt x="14681" y="90805"/>
                  </a:lnTo>
                  <a:lnTo>
                    <a:pt x="13563" y="90805"/>
                  </a:lnTo>
                  <a:lnTo>
                    <a:pt x="13563" y="60833"/>
                  </a:lnTo>
                  <a:lnTo>
                    <a:pt x="83934" y="60833"/>
                  </a:lnTo>
                  <a:lnTo>
                    <a:pt x="83934" y="11404"/>
                  </a:lnTo>
                  <a:lnTo>
                    <a:pt x="0" y="11404"/>
                  </a:lnTo>
                  <a:lnTo>
                    <a:pt x="0" y="22593"/>
                  </a:lnTo>
                  <a:lnTo>
                    <a:pt x="70891" y="22593"/>
                  </a:lnTo>
                  <a:lnTo>
                    <a:pt x="70891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81" y="102133"/>
                  </a:lnTo>
                  <a:lnTo>
                    <a:pt x="38493" y="101866"/>
                  </a:lnTo>
                  <a:lnTo>
                    <a:pt x="60502" y="100914"/>
                  </a:lnTo>
                  <a:lnTo>
                    <a:pt x="82016" y="99021"/>
                  </a:lnTo>
                  <a:lnTo>
                    <a:pt x="104368" y="95948"/>
                  </a:lnTo>
                  <a:close/>
                </a:path>
                <a:path w="523875" h="186690">
                  <a:moveTo>
                    <a:pt x="136575" y="123380"/>
                  </a:moveTo>
                  <a:lnTo>
                    <a:pt x="15875" y="123380"/>
                  </a:lnTo>
                  <a:lnTo>
                    <a:pt x="15875" y="134556"/>
                  </a:lnTo>
                  <a:lnTo>
                    <a:pt x="123228" y="134556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80"/>
                  </a:lnTo>
                  <a:close/>
                </a:path>
                <a:path w="523875" h="186690">
                  <a:moveTo>
                    <a:pt x="165417" y="31242"/>
                  </a:moveTo>
                  <a:lnTo>
                    <a:pt x="136575" y="31242"/>
                  </a:lnTo>
                  <a:lnTo>
                    <a:pt x="136575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75" y="113245"/>
                  </a:lnTo>
                  <a:lnTo>
                    <a:pt x="136575" y="81254"/>
                  </a:lnTo>
                  <a:lnTo>
                    <a:pt x="165417" y="81254"/>
                  </a:lnTo>
                  <a:lnTo>
                    <a:pt x="165417" y="69850"/>
                  </a:lnTo>
                  <a:lnTo>
                    <a:pt x="136575" y="69850"/>
                  </a:lnTo>
                  <a:lnTo>
                    <a:pt x="136575" y="42341"/>
                  </a:lnTo>
                  <a:lnTo>
                    <a:pt x="165417" y="42341"/>
                  </a:lnTo>
                  <a:lnTo>
                    <a:pt x="165417" y="31242"/>
                  </a:lnTo>
                  <a:close/>
                </a:path>
                <a:path w="523875" h="186690">
                  <a:moveTo>
                    <a:pt x="278892" y="101092"/>
                  </a:moveTo>
                  <a:lnTo>
                    <a:pt x="275463" y="84023"/>
                  </a:lnTo>
                  <a:lnTo>
                    <a:pt x="266217" y="70789"/>
                  </a:lnTo>
                  <a:lnTo>
                    <a:pt x="266217" y="101092"/>
                  </a:lnTo>
                  <a:lnTo>
                    <a:pt x="263715" y="113347"/>
                  </a:lnTo>
                  <a:lnTo>
                    <a:pt x="256984" y="123088"/>
                  </a:lnTo>
                  <a:lnTo>
                    <a:pt x="246786" y="129489"/>
                  </a:lnTo>
                  <a:lnTo>
                    <a:pt x="233934" y="131724"/>
                  </a:lnTo>
                  <a:lnTo>
                    <a:pt x="220980" y="129489"/>
                  </a:lnTo>
                  <a:lnTo>
                    <a:pt x="210718" y="123088"/>
                  </a:lnTo>
                  <a:lnTo>
                    <a:pt x="204000" y="113347"/>
                  </a:lnTo>
                  <a:lnTo>
                    <a:pt x="201650" y="101092"/>
                  </a:lnTo>
                  <a:lnTo>
                    <a:pt x="204000" y="88811"/>
                  </a:lnTo>
                  <a:lnTo>
                    <a:pt x="210718" y="79019"/>
                  </a:lnTo>
                  <a:lnTo>
                    <a:pt x="220980" y="72529"/>
                  </a:lnTo>
                  <a:lnTo>
                    <a:pt x="233934" y="70154"/>
                  </a:lnTo>
                  <a:lnTo>
                    <a:pt x="246786" y="72529"/>
                  </a:lnTo>
                  <a:lnTo>
                    <a:pt x="256984" y="79019"/>
                  </a:lnTo>
                  <a:lnTo>
                    <a:pt x="263715" y="88811"/>
                  </a:lnTo>
                  <a:lnTo>
                    <a:pt x="266217" y="101092"/>
                  </a:lnTo>
                  <a:lnTo>
                    <a:pt x="266217" y="70789"/>
                  </a:lnTo>
                  <a:lnTo>
                    <a:pt x="265290" y="70154"/>
                  </a:lnTo>
                  <a:lnTo>
                    <a:pt x="251942" y="61963"/>
                  </a:lnTo>
                  <a:lnTo>
                    <a:pt x="233934" y="58813"/>
                  </a:lnTo>
                  <a:lnTo>
                    <a:pt x="215849" y="61963"/>
                  </a:lnTo>
                  <a:lnTo>
                    <a:pt x="201587" y="70675"/>
                  </a:lnTo>
                  <a:lnTo>
                    <a:pt x="192265" y="84023"/>
                  </a:lnTo>
                  <a:lnTo>
                    <a:pt x="188976" y="101092"/>
                  </a:lnTo>
                  <a:lnTo>
                    <a:pt x="192265" y="118211"/>
                  </a:lnTo>
                  <a:lnTo>
                    <a:pt x="201587" y="131508"/>
                  </a:lnTo>
                  <a:lnTo>
                    <a:pt x="215849" y="140144"/>
                  </a:lnTo>
                  <a:lnTo>
                    <a:pt x="233934" y="143205"/>
                  </a:lnTo>
                  <a:lnTo>
                    <a:pt x="251942" y="140144"/>
                  </a:lnTo>
                  <a:lnTo>
                    <a:pt x="265785" y="131724"/>
                  </a:lnTo>
                  <a:lnTo>
                    <a:pt x="266141" y="131508"/>
                  </a:lnTo>
                  <a:lnTo>
                    <a:pt x="275463" y="118211"/>
                  </a:lnTo>
                  <a:lnTo>
                    <a:pt x="278892" y="101092"/>
                  </a:lnTo>
                  <a:close/>
                </a:path>
                <a:path w="523875" h="186690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55" y="30568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90">
                  <a:moveTo>
                    <a:pt x="353733" y="77901"/>
                  </a:moveTo>
                  <a:lnTo>
                    <a:pt x="321525" y="77901"/>
                  </a:lnTo>
                  <a:lnTo>
                    <a:pt x="321525" y="0"/>
                  </a:lnTo>
                  <a:lnTo>
                    <a:pt x="308330" y="0"/>
                  </a:lnTo>
                  <a:lnTo>
                    <a:pt x="308330" y="186080"/>
                  </a:lnTo>
                  <a:lnTo>
                    <a:pt x="321525" y="186080"/>
                  </a:lnTo>
                  <a:lnTo>
                    <a:pt x="321525" y="89166"/>
                  </a:lnTo>
                  <a:lnTo>
                    <a:pt x="353733" y="89166"/>
                  </a:lnTo>
                  <a:lnTo>
                    <a:pt x="353733" y="77901"/>
                  </a:lnTo>
                  <a:close/>
                </a:path>
                <a:path w="523875" h="186690">
                  <a:moveTo>
                    <a:pt x="484720" y="5295"/>
                  </a:moveTo>
                  <a:lnTo>
                    <a:pt x="471970" y="5295"/>
                  </a:lnTo>
                  <a:lnTo>
                    <a:pt x="471970" y="77825"/>
                  </a:lnTo>
                  <a:lnTo>
                    <a:pt x="434619" y="77825"/>
                  </a:lnTo>
                  <a:lnTo>
                    <a:pt x="439229" y="64884"/>
                  </a:lnTo>
                  <a:lnTo>
                    <a:pt x="442468" y="51587"/>
                  </a:lnTo>
                  <a:lnTo>
                    <a:pt x="444385" y="38011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27"/>
                  </a:lnTo>
                  <a:lnTo>
                    <a:pt x="413308" y="91198"/>
                  </a:lnTo>
                  <a:lnTo>
                    <a:pt x="393319" y="115125"/>
                  </a:lnTo>
                  <a:lnTo>
                    <a:pt x="366039" y="135534"/>
                  </a:lnTo>
                  <a:lnTo>
                    <a:pt x="373938" y="145300"/>
                  </a:lnTo>
                  <a:lnTo>
                    <a:pt x="391909" y="133045"/>
                  </a:lnTo>
                  <a:lnTo>
                    <a:pt x="407098" y="119443"/>
                  </a:lnTo>
                  <a:lnTo>
                    <a:pt x="419595" y="104648"/>
                  </a:lnTo>
                  <a:lnTo>
                    <a:pt x="429475" y="88785"/>
                  </a:lnTo>
                  <a:lnTo>
                    <a:pt x="471970" y="88785"/>
                  </a:lnTo>
                  <a:lnTo>
                    <a:pt x="471970" y="176161"/>
                  </a:lnTo>
                  <a:lnTo>
                    <a:pt x="484720" y="176161"/>
                  </a:lnTo>
                  <a:lnTo>
                    <a:pt x="484720" y="88785"/>
                  </a:lnTo>
                  <a:lnTo>
                    <a:pt x="484720" y="77825"/>
                  </a:lnTo>
                  <a:lnTo>
                    <a:pt x="484720" y="5295"/>
                  </a:lnTo>
                  <a:close/>
                </a:path>
                <a:path w="523875" h="186690">
                  <a:moveTo>
                    <a:pt x="523633" y="0"/>
                  </a:moveTo>
                  <a:lnTo>
                    <a:pt x="510882" y="0"/>
                  </a:lnTo>
                  <a:lnTo>
                    <a:pt x="510882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13809636" y="7415930"/>
            <a:ext cx="335280" cy="186690"/>
            <a:chOff x="13809636" y="7415930"/>
            <a:chExt cx="335280" cy="186690"/>
          </a:xfrm>
        </p:grpSpPr>
        <p:pic>
          <p:nvPicPr>
            <p:cNvPr id="62" name="object 6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809636" y="7415930"/>
              <a:ext cx="148203" cy="183391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999289" y="7416153"/>
              <a:ext cx="145594" cy="186224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14229173" y="7415930"/>
            <a:ext cx="591185" cy="186690"/>
            <a:chOff x="14229173" y="7415930"/>
            <a:chExt cx="591185" cy="186690"/>
          </a:xfrm>
        </p:grpSpPr>
        <p:pic>
          <p:nvPicPr>
            <p:cNvPr id="65" name="object 6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229173" y="7415930"/>
              <a:ext cx="346580" cy="186074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603559" y="7428528"/>
              <a:ext cx="170345" cy="148800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4797163" y="756413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7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14895180" y="7415930"/>
            <a:ext cx="719455" cy="186690"/>
            <a:chOff x="14895180" y="7415930"/>
            <a:chExt cx="719455" cy="186690"/>
          </a:xfrm>
        </p:grpSpPr>
        <p:pic>
          <p:nvPicPr>
            <p:cNvPr id="69" name="object 6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895180" y="7415930"/>
              <a:ext cx="345088" cy="186298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69790" y="7415930"/>
              <a:ext cx="152080" cy="186074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459966" y="7416153"/>
              <a:ext cx="154241" cy="181378"/>
            </a:xfrm>
            <a:prstGeom prst="rect">
              <a:avLst/>
            </a:prstGeom>
          </p:spPr>
        </p:pic>
      </p:grpSp>
      <p:grpSp>
        <p:nvGrpSpPr>
          <p:cNvPr id="72" name="object 72" descr=""/>
          <p:cNvGrpSpPr/>
          <p:nvPr/>
        </p:nvGrpSpPr>
        <p:grpSpPr>
          <a:xfrm>
            <a:off x="15696252" y="7415930"/>
            <a:ext cx="337185" cy="186690"/>
            <a:chOff x="15696252" y="7415930"/>
            <a:chExt cx="337185" cy="186690"/>
          </a:xfrm>
        </p:grpSpPr>
        <p:pic>
          <p:nvPicPr>
            <p:cNvPr id="73" name="object 7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696252" y="7415930"/>
              <a:ext cx="156255" cy="186074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879792" y="7415930"/>
              <a:ext cx="153124" cy="186298"/>
            </a:xfrm>
            <a:prstGeom prst="rect">
              <a:avLst/>
            </a:prstGeom>
          </p:spPr>
        </p:pic>
      </p:grpSp>
      <p:sp>
        <p:nvSpPr>
          <p:cNvPr id="75" name="object 75" descr=""/>
          <p:cNvSpPr/>
          <p:nvPr/>
        </p:nvSpPr>
        <p:spPr>
          <a:xfrm>
            <a:off x="16066681" y="742187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508"/>
                </a:moveTo>
                <a:lnTo>
                  <a:pt x="0" y="81508"/>
                </a:lnTo>
                <a:lnTo>
                  <a:pt x="0" y="92240"/>
                </a:lnTo>
                <a:lnTo>
                  <a:pt x="170345" y="92240"/>
                </a:lnTo>
                <a:lnTo>
                  <a:pt x="170345" y="81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6087560" y="7531100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52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52"/>
                </a:lnTo>
                <a:lnTo>
                  <a:pt x="444" y="27952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16313078" y="7415930"/>
            <a:ext cx="523875" cy="186690"/>
            <a:chOff x="16313078" y="7415930"/>
            <a:chExt cx="523875" cy="186690"/>
          </a:xfrm>
        </p:grpSpPr>
        <p:pic>
          <p:nvPicPr>
            <p:cNvPr id="78" name="object 7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313078" y="7415930"/>
              <a:ext cx="145148" cy="186298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492295" y="7415930"/>
              <a:ext cx="344417" cy="186074"/>
            </a:xfrm>
            <a:prstGeom prst="rect">
              <a:avLst/>
            </a:prstGeom>
          </p:spPr>
        </p:pic>
      </p:grpSp>
      <p:pic>
        <p:nvPicPr>
          <p:cNvPr id="80" name="object 80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6917903" y="7415930"/>
            <a:ext cx="160579" cy="183391"/>
          </a:xfrm>
          <a:prstGeom prst="rect">
            <a:avLst/>
          </a:prstGeom>
        </p:spPr>
      </p:pic>
      <p:grpSp>
        <p:nvGrpSpPr>
          <p:cNvPr id="81" name="object 81" descr=""/>
          <p:cNvGrpSpPr/>
          <p:nvPr/>
        </p:nvGrpSpPr>
        <p:grpSpPr>
          <a:xfrm>
            <a:off x="9582777" y="7782940"/>
            <a:ext cx="353060" cy="186690"/>
            <a:chOff x="9582777" y="7782940"/>
            <a:chExt cx="353060" cy="186690"/>
          </a:xfrm>
        </p:grpSpPr>
        <p:pic>
          <p:nvPicPr>
            <p:cNvPr id="82" name="object 8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82777" y="7782940"/>
              <a:ext cx="144849" cy="185478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759309" y="7782940"/>
              <a:ext cx="176383" cy="186074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9956114" y="7783169"/>
            <a:ext cx="149225" cy="181610"/>
          </a:xfrm>
          <a:custGeom>
            <a:avLst/>
            <a:gdLst/>
            <a:ahLst/>
            <a:cxnLst/>
            <a:rect l="l" t="t" r="r" b="b"/>
            <a:pathLst>
              <a:path w="149225" h="181609">
                <a:moveTo>
                  <a:pt x="144246" y="84912"/>
                </a:moveTo>
                <a:lnTo>
                  <a:pt x="130911" y="84912"/>
                </a:lnTo>
                <a:lnTo>
                  <a:pt x="130911" y="135826"/>
                </a:lnTo>
                <a:lnTo>
                  <a:pt x="144246" y="135826"/>
                </a:lnTo>
                <a:lnTo>
                  <a:pt x="144246" y="84912"/>
                </a:lnTo>
                <a:close/>
              </a:path>
              <a:path w="149225" h="181609">
                <a:moveTo>
                  <a:pt x="144246" y="0"/>
                </a:moveTo>
                <a:lnTo>
                  <a:pt x="130911" y="0"/>
                </a:lnTo>
                <a:lnTo>
                  <a:pt x="130911" y="33680"/>
                </a:lnTo>
                <a:lnTo>
                  <a:pt x="84315" y="33680"/>
                </a:lnTo>
                <a:lnTo>
                  <a:pt x="84315" y="27330"/>
                </a:lnTo>
                <a:lnTo>
                  <a:pt x="84315" y="15900"/>
                </a:lnTo>
                <a:lnTo>
                  <a:pt x="71272" y="15900"/>
                </a:lnTo>
                <a:lnTo>
                  <a:pt x="71272" y="90830"/>
                </a:lnTo>
                <a:lnTo>
                  <a:pt x="13042" y="90830"/>
                </a:lnTo>
                <a:lnTo>
                  <a:pt x="13042" y="27330"/>
                </a:lnTo>
                <a:lnTo>
                  <a:pt x="71272" y="27330"/>
                </a:lnTo>
                <a:lnTo>
                  <a:pt x="71272" y="15900"/>
                </a:lnTo>
                <a:lnTo>
                  <a:pt x="0" y="15900"/>
                </a:lnTo>
                <a:lnTo>
                  <a:pt x="0" y="27330"/>
                </a:lnTo>
                <a:lnTo>
                  <a:pt x="0" y="90830"/>
                </a:lnTo>
                <a:lnTo>
                  <a:pt x="0" y="102260"/>
                </a:lnTo>
                <a:lnTo>
                  <a:pt x="84315" y="102260"/>
                </a:lnTo>
                <a:lnTo>
                  <a:pt x="84315" y="90830"/>
                </a:lnTo>
                <a:lnTo>
                  <a:pt x="84315" y="84480"/>
                </a:lnTo>
                <a:lnTo>
                  <a:pt x="144246" y="84480"/>
                </a:lnTo>
                <a:lnTo>
                  <a:pt x="144246" y="73507"/>
                </a:lnTo>
                <a:lnTo>
                  <a:pt x="144246" y="73050"/>
                </a:lnTo>
                <a:lnTo>
                  <a:pt x="144246" y="45250"/>
                </a:lnTo>
                <a:lnTo>
                  <a:pt x="130911" y="45250"/>
                </a:lnTo>
                <a:lnTo>
                  <a:pt x="130911" y="73050"/>
                </a:lnTo>
                <a:lnTo>
                  <a:pt x="84315" y="73050"/>
                </a:lnTo>
                <a:lnTo>
                  <a:pt x="84315" y="45110"/>
                </a:lnTo>
                <a:lnTo>
                  <a:pt x="144246" y="45110"/>
                </a:lnTo>
                <a:lnTo>
                  <a:pt x="144246" y="33845"/>
                </a:lnTo>
                <a:lnTo>
                  <a:pt x="144246" y="33680"/>
                </a:lnTo>
                <a:lnTo>
                  <a:pt x="144246" y="0"/>
                </a:lnTo>
                <a:close/>
              </a:path>
              <a:path w="149225" h="181609">
                <a:moveTo>
                  <a:pt x="148729" y="169570"/>
                </a:moveTo>
                <a:lnTo>
                  <a:pt x="38468" y="169570"/>
                </a:lnTo>
                <a:lnTo>
                  <a:pt x="38468" y="123850"/>
                </a:lnTo>
                <a:lnTo>
                  <a:pt x="25120" y="123850"/>
                </a:lnTo>
                <a:lnTo>
                  <a:pt x="25120" y="169570"/>
                </a:lnTo>
                <a:lnTo>
                  <a:pt x="25120" y="181000"/>
                </a:lnTo>
                <a:lnTo>
                  <a:pt x="148729" y="181000"/>
                </a:lnTo>
                <a:lnTo>
                  <a:pt x="148729" y="169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5" name="object 85" descr=""/>
          <p:cNvGrpSpPr/>
          <p:nvPr/>
        </p:nvGrpSpPr>
        <p:grpSpPr>
          <a:xfrm>
            <a:off x="10185215" y="7782940"/>
            <a:ext cx="776605" cy="187325"/>
            <a:chOff x="10185215" y="7782940"/>
            <a:chExt cx="776605" cy="187325"/>
          </a:xfrm>
        </p:grpSpPr>
        <p:pic>
          <p:nvPicPr>
            <p:cNvPr id="86" name="object 8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185215" y="7785027"/>
              <a:ext cx="356494" cy="185180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571604" y="7782940"/>
              <a:ext cx="139556" cy="186074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753951" y="7782940"/>
              <a:ext cx="207842" cy="186298"/>
            </a:xfrm>
            <a:prstGeom prst="rect">
              <a:avLst/>
            </a:prstGeom>
          </p:spPr>
        </p:pic>
      </p:grpSp>
      <p:grpSp>
        <p:nvGrpSpPr>
          <p:cNvPr id="89" name="object 89" descr=""/>
          <p:cNvGrpSpPr/>
          <p:nvPr/>
        </p:nvGrpSpPr>
        <p:grpSpPr>
          <a:xfrm>
            <a:off x="11034276" y="7782940"/>
            <a:ext cx="527685" cy="186690"/>
            <a:chOff x="11034276" y="7782940"/>
            <a:chExt cx="527685" cy="186690"/>
          </a:xfrm>
        </p:grpSpPr>
        <p:pic>
          <p:nvPicPr>
            <p:cNvPr id="90" name="object 9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034276" y="7782940"/>
              <a:ext cx="348368" cy="186074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411421" y="7782940"/>
              <a:ext cx="150290" cy="186298"/>
            </a:xfrm>
            <a:prstGeom prst="rect">
              <a:avLst/>
            </a:prstGeom>
          </p:spPr>
        </p:pic>
      </p:grpSp>
      <p:grpSp>
        <p:nvGrpSpPr>
          <p:cNvPr id="92" name="object 92" descr=""/>
          <p:cNvGrpSpPr/>
          <p:nvPr/>
        </p:nvGrpSpPr>
        <p:grpSpPr>
          <a:xfrm>
            <a:off x="11652146" y="7782940"/>
            <a:ext cx="544830" cy="186690"/>
            <a:chOff x="11652146" y="7782940"/>
            <a:chExt cx="544830" cy="186690"/>
          </a:xfrm>
        </p:grpSpPr>
        <p:pic>
          <p:nvPicPr>
            <p:cNvPr id="93" name="object 9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652146" y="7782940"/>
              <a:ext cx="150142" cy="186074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843887" y="7782940"/>
              <a:ext cx="352468" cy="186074"/>
            </a:xfrm>
            <a:prstGeom prst="rect">
              <a:avLst/>
            </a:prstGeom>
          </p:spPr>
        </p:pic>
      </p:grpSp>
      <p:sp>
        <p:nvSpPr>
          <p:cNvPr id="95" name="object 95" descr=""/>
          <p:cNvSpPr/>
          <p:nvPr/>
        </p:nvSpPr>
        <p:spPr>
          <a:xfrm>
            <a:off x="12260910" y="7783169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97" y="64338"/>
                </a:moveTo>
                <a:lnTo>
                  <a:pt x="135953" y="59283"/>
                </a:lnTo>
                <a:lnTo>
                  <a:pt x="114566" y="49822"/>
                </a:lnTo>
                <a:lnTo>
                  <a:pt x="98996" y="36614"/>
                </a:lnTo>
                <a:lnTo>
                  <a:pt x="98729" y="35864"/>
                </a:lnTo>
                <a:lnTo>
                  <a:pt x="93040" y="20281"/>
                </a:lnTo>
                <a:lnTo>
                  <a:pt x="93040" y="19761"/>
                </a:lnTo>
                <a:lnTo>
                  <a:pt x="154317" y="19761"/>
                </a:lnTo>
                <a:lnTo>
                  <a:pt x="154317" y="8724"/>
                </a:lnTo>
                <a:lnTo>
                  <a:pt x="15582" y="8724"/>
                </a:lnTo>
                <a:lnTo>
                  <a:pt x="15582" y="19761"/>
                </a:lnTo>
                <a:lnTo>
                  <a:pt x="76568" y="19761"/>
                </a:lnTo>
                <a:lnTo>
                  <a:pt x="76568" y="20281"/>
                </a:lnTo>
                <a:lnTo>
                  <a:pt x="70472" y="36614"/>
                </a:lnTo>
                <a:lnTo>
                  <a:pt x="54851" y="49822"/>
                </a:lnTo>
                <a:lnTo>
                  <a:pt x="33528" y="59283"/>
                </a:lnTo>
                <a:lnTo>
                  <a:pt x="10363" y="64338"/>
                </a:lnTo>
                <a:lnTo>
                  <a:pt x="15290" y="74993"/>
                </a:lnTo>
                <a:lnTo>
                  <a:pt x="36817" y="70281"/>
                </a:lnTo>
                <a:lnTo>
                  <a:pt x="56972" y="62077"/>
                </a:lnTo>
                <a:lnTo>
                  <a:pt x="73672" y="50546"/>
                </a:lnTo>
                <a:lnTo>
                  <a:pt x="84848" y="35864"/>
                </a:lnTo>
                <a:lnTo>
                  <a:pt x="95923" y="50546"/>
                </a:lnTo>
                <a:lnTo>
                  <a:pt x="112585" y="62077"/>
                </a:lnTo>
                <a:lnTo>
                  <a:pt x="132715" y="70281"/>
                </a:lnTo>
                <a:lnTo>
                  <a:pt x="154254" y="74993"/>
                </a:lnTo>
                <a:lnTo>
                  <a:pt x="159397" y="64338"/>
                </a:lnTo>
                <a:close/>
              </a:path>
              <a:path w="547370" h="185420">
                <a:moveTo>
                  <a:pt x="169532" y="87591"/>
                </a:moveTo>
                <a:lnTo>
                  <a:pt x="0" y="87591"/>
                </a:lnTo>
                <a:lnTo>
                  <a:pt x="0" y="98856"/>
                </a:lnTo>
                <a:lnTo>
                  <a:pt x="78054" y="98856"/>
                </a:lnTo>
                <a:lnTo>
                  <a:pt x="78054" y="120624"/>
                </a:lnTo>
                <a:lnTo>
                  <a:pt x="53873" y="123456"/>
                </a:lnTo>
                <a:lnTo>
                  <a:pt x="35864" y="129921"/>
                </a:lnTo>
                <a:lnTo>
                  <a:pt x="24612" y="139827"/>
                </a:lnTo>
                <a:lnTo>
                  <a:pt x="20726" y="152971"/>
                </a:lnTo>
                <a:lnTo>
                  <a:pt x="25082" y="166725"/>
                </a:lnTo>
                <a:lnTo>
                  <a:pt x="37668" y="176860"/>
                </a:lnTo>
                <a:lnTo>
                  <a:pt x="57785" y="183121"/>
                </a:lnTo>
                <a:lnTo>
                  <a:pt x="84696" y="185254"/>
                </a:lnTo>
                <a:lnTo>
                  <a:pt x="111480" y="183121"/>
                </a:lnTo>
                <a:lnTo>
                  <a:pt x="131533" y="176860"/>
                </a:lnTo>
                <a:lnTo>
                  <a:pt x="134340" y="174599"/>
                </a:lnTo>
                <a:lnTo>
                  <a:pt x="144119" y="166725"/>
                </a:lnTo>
                <a:lnTo>
                  <a:pt x="148513" y="152971"/>
                </a:lnTo>
                <a:lnTo>
                  <a:pt x="144589" y="139827"/>
                </a:lnTo>
                <a:lnTo>
                  <a:pt x="135242" y="131584"/>
                </a:lnTo>
                <a:lnTo>
                  <a:pt x="135242" y="152971"/>
                </a:lnTo>
                <a:lnTo>
                  <a:pt x="131622" y="162102"/>
                </a:lnTo>
                <a:lnTo>
                  <a:pt x="121513" y="168935"/>
                </a:lnTo>
                <a:lnTo>
                  <a:pt x="105625" y="173189"/>
                </a:lnTo>
                <a:lnTo>
                  <a:pt x="84696" y="174599"/>
                </a:lnTo>
                <a:lnTo>
                  <a:pt x="63677" y="173189"/>
                </a:lnTo>
                <a:lnTo>
                  <a:pt x="47777" y="168935"/>
                </a:lnTo>
                <a:lnTo>
                  <a:pt x="37744" y="162102"/>
                </a:lnTo>
                <a:lnTo>
                  <a:pt x="34302" y="152971"/>
                </a:lnTo>
                <a:lnTo>
                  <a:pt x="37744" y="143814"/>
                </a:lnTo>
                <a:lnTo>
                  <a:pt x="47777" y="136969"/>
                </a:lnTo>
                <a:lnTo>
                  <a:pt x="63677" y="132664"/>
                </a:lnTo>
                <a:lnTo>
                  <a:pt x="84696" y="131127"/>
                </a:lnTo>
                <a:lnTo>
                  <a:pt x="105625" y="132664"/>
                </a:lnTo>
                <a:lnTo>
                  <a:pt x="121513" y="136969"/>
                </a:lnTo>
                <a:lnTo>
                  <a:pt x="131622" y="143814"/>
                </a:lnTo>
                <a:lnTo>
                  <a:pt x="135242" y="152971"/>
                </a:lnTo>
                <a:lnTo>
                  <a:pt x="135242" y="131584"/>
                </a:lnTo>
                <a:lnTo>
                  <a:pt x="134734" y="131127"/>
                </a:lnTo>
                <a:lnTo>
                  <a:pt x="133350" y="129921"/>
                </a:lnTo>
                <a:lnTo>
                  <a:pt x="115341" y="123456"/>
                </a:lnTo>
                <a:lnTo>
                  <a:pt x="91186" y="120624"/>
                </a:lnTo>
                <a:lnTo>
                  <a:pt x="91186" y="98856"/>
                </a:lnTo>
                <a:lnTo>
                  <a:pt x="169532" y="98856"/>
                </a:lnTo>
                <a:lnTo>
                  <a:pt x="169532" y="87591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82"/>
                </a:lnTo>
                <a:lnTo>
                  <a:pt x="313258" y="97739"/>
                </a:lnTo>
                <a:lnTo>
                  <a:pt x="316090" y="95872"/>
                </a:lnTo>
                <a:lnTo>
                  <a:pt x="323938" y="90703"/>
                </a:lnTo>
                <a:lnTo>
                  <a:pt x="331939" y="81902"/>
                </a:lnTo>
                <a:lnTo>
                  <a:pt x="336905" y="71640"/>
                </a:lnTo>
                <a:lnTo>
                  <a:pt x="336981" y="71501"/>
                </a:lnTo>
                <a:lnTo>
                  <a:pt x="338759" y="59639"/>
                </a:lnTo>
                <a:lnTo>
                  <a:pt x="333756" y="40259"/>
                </a:lnTo>
                <a:lnTo>
                  <a:pt x="326085" y="32067"/>
                </a:lnTo>
                <a:lnTo>
                  <a:pt x="326085" y="59639"/>
                </a:lnTo>
                <a:lnTo>
                  <a:pt x="321970" y="74371"/>
                </a:lnTo>
                <a:lnTo>
                  <a:pt x="310540" y="85839"/>
                </a:lnTo>
                <a:lnTo>
                  <a:pt x="299847" y="90411"/>
                </a:lnTo>
                <a:lnTo>
                  <a:pt x="299847" y="102882"/>
                </a:lnTo>
                <a:lnTo>
                  <a:pt x="299847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94" y="104559"/>
                </a:lnTo>
                <a:lnTo>
                  <a:pt x="256565" y="105689"/>
                </a:lnTo>
                <a:lnTo>
                  <a:pt x="263779" y="106375"/>
                </a:lnTo>
                <a:lnTo>
                  <a:pt x="271284" y="106603"/>
                </a:lnTo>
                <a:lnTo>
                  <a:pt x="278879" y="106375"/>
                </a:lnTo>
                <a:lnTo>
                  <a:pt x="286105" y="105689"/>
                </a:lnTo>
                <a:lnTo>
                  <a:pt x="292887" y="104559"/>
                </a:lnTo>
                <a:lnTo>
                  <a:pt x="299237" y="103022"/>
                </a:lnTo>
                <a:lnTo>
                  <a:pt x="299847" y="102882"/>
                </a:lnTo>
                <a:lnTo>
                  <a:pt x="299847" y="90411"/>
                </a:lnTo>
                <a:lnTo>
                  <a:pt x="293192" y="93256"/>
                </a:lnTo>
                <a:lnTo>
                  <a:pt x="271284" y="95872"/>
                </a:lnTo>
                <a:lnTo>
                  <a:pt x="249339" y="93256"/>
                </a:lnTo>
                <a:lnTo>
                  <a:pt x="232029" y="85839"/>
                </a:lnTo>
                <a:lnTo>
                  <a:pt x="220687" y="74371"/>
                </a:lnTo>
                <a:lnTo>
                  <a:pt x="216649" y="59639"/>
                </a:lnTo>
                <a:lnTo>
                  <a:pt x="220687" y="44881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92" y="26009"/>
                </a:lnTo>
                <a:lnTo>
                  <a:pt x="310540" y="33413"/>
                </a:lnTo>
                <a:lnTo>
                  <a:pt x="321970" y="44881"/>
                </a:lnTo>
                <a:lnTo>
                  <a:pt x="326085" y="59639"/>
                </a:lnTo>
                <a:lnTo>
                  <a:pt x="326085" y="32067"/>
                </a:lnTo>
                <a:lnTo>
                  <a:pt x="319836" y="25387"/>
                </a:lnTo>
                <a:lnTo>
                  <a:pt x="315442" y="23406"/>
                </a:lnTo>
                <a:lnTo>
                  <a:pt x="298526" y="15824"/>
                </a:lnTo>
                <a:lnTo>
                  <a:pt x="271284" y="12369"/>
                </a:lnTo>
                <a:lnTo>
                  <a:pt x="244132" y="15824"/>
                </a:lnTo>
                <a:lnTo>
                  <a:pt x="222846" y="25387"/>
                </a:lnTo>
                <a:lnTo>
                  <a:pt x="208940" y="40259"/>
                </a:lnTo>
                <a:lnTo>
                  <a:pt x="203974" y="59639"/>
                </a:lnTo>
                <a:lnTo>
                  <a:pt x="205740" y="71501"/>
                </a:lnTo>
                <a:lnTo>
                  <a:pt x="205765" y="71640"/>
                </a:lnTo>
                <a:lnTo>
                  <a:pt x="210934" y="82169"/>
                </a:lnTo>
                <a:lnTo>
                  <a:pt x="219163" y="91020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22" y="66459"/>
                </a:lnTo>
                <a:lnTo>
                  <a:pt x="462584" y="56959"/>
                </a:lnTo>
                <a:lnTo>
                  <a:pt x="461467" y="55626"/>
                </a:lnTo>
                <a:lnTo>
                  <a:pt x="461238" y="55524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88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59" y="90182"/>
                </a:lnTo>
                <a:lnTo>
                  <a:pt x="397649" y="80657"/>
                </a:lnTo>
                <a:lnTo>
                  <a:pt x="399859" y="70980"/>
                </a:lnTo>
                <a:lnTo>
                  <a:pt x="406298" y="63500"/>
                </a:lnTo>
                <a:lnTo>
                  <a:pt x="416369" y="58674"/>
                </a:lnTo>
                <a:lnTo>
                  <a:pt x="429488" y="56959"/>
                </a:lnTo>
                <a:lnTo>
                  <a:pt x="442379" y="58674"/>
                </a:lnTo>
                <a:lnTo>
                  <a:pt x="452374" y="63500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24"/>
                </a:lnTo>
                <a:lnTo>
                  <a:pt x="447497" y="48717"/>
                </a:lnTo>
                <a:lnTo>
                  <a:pt x="429488" y="46291"/>
                </a:lnTo>
                <a:lnTo>
                  <a:pt x="411226" y="48717"/>
                </a:lnTo>
                <a:lnTo>
                  <a:pt x="397179" y="55626"/>
                </a:lnTo>
                <a:lnTo>
                  <a:pt x="388162" y="66459"/>
                </a:lnTo>
                <a:lnTo>
                  <a:pt x="385051" y="80657"/>
                </a:lnTo>
                <a:lnTo>
                  <a:pt x="388162" y="94716"/>
                </a:lnTo>
                <a:lnTo>
                  <a:pt x="397179" y="105435"/>
                </a:lnTo>
                <a:lnTo>
                  <a:pt x="411226" y="112255"/>
                </a:lnTo>
                <a:lnTo>
                  <a:pt x="429488" y="114655"/>
                </a:lnTo>
                <a:lnTo>
                  <a:pt x="447497" y="112255"/>
                </a:lnTo>
                <a:lnTo>
                  <a:pt x="461467" y="105435"/>
                </a:lnTo>
                <a:lnTo>
                  <a:pt x="462800" y="103847"/>
                </a:lnTo>
                <a:lnTo>
                  <a:pt x="470522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49" y="23787"/>
                </a:moveTo>
                <a:lnTo>
                  <a:pt x="436118" y="23787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87"/>
                </a:lnTo>
                <a:lnTo>
                  <a:pt x="374015" y="23787"/>
                </a:lnTo>
                <a:lnTo>
                  <a:pt x="374015" y="34886"/>
                </a:lnTo>
                <a:lnTo>
                  <a:pt x="484949" y="34886"/>
                </a:lnTo>
                <a:lnTo>
                  <a:pt x="484949" y="23787"/>
                </a:lnTo>
                <a:close/>
              </a:path>
              <a:path w="547370" h="185420">
                <a:moveTo>
                  <a:pt x="527291" y="170116"/>
                </a:moveTo>
                <a:lnTo>
                  <a:pt x="416140" y="170116"/>
                </a:lnTo>
                <a:lnTo>
                  <a:pt x="416140" y="128079"/>
                </a:lnTo>
                <a:lnTo>
                  <a:pt x="403021" y="128079"/>
                </a:lnTo>
                <a:lnTo>
                  <a:pt x="403021" y="181381"/>
                </a:lnTo>
                <a:lnTo>
                  <a:pt x="527291" y="181381"/>
                </a:lnTo>
                <a:lnTo>
                  <a:pt x="527291" y="170116"/>
                </a:lnTo>
                <a:close/>
              </a:path>
              <a:path w="547370" h="185420">
                <a:moveTo>
                  <a:pt x="546976" y="62623"/>
                </a:moveTo>
                <a:lnTo>
                  <a:pt x="518198" y="62623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60"/>
                </a:lnTo>
                <a:lnTo>
                  <a:pt x="518198" y="139560"/>
                </a:lnTo>
                <a:lnTo>
                  <a:pt x="518198" y="74028"/>
                </a:lnTo>
                <a:lnTo>
                  <a:pt x="546976" y="74028"/>
                </a:lnTo>
                <a:lnTo>
                  <a:pt x="546976" y="62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6" name="object 96" descr=""/>
          <p:cNvGrpSpPr/>
          <p:nvPr/>
        </p:nvGrpSpPr>
        <p:grpSpPr>
          <a:xfrm>
            <a:off x="12877377" y="7782940"/>
            <a:ext cx="334645" cy="186690"/>
            <a:chOff x="12877377" y="7782940"/>
            <a:chExt cx="334645" cy="186690"/>
          </a:xfrm>
        </p:grpSpPr>
        <p:pic>
          <p:nvPicPr>
            <p:cNvPr id="97" name="object 9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877377" y="7782940"/>
              <a:ext cx="148352" cy="186074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058532" y="7783163"/>
              <a:ext cx="153197" cy="186074"/>
            </a:xfrm>
            <a:prstGeom prst="rect">
              <a:avLst/>
            </a:prstGeom>
          </p:spPr>
        </p:pic>
      </p:grpSp>
      <p:sp>
        <p:nvSpPr>
          <p:cNvPr id="99" name="object 99" descr=""/>
          <p:cNvSpPr/>
          <p:nvPr/>
        </p:nvSpPr>
        <p:spPr>
          <a:xfrm>
            <a:off x="13268376" y="7800340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30"/>
                </a:lnTo>
                <a:lnTo>
                  <a:pt x="125552" y="11430"/>
                </a:lnTo>
                <a:lnTo>
                  <a:pt x="125552" y="0"/>
                </a:lnTo>
                <a:lnTo>
                  <a:pt x="0" y="0"/>
                </a:lnTo>
                <a:lnTo>
                  <a:pt x="0" y="11430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13246096" y="7931293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13432460" y="778890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45" y="55892"/>
                </a:moveTo>
                <a:lnTo>
                  <a:pt x="35636" y="55892"/>
                </a:lnTo>
                <a:lnTo>
                  <a:pt x="35636" y="36842"/>
                </a:lnTo>
                <a:lnTo>
                  <a:pt x="148056" y="36842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42"/>
                </a:lnTo>
                <a:lnTo>
                  <a:pt x="22517" y="55892"/>
                </a:lnTo>
                <a:lnTo>
                  <a:pt x="22517" y="66040"/>
                </a:lnTo>
                <a:lnTo>
                  <a:pt x="151345" y="66040"/>
                </a:lnTo>
                <a:lnTo>
                  <a:pt x="151345" y="55892"/>
                </a:lnTo>
                <a:close/>
              </a:path>
              <a:path w="170815" h="92709">
                <a:moveTo>
                  <a:pt x="170345" y="81483"/>
                </a:moveTo>
                <a:lnTo>
                  <a:pt x="0" y="81483"/>
                </a:lnTo>
                <a:lnTo>
                  <a:pt x="0" y="92214"/>
                </a:lnTo>
                <a:lnTo>
                  <a:pt x="170345" y="92214"/>
                </a:lnTo>
                <a:lnTo>
                  <a:pt x="170345" y="81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3453338" y="789812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3" name="object 103" descr=""/>
          <p:cNvGrpSpPr/>
          <p:nvPr/>
        </p:nvGrpSpPr>
        <p:grpSpPr>
          <a:xfrm>
            <a:off x="13674573" y="7782567"/>
            <a:ext cx="709930" cy="186690"/>
            <a:chOff x="13674573" y="7782567"/>
            <a:chExt cx="709930" cy="186690"/>
          </a:xfrm>
        </p:grpSpPr>
        <p:pic>
          <p:nvPicPr>
            <p:cNvPr id="104" name="object 10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674573" y="7783163"/>
              <a:ext cx="155659" cy="181378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861467" y="7782940"/>
              <a:ext cx="157000" cy="184211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044187" y="7782940"/>
              <a:ext cx="153124" cy="186298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232275" y="7782567"/>
              <a:ext cx="152229" cy="186223"/>
            </a:xfrm>
            <a:prstGeom prst="rect">
              <a:avLst/>
            </a:prstGeom>
          </p:spPr>
        </p:pic>
      </p:grpSp>
      <p:grpSp>
        <p:nvGrpSpPr>
          <p:cNvPr id="108" name="object 108" descr=""/>
          <p:cNvGrpSpPr/>
          <p:nvPr/>
        </p:nvGrpSpPr>
        <p:grpSpPr>
          <a:xfrm>
            <a:off x="14470650" y="7782940"/>
            <a:ext cx="718185" cy="186690"/>
            <a:chOff x="14470650" y="7782940"/>
            <a:chExt cx="718185" cy="186690"/>
          </a:xfrm>
        </p:grpSpPr>
        <p:pic>
          <p:nvPicPr>
            <p:cNvPr id="109" name="object 10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470650" y="7782940"/>
              <a:ext cx="172805" cy="181601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14664767" y="7782940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90">
                  <a:moveTo>
                    <a:pt x="104368" y="95948"/>
                  </a:moveTo>
                  <a:lnTo>
                    <a:pt x="103797" y="90805"/>
                  </a:lnTo>
                  <a:lnTo>
                    <a:pt x="103111" y="84620"/>
                  </a:lnTo>
                  <a:lnTo>
                    <a:pt x="81000" y="87693"/>
                  </a:lnTo>
                  <a:lnTo>
                    <a:pt x="59766" y="89585"/>
                  </a:lnTo>
                  <a:lnTo>
                    <a:pt x="38100" y="90538"/>
                  </a:lnTo>
                  <a:lnTo>
                    <a:pt x="14693" y="90805"/>
                  </a:lnTo>
                  <a:lnTo>
                    <a:pt x="13576" y="90805"/>
                  </a:lnTo>
                  <a:lnTo>
                    <a:pt x="13576" y="60833"/>
                  </a:lnTo>
                  <a:lnTo>
                    <a:pt x="83947" y="60833"/>
                  </a:lnTo>
                  <a:lnTo>
                    <a:pt x="83947" y="11417"/>
                  </a:lnTo>
                  <a:lnTo>
                    <a:pt x="0" y="11417"/>
                  </a:lnTo>
                  <a:lnTo>
                    <a:pt x="0" y="22593"/>
                  </a:lnTo>
                  <a:lnTo>
                    <a:pt x="70904" y="22593"/>
                  </a:lnTo>
                  <a:lnTo>
                    <a:pt x="70904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93" y="102133"/>
                  </a:lnTo>
                  <a:lnTo>
                    <a:pt x="38506" y="101879"/>
                  </a:lnTo>
                  <a:lnTo>
                    <a:pt x="60515" y="100914"/>
                  </a:lnTo>
                  <a:lnTo>
                    <a:pt x="82029" y="99021"/>
                  </a:lnTo>
                  <a:lnTo>
                    <a:pt x="104368" y="95948"/>
                  </a:lnTo>
                  <a:close/>
                </a:path>
                <a:path w="523875" h="186690">
                  <a:moveTo>
                    <a:pt x="136575" y="123380"/>
                  </a:moveTo>
                  <a:lnTo>
                    <a:pt x="15887" y="123380"/>
                  </a:lnTo>
                  <a:lnTo>
                    <a:pt x="15887" y="134569"/>
                  </a:lnTo>
                  <a:lnTo>
                    <a:pt x="123228" y="134569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80"/>
                  </a:lnTo>
                  <a:close/>
                </a:path>
                <a:path w="523875" h="186690">
                  <a:moveTo>
                    <a:pt x="165430" y="31242"/>
                  </a:moveTo>
                  <a:lnTo>
                    <a:pt x="136575" y="31242"/>
                  </a:lnTo>
                  <a:lnTo>
                    <a:pt x="136575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75" y="113245"/>
                  </a:lnTo>
                  <a:lnTo>
                    <a:pt x="136575" y="81267"/>
                  </a:lnTo>
                  <a:lnTo>
                    <a:pt x="165430" y="81267"/>
                  </a:lnTo>
                  <a:lnTo>
                    <a:pt x="165430" y="69862"/>
                  </a:lnTo>
                  <a:lnTo>
                    <a:pt x="136575" y="69862"/>
                  </a:lnTo>
                  <a:lnTo>
                    <a:pt x="136575" y="42354"/>
                  </a:lnTo>
                  <a:lnTo>
                    <a:pt x="165430" y="42354"/>
                  </a:lnTo>
                  <a:lnTo>
                    <a:pt x="165430" y="31242"/>
                  </a:lnTo>
                  <a:close/>
                </a:path>
                <a:path w="523875" h="186690">
                  <a:moveTo>
                    <a:pt x="278892" y="101092"/>
                  </a:moveTo>
                  <a:lnTo>
                    <a:pt x="275475" y="84023"/>
                  </a:lnTo>
                  <a:lnTo>
                    <a:pt x="266217" y="70789"/>
                  </a:lnTo>
                  <a:lnTo>
                    <a:pt x="266217" y="101092"/>
                  </a:lnTo>
                  <a:lnTo>
                    <a:pt x="263728" y="113360"/>
                  </a:lnTo>
                  <a:lnTo>
                    <a:pt x="256984" y="123101"/>
                  </a:lnTo>
                  <a:lnTo>
                    <a:pt x="246799" y="129489"/>
                  </a:lnTo>
                  <a:lnTo>
                    <a:pt x="233934" y="131737"/>
                  </a:lnTo>
                  <a:lnTo>
                    <a:pt x="220980" y="129489"/>
                  </a:lnTo>
                  <a:lnTo>
                    <a:pt x="210731" y="123101"/>
                  </a:lnTo>
                  <a:lnTo>
                    <a:pt x="204012" y="113360"/>
                  </a:lnTo>
                  <a:lnTo>
                    <a:pt x="201663" y="101092"/>
                  </a:lnTo>
                  <a:lnTo>
                    <a:pt x="204012" y="88811"/>
                  </a:lnTo>
                  <a:lnTo>
                    <a:pt x="210731" y="79032"/>
                  </a:lnTo>
                  <a:lnTo>
                    <a:pt x="220980" y="72542"/>
                  </a:lnTo>
                  <a:lnTo>
                    <a:pt x="233934" y="70154"/>
                  </a:lnTo>
                  <a:lnTo>
                    <a:pt x="246799" y="72542"/>
                  </a:lnTo>
                  <a:lnTo>
                    <a:pt x="256984" y="79032"/>
                  </a:lnTo>
                  <a:lnTo>
                    <a:pt x="263728" y="88811"/>
                  </a:lnTo>
                  <a:lnTo>
                    <a:pt x="266217" y="101092"/>
                  </a:lnTo>
                  <a:lnTo>
                    <a:pt x="266217" y="70789"/>
                  </a:lnTo>
                  <a:lnTo>
                    <a:pt x="265290" y="70154"/>
                  </a:lnTo>
                  <a:lnTo>
                    <a:pt x="251955" y="61976"/>
                  </a:lnTo>
                  <a:lnTo>
                    <a:pt x="233934" y="58826"/>
                  </a:lnTo>
                  <a:lnTo>
                    <a:pt x="215849" y="61976"/>
                  </a:lnTo>
                  <a:lnTo>
                    <a:pt x="201599" y="70675"/>
                  </a:lnTo>
                  <a:lnTo>
                    <a:pt x="192265" y="84023"/>
                  </a:lnTo>
                  <a:lnTo>
                    <a:pt x="188988" y="101092"/>
                  </a:lnTo>
                  <a:lnTo>
                    <a:pt x="192265" y="118211"/>
                  </a:lnTo>
                  <a:lnTo>
                    <a:pt x="201599" y="131521"/>
                  </a:lnTo>
                  <a:lnTo>
                    <a:pt x="215849" y="140144"/>
                  </a:lnTo>
                  <a:lnTo>
                    <a:pt x="233934" y="143217"/>
                  </a:lnTo>
                  <a:lnTo>
                    <a:pt x="251955" y="140144"/>
                  </a:lnTo>
                  <a:lnTo>
                    <a:pt x="265785" y="131737"/>
                  </a:lnTo>
                  <a:lnTo>
                    <a:pt x="266141" y="131521"/>
                  </a:lnTo>
                  <a:lnTo>
                    <a:pt x="275475" y="118211"/>
                  </a:lnTo>
                  <a:lnTo>
                    <a:pt x="278892" y="101092"/>
                  </a:lnTo>
                  <a:close/>
                </a:path>
                <a:path w="523875" h="186690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55" y="30568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90">
                  <a:moveTo>
                    <a:pt x="353733" y="77914"/>
                  </a:moveTo>
                  <a:lnTo>
                    <a:pt x="321538" y="77914"/>
                  </a:lnTo>
                  <a:lnTo>
                    <a:pt x="321538" y="0"/>
                  </a:lnTo>
                  <a:lnTo>
                    <a:pt x="308343" y="0"/>
                  </a:lnTo>
                  <a:lnTo>
                    <a:pt x="308343" y="186080"/>
                  </a:lnTo>
                  <a:lnTo>
                    <a:pt x="321538" y="186080"/>
                  </a:lnTo>
                  <a:lnTo>
                    <a:pt x="321538" y="89166"/>
                  </a:lnTo>
                  <a:lnTo>
                    <a:pt x="353733" y="89166"/>
                  </a:lnTo>
                  <a:lnTo>
                    <a:pt x="353733" y="77914"/>
                  </a:lnTo>
                  <a:close/>
                </a:path>
                <a:path w="523875" h="186690">
                  <a:moveTo>
                    <a:pt x="484720" y="5295"/>
                  </a:moveTo>
                  <a:lnTo>
                    <a:pt x="471970" y="5295"/>
                  </a:lnTo>
                  <a:lnTo>
                    <a:pt x="471970" y="77838"/>
                  </a:lnTo>
                  <a:lnTo>
                    <a:pt x="434632" y="77838"/>
                  </a:lnTo>
                  <a:lnTo>
                    <a:pt x="439229" y="64884"/>
                  </a:lnTo>
                  <a:lnTo>
                    <a:pt x="442468" y="51600"/>
                  </a:lnTo>
                  <a:lnTo>
                    <a:pt x="444398" y="38023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39"/>
                  </a:lnTo>
                  <a:lnTo>
                    <a:pt x="413308" y="91198"/>
                  </a:lnTo>
                  <a:lnTo>
                    <a:pt x="393331" y="115138"/>
                  </a:lnTo>
                  <a:lnTo>
                    <a:pt x="366039" y="135534"/>
                  </a:lnTo>
                  <a:lnTo>
                    <a:pt x="373938" y="145300"/>
                  </a:lnTo>
                  <a:lnTo>
                    <a:pt x="391922" y="133057"/>
                  </a:lnTo>
                  <a:lnTo>
                    <a:pt x="407111" y="119456"/>
                  </a:lnTo>
                  <a:lnTo>
                    <a:pt x="419595" y="104648"/>
                  </a:lnTo>
                  <a:lnTo>
                    <a:pt x="429475" y="88798"/>
                  </a:lnTo>
                  <a:lnTo>
                    <a:pt x="471970" y="88798"/>
                  </a:lnTo>
                  <a:lnTo>
                    <a:pt x="471970" y="176161"/>
                  </a:lnTo>
                  <a:lnTo>
                    <a:pt x="484720" y="176161"/>
                  </a:lnTo>
                  <a:lnTo>
                    <a:pt x="484720" y="88798"/>
                  </a:lnTo>
                  <a:lnTo>
                    <a:pt x="484720" y="77838"/>
                  </a:lnTo>
                  <a:lnTo>
                    <a:pt x="484720" y="5295"/>
                  </a:lnTo>
                  <a:close/>
                </a:path>
                <a:path w="523875" h="186690">
                  <a:moveTo>
                    <a:pt x="523633" y="0"/>
                  </a:moveTo>
                  <a:lnTo>
                    <a:pt x="510895" y="0"/>
                  </a:lnTo>
                  <a:lnTo>
                    <a:pt x="510895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15273063" y="7782940"/>
            <a:ext cx="335280" cy="186690"/>
            <a:chOff x="15273063" y="7782940"/>
            <a:chExt cx="335280" cy="186690"/>
          </a:xfrm>
        </p:grpSpPr>
        <p:pic>
          <p:nvPicPr>
            <p:cNvPr id="112" name="object 11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273063" y="7782940"/>
              <a:ext cx="148203" cy="183391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5462716" y="7783163"/>
              <a:ext cx="145594" cy="186224"/>
            </a:xfrm>
            <a:prstGeom prst="rect">
              <a:avLst/>
            </a:prstGeom>
          </p:spPr>
        </p:pic>
      </p:grpSp>
      <p:grpSp>
        <p:nvGrpSpPr>
          <p:cNvPr id="114" name="object 114" descr=""/>
          <p:cNvGrpSpPr/>
          <p:nvPr/>
        </p:nvGrpSpPr>
        <p:grpSpPr>
          <a:xfrm>
            <a:off x="15692600" y="7782940"/>
            <a:ext cx="591185" cy="186690"/>
            <a:chOff x="15692600" y="7782940"/>
            <a:chExt cx="591185" cy="186690"/>
          </a:xfrm>
        </p:grpSpPr>
        <p:pic>
          <p:nvPicPr>
            <p:cNvPr id="115" name="object 11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692600" y="7782940"/>
              <a:ext cx="346579" cy="186074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066986" y="7795539"/>
              <a:ext cx="170345" cy="148800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16260590" y="793114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 descr=""/>
          <p:cNvGrpSpPr/>
          <p:nvPr/>
        </p:nvGrpSpPr>
        <p:grpSpPr>
          <a:xfrm>
            <a:off x="16358607" y="7782940"/>
            <a:ext cx="719455" cy="186690"/>
            <a:chOff x="16358607" y="7782940"/>
            <a:chExt cx="719455" cy="186690"/>
          </a:xfrm>
        </p:grpSpPr>
        <p:pic>
          <p:nvPicPr>
            <p:cNvPr id="119" name="object 11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358607" y="7782940"/>
              <a:ext cx="345088" cy="186298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733217" y="7782940"/>
              <a:ext cx="152080" cy="186074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923393" y="7783163"/>
              <a:ext cx="154241" cy="181378"/>
            </a:xfrm>
            <a:prstGeom prst="rect">
              <a:avLst/>
            </a:prstGeom>
          </p:spPr>
        </p:pic>
      </p:grpSp>
      <p:grpSp>
        <p:nvGrpSpPr>
          <p:cNvPr id="122" name="object 122" descr=""/>
          <p:cNvGrpSpPr/>
          <p:nvPr/>
        </p:nvGrpSpPr>
        <p:grpSpPr>
          <a:xfrm>
            <a:off x="9576291" y="8149950"/>
            <a:ext cx="337185" cy="186690"/>
            <a:chOff x="9576291" y="8149950"/>
            <a:chExt cx="337185" cy="186690"/>
          </a:xfrm>
        </p:grpSpPr>
        <p:pic>
          <p:nvPicPr>
            <p:cNvPr id="123" name="object 12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576291" y="8149950"/>
              <a:ext cx="156254" cy="186074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759831" y="8149950"/>
              <a:ext cx="153124" cy="186298"/>
            </a:xfrm>
            <a:prstGeom prst="rect">
              <a:avLst/>
            </a:prstGeom>
          </p:spPr>
        </p:pic>
      </p:grpSp>
      <p:sp>
        <p:nvSpPr>
          <p:cNvPr id="125" name="object 125" descr=""/>
          <p:cNvSpPr/>
          <p:nvPr/>
        </p:nvSpPr>
        <p:spPr>
          <a:xfrm>
            <a:off x="9946716" y="8155940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09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09">
                <a:moveTo>
                  <a:pt x="170345" y="81457"/>
                </a:moveTo>
                <a:lnTo>
                  <a:pt x="0" y="81457"/>
                </a:lnTo>
                <a:lnTo>
                  <a:pt x="0" y="92202"/>
                </a:lnTo>
                <a:lnTo>
                  <a:pt x="170345" y="92202"/>
                </a:lnTo>
                <a:lnTo>
                  <a:pt x="170345" y="81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9967595" y="826515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7" name="object 127" descr=""/>
          <p:cNvGrpSpPr/>
          <p:nvPr/>
        </p:nvGrpSpPr>
        <p:grpSpPr>
          <a:xfrm>
            <a:off x="10192968" y="8149950"/>
            <a:ext cx="523875" cy="186690"/>
            <a:chOff x="10192968" y="8149950"/>
            <a:chExt cx="523875" cy="186690"/>
          </a:xfrm>
        </p:grpSpPr>
        <p:pic>
          <p:nvPicPr>
            <p:cNvPr id="128" name="object 12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192968" y="8149950"/>
              <a:ext cx="145148" cy="186298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372185" y="8149950"/>
              <a:ext cx="344417" cy="186074"/>
            </a:xfrm>
            <a:prstGeom prst="rect">
              <a:avLst/>
            </a:prstGeom>
          </p:spPr>
        </p:pic>
      </p:grpSp>
      <p:grpSp>
        <p:nvGrpSpPr>
          <p:cNvPr id="130" name="object 130" descr=""/>
          <p:cNvGrpSpPr/>
          <p:nvPr/>
        </p:nvGrpSpPr>
        <p:grpSpPr>
          <a:xfrm>
            <a:off x="10797793" y="8149950"/>
            <a:ext cx="548640" cy="186690"/>
            <a:chOff x="10797793" y="8149950"/>
            <a:chExt cx="548640" cy="186690"/>
          </a:xfrm>
        </p:grpSpPr>
        <p:pic>
          <p:nvPicPr>
            <p:cNvPr id="131" name="object 13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797793" y="8149950"/>
              <a:ext cx="160579" cy="183391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993261" y="8149950"/>
              <a:ext cx="144849" cy="18547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169794" y="8149950"/>
              <a:ext cx="176383" cy="186074"/>
            </a:xfrm>
            <a:prstGeom prst="rect">
              <a:avLst/>
            </a:prstGeom>
          </p:spPr>
        </p:pic>
      </p:grpSp>
      <p:sp>
        <p:nvSpPr>
          <p:cNvPr id="134" name="object 134" descr=""/>
          <p:cNvSpPr/>
          <p:nvPr/>
        </p:nvSpPr>
        <p:spPr>
          <a:xfrm>
            <a:off x="11366602" y="8150187"/>
            <a:ext cx="149225" cy="181610"/>
          </a:xfrm>
          <a:custGeom>
            <a:avLst/>
            <a:gdLst/>
            <a:ahLst/>
            <a:cxnLst/>
            <a:rect l="l" t="t" r="r" b="b"/>
            <a:pathLst>
              <a:path w="149225" h="181609">
                <a:moveTo>
                  <a:pt x="144246" y="84899"/>
                </a:moveTo>
                <a:lnTo>
                  <a:pt x="130898" y="84899"/>
                </a:lnTo>
                <a:lnTo>
                  <a:pt x="130898" y="135826"/>
                </a:lnTo>
                <a:lnTo>
                  <a:pt x="144246" y="135826"/>
                </a:lnTo>
                <a:lnTo>
                  <a:pt x="144246" y="84899"/>
                </a:lnTo>
                <a:close/>
              </a:path>
              <a:path w="149225" h="181609">
                <a:moveTo>
                  <a:pt x="144246" y="0"/>
                </a:moveTo>
                <a:lnTo>
                  <a:pt x="130898" y="0"/>
                </a:lnTo>
                <a:lnTo>
                  <a:pt x="130898" y="33693"/>
                </a:lnTo>
                <a:lnTo>
                  <a:pt x="84315" y="33693"/>
                </a:lnTo>
                <a:lnTo>
                  <a:pt x="84315" y="27343"/>
                </a:lnTo>
                <a:lnTo>
                  <a:pt x="84315" y="15913"/>
                </a:lnTo>
                <a:lnTo>
                  <a:pt x="71259" y="15913"/>
                </a:lnTo>
                <a:lnTo>
                  <a:pt x="71259" y="90843"/>
                </a:lnTo>
                <a:lnTo>
                  <a:pt x="13042" y="90843"/>
                </a:lnTo>
                <a:lnTo>
                  <a:pt x="13042" y="27343"/>
                </a:lnTo>
                <a:lnTo>
                  <a:pt x="71259" y="27343"/>
                </a:lnTo>
                <a:lnTo>
                  <a:pt x="71259" y="15913"/>
                </a:lnTo>
                <a:lnTo>
                  <a:pt x="0" y="15913"/>
                </a:lnTo>
                <a:lnTo>
                  <a:pt x="0" y="27343"/>
                </a:lnTo>
                <a:lnTo>
                  <a:pt x="0" y="90843"/>
                </a:lnTo>
                <a:lnTo>
                  <a:pt x="0" y="102273"/>
                </a:lnTo>
                <a:lnTo>
                  <a:pt x="84315" y="102273"/>
                </a:lnTo>
                <a:lnTo>
                  <a:pt x="84315" y="90843"/>
                </a:lnTo>
                <a:lnTo>
                  <a:pt x="84315" y="84493"/>
                </a:lnTo>
                <a:lnTo>
                  <a:pt x="144246" y="84493"/>
                </a:lnTo>
                <a:lnTo>
                  <a:pt x="144246" y="73494"/>
                </a:lnTo>
                <a:lnTo>
                  <a:pt x="144246" y="73063"/>
                </a:lnTo>
                <a:lnTo>
                  <a:pt x="144246" y="45250"/>
                </a:lnTo>
                <a:lnTo>
                  <a:pt x="130898" y="45250"/>
                </a:lnTo>
                <a:lnTo>
                  <a:pt x="130898" y="73063"/>
                </a:lnTo>
                <a:lnTo>
                  <a:pt x="84315" y="73063"/>
                </a:lnTo>
                <a:lnTo>
                  <a:pt x="84315" y="45123"/>
                </a:lnTo>
                <a:lnTo>
                  <a:pt x="144246" y="45123"/>
                </a:lnTo>
                <a:lnTo>
                  <a:pt x="144246" y="33845"/>
                </a:lnTo>
                <a:lnTo>
                  <a:pt x="144246" y="33693"/>
                </a:lnTo>
                <a:lnTo>
                  <a:pt x="144246" y="0"/>
                </a:lnTo>
                <a:close/>
              </a:path>
              <a:path w="149225" h="181609">
                <a:moveTo>
                  <a:pt x="148717" y="169583"/>
                </a:moveTo>
                <a:lnTo>
                  <a:pt x="38468" y="169583"/>
                </a:lnTo>
                <a:lnTo>
                  <a:pt x="38468" y="123863"/>
                </a:lnTo>
                <a:lnTo>
                  <a:pt x="25120" y="123863"/>
                </a:lnTo>
                <a:lnTo>
                  <a:pt x="25120" y="169583"/>
                </a:lnTo>
                <a:lnTo>
                  <a:pt x="25120" y="181013"/>
                </a:lnTo>
                <a:lnTo>
                  <a:pt x="148717" y="181013"/>
                </a:lnTo>
                <a:lnTo>
                  <a:pt x="148717" y="1695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5" name="object 135" descr=""/>
          <p:cNvGrpSpPr/>
          <p:nvPr/>
        </p:nvGrpSpPr>
        <p:grpSpPr>
          <a:xfrm>
            <a:off x="11595659" y="8149950"/>
            <a:ext cx="776605" cy="187325"/>
            <a:chOff x="11595659" y="8149950"/>
            <a:chExt cx="776605" cy="187325"/>
          </a:xfrm>
        </p:grpSpPr>
        <p:pic>
          <p:nvPicPr>
            <p:cNvPr id="136" name="object 13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1595659" y="8152038"/>
              <a:ext cx="356494" cy="185180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982048" y="8149950"/>
              <a:ext cx="139556" cy="186074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164395" y="8149950"/>
              <a:ext cx="207842" cy="186298"/>
            </a:xfrm>
            <a:prstGeom prst="rect">
              <a:avLst/>
            </a:prstGeom>
          </p:spPr>
        </p:pic>
      </p:grpSp>
      <p:grpSp>
        <p:nvGrpSpPr>
          <p:cNvPr id="139" name="object 139" descr=""/>
          <p:cNvGrpSpPr/>
          <p:nvPr/>
        </p:nvGrpSpPr>
        <p:grpSpPr>
          <a:xfrm>
            <a:off x="12444721" y="8149950"/>
            <a:ext cx="527685" cy="186690"/>
            <a:chOff x="12444721" y="8149950"/>
            <a:chExt cx="527685" cy="186690"/>
          </a:xfrm>
        </p:grpSpPr>
        <p:pic>
          <p:nvPicPr>
            <p:cNvPr id="140" name="object 14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444721" y="8149950"/>
              <a:ext cx="348368" cy="186074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821865" y="8149950"/>
              <a:ext cx="150290" cy="186298"/>
            </a:xfrm>
            <a:prstGeom prst="rect">
              <a:avLst/>
            </a:prstGeom>
          </p:spPr>
        </p:pic>
      </p:grpSp>
      <p:grpSp>
        <p:nvGrpSpPr>
          <p:cNvPr id="142" name="object 142" descr=""/>
          <p:cNvGrpSpPr/>
          <p:nvPr/>
        </p:nvGrpSpPr>
        <p:grpSpPr>
          <a:xfrm>
            <a:off x="13062591" y="8149950"/>
            <a:ext cx="529590" cy="186690"/>
            <a:chOff x="13062591" y="8149950"/>
            <a:chExt cx="529590" cy="186690"/>
          </a:xfrm>
        </p:grpSpPr>
        <p:pic>
          <p:nvPicPr>
            <p:cNvPr id="143" name="object 14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062591" y="8149950"/>
              <a:ext cx="150142" cy="186074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3254332" y="8149950"/>
              <a:ext cx="337260" cy="186074"/>
            </a:xfrm>
            <a:prstGeom prst="rect">
              <a:avLst/>
            </a:prstGeom>
          </p:spPr>
        </p:pic>
      </p:grpSp>
      <p:grpSp>
        <p:nvGrpSpPr>
          <p:cNvPr id="145" name="object 145" descr=""/>
          <p:cNvGrpSpPr/>
          <p:nvPr/>
        </p:nvGrpSpPr>
        <p:grpSpPr>
          <a:xfrm>
            <a:off x="13678672" y="8149950"/>
            <a:ext cx="353060" cy="186690"/>
            <a:chOff x="13678672" y="8149950"/>
            <a:chExt cx="353060" cy="186690"/>
          </a:xfrm>
        </p:grpSpPr>
        <p:pic>
          <p:nvPicPr>
            <p:cNvPr id="146" name="object 146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678672" y="8149950"/>
              <a:ext cx="151111" cy="186074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858708" y="8150174"/>
              <a:ext cx="172954" cy="181378"/>
            </a:xfrm>
            <a:prstGeom prst="rect">
              <a:avLst/>
            </a:prstGeom>
          </p:spPr>
        </p:pic>
      </p:grpSp>
      <p:grpSp>
        <p:nvGrpSpPr>
          <p:cNvPr id="148" name="object 148" descr=""/>
          <p:cNvGrpSpPr/>
          <p:nvPr/>
        </p:nvGrpSpPr>
        <p:grpSpPr>
          <a:xfrm>
            <a:off x="14106631" y="8149950"/>
            <a:ext cx="533400" cy="186690"/>
            <a:chOff x="14106631" y="8149950"/>
            <a:chExt cx="533400" cy="186690"/>
          </a:xfrm>
        </p:grpSpPr>
        <p:pic>
          <p:nvPicPr>
            <p:cNvPr id="149" name="object 149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4106631" y="8149950"/>
              <a:ext cx="148353" cy="186074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4283388" y="8153379"/>
              <a:ext cx="356195" cy="182124"/>
            </a:xfrm>
            <a:prstGeom prst="rect">
              <a:avLst/>
            </a:prstGeom>
          </p:spPr>
        </p:pic>
      </p:grpSp>
      <p:grpSp>
        <p:nvGrpSpPr>
          <p:cNvPr id="151" name="object 151" descr=""/>
          <p:cNvGrpSpPr/>
          <p:nvPr/>
        </p:nvGrpSpPr>
        <p:grpSpPr>
          <a:xfrm>
            <a:off x="14713320" y="8149950"/>
            <a:ext cx="526415" cy="186690"/>
            <a:chOff x="14713320" y="8149950"/>
            <a:chExt cx="526415" cy="186690"/>
          </a:xfrm>
        </p:grpSpPr>
        <p:pic>
          <p:nvPicPr>
            <p:cNvPr id="152" name="object 152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4713320" y="8149950"/>
              <a:ext cx="148203" cy="183391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902974" y="8150174"/>
              <a:ext cx="145594" cy="186224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5081444" y="8149950"/>
              <a:ext cx="158193" cy="186074"/>
            </a:xfrm>
            <a:prstGeom prst="rect">
              <a:avLst/>
            </a:prstGeom>
          </p:spPr>
        </p:pic>
      </p:grpSp>
      <p:grpSp>
        <p:nvGrpSpPr>
          <p:cNvPr id="155" name="object 155" descr=""/>
          <p:cNvGrpSpPr/>
          <p:nvPr/>
        </p:nvGrpSpPr>
        <p:grpSpPr>
          <a:xfrm>
            <a:off x="15320531" y="8149950"/>
            <a:ext cx="589915" cy="186690"/>
            <a:chOff x="15320531" y="8149950"/>
            <a:chExt cx="589915" cy="186690"/>
          </a:xfrm>
        </p:grpSpPr>
        <p:pic>
          <p:nvPicPr>
            <p:cNvPr id="156" name="object 156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5320531" y="8149950"/>
              <a:ext cx="345535" cy="186074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693873" y="8162549"/>
              <a:ext cx="170345" cy="148800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15887477" y="829815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5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9" name="object 159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346840" y="2885077"/>
            <a:ext cx="7209037" cy="4059196"/>
          </a:xfrm>
          <a:prstGeom prst="rect">
            <a:avLst/>
          </a:prstGeom>
        </p:spPr>
      </p:pic>
      <p:grpSp>
        <p:nvGrpSpPr>
          <p:cNvPr id="160" name="object 160" descr=""/>
          <p:cNvGrpSpPr/>
          <p:nvPr/>
        </p:nvGrpSpPr>
        <p:grpSpPr>
          <a:xfrm>
            <a:off x="1356009" y="8117566"/>
            <a:ext cx="339090" cy="186690"/>
            <a:chOff x="1356009" y="8117566"/>
            <a:chExt cx="339090" cy="186690"/>
          </a:xfrm>
        </p:grpSpPr>
        <p:pic>
          <p:nvPicPr>
            <p:cNvPr id="161" name="object 161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356009" y="8117566"/>
              <a:ext cx="157597" cy="186074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546483" y="8117790"/>
              <a:ext cx="148203" cy="183167"/>
            </a:xfrm>
            <a:prstGeom prst="rect">
              <a:avLst/>
            </a:prstGeom>
          </p:spPr>
        </p:pic>
      </p:grpSp>
      <p:pic>
        <p:nvPicPr>
          <p:cNvPr id="163" name="object 163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787697" y="8117566"/>
            <a:ext cx="145147" cy="186298"/>
          </a:xfrm>
          <a:prstGeom prst="rect">
            <a:avLst/>
          </a:prstGeom>
        </p:spPr>
      </p:pic>
      <p:sp>
        <p:nvSpPr>
          <p:cNvPr id="164" name="object 164" descr=""/>
          <p:cNvSpPr/>
          <p:nvPr/>
        </p:nvSpPr>
        <p:spPr>
          <a:xfrm>
            <a:off x="1966607" y="8122919"/>
            <a:ext cx="170815" cy="102870"/>
          </a:xfrm>
          <a:custGeom>
            <a:avLst/>
            <a:gdLst/>
            <a:ahLst/>
            <a:cxnLst/>
            <a:rect l="l" t="t" r="r" b="b"/>
            <a:pathLst>
              <a:path w="170814" h="102870">
                <a:moveTo>
                  <a:pt x="152158" y="62230"/>
                </a:moveTo>
                <a:lnTo>
                  <a:pt x="35636" y="62230"/>
                </a:lnTo>
                <a:lnTo>
                  <a:pt x="35636" y="41910"/>
                </a:lnTo>
                <a:lnTo>
                  <a:pt x="148056" y="41910"/>
                </a:lnTo>
                <a:lnTo>
                  <a:pt x="148056" y="3175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31750"/>
                </a:lnTo>
                <a:lnTo>
                  <a:pt x="22517" y="31750"/>
                </a:lnTo>
                <a:lnTo>
                  <a:pt x="22517" y="41910"/>
                </a:lnTo>
                <a:lnTo>
                  <a:pt x="22517" y="62230"/>
                </a:lnTo>
                <a:lnTo>
                  <a:pt x="22517" y="73660"/>
                </a:lnTo>
                <a:lnTo>
                  <a:pt x="152158" y="73660"/>
                </a:lnTo>
                <a:lnTo>
                  <a:pt x="152158" y="62230"/>
                </a:lnTo>
                <a:close/>
              </a:path>
              <a:path w="170814" h="102870">
                <a:moveTo>
                  <a:pt x="170345" y="91338"/>
                </a:moveTo>
                <a:lnTo>
                  <a:pt x="0" y="91338"/>
                </a:lnTo>
                <a:lnTo>
                  <a:pt x="0" y="102527"/>
                </a:lnTo>
                <a:lnTo>
                  <a:pt x="170345" y="102527"/>
                </a:lnTo>
                <a:lnTo>
                  <a:pt x="170345" y="91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1990242" y="8244840"/>
            <a:ext cx="124460" cy="55880"/>
          </a:xfrm>
          <a:custGeom>
            <a:avLst/>
            <a:gdLst/>
            <a:ahLst/>
            <a:cxnLst/>
            <a:rect l="l" t="t" r="r" b="b"/>
            <a:pathLst>
              <a:path w="124460" h="55879">
                <a:moveTo>
                  <a:pt x="124193" y="0"/>
                </a:moveTo>
                <a:lnTo>
                  <a:pt x="0" y="0"/>
                </a:lnTo>
                <a:lnTo>
                  <a:pt x="0" y="10160"/>
                </a:lnTo>
                <a:lnTo>
                  <a:pt x="0" y="44450"/>
                </a:lnTo>
                <a:lnTo>
                  <a:pt x="0" y="55880"/>
                </a:lnTo>
                <a:lnTo>
                  <a:pt x="124193" y="55880"/>
                </a:lnTo>
                <a:lnTo>
                  <a:pt x="124193" y="44945"/>
                </a:lnTo>
                <a:lnTo>
                  <a:pt x="124193" y="44450"/>
                </a:lnTo>
                <a:lnTo>
                  <a:pt x="124193" y="10426"/>
                </a:lnTo>
                <a:lnTo>
                  <a:pt x="111150" y="10426"/>
                </a:lnTo>
                <a:lnTo>
                  <a:pt x="111150" y="44450"/>
                </a:lnTo>
                <a:lnTo>
                  <a:pt x="13042" y="44450"/>
                </a:lnTo>
                <a:lnTo>
                  <a:pt x="13042" y="10160"/>
                </a:lnTo>
                <a:lnTo>
                  <a:pt x="124193" y="10160"/>
                </a:lnTo>
                <a:lnTo>
                  <a:pt x="1241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2160518" y="8164979"/>
            <a:ext cx="22860" cy="100330"/>
          </a:xfrm>
          <a:custGeom>
            <a:avLst/>
            <a:gdLst/>
            <a:ahLst/>
            <a:cxnLst/>
            <a:rect l="l" t="t" r="r" b="b"/>
            <a:pathLst>
              <a:path w="22860" h="100329">
                <a:moveTo>
                  <a:pt x="17593" y="0"/>
                </a:moveTo>
                <a:lnTo>
                  <a:pt x="5218" y="0"/>
                </a:lnTo>
                <a:lnTo>
                  <a:pt x="0" y="5069"/>
                </a:lnTo>
                <a:lnTo>
                  <a:pt x="149" y="11256"/>
                </a:lnTo>
                <a:lnTo>
                  <a:pt x="0" y="17444"/>
                </a:lnTo>
                <a:lnTo>
                  <a:pt x="5218" y="22513"/>
                </a:lnTo>
                <a:lnTo>
                  <a:pt x="17593" y="22513"/>
                </a:lnTo>
                <a:lnTo>
                  <a:pt x="22662" y="17444"/>
                </a:lnTo>
                <a:lnTo>
                  <a:pt x="22662" y="5069"/>
                </a:lnTo>
                <a:lnTo>
                  <a:pt x="17593" y="0"/>
                </a:lnTo>
                <a:close/>
              </a:path>
              <a:path w="22860" h="100329">
                <a:moveTo>
                  <a:pt x="17593" y="77307"/>
                </a:moveTo>
                <a:lnTo>
                  <a:pt x="5218" y="77307"/>
                </a:lnTo>
                <a:lnTo>
                  <a:pt x="0" y="82376"/>
                </a:lnTo>
                <a:lnTo>
                  <a:pt x="149" y="88564"/>
                </a:lnTo>
                <a:lnTo>
                  <a:pt x="0" y="94752"/>
                </a:lnTo>
                <a:lnTo>
                  <a:pt x="5218" y="99821"/>
                </a:lnTo>
                <a:lnTo>
                  <a:pt x="17593" y="99821"/>
                </a:lnTo>
                <a:lnTo>
                  <a:pt x="22662" y="94752"/>
                </a:lnTo>
                <a:lnTo>
                  <a:pt x="22662" y="82376"/>
                </a:lnTo>
                <a:lnTo>
                  <a:pt x="17593" y="773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7" name="object 167" descr=""/>
          <p:cNvGrpSpPr/>
          <p:nvPr/>
        </p:nvGrpSpPr>
        <p:grpSpPr>
          <a:xfrm>
            <a:off x="2268491" y="8134488"/>
            <a:ext cx="388620" cy="153035"/>
            <a:chOff x="2268491" y="8134488"/>
            <a:chExt cx="388620" cy="153035"/>
          </a:xfrm>
        </p:grpSpPr>
        <p:pic>
          <p:nvPicPr>
            <p:cNvPr id="168" name="object 16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268491" y="8134488"/>
              <a:ext cx="260251" cy="152676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50809" y="8134488"/>
              <a:ext cx="105934" cy="152676"/>
            </a:xfrm>
            <a:prstGeom prst="rect">
              <a:avLst/>
            </a:prstGeom>
          </p:spPr>
        </p:pic>
      </p:grpSp>
      <p:pic>
        <p:nvPicPr>
          <p:cNvPr id="170" name="object 170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863654" y="8134488"/>
            <a:ext cx="105934" cy="152676"/>
          </a:xfrm>
          <a:prstGeom prst="rect">
            <a:avLst/>
          </a:prstGeom>
        </p:spPr>
      </p:pic>
      <p:pic>
        <p:nvPicPr>
          <p:cNvPr id="171" name="object 171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2680226" y="8134488"/>
            <a:ext cx="109363" cy="152676"/>
          </a:xfrm>
          <a:prstGeom prst="rect">
            <a:avLst/>
          </a:prstGeom>
        </p:spPr>
      </p:pic>
      <p:grpSp>
        <p:nvGrpSpPr>
          <p:cNvPr id="172" name="object 172" descr=""/>
          <p:cNvGrpSpPr/>
          <p:nvPr/>
        </p:nvGrpSpPr>
        <p:grpSpPr>
          <a:xfrm>
            <a:off x="2993072" y="8132401"/>
            <a:ext cx="250190" cy="157480"/>
            <a:chOff x="2993072" y="8132401"/>
            <a:chExt cx="250190" cy="157480"/>
          </a:xfrm>
        </p:grpSpPr>
        <p:pic>
          <p:nvPicPr>
            <p:cNvPr id="173" name="object 173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993072" y="8134488"/>
              <a:ext cx="99597" cy="152676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114587" y="8132401"/>
              <a:ext cx="128448" cy="156851"/>
            </a:xfrm>
            <a:prstGeom prst="rect">
              <a:avLst/>
            </a:prstGeom>
          </p:spPr>
        </p:pic>
      </p:grpSp>
      <p:grpSp>
        <p:nvGrpSpPr>
          <p:cNvPr id="175" name="object 175" descr=""/>
          <p:cNvGrpSpPr/>
          <p:nvPr/>
        </p:nvGrpSpPr>
        <p:grpSpPr>
          <a:xfrm>
            <a:off x="1364955" y="8482414"/>
            <a:ext cx="579755" cy="188595"/>
            <a:chOff x="1364955" y="8482414"/>
            <a:chExt cx="579755" cy="188595"/>
          </a:xfrm>
        </p:grpSpPr>
        <p:pic>
          <p:nvPicPr>
            <p:cNvPr id="176" name="object 176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364955" y="8484576"/>
              <a:ext cx="148353" cy="186074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544917" y="8484576"/>
              <a:ext cx="150142" cy="186074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729054" y="8482414"/>
              <a:ext cx="173177" cy="185851"/>
            </a:xfrm>
            <a:prstGeom prst="rect">
              <a:avLst/>
            </a:prstGeom>
          </p:spPr>
        </p:pic>
        <p:sp>
          <p:nvSpPr>
            <p:cNvPr id="179" name="object 179" descr=""/>
            <p:cNvSpPr/>
            <p:nvPr/>
          </p:nvSpPr>
          <p:spPr>
            <a:xfrm>
              <a:off x="1921987" y="8531990"/>
              <a:ext cx="22860" cy="100330"/>
            </a:xfrm>
            <a:custGeom>
              <a:avLst/>
              <a:gdLst/>
              <a:ahLst/>
              <a:cxnLst/>
              <a:rect l="l" t="t" r="r" b="b"/>
              <a:pathLst>
                <a:path w="22860" h="10032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9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7593" y="22513"/>
                  </a:lnTo>
                  <a:lnTo>
                    <a:pt x="22663" y="17444"/>
                  </a:lnTo>
                  <a:lnTo>
                    <a:pt x="22663" y="5069"/>
                  </a:lnTo>
                  <a:lnTo>
                    <a:pt x="17593" y="0"/>
                  </a:lnTo>
                  <a:close/>
                </a:path>
                <a:path w="22860" h="100329">
                  <a:moveTo>
                    <a:pt x="17593" y="77307"/>
                  </a:moveTo>
                  <a:lnTo>
                    <a:pt x="5218" y="77307"/>
                  </a:lnTo>
                  <a:lnTo>
                    <a:pt x="0" y="82376"/>
                  </a:lnTo>
                  <a:lnTo>
                    <a:pt x="149" y="88564"/>
                  </a:lnTo>
                  <a:lnTo>
                    <a:pt x="0" y="94752"/>
                  </a:lnTo>
                  <a:lnTo>
                    <a:pt x="5218" y="99821"/>
                  </a:lnTo>
                  <a:lnTo>
                    <a:pt x="17593" y="99821"/>
                  </a:lnTo>
                  <a:lnTo>
                    <a:pt x="22663" y="94752"/>
                  </a:lnTo>
                  <a:lnTo>
                    <a:pt x="22663" y="82376"/>
                  </a:lnTo>
                  <a:lnTo>
                    <a:pt x="17593" y="77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0" name="object 180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020825" y="8484576"/>
            <a:ext cx="157298" cy="186074"/>
          </a:xfrm>
          <a:prstGeom prst="rect">
            <a:avLst/>
          </a:prstGeom>
        </p:spPr>
      </p:pic>
      <p:sp>
        <p:nvSpPr>
          <p:cNvPr id="181" name="object 181" descr=""/>
          <p:cNvSpPr/>
          <p:nvPr/>
        </p:nvSpPr>
        <p:spPr>
          <a:xfrm>
            <a:off x="2215248" y="8484869"/>
            <a:ext cx="165100" cy="96520"/>
          </a:xfrm>
          <a:custGeom>
            <a:avLst/>
            <a:gdLst/>
            <a:ahLst/>
            <a:cxnLst/>
            <a:rect l="l" t="t" r="r" b="b"/>
            <a:pathLst>
              <a:path w="165100" h="96520">
                <a:moveTo>
                  <a:pt x="85509" y="7391"/>
                </a:moveTo>
                <a:lnTo>
                  <a:pt x="72377" y="7391"/>
                </a:lnTo>
                <a:lnTo>
                  <a:pt x="72377" y="35560"/>
                </a:lnTo>
                <a:lnTo>
                  <a:pt x="13042" y="35560"/>
                </a:lnTo>
                <a:lnTo>
                  <a:pt x="13042" y="7620"/>
                </a:lnTo>
                <a:lnTo>
                  <a:pt x="0" y="7620"/>
                </a:lnTo>
                <a:lnTo>
                  <a:pt x="0" y="35560"/>
                </a:lnTo>
                <a:lnTo>
                  <a:pt x="0" y="46990"/>
                </a:lnTo>
                <a:lnTo>
                  <a:pt x="0" y="77470"/>
                </a:lnTo>
                <a:lnTo>
                  <a:pt x="0" y="88900"/>
                </a:lnTo>
                <a:lnTo>
                  <a:pt x="85509" y="88900"/>
                </a:lnTo>
                <a:lnTo>
                  <a:pt x="85509" y="77470"/>
                </a:lnTo>
                <a:lnTo>
                  <a:pt x="13042" y="77470"/>
                </a:lnTo>
                <a:lnTo>
                  <a:pt x="13042" y="46990"/>
                </a:lnTo>
                <a:lnTo>
                  <a:pt x="72377" y="46990"/>
                </a:lnTo>
                <a:lnTo>
                  <a:pt x="72377" y="77241"/>
                </a:lnTo>
                <a:lnTo>
                  <a:pt x="85509" y="77241"/>
                </a:lnTo>
                <a:lnTo>
                  <a:pt x="85509" y="46990"/>
                </a:lnTo>
                <a:lnTo>
                  <a:pt x="85509" y="46456"/>
                </a:lnTo>
                <a:lnTo>
                  <a:pt x="85509" y="35725"/>
                </a:lnTo>
                <a:lnTo>
                  <a:pt x="85509" y="35560"/>
                </a:lnTo>
                <a:lnTo>
                  <a:pt x="85509" y="7391"/>
                </a:lnTo>
                <a:close/>
              </a:path>
              <a:path w="165100" h="96520">
                <a:moveTo>
                  <a:pt x="164896" y="41910"/>
                </a:moveTo>
                <a:lnTo>
                  <a:pt x="136118" y="41910"/>
                </a:lnTo>
                <a:lnTo>
                  <a:pt x="136118" y="0"/>
                </a:lnTo>
                <a:lnTo>
                  <a:pt x="122783" y="0"/>
                </a:lnTo>
                <a:lnTo>
                  <a:pt x="122783" y="41910"/>
                </a:lnTo>
                <a:lnTo>
                  <a:pt x="122783" y="52070"/>
                </a:lnTo>
                <a:lnTo>
                  <a:pt x="122783" y="96520"/>
                </a:lnTo>
                <a:lnTo>
                  <a:pt x="136118" y="96520"/>
                </a:lnTo>
                <a:lnTo>
                  <a:pt x="136118" y="52070"/>
                </a:lnTo>
                <a:lnTo>
                  <a:pt x="164896" y="52070"/>
                </a:lnTo>
                <a:lnTo>
                  <a:pt x="164896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2234184" y="8590279"/>
            <a:ext cx="124460" cy="77470"/>
          </a:xfrm>
          <a:custGeom>
            <a:avLst/>
            <a:gdLst/>
            <a:ahLst/>
            <a:cxnLst/>
            <a:rect l="l" t="t" r="r" b="b"/>
            <a:pathLst>
              <a:path w="124460" h="77470">
                <a:moveTo>
                  <a:pt x="124421" y="67310"/>
                </a:moveTo>
                <a:lnTo>
                  <a:pt x="13487" y="67310"/>
                </a:lnTo>
                <a:lnTo>
                  <a:pt x="13487" y="43180"/>
                </a:lnTo>
                <a:lnTo>
                  <a:pt x="117182" y="43180"/>
                </a:lnTo>
                <a:lnTo>
                  <a:pt x="117182" y="33020"/>
                </a:lnTo>
                <a:lnTo>
                  <a:pt x="117182" y="11430"/>
                </a:lnTo>
                <a:lnTo>
                  <a:pt x="117182" y="0"/>
                </a:lnTo>
                <a:lnTo>
                  <a:pt x="0" y="0"/>
                </a:lnTo>
                <a:lnTo>
                  <a:pt x="0" y="11430"/>
                </a:lnTo>
                <a:lnTo>
                  <a:pt x="103987" y="11430"/>
                </a:lnTo>
                <a:lnTo>
                  <a:pt x="103987" y="33020"/>
                </a:lnTo>
                <a:lnTo>
                  <a:pt x="444" y="33020"/>
                </a:lnTo>
                <a:lnTo>
                  <a:pt x="444" y="43180"/>
                </a:lnTo>
                <a:lnTo>
                  <a:pt x="444" y="67310"/>
                </a:lnTo>
                <a:lnTo>
                  <a:pt x="444" y="77470"/>
                </a:lnTo>
                <a:lnTo>
                  <a:pt x="124421" y="77470"/>
                </a:lnTo>
                <a:lnTo>
                  <a:pt x="124421" y="67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3" name="object 183" descr=""/>
          <p:cNvGrpSpPr/>
          <p:nvPr/>
        </p:nvGrpSpPr>
        <p:grpSpPr>
          <a:xfrm>
            <a:off x="2406095" y="8484576"/>
            <a:ext cx="528320" cy="211454"/>
            <a:chOff x="2406095" y="8484576"/>
            <a:chExt cx="528320" cy="211454"/>
          </a:xfrm>
        </p:grpSpPr>
        <p:sp>
          <p:nvSpPr>
            <p:cNvPr id="184" name="object 184" descr=""/>
            <p:cNvSpPr/>
            <p:nvPr/>
          </p:nvSpPr>
          <p:spPr>
            <a:xfrm>
              <a:off x="2406095" y="8494417"/>
              <a:ext cx="40005" cy="191135"/>
            </a:xfrm>
            <a:custGeom>
              <a:avLst/>
              <a:gdLst/>
              <a:ahLst/>
              <a:cxnLst/>
              <a:rect l="l" t="t" r="r" b="b"/>
              <a:pathLst>
                <a:path w="40005" h="191134">
                  <a:moveTo>
                    <a:pt x="39660" y="0"/>
                  </a:moveTo>
                  <a:lnTo>
                    <a:pt x="26688" y="0"/>
                  </a:lnTo>
                  <a:lnTo>
                    <a:pt x="15253" y="21514"/>
                  </a:lnTo>
                  <a:lnTo>
                    <a:pt x="6886" y="44580"/>
                  </a:lnTo>
                  <a:lnTo>
                    <a:pt x="1748" y="69211"/>
                  </a:lnTo>
                  <a:lnTo>
                    <a:pt x="0" y="95422"/>
                  </a:lnTo>
                  <a:lnTo>
                    <a:pt x="1748" y="121634"/>
                  </a:lnTo>
                  <a:lnTo>
                    <a:pt x="6886" y="146265"/>
                  </a:lnTo>
                  <a:lnTo>
                    <a:pt x="15253" y="169331"/>
                  </a:lnTo>
                  <a:lnTo>
                    <a:pt x="26688" y="190846"/>
                  </a:lnTo>
                  <a:lnTo>
                    <a:pt x="39660" y="190846"/>
                  </a:lnTo>
                  <a:lnTo>
                    <a:pt x="29711" y="171208"/>
                  </a:lnTo>
                  <a:lnTo>
                    <a:pt x="21852" y="147579"/>
                  </a:lnTo>
                  <a:lnTo>
                    <a:pt x="16690" y="121728"/>
                  </a:lnTo>
                  <a:lnTo>
                    <a:pt x="14835" y="95422"/>
                  </a:lnTo>
                  <a:lnTo>
                    <a:pt x="16680" y="69201"/>
                  </a:lnTo>
                  <a:lnTo>
                    <a:pt x="21824" y="43378"/>
                  </a:lnTo>
                  <a:lnTo>
                    <a:pt x="29679" y="19721"/>
                  </a:lnTo>
                  <a:lnTo>
                    <a:pt x="39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466256" y="8484576"/>
              <a:ext cx="149993" cy="186074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649946" y="8488527"/>
              <a:ext cx="227449" cy="196735"/>
            </a:xfrm>
            <a:prstGeom prst="rect">
              <a:avLst/>
            </a:prstGeom>
          </p:spPr>
        </p:pic>
        <p:sp>
          <p:nvSpPr>
            <p:cNvPr id="187" name="object 187" descr=""/>
            <p:cNvSpPr/>
            <p:nvPr/>
          </p:nvSpPr>
          <p:spPr>
            <a:xfrm>
              <a:off x="2906097" y="8641204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5">
                  <a:moveTo>
                    <a:pt x="27732" y="0"/>
                  </a:moveTo>
                  <a:lnTo>
                    <a:pt x="11853" y="0"/>
                  </a:lnTo>
                  <a:lnTo>
                    <a:pt x="0" y="54644"/>
                  </a:lnTo>
                  <a:lnTo>
                    <a:pt x="12375" y="54644"/>
                  </a:lnTo>
                  <a:lnTo>
                    <a:pt x="27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8" name="object 188" descr=""/>
          <p:cNvGrpSpPr/>
          <p:nvPr/>
        </p:nvGrpSpPr>
        <p:grpSpPr>
          <a:xfrm>
            <a:off x="3015372" y="8483383"/>
            <a:ext cx="336550" cy="187325"/>
            <a:chOff x="3015372" y="8483383"/>
            <a:chExt cx="336550" cy="187325"/>
          </a:xfrm>
        </p:grpSpPr>
        <p:pic>
          <p:nvPicPr>
            <p:cNvPr id="189" name="object 189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015372" y="8484576"/>
              <a:ext cx="149993" cy="186074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199807" y="8483383"/>
              <a:ext cx="151632" cy="187267"/>
            </a:xfrm>
            <a:prstGeom prst="rect">
              <a:avLst/>
            </a:prstGeom>
          </p:spPr>
        </p:pic>
      </p:grpSp>
      <p:grpSp>
        <p:nvGrpSpPr>
          <p:cNvPr id="191" name="object 191" descr=""/>
          <p:cNvGrpSpPr/>
          <p:nvPr/>
        </p:nvGrpSpPr>
        <p:grpSpPr>
          <a:xfrm>
            <a:off x="3398630" y="8484576"/>
            <a:ext cx="901700" cy="211454"/>
            <a:chOff x="3398630" y="8484576"/>
            <a:chExt cx="901700" cy="211454"/>
          </a:xfrm>
        </p:grpSpPr>
        <p:pic>
          <p:nvPicPr>
            <p:cNvPr id="192" name="object 192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398630" y="8484576"/>
              <a:ext cx="397794" cy="200686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829151" y="8494417"/>
              <a:ext cx="414121" cy="190846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4271974" y="8641204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5">
                  <a:moveTo>
                    <a:pt x="27732" y="0"/>
                  </a:moveTo>
                  <a:lnTo>
                    <a:pt x="11853" y="0"/>
                  </a:lnTo>
                  <a:lnTo>
                    <a:pt x="0" y="54644"/>
                  </a:lnTo>
                  <a:lnTo>
                    <a:pt x="12375" y="54644"/>
                  </a:lnTo>
                  <a:lnTo>
                    <a:pt x="27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5" name="object 195" descr=""/>
          <p:cNvGrpSpPr/>
          <p:nvPr/>
        </p:nvGrpSpPr>
        <p:grpSpPr>
          <a:xfrm>
            <a:off x="4390487" y="8484576"/>
            <a:ext cx="956944" cy="201295"/>
            <a:chOff x="4390487" y="8484576"/>
            <a:chExt cx="956944" cy="201295"/>
          </a:xfrm>
        </p:grpSpPr>
        <p:pic>
          <p:nvPicPr>
            <p:cNvPr id="196" name="object 196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390487" y="8484576"/>
              <a:ext cx="140152" cy="186298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562025" y="8484576"/>
              <a:ext cx="348368" cy="186074"/>
            </a:xfrm>
            <a:prstGeom prst="rect">
              <a:avLst/>
            </a:prstGeom>
          </p:spPr>
        </p:pic>
        <p:sp>
          <p:nvSpPr>
            <p:cNvPr id="198" name="object 198" descr=""/>
            <p:cNvSpPr/>
            <p:nvPr/>
          </p:nvSpPr>
          <p:spPr>
            <a:xfrm>
              <a:off x="4950948" y="8494417"/>
              <a:ext cx="40005" cy="191135"/>
            </a:xfrm>
            <a:custGeom>
              <a:avLst/>
              <a:gdLst/>
              <a:ahLst/>
              <a:cxnLst/>
              <a:rect l="l" t="t" r="r" b="b"/>
              <a:pathLst>
                <a:path w="40004" h="191134">
                  <a:moveTo>
                    <a:pt x="39660" y="0"/>
                  </a:moveTo>
                  <a:lnTo>
                    <a:pt x="26688" y="0"/>
                  </a:lnTo>
                  <a:lnTo>
                    <a:pt x="15253" y="21514"/>
                  </a:lnTo>
                  <a:lnTo>
                    <a:pt x="6886" y="44580"/>
                  </a:lnTo>
                  <a:lnTo>
                    <a:pt x="1748" y="69211"/>
                  </a:lnTo>
                  <a:lnTo>
                    <a:pt x="0" y="95422"/>
                  </a:lnTo>
                  <a:lnTo>
                    <a:pt x="1748" y="121634"/>
                  </a:lnTo>
                  <a:lnTo>
                    <a:pt x="6886" y="146265"/>
                  </a:lnTo>
                  <a:lnTo>
                    <a:pt x="15253" y="169331"/>
                  </a:lnTo>
                  <a:lnTo>
                    <a:pt x="26688" y="190846"/>
                  </a:lnTo>
                  <a:lnTo>
                    <a:pt x="39660" y="190846"/>
                  </a:lnTo>
                  <a:lnTo>
                    <a:pt x="29711" y="171208"/>
                  </a:lnTo>
                  <a:lnTo>
                    <a:pt x="21852" y="147579"/>
                  </a:lnTo>
                  <a:lnTo>
                    <a:pt x="16690" y="121728"/>
                  </a:lnTo>
                  <a:lnTo>
                    <a:pt x="14835" y="95422"/>
                  </a:lnTo>
                  <a:lnTo>
                    <a:pt x="16680" y="69201"/>
                  </a:lnTo>
                  <a:lnTo>
                    <a:pt x="21824" y="43378"/>
                  </a:lnTo>
                  <a:lnTo>
                    <a:pt x="29680" y="19721"/>
                  </a:lnTo>
                  <a:lnTo>
                    <a:pt x="39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010737" y="8484576"/>
              <a:ext cx="156254" cy="186074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207546" y="8484576"/>
              <a:ext cx="139556" cy="186074"/>
            </a:xfrm>
            <a:prstGeom prst="rect">
              <a:avLst/>
            </a:prstGeom>
          </p:spPr>
        </p:pic>
      </p:grpSp>
      <p:grpSp>
        <p:nvGrpSpPr>
          <p:cNvPr id="201" name="object 201" descr=""/>
          <p:cNvGrpSpPr/>
          <p:nvPr/>
        </p:nvGrpSpPr>
        <p:grpSpPr>
          <a:xfrm>
            <a:off x="5388776" y="8484576"/>
            <a:ext cx="580390" cy="211454"/>
            <a:chOff x="5388776" y="8484576"/>
            <a:chExt cx="580390" cy="211454"/>
          </a:xfrm>
        </p:grpSpPr>
        <p:sp>
          <p:nvSpPr>
            <p:cNvPr id="202" name="object 202" descr=""/>
            <p:cNvSpPr/>
            <p:nvPr/>
          </p:nvSpPr>
          <p:spPr>
            <a:xfrm>
              <a:off x="5388775" y="8484578"/>
              <a:ext cx="151765" cy="186690"/>
            </a:xfrm>
            <a:custGeom>
              <a:avLst/>
              <a:gdLst/>
              <a:ahLst/>
              <a:cxnLst/>
              <a:rect l="l" t="t" r="r" b="b"/>
              <a:pathLst>
                <a:path w="151764" h="186690">
                  <a:moveTo>
                    <a:pt x="114579" y="71412"/>
                  </a:moveTo>
                  <a:lnTo>
                    <a:pt x="70446" y="71412"/>
                  </a:lnTo>
                  <a:lnTo>
                    <a:pt x="70446" y="33312"/>
                  </a:lnTo>
                  <a:lnTo>
                    <a:pt x="70446" y="21882"/>
                  </a:lnTo>
                  <a:lnTo>
                    <a:pt x="57848" y="21882"/>
                  </a:lnTo>
                  <a:lnTo>
                    <a:pt x="57848" y="33312"/>
                  </a:lnTo>
                  <a:lnTo>
                    <a:pt x="57848" y="71412"/>
                  </a:lnTo>
                  <a:lnTo>
                    <a:pt x="57848" y="82842"/>
                  </a:lnTo>
                  <a:lnTo>
                    <a:pt x="57848" y="123482"/>
                  </a:lnTo>
                  <a:lnTo>
                    <a:pt x="12661" y="123482"/>
                  </a:lnTo>
                  <a:lnTo>
                    <a:pt x="12661" y="33312"/>
                  </a:lnTo>
                  <a:lnTo>
                    <a:pt x="57848" y="33312"/>
                  </a:lnTo>
                  <a:lnTo>
                    <a:pt x="57848" y="21882"/>
                  </a:lnTo>
                  <a:lnTo>
                    <a:pt x="0" y="21882"/>
                  </a:lnTo>
                  <a:lnTo>
                    <a:pt x="0" y="33312"/>
                  </a:lnTo>
                  <a:lnTo>
                    <a:pt x="0" y="123482"/>
                  </a:lnTo>
                  <a:lnTo>
                    <a:pt x="0" y="134912"/>
                  </a:lnTo>
                  <a:lnTo>
                    <a:pt x="70446" y="134912"/>
                  </a:lnTo>
                  <a:lnTo>
                    <a:pt x="70446" y="123482"/>
                  </a:lnTo>
                  <a:lnTo>
                    <a:pt x="70446" y="82842"/>
                  </a:lnTo>
                  <a:lnTo>
                    <a:pt x="101676" y="82842"/>
                  </a:lnTo>
                  <a:lnTo>
                    <a:pt x="101676" y="176314"/>
                  </a:lnTo>
                  <a:lnTo>
                    <a:pt x="114579" y="176314"/>
                  </a:lnTo>
                  <a:lnTo>
                    <a:pt x="114579" y="82842"/>
                  </a:lnTo>
                  <a:lnTo>
                    <a:pt x="114579" y="82308"/>
                  </a:lnTo>
                  <a:lnTo>
                    <a:pt x="114579" y="71412"/>
                  </a:lnTo>
                  <a:close/>
                </a:path>
                <a:path w="151764" h="186690">
                  <a:moveTo>
                    <a:pt x="114579" y="4406"/>
                  </a:moveTo>
                  <a:lnTo>
                    <a:pt x="101676" y="4406"/>
                  </a:lnTo>
                  <a:lnTo>
                    <a:pt x="101676" y="70980"/>
                  </a:lnTo>
                  <a:lnTo>
                    <a:pt x="114579" y="70980"/>
                  </a:lnTo>
                  <a:lnTo>
                    <a:pt x="114579" y="4406"/>
                  </a:lnTo>
                  <a:close/>
                </a:path>
                <a:path w="151764" h="186690">
                  <a:moveTo>
                    <a:pt x="151549" y="0"/>
                  </a:moveTo>
                  <a:lnTo>
                    <a:pt x="138582" y="0"/>
                  </a:lnTo>
                  <a:lnTo>
                    <a:pt x="138582" y="186080"/>
                  </a:lnTo>
                  <a:lnTo>
                    <a:pt x="151549" y="186080"/>
                  </a:lnTo>
                  <a:lnTo>
                    <a:pt x="151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575596" y="8484576"/>
              <a:ext cx="145147" cy="186298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755707" y="8484800"/>
              <a:ext cx="156926" cy="181378"/>
            </a:xfrm>
            <a:prstGeom prst="rect">
              <a:avLst/>
            </a:prstGeom>
          </p:spPr>
        </p:pic>
        <p:sp>
          <p:nvSpPr>
            <p:cNvPr id="205" name="object 205" descr=""/>
            <p:cNvSpPr/>
            <p:nvPr/>
          </p:nvSpPr>
          <p:spPr>
            <a:xfrm>
              <a:off x="5940888" y="8641204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5">
                  <a:moveTo>
                    <a:pt x="27732" y="0"/>
                  </a:moveTo>
                  <a:lnTo>
                    <a:pt x="11853" y="0"/>
                  </a:lnTo>
                  <a:lnTo>
                    <a:pt x="0" y="54644"/>
                  </a:lnTo>
                  <a:lnTo>
                    <a:pt x="12374" y="54644"/>
                  </a:lnTo>
                  <a:lnTo>
                    <a:pt x="27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6" name="object 206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054004" y="8484576"/>
            <a:ext cx="332116" cy="186298"/>
          </a:xfrm>
          <a:prstGeom prst="rect">
            <a:avLst/>
          </a:prstGeom>
        </p:spPr>
      </p:pic>
      <p:sp>
        <p:nvSpPr>
          <p:cNvPr id="207" name="object 207" descr=""/>
          <p:cNvSpPr/>
          <p:nvPr/>
        </p:nvSpPr>
        <p:spPr>
          <a:xfrm>
            <a:off x="6420180" y="8501379"/>
            <a:ext cx="213995" cy="194945"/>
          </a:xfrm>
          <a:custGeom>
            <a:avLst/>
            <a:gdLst/>
            <a:ahLst/>
            <a:cxnLst/>
            <a:rect l="l" t="t" r="r" b="b"/>
            <a:pathLst>
              <a:path w="213995" h="194945">
                <a:moveTo>
                  <a:pt x="150291" y="85090"/>
                </a:moveTo>
                <a:lnTo>
                  <a:pt x="36080" y="85090"/>
                </a:lnTo>
                <a:lnTo>
                  <a:pt x="36080" y="52070"/>
                </a:lnTo>
                <a:lnTo>
                  <a:pt x="144183" y="52070"/>
                </a:lnTo>
                <a:lnTo>
                  <a:pt x="144183" y="41910"/>
                </a:lnTo>
                <a:lnTo>
                  <a:pt x="36080" y="41910"/>
                </a:lnTo>
                <a:lnTo>
                  <a:pt x="36080" y="11430"/>
                </a:lnTo>
                <a:lnTo>
                  <a:pt x="148056" y="11430"/>
                </a:lnTo>
                <a:lnTo>
                  <a:pt x="148056" y="0"/>
                </a:lnTo>
                <a:lnTo>
                  <a:pt x="22669" y="0"/>
                </a:lnTo>
                <a:lnTo>
                  <a:pt x="22669" y="11430"/>
                </a:lnTo>
                <a:lnTo>
                  <a:pt x="22669" y="41910"/>
                </a:lnTo>
                <a:lnTo>
                  <a:pt x="22669" y="52070"/>
                </a:lnTo>
                <a:lnTo>
                  <a:pt x="22669" y="85090"/>
                </a:lnTo>
                <a:lnTo>
                  <a:pt x="22669" y="96520"/>
                </a:lnTo>
                <a:lnTo>
                  <a:pt x="150291" y="96520"/>
                </a:lnTo>
                <a:lnTo>
                  <a:pt x="150291" y="85090"/>
                </a:lnTo>
                <a:close/>
              </a:path>
              <a:path w="213995" h="194945">
                <a:moveTo>
                  <a:pt x="170345" y="132753"/>
                </a:moveTo>
                <a:lnTo>
                  <a:pt x="0" y="132753"/>
                </a:lnTo>
                <a:lnTo>
                  <a:pt x="0" y="144157"/>
                </a:lnTo>
                <a:lnTo>
                  <a:pt x="170345" y="144157"/>
                </a:lnTo>
                <a:lnTo>
                  <a:pt x="170345" y="132753"/>
                </a:lnTo>
                <a:close/>
              </a:path>
              <a:path w="213995" h="194945">
                <a:moveTo>
                  <a:pt x="213817" y="139827"/>
                </a:moveTo>
                <a:lnTo>
                  <a:pt x="197929" y="139827"/>
                </a:lnTo>
                <a:lnTo>
                  <a:pt x="186080" y="194475"/>
                </a:lnTo>
                <a:lnTo>
                  <a:pt x="198450" y="194475"/>
                </a:lnTo>
                <a:lnTo>
                  <a:pt x="213817" y="139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8" name="object 208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6712555" y="8491219"/>
            <a:ext cx="213807" cy="204629"/>
          </a:xfrm>
          <a:prstGeom prst="rect">
            <a:avLst/>
          </a:prstGeom>
        </p:spPr>
      </p:pic>
      <p:sp>
        <p:nvSpPr>
          <p:cNvPr id="209" name="object 209" descr=""/>
          <p:cNvSpPr/>
          <p:nvPr/>
        </p:nvSpPr>
        <p:spPr>
          <a:xfrm>
            <a:off x="7014464" y="8484806"/>
            <a:ext cx="148590" cy="101600"/>
          </a:xfrm>
          <a:custGeom>
            <a:avLst/>
            <a:gdLst/>
            <a:ahLst/>
            <a:cxnLst/>
            <a:rect l="l" t="t" r="r" b="b"/>
            <a:pathLst>
              <a:path w="148590" h="101600">
                <a:moveTo>
                  <a:pt x="71488" y="12763"/>
                </a:moveTo>
                <a:lnTo>
                  <a:pt x="0" y="12763"/>
                </a:lnTo>
                <a:lnTo>
                  <a:pt x="0" y="24193"/>
                </a:lnTo>
                <a:lnTo>
                  <a:pt x="0" y="80073"/>
                </a:lnTo>
                <a:lnTo>
                  <a:pt x="0" y="90233"/>
                </a:lnTo>
                <a:lnTo>
                  <a:pt x="71488" y="90233"/>
                </a:lnTo>
                <a:lnTo>
                  <a:pt x="71488" y="80073"/>
                </a:lnTo>
                <a:lnTo>
                  <a:pt x="12522" y="80073"/>
                </a:lnTo>
                <a:lnTo>
                  <a:pt x="12522" y="24193"/>
                </a:lnTo>
                <a:lnTo>
                  <a:pt x="58966" y="24193"/>
                </a:lnTo>
                <a:lnTo>
                  <a:pt x="58966" y="79768"/>
                </a:lnTo>
                <a:lnTo>
                  <a:pt x="71488" y="79768"/>
                </a:lnTo>
                <a:lnTo>
                  <a:pt x="71488" y="24193"/>
                </a:lnTo>
                <a:lnTo>
                  <a:pt x="71488" y="24003"/>
                </a:lnTo>
                <a:lnTo>
                  <a:pt x="71488" y="12763"/>
                </a:lnTo>
                <a:close/>
              </a:path>
              <a:path w="148590" h="101600">
                <a:moveTo>
                  <a:pt x="148132" y="44513"/>
                </a:moveTo>
                <a:lnTo>
                  <a:pt x="107721" y="44513"/>
                </a:lnTo>
                <a:lnTo>
                  <a:pt x="107721" y="3873"/>
                </a:lnTo>
                <a:lnTo>
                  <a:pt x="95046" y="3873"/>
                </a:lnTo>
                <a:lnTo>
                  <a:pt x="95046" y="44513"/>
                </a:lnTo>
                <a:lnTo>
                  <a:pt x="95046" y="55943"/>
                </a:lnTo>
                <a:lnTo>
                  <a:pt x="95046" y="100393"/>
                </a:lnTo>
                <a:lnTo>
                  <a:pt x="107721" y="100393"/>
                </a:lnTo>
                <a:lnTo>
                  <a:pt x="107721" y="55943"/>
                </a:lnTo>
                <a:lnTo>
                  <a:pt x="135534" y="55943"/>
                </a:lnTo>
                <a:lnTo>
                  <a:pt x="135534" y="101231"/>
                </a:lnTo>
                <a:lnTo>
                  <a:pt x="148132" y="101231"/>
                </a:lnTo>
                <a:lnTo>
                  <a:pt x="148132" y="55943"/>
                </a:lnTo>
                <a:lnTo>
                  <a:pt x="148132" y="55384"/>
                </a:lnTo>
                <a:lnTo>
                  <a:pt x="148132" y="44513"/>
                </a:lnTo>
                <a:close/>
              </a:path>
              <a:path w="148590" h="101600">
                <a:moveTo>
                  <a:pt x="148132" y="0"/>
                </a:moveTo>
                <a:lnTo>
                  <a:pt x="135534" y="0"/>
                </a:lnTo>
                <a:lnTo>
                  <a:pt x="135534" y="44056"/>
                </a:lnTo>
                <a:lnTo>
                  <a:pt x="148132" y="44056"/>
                </a:lnTo>
                <a:lnTo>
                  <a:pt x="1481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7041451" y="8594090"/>
            <a:ext cx="121285" cy="73660"/>
          </a:xfrm>
          <a:custGeom>
            <a:avLst/>
            <a:gdLst/>
            <a:ahLst/>
            <a:cxnLst/>
            <a:rect l="l" t="t" r="r" b="b"/>
            <a:pathLst>
              <a:path w="121284" h="73659">
                <a:moveTo>
                  <a:pt x="121145" y="596"/>
                </a:moveTo>
                <a:lnTo>
                  <a:pt x="108318" y="596"/>
                </a:lnTo>
                <a:lnTo>
                  <a:pt x="108318" y="24130"/>
                </a:lnTo>
                <a:lnTo>
                  <a:pt x="13271" y="24130"/>
                </a:lnTo>
                <a:lnTo>
                  <a:pt x="13271" y="0"/>
                </a:lnTo>
                <a:lnTo>
                  <a:pt x="0" y="0"/>
                </a:lnTo>
                <a:lnTo>
                  <a:pt x="0" y="24130"/>
                </a:lnTo>
                <a:lnTo>
                  <a:pt x="0" y="35560"/>
                </a:lnTo>
                <a:lnTo>
                  <a:pt x="0" y="62242"/>
                </a:lnTo>
                <a:lnTo>
                  <a:pt x="0" y="73660"/>
                </a:lnTo>
                <a:lnTo>
                  <a:pt x="121145" y="73660"/>
                </a:lnTo>
                <a:lnTo>
                  <a:pt x="121145" y="62699"/>
                </a:lnTo>
                <a:lnTo>
                  <a:pt x="121145" y="62242"/>
                </a:lnTo>
                <a:lnTo>
                  <a:pt x="121145" y="35788"/>
                </a:lnTo>
                <a:lnTo>
                  <a:pt x="108318" y="35788"/>
                </a:lnTo>
                <a:lnTo>
                  <a:pt x="108318" y="62242"/>
                </a:lnTo>
                <a:lnTo>
                  <a:pt x="13271" y="62242"/>
                </a:lnTo>
                <a:lnTo>
                  <a:pt x="13271" y="35560"/>
                </a:lnTo>
                <a:lnTo>
                  <a:pt x="121145" y="35560"/>
                </a:lnTo>
                <a:lnTo>
                  <a:pt x="121145" y="24612"/>
                </a:lnTo>
                <a:lnTo>
                  <a:pt x="121145" y="24130"/>
                </a:lnTo>
                <a:lnTo>
                  <a:pt x="121145" y="5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1" name="object 211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7244020" y="8492925"/>
            <a:ext cx="227449" cy="192337"/>
          </a:xfrm>
          <a:prstGeom prst="rect">
            <a:avLst/>
          </a:prstGeom>
        </p:spPr>
      </p:pic>
      <p:sp>
        <p:nvSpPr>
          <p:cNvPr id="212" name="object 212" descr=""/>
          <p:cNvSpPr/>
          <p:nvPr/>
        </p:nvSpPr>
        <p:spPr>
          <a:xfrm>
            <a:off x="9547607" y="3308858"/>
            <a:ext cx="7543165" cy="13970"/>
          </a:xfrm>
          <a:custGeom>
            <a:avLst/>
            <a:gdLst/>
            <a:ahLst/>
            <a:cxnLst/>
            <a:rect l="l" t="t" r="r" b="b"/>
            <a:pathLst>
              <a:path w="7543165" h="13970">
                <a:moveTo>
                  <a:pt x="0" y="13740"/>
                </a:moveTo>
                <a:lnTo>
                  <a:pt x="7542571" y="13740"/>
                </a:lnTo>
                <a:lnTo>
                  <a:pt x="7542571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3" name="object 213" descr=""/>
          <p:cNvGrpSpPr/>
          <p:nvPr/>
        </p:nvGrpSpPr>
        <p:grpSpPr>
          <a:xfrm>
            <a:off x="9547607" y="3327956"/>
            <a:ext cx="7543165" cy="610235"/>
            <a:chOff x="9547607" y="3327956"/>
            <a:chExt cx="7543165" cy="610235"/>
          </a:xfrm>
        </p:grpSpPr>
        <p:sp>
          <p:nvSpPr>
            <p:cNvPr id="214" name="object 214" descr=""/>
            <p:cNvSpPr/>
            <p:nvPr/>
          </p:nvSpPr>
          <p:spPr>
            <a:xfrm>
              <a:off x="9547607" y="3924320"/>
              <a:ext cx="7543165" cy="13970"/>
            </a:xfrm>
            <a:custGeom>
              <a:avLst/>
              <a:gdLst/>
              <a:ahLst/>
              <a:cxnLst/>
              <a:rect l="l" t="t" r="r" b="b"/>
              <a:pathLst>
                <a:path w="7543165" h="13970">
                  <a:moveTo>
                    <a:pt x="0" y="13740"/>
                  </a:moveTo>
                  <a:lnTo>
                    <a:pt x="7542571" y="13740"/>
                  </a:lnTo>
                  <a:lnTo>
                    <a:pt x="7542571" y="0"/>
                  </a:lnTo>
                  <a:lnTo>
                    <a:pt x="0" y="0"/>
                  </a:lnTo>
                  <a:lnTo>
                    <a:pt x="0" y="137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9547607" y="3327956"/>
              <a:ext cx="7543165" cy="591185"/>
            </a:xfrm>
            <a:custGeom>
              <a:avLst/>
              <a:gdLst/>
              <a:ahLst/>
              <a:cxnLst/>
              <a:rect l="l" t="t" r="r" b="b"/>
              <a:pathLst>
                <a:path w="7543165" h="591185">
                  <a:moveTo>
                    <a:pt x="7542563" y="591006"/>
                  </a:moveTo>
                  <a:lnTo>
                    <a:pt x="0" y="591006"/>
                  </a:lnTo>
                  <a:lnTo>
                    <a:pt x="0" y="0"/>
                  </a:lnTo>
                  <a:lnTo>
                    <a:pt x="7542563" y="0"/>
                  </a:lnTo>
                  <a:lnTo>
                    <a:pt x="7542563" y="591006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2902141" y="3514780"/>
              <a:ext cx="173656" cy="201440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3100899" y="3514780"/>
              <a:ext cx="167972" cy="199072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3353901" y="3514622"/>
              <a:ext cx="167103" cy="201598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3550211" y="3518095"/>
              <a:ext cx="184153" cy="197336"/>
            </a:xfrm>
            <a:prstGeom prst="rect">
              <a:avLst/>
            </a:prstGeom>
          </p:spPr>
        </p:pic>
      </p:grpSp>
      <p:grpSp>
        <p:nvGrpSpPr>
          <p:cNvPr id="220" name="object 220" descr=""/>
          <p:cNvGrpSpPr/>
          <p:nvPr/>
        </p:nvGrpSpPr>
        <p:grpSpPr>
          <a:xfrm>
            <a:off x="9553113" y="4287973"/>
            <a:ext cx="527685" cy="186690"/>
            <a:chOff x="9553113" y="4287973"/>
            <a:chExt cx="527685" cy="186690"/>
          </a:xfrm>
        </p:grpSpPr>
        <p:pic>
          <p:nvPicPr>
            <p:cNvPr id="221" name="object 2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53113" y="4287973"/>
              <a:ext cx="348368" cy="186074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930257" y="4287973"/>
              <a:ext cx="150290" cy="186298"/>
            </a:xfrm>
            <a:prstGeom prst="rect">
              <a:avLst/>
            </a:prstGeom>
          </p:spPr>
        </p:pic>
      </p:grpSp>
      <p:grpSp>
        <p:nvGrpSpPr>
          <p:cNvPr id="223" name="object 223" descr=""/>
          <p:cNvGrpSpPr/>
          <p:nvPr/>
        </p:nvGrpSpPr>
        <p:grpSpPr>
          <a:xfrm>
            <a:off x="10170834" y="4287973"/>
            <a:ext cx="544830" cy="186690"/>
            <a:chOff x="10170834" y="4287973"/>
            <a:chExt cx="544830" cy="186690"/>
          </a:xfrm>
        </p:grpSpPr>
        <p:pic>
          <p:nvPicPr>
            <p:cNvPr id="224" name="object 224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0170834" y="4287973"/>
              <a:ext cx="150142" cy="186074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62575" y="4287973"/>
              <a:ext cx="352467" cy="186074"/>
            </a:xfrm>
            <a:prstGeom prst="rect">
              <a:avLst/>
            </a:prstGeom>
          </p:spPr>
        </p:pic>
      </p:grpSp>
      <p:sp>
        <p:nvSpPr>
          <p:cNvPr id="226" name="object 226" descr=""/>
          <p:cNvSpPr/>
          <p:nvPr/>
        </p:nvSpPr>
        <p:spPr>
          <a:xfrm>
            <a:off x="10779607" y="4288205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85" y="64338"/>
                </a:moveTo>
                <a:lnTo>
                  <a:pt x="135940" y="59283"/>
                </a:lnTo>
                <a:lnTo>
                  <a:pt x="114554" y="49822"/>
                </a:lnTo>
                <a:lnTo>
                  <a:pt x="98983" y="36601"/>
                </a:lnTo>
                <a:lnTo>
                  <a:pt x="98717" y="35852"/>
                </a:lnTo>
                <a:lnTo>
                  <a:pt x="93040" y="20269"/>
                </a:lnTo>
                <a:lnTo>
                  <a:pt x="93040" y="19748"/>
                </a:lnTo>
                <a:lnTo>
                  <a:pt x="154317" y="19748"/>
                </a:lnTo>
                <a:lnTo>
                  <a:pt x="154317" y="8724"/>
                </a:lnTo>
                <a:lnTo>
                  <a:pt x="15582" y="8724"/>
                </a:lnTo>
                <a:lnTo>
                  <a:pt x="15582" y="19748"/>
                </a:lnTo>
                <a:lnTo>
                  <a:pt x="76555" y="19748"/>
                </a:lnTo>
                <a:lnTo>
                  <a:pt x="76555" y="20269"/>
                </a:lnTo>
                <a:lnTo>
                  <a:pt x="70459" y="36601"/>
                </a:lnTo>
                <a:lnTo>
                  <a:pt x="54838" y="49822"/>
                </a:lnTo>
                <a:lnTo>
                  <a:pt x="33528" y="59283"/>
                </a:lnTo>
                <a:lnTo>
                  <a:pt x="10363" y="64338"/>
                </a:lnTo>
                <a:lnTo>
                  <a:pt x="15278" y="74993"/>
                </a:lnTo>
                <a:lnTo>
                  <a:pt x="36804" y="70281"/>
                </a:lnTo>
                <a:lnTo>
                  <a:pt x="56959" y="62077"/>
                </a:lnTo>
                <a:lnTo>
                  <a:pt x="73660" y="50546"/>
                </a:lnTo>
                <a:lnTo>
                  <a:pt x="84836" y="35852"/>
                </a:lnTo>
                <a:lnTo>
                  <a:pt x="95923" y="50546"/>
                </a:lnTo>
                <a:lnTo>
                  <a:pt x="112572" y="62077"/>
                </a:lnTo>
                <a:lnTo>
                  <a:pt x="132715" y="70281"/>
                </a:lnTo>
                <a:lnTo>
                  <a:pt x="154241" y="74993"/>
                </a:lnTo>
                <a:lnTo>
                  <a:pt x="159385" y="64338"/>
                </a:lnTo>
                <a:close/>
              </a:path>
              <a:path w="547370" h="185420">
                <a:moveTo>
                  <a:pt x="169519" y="87591"/>
                </a:moveTo>
                <a:lnTo>
                  <a:pt x="0" y="87591"/>
                </a:lnTo>
                <a:lnTo>
                  <a:pt x="0" y="98844"/>
                </a:lnTo>
                <a:lnTo>
                  <a:pt x="78054" y="98844"/>
                </a:lnTo>
                <a:lnTo>
                  <a:pt x="78054" y="120624"/>
                </a:lnTo>
                <a:lnTo>
                  <a:pt x="53873" y="123456"/>
                </a:lnTo>
                <a:lnTo>
                  <a:pt x="35852" y="129921"/>
                </a:lnTo>
                <a:lnTo>
                  <a:pt x="24599" y="139827"/>
                </a:lnTo>
                <a:lnTo>
                  <a:pt x="20726" y="152971"/>
                </a:lnTo>
                <a:lnTo>
                  <a:pt x="25069" y="166725"/>
                </a:lnTo>
                <a:lnTo>
                  <a:pt x="37668" y="176860"/>
                </a:lnTo>
                <a:lnTo>
                  <a:pt x="57772" y="183108"/>
                </a:lnTo>
                <a:lnTo>
                  <a:pt x="84683" y="185254"/>
                </a:lnTo>
                <a:lnTo>
                  <a:pt x="111467" y="183108"/>
                </a:lnTo>
                <a:lnTo>
                  <a:pt x="131521" y="176860"/>
                </a:lnTo>
                <a:lnTo>
                  <a:pt x="134327" y="174586"/>
                </a:lnTo>
                <a:lnTo>
                  <a:pt x="144106" y="166725"/>
                </a:lnTo>
                <a:lnTo>
                  <a:pt x="148501" y="152971"/>
                </a:lnTo>
                <a:lnTo>
                  <a:pt x="144576" y="139827"/>
                </a:lnTo>
                <a:lnTo>
                  <a:pt x="135229" y="131584"/>
                </a:lnTo>
                <a:lnTo>
                  <a:pt x="135229" y="152971"/>
                </a:lnTo>
                <a:lnTo>
                  <a:pt x="131622" y="162090"/>
                </a:lnTo>
                <a:lnTo>
                  <a:pt x="121500" y="168922"/>
                </a:lnTo>
                <a:lnTo>
                  <a:pt x="105613" y="173189"/>
                </a:lnTo>
                <a:lnTo>
                  <a:pt x="84683" y="174586"/>
                </a:lnTo>
                <a:lnTo>
                  <a:pt x="63677" y="173189"/>
                </a:lnTo>
                <a:lnTo>
                  <a:pt x="47777" y="168922"/>
                </a:lnTo>
                <a:lnTo>
                  <a:pt x="37731" y="162090"/>
                </a:lnTo>
                <a:lnTo>
                  <a:pt x="34290" y="152971"/>
                </a:lnTo>
                <a:lnTo>
                  <a:pt x="37731" y="143814"/>
                </a:lnTo>
                <a:lnTo>
                  <a:pt x="47777" y="136969"/>
                </a:lnTo>
                <a:lnTo>
                  <a:pt x="63677" y="132651"/>
                </a:lnTo>
                <a:lnTo>
                  <a:pt x="84683" y="131127"/>
                </a:lnTo>
                <a:lnTo>
                  <a:pt x="105613" y="132651"/>
                </a:lnTo>
                <a:lnTo>
                  <a:pt x="121500" y="136969"/>
                </a:lnTo>
                <a:lnTo>
                  <a:pt x="131622" y="143814"/>
                </a:lnTo>
                <a:lnTo>
                  <a:pt x="135229" y="152971"/>
                </a:lnTo>
                <a:lnTo>
                  <a:pt x="135229" y="131584"/>
                </a:lnTo>
                <a:lnTo>
                  <a:pt x="134721" y="131127"/>
                </a:lnTo>
                <a:lnTo>
                  <a:pt x="133337" y="129921"/>
                </a:lnTo>
                <a:lnTo>
                  <a:pt x="115341" y="123456"/>
                </a:lnTo>
                <a:lnTo>
                  <a:pt x="91173" y="120624"/>
                </a:lnTo>
                <a:lnTo>
                  <a:pt x="91173" y="98844"/>
                </a:lnTo>
                <a:lnTo>
                  <a:pt x="169519" y="98844"/>
                </a:lnTo>
                <a:lnTo>
                  <a:pt x="169519" y="87591"/>
                </a:lnTo>
                <a:close/>
              </a:path>
              <a:path w="547370" h="185420">
                <a:moveTo>
                  <a:pt x="357009" y="149771"/>
                </a:moveTo>
                <a:lnTo>
                  <a:pt x="313258" y="149771"/>
                </a:lnTo>
                <a:lnTo>
                  <a:pt x="313258" y="102870"/>
                </a:lnTo>
                <a:lnTo>
                  <a:pt x="313258" y="97726"/>
                </a:lnTo>
                <a:lnTo>
                  <a:pt x="316077" y="95872"/>
                </a:lnTo>
                <a:lnTo>
                  <a:pt x="323926" y="90703"/>
                </a:lnTo>
                <a:lnTo>
                  <a:pt x="331927" y="81902"/>
                </a:lnTo>
                <a:lnTo>
                  <a:pt x="336892" y="71640"/>
                </a:lnTo>
                <a:lnTo>
                  <a:pt x="336969" y="71488"/>
                </a:lnTo>
                <a:lnTo>
                  <a:pt x="338747" y="59639"/>
                </a:lnTo>
                <a:lnTo>
                  <a:pt x="333743" y="40259"/>
                </a:lnTo>
                <a:lnTo>
                  <a:pt x="326072" y="32067"/>
                </a:lnTo>
                <a:lnTo>
                  <a:pt x="326072" y="59639"/>
                </a:lnTo>
                <a:lnTo>
                  <a:pt x="321957" y="74371"/>
                </a:lnTo>
                <a:lnTo>
                  <a:pt x="310527" y="85826"/>
                </a:lnTo>
                <a:lnTo>
                  <a:pt x="299834" y="90411"/>
                </a:lnTo>
                <a:lnTo>
                  <a:pt x="299834" y="102870"/>
                </a:lnTo>
                <a:lnTo>
                  <a:pt x="299834" y="149771"/>
                </a:lnTo>
                <a:lnTo>
                  <a:pt x="243179" y="149771"/>
                </a:lnTo>
                <a:lnTo>
                  <a:pt x="243179" y="103022"/>
                </a:lnTo>
                <a:lnTo>
                  <a:pt x="249682" y="104559"/>
                </a:lnTo>
                <a:lnTo>
                  <a:pt x="256552" y="105676"/>
                </a:lnTo>
                <a:lnTo>
                  <a:pt x="263766" y="106375"/>
                </a:lnTo>
                <a:lnTo>
                  <a:pt x="271284" y="106603"/>
                </a:lnTo>
                <a:lnTo>
                  <a:pt x="278879" y="106375"/>
                </a:lnTo>
                <a:lnTo>
                  <a:pt x="286092" y="105676"/>
                </a:lnTo>
                <a:lnTo>
                  <a:pt x="292874" y="104559"/>
                </a:lnTo>
                <a:lnTo>
                  <a:pt x="299224" y="103022"/>
                </a:lnTo>
                <a:lnTo>
                  <a:pt x="299834" y="102870"/>
                </a:lnTo>
                <a:lnTo>
                  <a:pt x="299834" y="90411"/>
                </a:lnTo>
                <a:lnTo>
                  <a:pt x="293179" y="93256"/>
                </a:lnTo>
                <a:lnTo>
                  <a:pt x="271284" y="95872"/>
                </a:lnTo>
                <a:lnTo>
                  <a:pt x="249339" y="93256"/>
                </a:lnTo>
                <a:lnTo>
                  <a:pt x="232016" y="85826"/>
                </a:lnTo>
                <a:lnTo>
                  <a:pt x="220675" y="74371"/>
                </a:lnTo>
                <a:lnTo>
                  <a:pt x="216636" y="59639"/>
                </a:lnTo>
                <a:lnTo>
                  <a:pt x="220675" y="44881"/>
                </a:lnTo>
                <a:lnTo>
                  <a:pt x="232016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79" y="26009"/>
                </a:lnTo>
                <a:lnTo>
                  <a:pt x="310527" y="33413"/>
                </a:lnTo>
                <a:lnTo>
                  <a:pt x="321957" y="44881"/>
                </a:lnTo>
                <a:lnTo>
                  <a:pt x="326072" y="59639"/>
                </a:lnTo>
                <a:lnTo>
                  <a:pt x="326072" y="32067"/>
                </a:lnTo>
                <a:lnTo>
                  <a:pt x="319836" y="25387"/>
                </a:lnTo>
                <a:lnTo>
                  <a:pt x="315429" y="23406"/>
                </a:lnTo>
                <a:lnTo>
                  <a:pt x="298513" y="15811"/>
                </a:lnTo>
                <a:lnTo>
                  <a:pt x="271284" y="12369"/>
                </a:lnTo>
                <a:lnTo>
                  <a:pt x="244119" y="15811"/>
                </a:lnTo>
                <a:lnTo>
                  <a:pt x="222834" y="25387"/>
                </a:lnTo>
                <a:lnTo>
                  <a:pt x="208940" y="40259"/>
                </a:lnTo>
                <a:lnTo>
                  <a:pt x="203962" y="59639"/>
                </a:lnTo>
                <a:lnTo>
                  <a:pt x="205727" y="71488"/>
                </a:lnTo>
                <a:lnTo>
                  <a:pt x="205752" y="71640"/>
                </a:lnTo>
                <a:lnTo>
                  <a:pt x="210921" y="82156"/>
                </a:lnTo>
                <a:lnTo>
                  <a:pt x="219151" y="91008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64" y="149771"/>
                </a:lnTo>
                <a:lnTo>
                  <a:pt x="186664" y="161175"/>
                </a:lnTo>
                <a:lnTo>
                  <a:pt x="357009" y="161175"/>
                </a:lnTo>
                <a:lnTo>
                  <a:pt x="357009" y="149771"/>
                </a:lnTo>
                <a:close/>
              </a:path>
              <a:path w="547370" h="185420">
                <a:moveTo>
                  <a:pt x="473760" y="80657"/>
                </a:moveTo>
                <a:lnTo>
                  <a:pt x="470509" y="66446"/>
                </a:lnTo>
                <a:lnTo>
                  <a:pt x="462572" y="56959"/>
                </a:lnTo>
                <a:lnTo>
                  <a:pt x="461454" y="55626"/>
                </a:lnTo>
                <a:lnTo>
                  <a:pt x="461238" y="55524"/>
                </a:lnTo>
                <a:lnTo>
                  <a:pt x="461238" y="80657"/>
                </a:lnTo>
                <a:lnTo>
                  <a:pt x="458863" y="90182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75" y="103847"/>
                </a:lnTo>
                <a:lnTo>
                  <a:pt x="416369" y="102247"/>
                </a:lnTo>
                <a:lnTo>
                  <a:pt x="406285" y="97536"/>
                </a:lnTo>
                <a:lnTo>
                  <a:pt x="399846" y="90182"/>
                </a:lnTo>
                <a:lnTo>
                  <a:pt x="397637" y="80657"/>
                </a:lnTo>
                <a:lnTo>
                  <a:pt x="399846" y="70980"/>
                </a:lnTo>
                <a:lnTo>
                  <a:pt x="406285" y="63500"/>
                </a:lnTo>
                <a:lnTo>
                  <a:pt x="416369" y="58661"/>
                </a:lnTo>
                <a:lnTo>
                  <a:pt x="429475" y="56959"/>
                </a:lnTo>
                <a:lnTo>
                  <a:pt x="442379" y="58661"/>
                </a:lnTo>
                <a:lnTo>
                  <a:pt x="452374" y="63500"/>
                </a:lnTo>
                <a:lnTo>
                  <a:pt x="458863" y="70980"/>
                </a:lnTo>
                <a:lnTo>
                  <a:pt x="461238" y="80657"/>
                </a:lnTo>
                <a:lnTo>
                  <a:pt x="461238" y="55524"/>
                </a:lnTo>
                <a:lnTo>
                  <a:pt x="447484" y="48717"/>
                </a:lnTo>
                <a:lnTo>
                  <a:pt x="429475" y="46291"/>
                </a:lnTo>
                <a:lnTo>
                  <a:pt x="411226" y="48717"/>
                </a:lnTo>
                <a:lnTo>
                  <a:pt x="397167" y="55626"/>
                </a:lnTo>
                <a:lnTo>
                  <a:pt x="388162" y="66446"/>
                </a:lnTo>
                <a:lnTo>
                  <a:pt x="385038" y="80657"/>
                </a:lnTo>
                <a:lnTo>
                  <a:pt x="388162" y="94716"/>
                </a:lnTo>
                <a:lnTo>
                  <a:pt x="397167" y="105422"/>
                </a:lnTo>
                <a:lnTo>
                  <a:pt x="411226" y="112255"/>
                </a:lnTo>
                <a:lnTo>
                  <a:pt x="429475" y="114655"/>
                </a:lnTo>
                <a:lnTo>
                  <a:pt x="447484" y="112255"/>
                </a:lnTo>
                <a:lnTo>
                  <a:pt x="461454" y="105422"/>
                </a:lnTo>
                <a:lnTo>
                  <a:pt x="462800" y="103847"/>
                </a:lnTo>
                <a:lnTo>
                  <a:pt x="470509" y="94716"/>
                </a:lnTo>
                <a:lnTo>
                  <a:pt x="473760" y="80657"/>
                </a:lnTo>
                <a:close/>
              </a:path>
              <a:path w="547370" h="185420">
                <a:moveTo>
                  <a:pt x="484936" y="23774"/>
                </a:moveTo>
                <a:lnTo>
                  <a:pt x="436105" y="23774"/>
                </a:lnTo>
                <a:lnTo>
                  <a:pt x="436105" y="0"/>
                </a:lnTo>
                <a:lnTo>
                  <a:pt x="422910" y="0"/>
                </a:lnTo>
                <a:lnTo>
                  <a:pt x="422910" y="23774"/>
                </a:lnTo>
                <a:lnTo>
                  <a:pt x="374015" y="23774"/>
                </a:lnTo>
                <a:lnTo>
                  <a:pt x="374015" y="34886"/>
                </a:lnTo>
                <a:lnTo>
                  <a:pt x="484936" y="34886"/>
                </a:lnTo>
                <a:lnTo>
                  <a:pt x="484936" y="23774"/>
                </a:lnTo>
                <a:close/>
              </a:path>
              <a:path w="547370" h="185420">
                <a:moveTo>
                  <a:pt x="527278" y="170116"/>
                </a:moveTo>
                <a:lnTo>
                  <a:pt x="416128" y="170116"/>
                </a:lnTo>
                <a:lnTo>
                  <a:pt x="416128" y="128079"/>
                </a:lnTo>
                <a:lnTo>
                  <a:pt x="403009" y="128079"/>
                </a:lnTo>
                <a:lnTo>
                  <a:pt x="403009" y="181381"/>
                </a:lnTo>
                <a:lnTo>
                  <a:pt x="527278" y="181381"/>
                </a:lnTo>
                <a:lnTo>
                  <a:pt x="527278" y="170116"/>
                </a:lnTo>
                <a:close/>
              </a:path>
              <a:path w="547370" h="185420">
                <a:moveTo>
                  <a:pt x="546963" y="62623"/>
                </a:moveTo>
                <a:lnTo>
                  <a:pt x="518185" y="62623"/>
                </a:lnTo>
                <a:lnTo>
                  <a:pt x="518185" y="0"/>
                </a:lnTo>
                <a:lnTo>
                  <a:pt x="504850" y="0"/>
                </a:lnTo>
                <a:lnTo>
                  <a:pt x="504850" y="139560"/>
                </a:lnTo>
                <a:lnTo>
                  <a:pt x="518185" y="139560"/>
                </a:lnTo>
                <a:lnTo>
                  <a:pt x="518185" y="74028"/>
                </a:lnTo>
                <a:lnTo>
                  <a:pt x="546963" y="74028"/>
                </a:lnTo>
                <a:lnTo>
                  <a:pt x="546963" y="62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7" name="object 227" descr=""/>
          <p:cNvGrpSpPr/>
          <p:nvPr/>
        </p:nvGrpSpPr>
        <p:grpSpPr>
          <a:xfrm>
            <a:off x="11396064" y="4287973"/>
            <a:ext cx="334645" cy="186690"/>
            <a:chOff x="11396064" y="4287973"/>
            <a:chExt cx="334645" cy="186690"/>
          </a:xfrm>
        </p:grpSpPr>
        <p:pic>
          <p:nvPicPr>
            <p:cNvPr id="228" name="object 22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96064" y="4287973"/>
              <a:ext cx="148352" cy="186074"/>
            </a:xfrm>
            <a:prstGeom prst="rect">
              <a:avLst/>
            </a:prstGeom>
          </p:spPr>
        </p:pic>
        <p:pic>
          <p:nvPicPr>
            <p:cNvPr id="229" name="object 229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1577218" y="4288196"/>
              <a:ext cx="153198" cy="186075"/>
            </a:xfrm>
            <a:prstGeom prst="rect">
              <a:avLst/>
            </a:prstGeom>
          </p:spPr>
        </p:pic>
      </p:grpSp>
      <p:sp>
        <p:nvSpPr>
          <p:cNvPr id="230" name="object 230" descr=""/>
          <p:cNvSpPr/>
          <p:nvPr/>
        </p:nvSpPr>
        <p:spPr>
          <a:xfrm>
            <a:off x="11787073" y="4305299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46" y="73660"/>
                </a:moveTo>
                <a:lnTo>
                  <a:pt x="13195" y="73660"/>
                </a:lnTo>
                <a:lnTo>
                  <a:pt x="13195" y="11442"/>
                </a:lnTo>
                <a:lnTo>
                  <a:pt x="125539" y="11442"/>
                </a:lnTo>
                <a:lnTo>
                  <a:pt x="125539" y="0"/>
                </a:lnTo>
                <a:lnTo>
                  <a:pt x="0" y="0"/>
                </a:lnTo>
                <a:lnTo>
                  <a:pt x="0" y="11442"/>
                </a:lnTo>
                <a:lnTo>
                  <a:pt x="0" y="73660"/>
                </a:lnTo>
                <a:lnTo>
                  <a:pt x="0" y="83820"/>
                </a:lnTo>
                <a:lnTo>
                  <a:pt x="127546" y="83820"/>
                </a:lnTo>
                <a:lnTo>
                  <a:pt x="127546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 descr=""/>
          <p:cNvSpPr/>
          <p:nvPr/>
        </p:nvSpPr>
        <p:spPr>
          <a:xfrm>
            <a:off x="11764785" y="4436326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 descr=""/>
          <p:cNvSpPr/>
          <p:nvPr/>
        </p:nvSpPr>
        <p:spPr>
          <a:xfrm>
            <a:off x="11951158" y="429386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80"/>
                </a:moveTo>
                <a:lnTo>
                  <a:pt x="35623" y="55880"/>
                </a:lnTo>
                <a:lnTo>
                  <a:pt x="35623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04" y="27940"/>
                </a:lnTo>
                <a:lnTo>
                  <a:pt x="22504" y="36830"/>
                </a:lnTo>
                <a:lnTo>
                  <a:pt x="22504" y="55880"/>
                </a:lnTo>
                <a:lnTo>
                  <a:pt x="22504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10">
                <a:moveTo>
                  <a:pt x="170345" y="81559"/>
                </a:moveTo>
                <a:lnTo>
                  <a:pt x="0" y="81559"/>
                </a:lnTo>
                <a:lnTo>
                  <a:pt x="0" y="92290"/>
                </a:lnTo>
                <a:lnTo>
                  <a:pt x="170345" y="92290"/>
                </a:lnTo>
                <a:lnTo>
                  <a:pt x="170345" y="81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 descr=""/>
          <p:cNvSpPr/>
          <p:nvPr/>
        </p:nvSpPr>
        <p:spPr>
          <a:xfrm>
            <a:off x="11972023" y="440308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52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52"/>
                </a:lnTo>
                <a:lnTo>
                  <a:pt x="444" y="27952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4" name="object 234" descr=""/>
          <p:cNvGrpSpPr/>
          <p:nvPr/>
        </p:nvGrpSpPr>
        <p:grpSpPr>
          <a:xfrm>
            <a:off x="12193260" y="4287600"/>
            <a:ext cx="709930" cy="186690"/>
            <a:chOff x="12193260" y="4287600"/>
            <a:chExt cx="709930" cy="186690"/>
          </a:xfrm>
        </p:grpSpPr>
        <p:pic>
          <p:nvPicPr>
            <p:cNvPr id="235" name="object 23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193260" y="4288196"/>
              <a:ext cx="155658" cy="181378"/>
            </a:xfrm>
            <a:prstGeom prst="rect">
              <a:avLst/>
            </a:prstGeom>
          </p:spPr>
        </p:pic>
        <p:pic>
          <p:nvPicPr>
            <p:cNvPr id="236" name="object 236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2380154" y="4287973"/>
              <a:ext cx="157000" cy="184210"/>
            </a:xfrm>
            <a:prstGeom prst="rect">
              <a:avLst/>
            </a:prstGeom>
          </p:spPr>
        </p:pic>
        <p:pic>
          <p:nvPicPr>
            <p:cNvPr id="237" name="object 23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62875" y="4287973"/>
              <a:ext cx="153124" cy="186298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750962" y="4287600"/>
              <a:ext cx="152230" cy="186224"/>
            </a:xfrm>
            <a:prstGeom prst="rect">
              <a:avLst/>
            </a:prstGeom>
          </p:spPr>
        </p:pic>
      </p:grpSp>
      <p:grpSp>
        <p:nvGrpSpPr>
          <p:cNvPr id="239" name="object 239" descr=""/>
          <p:cNvGrpSpPr/>
          <p:nvPr/>
        </p:nvGrpSpPr>
        <p:grpSpPr>
          <a:xfrm>
            <a:off x="12989337" y="4287973"/>
            <a:ext cx="718185" cy="186690"/>
            <a:chOff x="12989337" y="4287973"/>
            <a:chExt cx="718185" cy="186690"/>
          </a:xfrm>
        </p:grpSpPr>
        <p:pic>
          <p:nvPicPr>
            <p:cNvPr id="240" name="object 24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989337" y="4287973"/>
              <a:ext cx="172805" cy="181601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13183463" y="4287976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89">
                  <a:moveTo>
                    <a:pt x="104368" y="95948"/>
                  </a:moveTo>
                  <a:lnTo>
                    <a:pt x="103784" y="90805"/>
                  </a:lnTo>
                  <a:lnTo>
                    <a:pt x="103098" y="84620"/>
                  </a:lnTo>
                  <a:lnTo>
                    <a:pt x="80987" y="87693"/>
                  </a:lnTo>
                  <a:lnTo>
                    <a:pt x="59753" y="89585"/>
                  </a:lnTo>
                  <a:lnTo>
                    <a:pt x="38087" y="90538"/>
                  </a:lnTo>
                  <a:lnTo>
                    <a:pt x="14681" y="90805"/>
                  </a:lnTo>
                  <a:lnTo>
                    <a:pt x="13563" y="90805"/>
                  </a:lnTo>
                  <a:lnTo>
                    <a:pt x="13563" y="60833"/>
                  </a:lnTo>
                  <a:lnTo>
                    <a:pt x="83934" y="60833"/>
                  </a:lnTo>
                  <a:lnTo>
                    <a:pt x="83934" y="11404"/>
                  </a:lnTo>
                  <a:lnTo>
                    <a:pt x="0" y="11404"/>
                  </a:lnTo>
                  <a:lnTo>
                    <a:pt x="0" y="22593"/>
                  </a:lnTo>
                  <a:lnTo>
                    <a:pt x="70891" y="22593"/>
                  </a:lnTo>
                  <a:lnTo>
                    <a:pt x="70891" y="50025"/>
                  </a:lnTo>
                  <a:lnTo>
                    <a:pt x="520" y="50025"/>
                  </a:lnTo>
                  <a:lnTo>
                    <a:pt x="520" y="102133"/>
                  </a:lnTo>
                  <a:lnTo>
                    <a:pt x="14681" y="102133"/>
                  </a:lnTo>
                  <a:lnTo>
                    <a:pt x="38493" y="101866"/>
                  </a:lnTo>
                  <a:lnTo>
                    <a:pt x="60502" y="100914"/>
                  </a:lnTo>
                  <a:lnTo>
                    <a:pt x="82016" y="99021"/>
                  </a:lnTo>
                  <a:lnTo>
                    <a:pt x="104368" y="95948"/>
                  </a:lnTo>
                  <a:close/>
                </a:path>
                <a:path w="523875" h="186689">
                  <a:moveTo>
                    <a:pt x="136563" y="123380"/>
                  </a:moveTo>
                  <a:lnTo>
                    <a:pt x="15875" y="123380"/>
                  </a:lnTo>
                  <a:lnTo>
                    <a:pt x="15875" y="134569"/>
                  </a:lnTo>
                  <a:lnTo>
                    <a:pt x="123228" y="134569"/>
                  </a:lnTo>
                  <a:lnTo>
                    <a:pt x="123228" y="185851"/>
                  </a:lnTo>
                  <a:lnTo>
                    <a:pt x="136563" y="185851"/>
                  </a:lnTo>
                  <a:lnTo>
                    <a:pt x="136563" y="123380"/>
                  </a:lnTo>
                  <a:close/>
                </a:path>
                <a:path w="523875" h="186689">
                  <a:moveTo>
                    <a:pt x="165417" y="31242"/>
                  </a:moveTo>
                  <a:lnTo>
                    <a:pt x="136563" y="31242"/>
                  </a:lnTo>
                  <a:lnTo>
                    <a:pt x="136563" y="228"/>
                  </a:lnTo>
                  <a:lnTo>
                    <a:pt x="123228" y="228"/>
                  </a:lnTo>
                  <a:lnTo>
                    <a:pt x="123228" y="113245"/>
                  </a:lnTo>
                  <a:lnTo>
                    <a:pt x="136563" y="113245"/>
                  </a:lnTo>
                  <a:lnTo>
                    <a:pt x="136563" y="81267"/>
                  </a:lnTo>
                  <a:lnTo>
                    <a:pt x="165417" y="81267"/>
                  </a:lnTo>
                  <a:lnTo>
                    <a:pt x="165417" y="69850"/>
                  </a:lnTo>
                  <a:lnTo>
                    <a:pt x="136563" y="69850"/>
                  </a:lnTo>
                  <a:lnTo>
                    <a:pt x="136563" y="42341"/>
                  </a:lnTo>
                  <a:lnTo>
                    <a:pt x="165417" y="42341"/>
                  </a:lnTo>
                  <a:lnTo>
                    <a:pt x="165417" y="31242"/>
                  </a:lnTo>
                  <a:close/>
                </a:path>
                <a:path w="523875" h="186689">
                  <a:moveTo>
                    <a:pt x="278879" y="101092"/>
                  </a:moveTo>
                  <a:lnTo>
                    <a:pt x="275463" y="84023"/>
                  </a:lnTo>
                  <a:lnTo>
                    <a:pt x="266204" y="70789"/>
                  </a:lnTo>
                  <a:lnTo>
                    <a:pt x="266204" y="101092"/>
                  </a:lnTo>
                  <a:lnTo>
                    <a:pt x="263715" y="113347"/>
                  </a:lnTo>
                  <a:lnTo>
                    <a:pt x="256971" y="123088"/>
                  </a:lnTo>
                  <a:lnTo>
                    <a:pt x="246786" y="129489"/>
                  </a:lnTo>
                  <a:lnTo>
                    <a:pt x="233934" y="131724"/>
                  </a:lnTo>
                  <a:lnTo>
                    <a:pt x="220967" y="129489"/>
                  </a:lnTo>
                  <a:lnTo>
                    <a:pt x="210718" y="123088"/>
                  </a:lnTo>
                  <a:lnTo>
                    <a:pt x="204000" y="113347"/>
                  </a:lnTo>
                  <a:lnTo>
                    <a:pt x="201650" y="101092"/>
                  </a:lnTo>
                  <a:lnTo>
                    <a:pt x="204000" y="88811"/>
                  </a:lnTo>
                  <a:lnTo>
                    <a:pt x="210718" y="79019"/>
                  </a:lnTo>
                  <a:lnTo>
                    <a:pt x="220967" y="72529"/>
                  </a:lnTo>
                  <a:lnTo>
                    <a:pt x="233934" y="70154"/>
                  </a:lnTo>
                  <a:lnTo>
                    <a:pt x="246786" y="72529"/>
                  </a:lnTo>
                  <a:lnTo>
                    <a:pt x="256971" y="79019"/>
                  </a:lnTo>
                  <a:lnTo>
                    <a:pt x="263715" y="88811"/>
                  </a:lnTo>
                  <a:lnTo>
                    <a:pt x="266204" y="101092"/>
                  </a:lnTo>
                  <a:lnTo>
                    <a:pt x="266204" y="70789"/>
                  </a:lnTo>
                  <a:lnTo>
                    <a:pt x="265290" y="70154"/>
                  </a:lnTo>
                  <a:lnTo>
                    <a:pt x="251942" y="61963"/>
                  </a:lnTo>
                  <a:lnTo>
                    <a:pt x="233934" y="58826"/>
                  </a:lnTo>
                  <a:lnTo>
                    <a:pt x="215849" y="61963"/>
                  </a:lnTo>
                  <a:lnTo>
                    <a:pt x="201587" y="70675"/>
                  </a:lnTo>
                  <a:lnTo>
                    <a:pt x="192252" y="84023"/>
                  </a:lnTo>
                  <a:lnTo>
                    <a:pt x="188976" y="101092"/>
                  </a:lnTo>
                  <a:lnTo>
                    <a:pt x="192252" y="118211"/>
                  </a:lnTo>
                  <a:lnTo>
                    <a:pt x="201587" y="131521"/>
                  </a:lnTo>
                  <a:lnTo>
                    <a:pt x="215849" y="140144"/>
                  </a:lnTo>
                  <a:lnTo>
                    <a:pt x="233934" y="143205"/>
                  </a:lnTo>
                  <a:lnTo>
                    <a:pt x="251942" y="140144"/>
                  </a:lnTo>
                  <a:lnTo>
                    <a:pt x="265785" y="131724"/>
                  </a:lnTo>
                  <a:lnTo>
                    <a:pt x="266128" y="131521"/>
                  </a:lnTo>
                  <a:lnTo>
                    <a:pt x="275463" y="118211"/>
                  </a:lnTo>
                  <a:lnTo>
                    <a:pt x="278879" y="101092"/>
                  </a:lnTo>
                  <a:close/>
                </a:path>
                <a:path w="523875" h="186689">
                  <a:moveTo>
                    <a:pt x="288505" y="30568"/>
                  </a:moveTo>
                  <a:lnTo>
                    <a:pt x="240271" y="30568"/>
                  </a:lnTo>
                  <a:lnTo>
                    <a:pt x="240271" y="2019"/>
                  </a:lnTo>
                  <a:lnTo>
                    <a:pt x="226999" y="2019"/>
                  </a:lnTo>
                  <a:lnTo>
                    <a:pt x="226999" y="30568"/>
                  </a:lnTo>
                  <a:lnTo>
                    <a:pt x="177342" y="30568"/>
                  </a:lnTo>
                  <a:lnTo>
                    <a:pt x="177342" y="41897"/>
                  </a:lnTo>
                  <a:lnTo>
                    <a:pt x="288505" y="41897"/>
                  </a:lnTo>
                  <a:lnTo>
                    <a:pt x="288505" y="30568"/>
                  </a:lnTo>
                  <a:close/>
                </a:path>
                <a:path w="523875" h="186689">
                  <a:moveTo>
                    <a:pt x="353733" y="77901"/>
                  </a:moveTo>
                  <a:lnTo>
                    <a:pt x="321525" y="77901"/>
                  </a:lnTo>
                  <a:lnTo>
                    <a:pt x="321525" y="0"/>
                  </a:lnTo>
                  <a:lnTo>
                    <a:pt x="308330" y="0"/>
                  </a:lnTo>
                  <a:lnTo>
                    <a:pt x="308330" y="186080"/>
                  </a:lnTo>
                  <a:lnTo>
                    <a:pt x="321525" y="186080"/>
                  </a:lnTo>
                  <a:lnTo>
                    <a:pt x="321525" y="89166"/>
                  </a:lnTo>
                  <a:lnTo>
                    <a:pt x="353733" y="89166"/>
                  </a:lnTo>
                  <a:lnTo>
                    <a:pt x="353733" y="77901"/>
                  </a:lnTo>
                  <a:close/>
                </a:path>
                <a:path w="523875" h="186689">
                  <a:moveTo>
                    <a:pt x="484708" y="5295"/>
                  </a:moveTo>
                  <a:lnTo>
                    <a:pt x="471970" y="5295"/>
                  </a:lnTo>
                  <a:lnTo>
                    <a:pt x="471970" y="77825"/>
                  </a:lnTo>
                  <a:lnTo>
                    <a:pt x="434619" y="77825"/>
                  </a:lnTo>
                  <a:lnTo>
                    <a:pt x="439229" y="64884"/>
                  </a:lnTo>
                  <a:lnTo>
                    <a:pt x="442468" y="51587"/>
                  </a:lnTo>
                  <a:lnTo>
                    <a:pt x="444385" y="38011"/>
                  </a:lnTo>
                  <a:lnTo>
                    <a:pt x="445058" y="24231"/>
                  </a:lnTo>
                  <a:lnTo>
                    <a:pt x="373265" y="24231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85" y="64439"/>
                  </a:lnTo>
                  <a:lnTo>
                    <a:pt x="413308" y="91198"/>
                  </a:lnTo>
                  <a:lnTo>
                    <a:pt x="393319" y="115138"/>
                  </a:lnTo>
                  <a:lnTo>
                    <a:pt x="366026" y="135534"/>
                  </a:lnTo>
                  <a:lnTo>
                    <a:pt x="373938" y="145300"/>
                  </a:lnTo>
                  <a:lnTo>
                    <a:pt x="391909" y="133057"/>
                  </a:lnTo>
                  <a:lnTo>
                    <a:pt x="407098" y="119443"/>
                  </a:lnTo>
                  <a:lnTo>
                    <a:pt x="419595" y="104648"/>
                  </a:lnTo>
                  <a:lnTo>
                    <a:pt x="429475" y="88785"/>
                  </a:lnTo>
                  <a:lnTo>
                    <a:pt x="471970" y="88785"/>
                  </a:lnTo>
                  <a:lnTo>
                    <a:pt x="471970" y="176161"/>
                  </a:lnTo>
                  <a:lnTo>
                    <a:pt x="484708" y="176161"/>
                  </a:lnTo>
                  <a:lnTo>
                    <a:pt x="484708" y="88785"/>
                  </a:lnTo>
                  <a:lnTo>
                    <a:pt x="484708" y="77825"/>
                  </a:lnTo>
                  <a:lnTo>
                    <a:pt x="484708" y="5295"/>
                  </a:lnTo>
                  <a:close/>
                </a:path>
                <a:path w="523875" h="186689">
                  <a:moveTo>
                    <a:pt x="523633" y="0"/>
                  </a:moveTo>
                  <a:lnTo>
                    <a:pt x="510882" y="0"/>
                  </a:lnTo>
                  <a:lnTo>
                    <a:pt x="510882" y="186080"/>
                  </a:lnTo>
                  <a:lnTo>
                    <a:pt x="523633" y="186080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13791751" y="4287973"/>
            <a:ext cx="335280" cy="186690"/>
            <a:chOff x="13791751" y="4287973"/>
            <a:chExt cx="335280" cy="186690"/>
          </a:xfrm>
        </p:grpSpPr>
        <p:pic>
          <p:nvPicPr>
            <p:cNvPr id="243" name="object 24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791751" y="4287973"/>
              <a:ext cx="148203" cy="183391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3981405" y="4288196"/>
              <a:ext cx="145594" cy="186224"/>
            </a:xfrm>
            <a:prstGeom prst="rect">
              <a:avLst/>
            </a:prstGeom>
          </p:spPr>
        </p:pic>
      </p:grpSp>
      <p:grpSp>
        <p:nvGrpSpPr>
          <p:cNvPr id="245" name="object 245" descr=""/>
          <p:cNvGrpSpPr/>
          <p:nvPr/>
        </p:nvGrpSpPr>
        <p:grpSpPr>
          <a:xfrm>
            <a:off x="14211287" y="4287973"/>
            <a:ext cx="591185" cy="186690"/>
            <a:chOff x="14211287" y="4287973"/>
            <a:chExt cx="591185" cy="186690"/>
          </a:xfrm>
        </p:grpSpPr>
        <p:pic>
          <p:nvPicPr>
            <p:cNvPr id="246" name="object 246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4211287" y="4287973"/>
              <a:ext cx="346579" cy="186074"/>
            </a:xfrm>
            <a:prstGeom prst="rect">
              <a:avLst/>
            </a:prstGeom>
          </p:spPr>
        </p:pic>
        <p:pic>
          <p:nvPicPr>
            <p:cNvPr id="247" name="object 247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585674" y="4300572"/>
              <a:ext cx="170345" cy="148800"/>
            </a:xfrm>
            <a:prstGeom prst="rect">
              <a:avLst/>
            </a:prstGeom>
          </p:spPr>
        </p:pic>
        <p:sp>
          <p:nvSpPr>
            <p:cNvPr id="248" name="object 248" descr=""/>
            <p:cNvSpPr/>
            <p:nvPr/>
          </p:nvSpPr>
          <p:spPr>
            <a:xfrm>
              <a:off x="14779278" y="4436177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9" name="object 249" descr=""/>
          <p:cNvGrpSpPr/>
          <p:nvPr/>
        </p:nvGrpSpPr>
        <p:grpSpPr>
          <a:xfrm>
            <a:off x="14877295" y="4287973"/>
            <a:ext cx="719455" cy="186690"/>
            <a:chOff x="14877295" y="4287973"/>
            <a:chExt cx="719455" cy="186690"/>
          </a:xfrm>
        </p:grpSpPr>
        <p:pic>
          <p:nvPicPr>
            <p:cNvPr id="250" name="object 25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877295" y="4287973"/>
              <a:ext cx="345088" cy="186298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51905" y="4287973"/>
              <a:ext cx="152080" cy="186074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442080" y="4288196"/>
              <a:ext cx="154241" cy="181378"/>
            </a:xfrm>
            <a:prstGeom prst="rect">
              <a:avLst/>
            </a:prstGeom>
          </p:spPr>
        </p:pic>
      </p:grpSp>
      <p:grpSp>
        <p:nvGrpSpPr>
          <p:cNvPr id="253" name="object 253" descr=""/>
          <p:cNvGrpSpPr/>
          <p:nvPr/>
        </p:nvGrpSpPr>
        <p:grpSpPr>
          <a:xfrm>
            <a:off x="15678368" y="4287973"/>
            <a:ext cx="337185" cy="186690"/>
            <a:chOff x="15678368" y="4287973"/>
            <a:chExt cx="337185" cy="186690"/>
          </a:xfrm>
        </p:grpSpPr>
        <p:pic>
          <p:nvPicPr>
            <p:cNvPr id="254" name="object 254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5678368" y="4287973"/>
              <a:ext cx="156254" cy="186074"/>
            </a:xfrm>
            <a:prstGeom prst="rect">
              <a:avLst/>
            </a:prstGeom>
          </p:spPr>
        </p:pic>
        <p:pic>
          <p:nvPicPr>
            <p:cNvPr id="255" name="object 25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861908" y="4287973"/>
              <a:ext cx="153124" cy="186298"/>
            </a:xfrm>
            <a:prstGeom prst="rect">
              <a:avLst/>
            </a:prstGeom>
          </p:spPr>
        </p:pic>
      </p:grpSp>
      <p:sp>
        <p:nvSpPr>
          <p:cNvPr id="256" name="object 256" descr=""/>
          <p:cNvSpPr/>
          <p:nvPr/>
        </p:nvSpPr>
        <p:spPr>
          <a:xfrm>
            <a:off x="16048800" y="429386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10">
                <a:moveTo>
                  <a:pt x="170345" y="81559"/>
                </a:moveTo>
                <a:lnTo>
                  <a:pt x="0" y="81559"/>
                </a:lnTo>
                <a:lnTo>
                  <a:pt x="0" y="92290"/>
                </a:lnTo>
                <a:lnTo>
                  <a:pt x="170345" y="92290"/>
                </a:lnTo>
                <a:lnTo>
                  <a:pt x="170345" y="81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 descr=""/>
          <p:cNvSpPr/>
          <p:nvPr/>
        </p:nvSpPr>
        <p:spPr>
          <a:xfrm>
            <a:off x="16069665" y="440308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24" y="58420"/>
                </a:moveTo>
                <a:lnTo>
                  <a:pt x="13652" y="58420"/>
                </a:lnTo>
                <a:lnTo>
                  <a:pt x="13652" y="38100"/>
                </a:lnTo>
                <a:lnTo>
                  <a:pt x="127850" y="38100"/>
                </a:lnTo>
                <a:lnTo>
                  <a:pt x="127850" y="27952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52"/>
                </a:lnTo>
                <a:lnTo>
                  <a:pt x="457" y="27952"/>
                </a:lnTo>
                <a:lnTo>
                  <a:pt x="457" y="38100"/>
                </a:lnTo>
                <a:lnTo>
                  <a:pt x="457" y="58420"/>
                </a:lnTo>
                <a:lnTo>
                  <a:pt x="457" y="68580"/>
                </a:lnTo>
                <a:lnTo>
                  <a:pt x="134124" y="68580"/>
                </a:lnTo>
                <a:lnTo>
                  <a:pt x="134124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8" name="object 258" descr=""/>
          <p:cNvGrpSpPr/>
          <p:nvPr/>
        </p:nvGrpSpPr>
        <p:grpSpPr>
          <a:xfrm>
            <a:off x="16295194" y="4287973"/>
            <a:ext cx="523875" cy="186690"/>
            <a:chOff x="16295194" y="4287973"/>
            <a:chExt cx="523875" cy="186690"/>
          </a:xfrm>
        </p:grpSpPr>
        <p:pic>
          <p:nvPicPr>
            <p:cNvPr id="259" name="object 259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6295194" y="4287973"/>
              <a:ext cx="145148" cy="186298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6474411" y="4287973"/>
              <a:ext cx="344417" cy="186074"/>
            </a:xfrm>
            <a:prstGeom prst="rect">
              <a:avLst/>
            </a:prstGeom>
          </p:spPr>
        </p:pic>
      </p:grpSp>
      <p:pic>
        <p:nvPicPr>
          <p:cNvPr id="261" name="object 261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6900019" y="4287973"/>
            <a:ext cx="160579" cy="183391"/>
          </a:xfrm>
          <a:prstGeom prst="rect">
            <a:avLst/>
          </a:prstGeom>
        </p:spPr>
      </p:pic>
      <p:grpSp>
        <p:nvGrpSpPr>
          <p:cNvPr id="262" name="object 262" descr=""/>
          <p:cNvGrpSpPr/>
          <p:nvPr/>
        </p:nvGrpSpPr>
        <p:grpSpPr>
          <a:xfrm>
            <a:off x="9564892" y="4654983"/>
            <a:ext cx="353060" cy="186690"/>
            <a:chOff x="9564892" y="4654983"/>
            <a:chExt cx="353060" cy="186690"/>
          </a:xfrm>
        </p:grpSpPr>
        <p:pic>
          <p:nvPicPr>
            <p:cNvPr id="263" name="object 26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564892" y="4654983"/>
              <a:ext cx="144849" cy="185478"/>
            </a:xfrm>
            <a:prstGeom prst="rect">
              <a:avLst/>
            </a:prstGeom>
          </p:spPr>
        </p:pic>
        <p:pic>
          <p:nvPicPr>
            <p:cNvPr id="264" name="object 264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9741424" y="4654983"/>
              <a:ext cx="176383" cy="186074"/>
            </a:xfrm>
            <a:prstGeom prst="rect">
              <a:avLst/>
            </a:prstGeom>
          </p:spPr>
        </p:pic>
      </p:grpSp>
      <p:sp>
        <p:nvSpPr>
          <p:cNvPr id="265" name="object 265" descr=""/>
          <p:cNvSpPr/>
          <p:nvPr/>
        </p:nvSpPr>
        <p:spPr>
          <a:xfrm>
            <a:off x="9938232" y="4655210"/>
            <a:ext cx="149225" cy="180975"/>
          </a:xfrm>
          <a:custGeom>
            <a:avLst/>
            <a:gdLst/>
            <a:ahLst/>
            <a:cxnLst/>
            <a:rect l="l" t="t" r="r" b="b"/>
            <a:pathLst>
              <a:path w="149225" h="180975">
                <a:moveTo>
                  <a:pt x="144246" y="84912"/>
                </a:moveTo>
                <a:lnTo>
                  <a:pt x="130898" y="84912"/>
                </a:lnTo>
                <a:lnTo>
                  <a:pt x="130898" y="135826"/>
                </a:lnTo>
                <a:lnTo>
                  <a:pt x="144246" y="135826"/>
                </a:lnTo>
                <a:lnTo>
                  <a:pt x="144246" y="84912"/>
                </a:lnTo>
                <a:close/>
              </a:path>
              <a:path w="149225" h="180975">
                <a:moveTo>
                  <a:pt x="144246" y="0"/>
                </a:moveTo>
                <a:lnTo>
                  <a:pt x="130898" y="0"/>
                </a:lnTo>
                <a:lnTo>
                  <a:pt x="130898" y="33629"/>
                </a:lnTo>
                <a:lnTo>
                  <a:pt x="84315" y="33629"/>
                </a:lnTo>
                <a:lnTo>
                  <a:pt x="84315" y="27279"/>
                </a:lnTo>
                <a:lnTo>
                  <a:pt x="84315" y="15849"/>
                </a:lnTo>
                <a:lnTo>
                  <a:pt x="71259" y="15849"/>
                </a:lnTo>
                <a:lnTo>
                  <a:pt x="71259" y="90779"/>
                </a:lnTo>
                <a:lnTo>
                  <a:pt x="13042" y="90779"/>
                </a:lnTo>
                <a:lnTo>
                  <a:pt x="13042" y="27279"/>
                </a:lnTo>
                <a:lnTo>
                  <a:pt x="71259" y="27279"/>
                </a:lnTo>
                <a:lnTo>
                  <a:pt x="71259" y="15849"/>
                </a:lnTo>
                <a:lnTo>
                  <a:pt x="0" y="15849"/>
                </a:lnTo>
                <a:lnTo>
                  <a:pt x="0" y="27279"/>
                </a:lnTo>
                <a:lnTo>
                  <a:pt x="0" y="90779"/>
                </a:lnTo>
                <a:lnTo>
                  <a:pt x="0" y="102209"/>
                </a:lnTo>
                <a:lnTo>
                  <a:pt x="84315" y="102209"/>
                </a:lnTo>
                <a:lnTo>
                  <a:pt x="84315" y="90779"/>
                </a:lnTo>
                <a:lnTo>
                  <a:pt x="84315" y="84429"/>
                </a:lnTo>
                <a:lnTo>
                  <a:pt x="144246" y="84429"/>
                </a:lnTo>
                <a:lnTo>
                  <a:pt x="144246" y="73507"/>
                </a:lnTo>
                <a:lnTo>
                  <a:pt x="144246" y="72999"/>
                </a:lnTo>
                <a:lnTo>
                  <a:pt x="144246" y="45250"/>
                </a:lnTo>
                <a:lnTo>
                  <a:pt x="130898" y="45250"/>
                </a:lnTo>
                <a:lnTo>
                  <a:pt x="130898" y="72999"/>
                </a:lnTo>
                <a:lnTo>
                  <a:pt x="84315" y="72999"/>
                </a:lnTo>
                <a:lnTo>
                  <a:pt x="84315" y="45059"/>
                </a:lnTo>
                <a:lnTo>
                  <a:pt x="144246" y="45059"/>
                </a:lnTo>
                <a:lnTo>
                  <a:pt x="144246" y="33845"/>
                </a:lnTo>
                <a:lnTo>
                  <a:pt x="144246" y="33629"/>
                </a:lnTo>
                <a:lnTo>
                  <a:pt x="144246" y="0"/>
                </a:lnTo>
                <a:close/>
              </a:path>
              <a:path w="149225" h="180975">
                <a:moveTo>
                  <a:pt x="148717" y="169519"/>
                </a:moveTo>
                <a:lnTo>
                  <a:pt x="38468" y="169519"/>
                </a:lnTo>
                <a:lnTo>
                  <a:pt x="38468" y="123799"/>
                </a:lnTo>
                <a:lnTo>
                  <a:pt x="25120" y="123799"/>
                </a:lnTo>
                <a:lnTo>
                  <a:pt x="25120" y="169519"/>
                </a:lnTo>
                <a:lnTo>
                  <a:pt x="25120" y="180949"/>
                </a:lnTo>
                <a:lnTo>
                  <a:pt x="148717" y="180949"/>
                </a:lnTo>
                <a:lnTo>
                  <a:pt x="148717" y="169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6" name="object 266" descr=""/>
          <p:cNvGrpSpPr/>
          <p:nvPr/>
        </p:nvGrpSpPr>
        <p:grpSpPr>
          <a:xfrm>
            <a:off x="10167330" y="4654983"/>
            <a:ext cx="776605" cy="187325"/>
            <a:chOff x="10167330" y="4654983"/>
            <a:chExt cx="776605" cy="187325"/>
          </a:xfrm>
        </p:grpSpPr>
        <p:pic>
          <p:nvPicPr>
            <p:cNvPr id="267" name="object 267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0167330" y="4657070"/>
              <a:ext cx="356494" cy="185180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0553719" y="4654983"/>
              <a:ext cx="139555" cy="186074"/>
            </a:xfrm>
            <a:prstGeom prst="rect">
              <a:avLst/>
            </a:prstGeom>
          </p:spPr>
        </p:pic>
        <p:pic>
          <p:nvPicPr>
            <p:cNvPr id="269" name="object 269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0736066" y="4654983"/>
              <a:ext cx="207842" cy="186298"/>
            </a:xfrm>
            <a:prstGeom prst="rect">
              <a:avLst/>
            </a:prstGeom>
          </p:spPr>
        </p:pic>
      </p:grpSp>
      <p:grpSp>
        <p:nvGrpSpPr>
          <p:cNvPr id="270" name="object 270" descr=""/>
          <p:cNvGrpSpPr/>
          <p:nvPr/>
        </p:nvGrpSpPr>
        <p:grpSpPr>
          <a:xfrm>
            <a:off x="11016391" y="4654983"/>
            <a:ext cx="527685" cy="186690"/>
            <a:chOff x="11016391" y="4654983"/>
            <a:chExt cx="527685" cy="186690"/>
          </a:xfrm>
        </p:grpSpPr>
        <p:pic>
          <p:nvPicPr>
            <p:cNvPr id="271" name="object 27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016391" y="4654983"/>
              <a:ext cx="348368" cy="186074"/>
            </a:xfrm>
            <a:prstGeom prst="rect">
              <a:avLst/>
            </a:prstGeom>
          </p:spPr>
        </p:pic>
        <p:pic>
          <p:nvPicPr>
            <p:cNvPr id="272" name="object 272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1393536" y="4654983"/>
              <a:ext cx="150290" cy="186298"/>
            </a:xfrm>
            <a:prstGeom prst="rect">
              <a:avLst/>
            </a:prstGeom>
          </p:spPr>
        </p:pic>
      </p:grpSp>
      <p:grpSp>
        <p:nvGrpSpPr>
          <p:cNvPr id="273" name="object 273" descr=""/>
          <p:cNvGrpSpPr/>
          <p:nvPr/>
        </p:nvGrpSpPr>
        <p:grpSpPr>
          <a:xfrm>
            <a:off x="11634261" y="4654983"/>
            <a:ext cx="544830" cy="186690"/>
            <a:chOff x="11634261" y="4654983"/>
            <a:chExt cx="544830" cy="186690"/>
          </a:xfrm>
        </p:grpSpPr>
        <p:pic>
          <p:nvPicPr>
            <p:cNvPr id="274" name="object 274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1634261" y="4654983"/>
              <a:ext cx="150142" cy="186074"/>
            </a:xfrm>
            <a:prstGeom prst="rect">
              <a:avLst/>
            </a:prstGeom>
          </p:spPr>
        </p:pic>
        <p:pic>
          <p:nvPicPr>
            <p:cNvPr id="275" name="object 27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826002" y="4654983"/>
              <a:ext cx="352468" cy="186074"/>
            </a:xfrm>
            <a:prstGeom prst="rect">
              <a:avLst/>
            </a:prstGeom>
          </p:spPr>
        </p:pic>
      </p:grpSp>
      <p:sp>
        <p:nvSpPr>
          <p:cNvPr id="276" name="object 276" descr=""/>
          <p:cNvSpPr/>
          <p:nvPr/>
        </p:nvSpPr>
        <p:spPr>
          <a:xfrm>
            <a:off x="12243029" y="4655210"/>
            <a:ext cx="547370" cy="185420"/>
          </a:xfrm>
          <a:custGeom>
            <a:avLst/>
            <a:gdLst/>
            <a:ahLst/>
            <a:cxnLst/>
            <a:rect l="l" t="t" r="r" b="b"/>
            <a:pathLst>
              <a:path w="547370" h="185420">
                <a:moveTo>
                  <a:pt x="159385" y="64338"/>
                </a:moveTo>
                <a:lnTo>
                  <a:pt x="114554" y="49834"/>
                </a:lnTo>
                <a:lnTo>
                  <a:pt x="93040" y="20281"/>
                </a:lnTo>
                <a:lnTo>
                  <a:pt x="93040" y="19761"/>
                </a:lnTo>
                <a:lnTo>
                  <a:pt x="154317" y="19761"/>
                </a:lnTo>
                <a:lnTo>
                  <a:pt x="154317" y="8724"/>
                </a:lnTo>
                <a:lnTo>
                  <a:pt x="15582" y="8724"/>
                </a:lnTo>
                <a:lnTo>
                  <a:pt x="15582" y="19761"/>
                </a:lnTo>
                <a:lnTo>
                  <a:pt x="76568" y="19761"/>
                </a:lnTo>
                <a:lnTo>
                  <a:pt x="76568" y="20281"/>
                </a:lnTo>
                <a:lnTo>
                  <a:pt x="70472" y="36614"/>
                </a:lnTo>
                <a:lnTo>
                  <a:pt x="54838" y="49834"/>
                </a:lnTo>
                <a:lnTo>
                  <a:pt x="33528" y="59283"/>
                </a:lnTo>
                <a:lnTo>
                  <a:pt x="10363" y="64338"/>
                </a:lnTo>
                <a:lnTo>
                  <a:pt x="15290" y="74993"/>
                </a:lnTo>
                <a:lnTo>
                  <a:pt x="36817" y="70294"/>
                </a:lnTo>
                <a:lnTo>
                  <a:pt x="56972" y="62090"/>
                </a:lnTo>
                <a:lnTo>
                  <a:pt x="73672" y="50546"/>
                </a:lnTo>
                <a:lnTo>
                  <a:pt x="84836" y="35864"/>
                </a:lnTo>
                <a:lnTo>
                  <a:pt x="95923" y="50546"/>
                </a:lnTo>
                <a:lnTo>
                  <a:pt x="112585" y="62090"/>
                </a:lnTo>
                <a:lnTo>
                  <a:pt x="132715" y="70294"/>
                </a:lnTo>
                <a:lnTo>
                  <a:pt x="154241" y="74993"/>
                </a:lnTo>
                <a:lnTo>
                  <a:pt x="159385" y="64338"/>
                </a:lnTo>
                <a:close/>
              </a:path>
              <a:path w="547370" h="185420">
                <a:moveTo>
                  <a:pt x="169532" y="87604"/>
                </a:moveTo>
                <a:lnTo>
                  <a:pt x="0" y="87604"/>
                </a:lnTo>
                <a:lnTo>
                  <a:pt x="0" y="98856"/>
                </a:lnTo>
                <a:lnTo>
                  <a:pt x="78054" y="98856"/>
                </a:lnTo>
                <a:lnTo>
                  <a:pt x="78054" y="120624"/>
                </a:lnTo>
                <a:lnTo>
                  <a:pt x="53873" y="123456"/>
                </a:lnTo>
                <a:lnTo>
                  <a:pt x="35864" y="129921"/>
                </a:lnTo>
                <a:lnTo>
                  <a:pt x="24612" y="139827"/>
                </a:lnTo>
                <a:lnTo>
                  <a:pt x="20726" y="152984"/>
                </a:lnTo>
                <a:lnTo>
                  <a:pt x="25082" y="166738"/>
                </a:lnTo>
                <a:lnTo>
                  <a:pt x="37668" y="176860"/>
                </a:lnTo>
                <a:lnTo>
                  <a:pt x="57772" y="183121"/>
                </a:lnTo>
                <a:lnTo>
                  <a:pt x="84696" y="185254"/>
                </a:lnTo>
                <a:lnTo>
                  <a:pt x="111480" y="183121"/>
                </a:lnTo>
                <a:lnTo>
                  <a:pt x="131521" y="176860"/>
                </a:lnTo>
                <a:lnTo>
                  <a:pt x="134340" y="174599"/>
                </a:lnTo>
                <a:lnTo>
                  <a:pt x="144106" y="166738"/>
                </a:lnTo>
                <a:lnTo>
                  <a:pt x="148501" y="152984"/>
                </a:lnTo>
                <a:lnTo>
                  <a:pt x="144589" y="139827"/>
                </a:lnTo>
                <a:lnTo>
                  <a:pt x="135229" y="131597"/>
                </a:lnTo>
                <a:lnTo>
                  <a:pt x="135229" y="152984"/>
                </a:lnTo>
                <a:lnTo>
                  <a:pt x="131622" y="162102"/>
                </a:lnTo>
                <a:lnTo>
                  <a:pt x="121513" y="168935"/>
                </a:lnTo>
                <a:lnTo>
                  <a:pt x="105613" y="173189"/>
                </a:lnTo>
                <a:lnTo>
                  <a:pt x="84696" y="174599"/>
                </a:lnTo>
                <a:lnTo>
                  <a:pt x="63677" y="173189"/>
                </a:lnTo>
                <a:lnTo>
                  <a:pt x="47777" y="168935"/>
                </a:lnTo>
                <a:lnTo>
                  <a:pt x="37731" y="162102"/>
                </a:lnTo>
                <a:lnTo>
                  <a:pt x="34290" y="152984"/>
                </a:lnTo>
                <a:lnTo>
                  <a:pt x="37731" y="143814"/>
                </a:lnTo>
                <a:lnTo>
                  <a:pt x="47777" y="136969"/>
                </a:lnTo>
                <a:lnTo>
                  <a:pt x="63677" y="132664"/>
                </a:lnTo>
                <a:lnTo>
                  <a:pt x="84696" y="131140"/>
                </a:lnTo>
                <a:lnTo>
                  <a:pt x="105613" y="132664"/>
                </a:lnTo>
                <a:lnTo>
                  <a:pt x="121513" y="136969"/>
                </a:lnTo>
                <a:lnTo>
                  <a:pt x="131622" y="143814"/>
                </a:lnTo>
                <a:lnTo>
                  <a:pt x="135229" y="152984"/>
                </a:lnTo>
                <a:lnTo>
                  <a:pt x="135229" y="131597"/>
                </a:lnTo>
                <a:lnTo>
                  <a:pt x="134721" y="131140"/>
                </a:lnTo>
                <a:lnTo>
                  <a:pt x="133350" y="129921"/>
                </a:lnTo>
                <a:lnTo>
                  <a:pt x="115341" y="123456"/>
                </a:lnTo>
                <a:lnTo>
                  <a:pt x="91173" y="120624"/>
                </a:lnTo>
                <a:lnTo>
                  <a:pt x="91173" y="98856"/>
                </a:lnTo>
                <a:lnTo>
                  <a:pt x="169532" y="98856"/>
                </a:lnTo>
                <a:lnTo>
                  <a:pt x="169532" y="87604"/>
                </a:lnTo>
                <a:close/>
              </a:path>
              <a:path w="547370" h="185420">
                <a:moveTo>
                  <a:pt x="357022" y="149771"/>
                </a:moveTo>
                <a:lnTo>
                  <a:pt x="313258" y="149771"/>
                </a:lnTo>
                <a:lnTo>
                  <a:pt x="313258" y="102882"/>
                </a:lnTo>
                <a:lnTo>
                  <a:pt x="313258" y="97739"/>
                </a:lnTo>
                <a:lnTo>
                  <a:pt x="316090" y="95872"/>
                </a:lnTo>
                <a:lnTo>
                  <a:pt x="323926" y="90703"/>
                </a:lnTo>
                <a:lnTo>
                  <a:pt x="331927" y="81902"/>
                </a:lnTo>
                <a:lnTo>
                  <a:pt x="336892" y="71653"/>
                </a:lnTo>
                <a:lnTo>
                  <a:pt x="336969" y="71501"/>
                </a:lnTo>
                <a:lnTo>
                  <a:pt x="338759" y="59639"/>
                </a:lnTo>
                <a:lnTo>
                  <a:pt x="333743" y="40259"/>
                </a:lnTo>
                <a:lnTo>
                  <a:pt x="326085" y="32080"/>
                </a:lnTo>
                <a:lnTo>
                  <a:pt x="326085" y="59639"/>
                </a:lnTo>
                <a:lnTo>
                  <a:pt x="321970" y="74371"/>
                </a:lnTo>
                <a:lnTo>
                  <a:pt x="310540" y="85839"/>
                </a:lnTo>
                <a:lnTo>
                  <a:pt x="299834" y="90424"/>
                </a:lnTo>
                <a:lnTo>
                  <a:pt x="299834" y="102882"/>
                </a:lnTo>
                <a:lnTo>
                  <a:pt x="299834" y="149771"/>
                </a:lnTo>
                <a:lnTo>
                  <a:pt x="243179" y="149771"/>
                </a:lnTo>
                <a:lnTo>
                  <a:pt x="243179" y="103035"/>
                </a:lnTo>
                <a:lnTo>
                  <a:pt x="249694" y="104559"/>
                </a:lnTo>
                <a:lnTo>
                  <a:pt x="256565" y="105689"/>
                </a:lnTo>
                <a:lnTo>
                  <a:pt x="263766" y="106375"/>
                </a:lnTo>
                <a:lnTo>
                  <a:pt x="271284" y="106603"/>
                </a:lnTo>
                <a:lnTo>
                  <a:pt x="278879" y="106375"/>
                </a:lnTo>
                <a:lnTo>
                  <a:pt x="286092" y="105689"/>
                </a:lnTo>
                <a:lnTo>
                  <a:pt x="292887" y="104559"/>
                </a:lnTo>
                <a:lnTo>
                  <a:pt x="299237" y="103035"/>
                </a:lnTo>
                <a:lnTo>
                  <a:pt x="299834" y="102882"/>
                </a:lnTo>
                <a:lnTo>
                  <a:pt x="299834" y="90424"/>
                </a:lnTo>
                <a:lnTo>
                  <a:pt x="293179" y="93268"/>
                </a:lnTo>
                <a:lnTo>
                  <a:pt x="271284" y="95872"/>
                </a:lnTo>
                <a:lnTo>
                  <a:pt x="249339" y="93268"/>
                </a:lnTo>
                <a:lnTo>
                  <a:pt x="232029" y="85839"/>
                </a:lnTo>
                <a:lnTo>
                  <a:pt x="220687" y="74371"/>
                </a:lnTo>
                <a:lnTo>
                  <a:pt x="216649" y="59639"/>
                </a:lnTo>
                <a:lnTo>
                  <a:pt x="220687" y="44881"/>
                </a:lnTo>
                <a:lnTo>
                  <a:pt x="232029" y="33413"/>
                </a:lnTo>
                <a:lnTo>
                  <a:pt x="249339" y="26009"/>
                </a:lnTo>
                <a:lnTo>
                  <a:pt x="271284" y="23406"/>
                </a:lnTo>
                <a:lnTo>
                  <a:pt x="293179" y="26009"/>
                </a:lnTo>
                <a:lnTo>
                  <a:pt x="310540" y="33413"/>
                </a:lnTo>
                <a:lnTo>
                  <a:pt x="321970" y="44881"/>
                </a:lnTo>
                <a:lnTo>
                  <a:pt x="326085" y="59639"/>
                </a:lnTo>
                <a:lnTo>
                  <a:pt x="326085" y="32080"/>
                </a:lnTo>
                <a:lnTo>
                  <a:pt x="319836" y="25387"/>
                </a:lnTo>
                <a:lnTo>
                  <a:pt x="315429" y="23406"/>
                </a:lnTo>
                <a:lnTo>
                  <a:pt x="298513" y="15824"/>
                </a:lnTo>
                <a:lnTo>
                  <a:pt x="271284" y="12382"/>
                </a:lnTo>
                <a:lnTo>
                  <a:pt x="244132" y="15824"/>
                </a:lnTo>
                <a:lnTo>
                  <a:pt x="222834" y="25387"/>
                </a:lnTo>
                <a:lnTo>
                  <a:pt x="208940" y="40259"/>
                </a:lnTo>
                <a:lnTo>
                  <a:pt x="203974" y="59639"/>
                </a:lnTo>
                <a:lnTo>
                  <a:pt x="205740" y="71501"/>
                </a:lnTo>
                <a:lnTo>
                  <a:pt x="205765" y="71653"/>
                </a:lnTo>
                <a:lnTo>
                  <a:pt x="210934" y="82169"/>
                </a:lnTo>
                <a:lnTo>
                  <a:pt x="219163" y="91020"/>
                </a:lnTo>
                <a:lnTo>
                  <a:pt x="230136" y="98031"/>
                </a:lnTo>
                <a:lnTo>
                  <a:pt x="230136" y="149771"/>
                </a:lnTo>
                <a:lnTo>
                  <a:pt x="186677" y="149771"/>
                </a:lnTo>
                <a:lnTo>
                  <a:pt x="186677" y="161175"/>
                </a:lnTo>
                <a:lnTo>
                  <a:pt x="357022" y="161175"/>
                </a:lnTo>
                <a:lnTo>
                  <a:pt x="357022" y="149771"/>
                </a:lnTo>
                <a:close/>
              </a:path>
              <a:path w="547370" h="185420">
                <a:moveTo>
                  <a:pt x="473760" y="80670"/>
                </a:moveTo>
                <a:lnTo>
                  <a:pt x="470509" y="66459"/>
                </a:lnTo>
                <a:lnTo>
                  <a:pt x="462572" y="56959"/>
                </a:lnTo>
                <a:lnTo>
                  <a:pt x="461467" y="55626"/>
                </a:lnTo>
                <a:lnTo>
                  <a:pt x="461238" y="55524"/>
                </a:lnTo>
                <a:lnTo>
                  <a:pt x="461238" y="80670"/>
                </a:lnTo>
                <a:lnTo>
                  <a:pt x="458863" y="90195"/>
                </a:lnTo>
                <a:lnTo>
                  <a:pt x="452374" y="97536"/>
                </a:lnTo>
                <a:lnTo>
                  <a:pt x="442379" y="102247"/>
                </a:lnTo>
                <a:lnTo>
                  <a:pt x="429475" y="103847"/>
                </a:lnTo>
                <a:lnTo>
                  <a:pt x="416369" y="102247"/>
                </a:lnTo>
                <a:lnTo>
                  <a:pt x="406298" y="97536"/>
                </a:lnTo>
                <a:lnTo>
                  <a:pt x="399859" y="90195"/>
                </a:lnTo>
                <a:lnTo>
                  <a:pt x="397649" y="80670"/>
                </a:lnTo>
                <a:lnTo>
                  <a:pt x="399859" y="70980"/>
                </a:lnTo>
                <a:lnTo>
                  <a:pt x="406298" y="63500"/>
                </a:lnTo>
                <a:lnTo>
                  <a:pt x="416369" y="58674"/>
                </a:lnTo>
                <a:lnTo>
                  <a:pt x="429475" y="56959"/>
                </a:lnTo>
                <a:lnTo>
                  <a:pt x="442379" y="58674"/>
                </a:lnTo>
                <a:lnTo>
                  <a:pt x="452374" y="63500"/>
                </a:lnTo>
                <a:lnTo>
                  <a:pt x="458863" y="70980"/>
                </a:lnTo>
                <a:lnTo>
                  <a:pt x="461238" y="80670"/>
                </a:lnTo>
                <a:lnTo>
                  <a:pt x="461238" y="55524"/>
                </a:lnTo>
                <a:lnTo>
                  <a:pt x="447497" y="48717"/>
                </a:lnTo>
                <a:lnTo>
                  <a:pt x="429475" y="46304"/>
                </a:lnTo>
                <a:lnTo>
                  <a:pt x="411226" y="48717"/>
                </a:lnTo>
                <a:lnTo>
                  <a:pt x="397167" y="55626"/>
                </a:lnTo>
                <a:lnTo>
                  <a:pt x="388162" y="66459"/>
                </a:lnTo>
                <a:lnTo>
                  <a:pt x="385051" y="80670"/>
                </a:lnTo>
                <a:lnTo>
                  <a:pt x="388162" y="94716"/>
                </a:lnTo>
                <a:lnTo>
                  <a:pt x="397167" y="105435"/>
                </a:lnTo>
                <a:lnTo>
                  <a:pt x="411226" y="112268"/>
                </a:lnTo>
                <a:lnTo>
                  <a:pt x="429475" y="114655"/>
                </a:lnTo>
                <a:lnTo>
                  <a:pt x="447497" y="112268"/>
                </a:lnTo>
                <a:lnTo>
                  <a:pt x="461467" y="105435"/>
                </a:lnTo>
                <a:lnTo>
                  <a:pt x="462800" y="103847"/>
                </a:lnTo>
                <a:lnTo>
                  <a:pt x="470509" y="94716"/>
                </a:lnTo>
                <a:lnTo>
                  <a:pt x="473760" y="80670"/>
                </a:lnTo>
                <a:close/>
              </a:path>
              <a:path w="547370" h="185420">
                <a:moveTo>
                  <a:pt x="484949" y="23787"/>
                </a:moveTo>
                <a:lnTo>
                  <a:pt x="436118" y="23787"/>
                </a:lnTo>
                <a:lnTo>
                  <a:pt x="436118" y="0"/>
                </a:lnTo>
                <a:lnTo>
                  <a:pt x="422922" y="0"/>
                </a:lnTo>
                <a:lnTo>
                  <a:pt x="422922" y="23787"/>
                </a:lnTo>
                <a:lnTo>
                  <a:pt x="374015" y="23787"/>
                </a:lnTo>
                <a:lnTo>
                  <a:pt x="374015" y="34886"/>
                </a:lnTo>
                <a:lnTo>
                  <a:pt x="484949" y="34886"/>
                </a:lnTo>
                <a:lnTo>
                  <a:pt x="484949" y="23787"/>
                </a:lnTo>
                <a:close/>
              </a:path>
              <a:path w="547370" h="185420">
                <a:moveTo>
                  <a:pt x="527291" y="170129"/>
                </a:moveTo>
                <a:lnTo>
                  <a:pt x="416140" y="170129"/>
                </a:lnTo>
                <a:lnTo>
                  <a:pt x="416140" y="128079"/>
                </a:lnTo>
                <a:lnTo>
                  <a:pt x="403021" y="128079"/>
                </a:lnTo>
                <a:lnTo>
                  <a:pt x="403021" y="181381"/>
                </a:lnTo>
                <a:lnTo>
                  <a:pt x="527291" y="181381"/>
                </a:lnTo>
                <a:lnTo>
                  <a:pt x="527291" y="170129"/>
                </a:lnTo>
                <a:close/>
              </a:path>
              <a:path w="547370" h="185420">
                <a:moveTo>
                  <a:pt x="546976" y="62623"/>
                </a:moveTo>
                <a:lnTo>
                  <a:pt x="518198" y="62623"/>
                </a:lnTo>
                <a:lnTo>
                  <a:pt x="518198" y="0"/>
                </a:lnTo>
                <a:lnTo>
                  <a:pt x="504850" y="0"/>
                </a:lnTo>
                <a:lnTo>
                  <a:pt x="504850" y="139560"/>
                </a:lnTo>
                <a:lnTo>
                  <a:pt x="518198" y="139560"/>
                </a:lnTo>
                <a:lnTo>
                  <a:pt x="518198" y="74028"/>
                </a:lnTo>
                <a:lnTo>
                  <a:pt x="546976" y="74028"/>
                </a:lnTo>
                <a:lnTo>
                  <a:pt x="546976" y="62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7" name="object 277" descr=""/>
          <p:cNvGrpSpPr/>
          <p:nvPr/>
        </p:nvGrpSpPr>
        <p:grpSpPr>
          <a:xfrm>
            <a:off x="12859491" y="4654983"/>
            <a:ext cx="334645" cy="186690"/>
            <a:chOff x="12859491" y="4654983"/>
            <a:chExt cx="334645" cy="186690"/>
          </a:xfrm>
        </p:grpSpPr>
        <p:pic>
          <p:nvPicPr>
            <p:cNvPr id="278" name="object 27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859491" y="4654983"/>
              <a:ext cx="148352" cy="186074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3040645" y="4655206"/>
              <a:ext cx="153198" cy="186075"/>
            </a:xfrm>
            <a:prstGeom prst="rect">
              <a:avLst/>
            </a:prstGeom>
          </p:spPr>
        </p:pic>
      </p:grpSp>
      <p:sp>
        <p:nvSpPr>
          <p:cNvPr id="280" name="object 280" descr=""/>
          <p:cNvSpPr/>
          <p:nvPr/>
        </p:nvSpPr>
        <p:spPr>
          <a:xfrm>
            <a:off x="13250495" y="4672329"/>
            <a:ext cx="127635" cy="83820"/>
          </a:xfrm>
          <a:custGeom>
            <a:avLst/>
            <a:gdLst/>
            <a:ahLst/>
            <a:cxnLst/>
            <a:rect l="l" t="t" r="r" b="b"/>
            <a:pathLst>
              <a:path w="127634" h="83820">
                <a:moveTo>
                  <a:pt x="127558" y="73660"/>
                </a:moveTo>
                <a:lnTo>
                  <a:pt x="13195" y="73660"/>
                </a:lnTo>
                <a:lnTo>
                  <a:pt x="13195" y="11430"/>
                </a:lnTo>
                <a:lnTo>
                  <a:pt x="125539" y="11430"/>
                </a:lnTo>
                <a:lnTo>
                  <a:pt x="125539" y="0"/>
                </a:lnTo>
                <a:lnTo>
                  <a:pt x="0" y="0"/>
                </a:lnTo>
                <a:lnTo>
                  <a:pt x="0" y="11430"/>
                </a:lnTo>
                <a:lnTo>
                  <a:pt x="0" y="73660"/>
                </a:lnTo>
                <a:lnTo>
                  <a:pt x="0" y="83820"/>
                </a:lnTo>
                <a:lnTo>
                  <a:pt x="127558" y="83820"/>
                </a:lnTo>
                <a:lnTo>
                  <a:pt x="127558" y="736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 descr=""/>
          <p:cNvSpPr/>
          <p:nvPr/>
        </p:nvSpPr>
        <p:spPr>
          <a:xfrm>
            <a:off x="13228212" y="4803336"/>
            <a:ext cx="170815" cy="11430"/>
          </a:xfrm>
          <a:custGeom>
            <a:avLst/>
            <a:gdLst/>
            <a:ahLst/>
            <a:cxnLst/>
            <a:rect l="l" t="t" r="r" b="b"/>
            <a:pathLst>
              <a:path w="170815" h="11429">
                <a:moveTo>
                  <a:pt x="170345" y="0"/>
                </a:moveTo>
                <a:lnTo>
                  <a:pt x="0" y="0"/>
                </a:lnTo>
                <a:lnTo>
                  <a:pt x="0" y="11331"/>
                </a:lnTo>
                <a:lnTo>
                  <a:pt x="170345" y="11331"/>
                </a:lnTo>
                <a:lnTo>
                  <a:pt x="1703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 descr=""/>
          <p:cNvSpPr/>
          <p:nvPr/>
        </p:nvSpPr>
        <p:spPr>
          <a:xfrm>
            <a:off x="13414578" y="466089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92"/>
                </a:moveTo>
                <a:lnTo>
                  <a:pt x="35636" y="55892"/>
                </a:lnTo>
                <a:lnTo>
                  <a:pt x="35636" y="36842"/>
                </a:lnTo>
                <a:lnTo>
                  <a:pt x="148056" y="36842"/>
                </a:lnTo>
                <a:lnTo>
                  <a:pt x="148056" y="27940"/>
                </a:lnTo>
                <a:lnTo>
                  <a:pt x="148056" y="10160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60"/>
                </a:lnTo>
                <a:lnTo>
                  <a:pt x="134785" y="10160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42"/>
                </a:lnTo>
                <a:lnTo>
                  <a:pt x="22517" y="55892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92"/>
                </a:lnTo>
                <a:close/>
              </a:path>
              <a:path w="170815" h="92710">
                <a:moveTo>
                  <a:pt x="170345" y="81534"/>
                </a:moveTo>
                <a:lnTo>
                  <a:pt x="0" y="81534"/>
                </a:lnTo>
                <a:lnTo>
                  <a:pt x="0" y="92265"/>
                </a:lnTo>
                <a:lnTo>
                  <a:pt x="170345" y="92265"/>
                </a:lnTo>
                <a:lnTo>
                  <a:pt x="170345" y="815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 descr=""/>
          <p:cNvSpPr/>
          <p:nvPr/>
        </p:nvSpPr>
        <p:spPr>
          <a:xfrm>
            <a:off x="13435457" y="477011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19" h="68579">
                <a:moveTo>
                  <a:pt x="134112" y="58432"/>
                </a:moveTo>
                <a:lnTo>
                  <a:pt x="13639" y="58432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32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4" name="object 284" descr=""/>
          <p:cNvGrpSpPr/>
          <p:nvPr/>
        </p:nvGrpSpPr>
        <p:grpSpPr>
          <a:xfrm>
            <a:off x="13656687" y="4654610"/>
            <a:ext cx="709930" cy="186690"/>
            <a:chOff x="13656687" y="4654610"/>
            <a:chExt cx="709930" cy="186690"/>
          </a:xfrm>
        </p:grpSpPr>
        <p:pic>
          <p:nvPicPr>
            <p:cNvPr id="285" name="object 285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3656687" y="4655206"/>
              <a:ext cx="155657" cy="181378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843581" y="4654983"/>
              <a:ext cx="157000" cy="184210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4026302" y="4654983"/>
              <a:ext cx="153124" cy="186298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4214388" y="4654610"/>
              <a:ext cx="152230" cy="186224"/>
            </a:xfrm>
            <a:prstGeom prst="rect">
              <a:avLst/>
            </a:prstGeom>
          </p:spPr>
        </p:pic>
      </p:grpSp>
      <p:grpSp>
        <p:nvGrpSpPr>
          <p:cNvPr id="289" name="object 289" descr=""/>
          <p:cNvGrpSpPr/>
          <p:nvPr/>
        </p:nvGrpSpPr>
        <p:grpSpPr>
          <a:xfrm>
            <a:off x="14452764" y="4654983"/>
            <a:ext cx="718185" cy="186690"/>
            <a:chOff x="14452764" y="4654983"/>
            <a:chExt cx="718185" cy="186690"/>
          </a:xfrm>
        </p:grpSpPr>
        <p:pic>
          <p:nvPicPr>
            <p:cNvPr id="290" name="object 290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4452764" y="4654983"/>
              <a:ext cx="172805" cy="181601"/>
            </a:xfrm>
            <a:prstGeom prst="rect">
              <a:avLst/>
            </a:prstGeom>
          </p:spPr>
        </p:pic>
        <p:sp>
          <p:nvSpPr>
            <p:cNvPr id="291" name="object 291" descr=""/>
            <p:cNvSpPr/>
            <p:nvPr/>
          </p:nvSpPr>
          <p:spPr>
            <a:xfrm>
              <a:off x="14646884" y="4654994"/>
              <a:ext cx="523875" cy="186690"/>
            </a:xfrm>
            <a:custGeom>
              <a:avLst/>
              <a:gdLst/>
              <a:ahLst/>
              <a:cxnLst/>
              <a:rect l="l" t="t" r="r" b="b"/>
              <a:pathLst>
                <a:path w="523875" h="186689">
                  <a:moveTo>
                    <a:pt x="104368" y="95935"/>
                  </a:moveTo>
                  <a:lnTo>
                    <a:pt x="103797" y="90792"/>
                  </a:lnTo>
                  <a:lnTo>
                    <a:pt x="103098" y="84607"/>
                  </a:lnTo>
                  <a:lnTo>
                    <a:pt x="81000" y="87680"/>
                  </a:lnTo>
                  <a:lnTo>
                    <a:pt x="59766" y="89573"/>
                  </a:lnTo>
                  <a:lnTo>
                    <a:pt x="38100" y="90538"/>
                  </a:lnTo>
                  <a:lnTo>
                    <a:pt x="14681" y="90792"/>
                  </a:lnTo>
                  <a:lnTo>
                    <a:pt x="13563" y="90792"/>
                  </a:lnTo>
                  <a:lnTo>
                    <a:pt x="13563" y="60833"/>
                  </a:lnTo>
                  <a:lnTo>
                    <a:pt x="83947" y="60833"/>
                  </a:lnTo>
                  <a:lnTo>
                    <a:pt x="83947" y="11404"/>
                  </a:lnTo>
                  <a:lnTo>
                    <a:pt x="0" y="11404"/>
                  </a:lnTo>
                  <a:lnTo>
                    <a:pt x="0" y="22580"/>
                  </a:lnTo>
                  <a:lnTo>
                    <a:pt x="70891" y="22580"/>
                  </a:lnTo>
                  <a:lnTo>
                    <a:pt x="70891" y="50012"/>
                  </a:lnTo>
                  <a:lnTo>
                    <a:pt x="520" y="50012"/>
                  </a:lnTo>
                  <a:lnTo>
                    <a:pt x="520" y="102133"/>
                  </a:lnTo>
                  <a:lnTo>
                    <a:pt x="14681" y="102133"/>
                  </a:lnTo>
                  <a:lnTo>
                    <a:pt x="38506" y="101866"/>
                  </a:lnTo>
                  <a:lnTo>
                    <a:pt x="60502" y="100901"/>
                  </a:lnTo>
                  <a:lnTo>
                    <a:pt x="82016" y="99009"/>
                  </a:lnTo>
                  <a:lnTo>
                    <a:pt x="104368" y="95935"/>
                  </a:lnTo>
                  <a:close/>
                </a:path>
                <a:path w="523875" h="186689">
                  <a:moveTo>
                    <a:pt x="136575" y="123367"/>
                  </a:moveTo>
                  <a:lnTo>
                    <a:pt x="15875" y="123367"/>
                  </a:lnTo>
                  <a:lnTo>
                    <a:pt x="15875" y="134556"/>
                  </a:lnTo>
                  <a:lnTo>
                    <a:pt x="123228" y="134556"/>
                  </a:lnTo>
                  <a:lnTo>
                    <a:pt x="123228" y="185851"/>
                  </a:lnTo>
                  <a:lnTo>
                    <a:pt x="136575" y="185851"/>
                  </a:lnTo>
                  <a:lnTo>
                    <a:pt x="136575" y="123367"/>
                  </a:lnTo>
                  <a:close/>
                </a:path>
                <a:path w="523875" h="186689">
                  <a:moveTo>
                    <a:pt x="165430" y="31229"/>
                  </a:moveTo>
                  <a:lnTo>
                    <a:pt x="136575" y="31229"/>
                  </a:lnTo>
                  <a:lnTo>
                    <a:pt x="136575" y="215"/>
                  </a:lnTo>
                  <a:lnTo>
                    <a:pt x="123228" y="215"/>
                  </a:lnTo>
                  <a:lnTo>
                    <a:pt x="123228" y="113233"/>
                  </a:lnTo>
                  <a:lnTo>
                    <a:pt x="136575" y="113233"/>
                  </a:lnTo>
                  <a:lnTo>
                    <a:pt x="136575" y="81254"/>
                  </a:lnTo>
                  <a:lnTo>
                    <a:pt x="165430" y="81254"/>
                  </a:lnTo>
                  <a:lnTo>
                    <a:pt x="165430" y="69850"/>
                  </a:lnTo>
                  <a:lnTo>
                    <a:pt x="136575" y="69850"/>
                  </a:lnTo>
                  <a:lnTo>
                    <a:pt x="136575" y="42341"/>
                  </a:lnTo>
                  <a:lnTo>
                    <a:pt x="165430" y="42341"/>
                  </a:lnTo>
                  <a:lnTo>
                    <a:pt x="165430" y="31229"/>
                  </a:lnTo>
                  <a:close/>
                </a:path>
                <a:path w="523875" h="186689">
                  <a:moveTo>
                    <a:pt x="278892" y="101079"/>
                  </a:moveTo>
                  <a:lnTo>
                    <a:pt x="275475" y="84023"/>
                  </a:lnTo>
                  <a:lnTo>
                    <a:pt x="266217" y="70777"/>
                  </a:lnTo>
                  <a:lnTo>
                    <a:pt x="266217" y="101079"/>
                  </a:lnTo>
                  <a:lnTo>
                    <a:pt x="263715" y="113347"/>
                  </a:lnTo>
                  <a:lnTo>
                    <a:pt x="256984" y="123088"/>
                  </a:lnTo>
                  <a:lnTo>
                    <a:pt x="246786" y="129489"/>
                  </a:lnTo>
                  <a:lnTo>
                    <a:pt x="233934" y="131724"/>
                  </a:lnTo>
                  <a:lnTo>
                    <a:pt x="220980" y="129489"/>
                  </a:lnTo>
                  <a:lnTo>
                    <a:pt x="210718" y="123088"/>
                  </a:lnTo>
                  <a:lnTo>
                    <a:pt x="204000" y="113347"/>
                  </a:lnTo>
                  <a:lnTo>
                    <a:pt x="201650" y="101079"/>
                  </a:lnTo>
                  <a:lnTo>
                    <a:pt x="204000" y="88811"/>
                  </a:lnTo>
                  <a:lnTo>
                    <a:pt x="210718" y="79019"/>
                  </a:lnTo>
                  <a:lnTo>
                    <a:pt x="220980" y="72529"/>
                  </a:lnTo>
                  <a:lnTo>
                    <a:pt x="233934" y="70142"/>
                  </a:lnTo>
                  <a:lnTo>
                    <a:pt x="246786" y="72529"/>
                  </a:lnTo>
                  <a:lnTo>
                    <a:pt x="256984" y="79019"/>
                  </a:lnTo>
                  <a:lnTo>
                    <a:pt x="263715" y="88811"/>
                  </a:lnTo>
                  <a:lnTo>
                    <a:pt x="266217" y="101079"/>
                  </a:lnTo>
                  <a:lnTo>
                    <a:pt x="266217" y="70777"/>
                  </a:lnTo>
                  <a:lnTo>
                    <a:pt x="265290" y="70142"/>
                  </a:lnTo>
                  <a:lnTo>
                    <a:pt x="251942" y="61963"/>
                  </a:lnTo>
                  <a:lnTo>
                    <a:pt x="233934" y="58813"/>
                  </a:lnTo>
                  <a:lnTo>
                    <a:pt x="215849" y="61963"/>
                  </a:lnTo>
                  <a:lnTo>
                    <a:pt x="201587" y="70662"/>
                  </a:lnTo>
                  <a:lnTo>
                    <a:pt x="192265" y="84023"/>
                  </a:lnTo>
                  <a:lnTo>
                    <a:pt x="188976" y="101079"/>
                  </a:lnTo>
                  <a:lnTo>
                    <a:pt x="192265" y="118198"/>
                  </a:lnTo>
                  <a:lnTo>
                    <a:pt x="201587" y="131508"/>
                  </a:lnTo>
                  <a:lnTo>
                    <a:pt x="215849" y="140131"/>
                  </a:lnTo>
                  <a:lnTo>
                    <a:pt x="233934" y="143205"/>
                  </a:lnTo>
                  <a:lnTo>
                    <a:pt x="251942" y="140131"/>
                  </a:lnTo>
                  <a:lnTo>
                    <a:pt x="265785" y="131724"/>
                  </a:lnTo>
                  <a:lnTo>
                    <a:pt x="266141" y="131508"/>
                  </a:lnTo>
                  <a:lnTo>
                    <a:pt x="275475" y="118198"/>
                  </a:lnTo>
                  <a:lnTo>
                    <a:pt x="278892" y="101079"/>
                  </a:lnTo>
                  <a:close/>
                </a:path>
                <a:path w="523875" h="186689">
                  <a:moveTo>
                    <a:pt x="288505" y="30556"/>
                  </a:moveTo>
                  <a:lnTo>
                    <a:pt x="240271" y="30556"/>
                  </a:lnTo>
                  <a:lnTo>
                    <a:pt x="240271" y="2006"/>
                  </a:lnTo>
                  <a:lnTo>
                    <a:pt x="226999" y="2006"/>
                  </a:lnTo>
                  <a:lnTo>
                    <a:pt x="226999" y="30556"/>
                  </a:lnTo>
                  <a:lnTo>
                    <a:pt x="177355" y="30556"/>
                  </a:lnTo>
                  <a:lnTo>
                    <a:pt x="177355" y="41897"/>
                  </a:lnTo>
                  <a:lnTo>
                    <a:pt x="288505" y="41897"/>
                  </a:lnTo>
                  <a:lnTo>
                    <a:pt x="288505" y="30556"/>
                  </a:lnTo>
                  <a:close/>
                </a:path>
                <a:path w="523875" h="186689">
                  <a:moveTo>
                    <a:pt x="353733" y="77901"/>
                  </a:moveTo>
                  <a:lnTo>
                    <a:pt x="321525" y="77901"/>
                  </a:lnTo>
                  <a:lnTo>
                    <a:pt x="321525" y="0"/>
                  </a:lnTo>
                  <a:lnTo>
                    <a:pt x="308330" y="0"/>
                  </a:lnTo>
                  <a:lnTo>
                    <a:pt x="308330" y="186067"/>
                  </a:lnTo>
                  <a:lnTo>
                    <a:pt x="321525" y="186067"/>
                  </a:lnTo>
                  <a:lnTo>
                    <a:pt x="321525" y="89154"/>
                  </a:lnTo>
                  <a:lnTo>
                    <a:pt x="353733" y="89154"/>
                  </a:lnTo>
                  <a:lnTo>
                    <a:pt x="353733" y="77901"/>
                  </a:lnTo>
                  <a:close/>
                </a:path>
                <a:path w="523875" h="186689">
                  <a:moveTo>
                    <a:pt x="484720" y="5283"/>
                  </a:moveTo>
                  <a:lnTo>
                    <a:pt x="471970" y="5283"/>
                  </a:lnTo>
                  <a:lnTo>
                    <a:pt x="471970" y="77825"/>
                  </a:lnTo>
                  <a:lnTo>
                    <a:pt x="434619" y="77825"/>
                  </a:lnTo>
                  <a:lnTo>
                    <a:pt x="439229" y="64884"/>
                  </a:lnTo>
                  <a:lnTo>
                    <a:pt x="442468" y="51587"/>
                  </a:lnTo>
                  <a:lnTo>
                    <a:pt x="444398" y="38011"/>
                  </a:lnTo>
                  <a:lnTo>
                    <a:pt x="445058" y="24218"/>
                  </a:lnTo>
                  <a:lnTo>
                    <a:pt x="373265" y="24218"/>
                  </a:lnTo>
                  <a:lnTo>
                    <a:pt x="373265" y="35560"/>
                  </a:lnTo>
                  <a:lnTo>
                    <a:pt x="431787" y="35560"/>
                  </a:lnTo>
                  <a:lnTo>
                    <a:pt x="426097" y="64427"/>
                  </a:lnTo>
                  <a:lnTo>
                    <a:pt x="413308" y="91186"/>
                  </a:lnTo>
                  <a:lnTo>
                    <a:pt x="393331" y="115125"/>
                  </a:lnTo>
                  <a:lnTo>
                    <a:pt x="366039" y="135521"/>
                  </a:lnTo>
                  <a:lnTo>
                    <a:pt x="373938" y="145288"/>
                  </a:lnTo>
                  <a:lnTo>
                    <a:pt x="391922" y="133045"/>
                  </a:lnTo>
                  <a:lnTo>
                    <a:pt x="407098" y="119443"/>
                  </a:lnTo>
                  <a:lnTo>
                    <a:pt x="419595" y="104635"/>
                  </a:lnTo>
                  <a:lnTo>
                    <a:pt x="429475" y="88785"/>
                  </a:lnTo>
                  <a:lnTo>
                    <a:pt x="471970" y="88785"/>
                  </a:lnTo>
                  <a:lnTo>
                    <a:pt x="471970" y="176149"/>
                  </a:lnTo>
                  <a:lnTo>
                    <a:pt x="484720" y="176149"/>
                  </a:lnTo>
                  <a:lnTo>
                    <a:pt x="484720" y="88785"/>
                  </a:lnTo>
                  <a:lnTo>
                    <a:pt x="484720" y="77825"/>
                  </a:lnTo>
                  <a:lnTo>
                    <a:pt x="484720" y="5283"/>
                  </a:lnTo>
                  <a:close/>
                </a:path>
                <a:path w="523875" h="186689">
                  <a:moveTo>
                    <a:pt x="523633" y="0"/>
                  </a:moveTo>
                  <a:lnTo>
                    <a:pt x="510882" y="0"/>
                  </a:lnTo>
                  <a:lnTo>
                    <a:pt x="510882" y="186067"/>
                  </a:lnTo>
                  <a:lnTo>
                    <a:pt x="523633" y="186067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2" name="object 292" descr=""/>
          <p:cNvGrpSpPr/>
          <p:nvPr/>
        </p:nvGrpSpPr>
        <p:grpSpPr>
          <a:xfrm>
            <a:off x="15255178" y="4654983"/>
            <a:ext cx="335280" cy="186690"/>
            <a:chOff x="15255178" y="4654983"/>
            <a:chExt cx="335280" cy="186690"/>
          </a:xfrm>
        </p:grpSpPr>
        <p:pic>
          <p:nvPicPr>
            <p:cNvPr id="293" name="object 29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255178" y="4654983"/>
              <a:ext cx="148203" cy="183391"/>
            </a:xfrm>
            <a:prstGeom prst="rect">
              <a:avLst/>
            </a:prstGeom>
          </p:spPr>
        </p:pic>
        <p:pic>
          <p:nvPicPr>
            <p:cNvPr id="294" name="object 294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5444832" y="4655206"/>
              <a:ext cx="145594" cy="186224"/>
            </a:xfrm>
            <a:prstGeom prst="rect">
              <a:avLst/>
            </a:prstGeom>
          </p:spPr>
        </p:pic>
      </p:grpSp>
      <p:grpSp>
        <p:nvGrpSpPr>
          <p:cNvPr id="295" name="object 295" descr=""/>
          <p:cNvGrpSpPr/>
          <p:nvPr/>
        </p:nvGrpSpPr>
        <p:grpSpPr>
          <a:xfrm>
            <a:off x="15674714" y="4654983"/>
            <a:ext cx="591185" cy="186690"/>
            <a:chOff x="15674714" y="4654983"/>
            <a:chExt cx="591185" cy="186690"/>
          </a:xfrm>
        </p:grpSpPr>
        <p:pic>
          <p:nvPicPr>
            <p:cNvPr id="296" name="object 296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5674714" y="4654983"/>
              <a:ext cx="346579" cy="186074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6049101" y="4667582"/>
              <a:ext cx="170345" cy="148800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16242704" y="4803187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9" name="object 299" descr=""/>
          <p:cNvGrpSpPr/>
          <p:nvPr/>
        </p:nvGrpSpPr>
        <p:grpSpPr>
          <a:xfrm>
            <a:off x="16340721" y="4654983"/>
            <a:ext cx="719455" cy="186690"/>
            <a:chOff x="16340721" y="4654983"/>
            <a:chExt cx="719455" cy="186690"/>
          </a:xfrm>
        </p:grpSpPr>
        <p:pic>
          <p:nvPicPr>
            <p:cNvPr id="300" name="object 300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6340721" y="4654983"/>
              <a:ext cx="345088" cy="186298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715332" y="4654983"/>
              <a:ext cx="152080" cy="186074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6905507" y="4655206"/>
              <a:ext cx="154241" cy="181378"/>
            </a:xfrm>
            <a:prstGeom prst="rect">
              <a:avLst/>
            </a:prstGeom>
          </p:spPr>
        </p:pic>
      </p:grpSp>
      <p:grpSp>
        <p:nvGrpSpPr>
          <p:cNvPr id="303" name="object 303" descr=""/>
          <p:cNvGrpSpPr/>
          <p:nvPr/>
        </p:nvGrpSpPr>
        <p:grpSpPr>
          <a:xfrm>
            <a:off x="9558406" y="5021993"/>
            <a:ext cx="337185" cy="186690"/>
            <a:chOff x="9558406" y="5021993"/>
            <a:chExt cx="337185" cy="186690"/>
          </a:xfrm>
        </p:grpSpPr>
        <p:pic>
          <p:nvPicPr>
            <p:cNvPr id="304" name="object 304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9558406" y="5021993"/>
              <a:ext cx="156255" cy="186074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9741946" y="5021993"/>
              <a:ext cx="153124" cy="186298"/>
            </a:xfrm>
            <a:prstGeom prst="rect">
              <a:avLst/>
            </a:prstGeom>
          </p:spPr>
        </p:pic>
      </p:grpSp>
      <p:sp>
        <p:nvSpPr>
          <p:cNvPr id="306" name="object 306" descr=""/>
          <p:cNvSpPr/>
          <p:nvPr/>
        </p:nvSpPr>
        <p:spPr>
          <a:xfrm>
            <a:off x="9928835" y="5027929"/>
            <a:ext cx="170815" cy="92710"/>
          </a:xfrm>
          <a:custGeom>
            <a:avLst/>
            <a:gdLst/>
            <a:ahLst/>
            <a:cxnLst/>
            <a:rect l="l" t="t" r="r" b="b"/>
            <a:pathLst>
              <a:path w="170815" h="92710">
                <a:moveTo>
                  <a:pt x="151333" y="55880"/>
                </a:moveTo>
                <a:lnTo>
                  <a:pt x="35636" y="55880"/>
                </a:lnTo>
                <a:lnTo>
                  <a:pt x="35636" y="36830"/>
                </a:lnTo>
                <a:lnTo>
                  <a:pt x="148056" y="36830"/>
                </a:lnTo>
                <a:lnTo>
                  <a:pt x="148056" y="27940"/>
                </a:lnTo>
                <a:lnTo>
                  <a:pt x="148056" y="10172"/>
                </a:lnTo>
                <a:lnTo>
                  <a:pt x="148056" y="0"/>
                </a:lnTo>
                <a:lnTo>
                  <a:pt x="21844" y="0"/>
                </a:lnTo>
                <a:lnTo>
                  <a:pt x="21844" y="10172"/>
                </a:lnTo>
                <a:lnTo>
                  <a:pt x="134785" y="10172"/>
                </a:lnTo>
                <a:lnTo>
                  <a:pt x="134785" y="27940"/>
                </a:lnTo>
                <a:lnTo>
                  <a:pt x="22517" y="27940"/>
                </a:lnTo>
                <a:lnTo>
                  <a:pt x="22517" y="36830"/>
                </a:lnTo>
                <a:lnTo>
                  <a:pt x="22517" y="55880"/>
                </a:lnTo>
                <a:lnTo>
                  <a:pt x="22517" y="66040"/>
                </a:lnTo>
                <a:lnTo>
                  <a:pt x="151333" y="66040"/>
                </a:lnTo>
                <a:lnTo>
                  <a:pt x="151333" y="55880"/>
                </a:lnTo>
                <a:close/>
              </a:path>
              <a:path w="170815" h="92710">
                <a:moveTo>
                  <a:pt x="170345" y="81521"/>
                </a:moveTo>
                <a:lnTo>
                  <a:pt x="0" y="81521"/>
                </a:lnTo>
                <a:lnTo>
                  <a:pt x="0" y="92252"/>
                </a:lnTo>
                <a:lnTo>
                  <a:pt x="170345" y="92252"/>
                </a:lnTo>
                <a:lnTo>
                  <a:pt x="170345" y="815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 descr=""/>
          <p:cNvSpPr/>
          <p:nvPr/>
        </p:nvSpPr>
        <p:spPr>
          <a:xfrm>
            <a:off x="9949713" y="5137149"/>
            <a:ext cx="134620" cy="68580"/>
          </a:xfrm>
          <a:custGeom>
            <a:avLst/>
            <a:gdLst/>
            <a:ahLst/>
            <a:cxnLst/>
            <a:rect l="l" t="t" r="r" b="b"/>
            <a:pathLst>
              <a:path w="134620" h="68579">
                <a:moveTo>
                  <a:pt x="134112" y="58420"/>
                </a:moveTo>
                <a:lnTo>
                  <a:pt x="13639" y="58420"/>
                </a:lnTo>
                <a:lnTo>
                  <a:pt x="13639" y="38100"/>
                </a:lnTo>
                <a:lnTo>
                  <a:pt x="127850" y="38100"/>
                </a:lnTo>
                <a:lnTo>
                  <a:pt x="127850" y="27940"/>
                </a:lnTo>
                <a:lnTo>
                  <a:pt x="127850" y="10160"/>
                </a:lnTo>
                <a:lnTo>
                  <a:pt x="127850" y="0"/>
                </a:lnTo>
                <a:lnTo>
                  <a:pt x="0" y="0"/>
                </a:lnTo>
                <a:lnTo>
                  <a:pt x="0" y="10160"/>
                </a:lnTo>
                <a:lnTo>
                  <a:pt x="114655" y="10160"/>
                </a:lnTo>
                <a:lnTo>
                  <a:pt x="114655" y="27940"/>
                </a:lnTo>
                <a:lnTo>
                  <a:pt x="444" y="27940"/>
                </a:lnTo>
                <a:lnTo>
                  <a:pt x="444" y="38100"/>
                </a:lnTo>
                <a:lnTo>
                  <a:pt x="444" y="58420"/>
                </a:lnTo>
                <a:lnTo>
                  <a:pt x="444" y="68580"/>
                </a:lnTo>
                <a:lnTo>
                  <a:pt x="134112" y="68580"/>
                </a:lnTo>
                <a:lnTo>
                  <a:pt x="134112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8" name="object 308" descr=""/>
          <p:cNvGrpSpPr/>
          <p:nvPr/>
        </p:nvGrpSpPr>
        <p:grpSpPr>
          <a:xfrm>
            <a:off x="10175083" y="5021993"/>
            <a:ext cx="523875" cy="186690"/>
            <a:chOff x="10175083" y="5021993"/>
            <a:chExt cx="523875" cy="186690"/>
          </a:xfrm>
        </p:grpSpPr>
        <p:pic>
          <p:nvPicPr>
            <p:cNvPr id="309" name="object 309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0175083" y="5021993"/>
              <a:ext cx="145148" cy="186298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0354300" y="5021993"/>
              <a:ext cx="344417" cy="186074"/>
            </a:xfrm>
            <a:prstGeom prst="rect">
              <a:avLst/>
            </a:prstGeom>
          </p:spPr>
        </p:pic>
      </p:grpSp>
      <p:grpSp>
        <p:nvGrpSpPr>
          <p:cNvPr id="311" name="object 311" descr=""/>
          <p:cNvGrpSpPr/>
          <p:nvPr/>
        </p:nvGrpSpPr>
        <p:grpSpPr>
          <a:xfrm>
            <a:off x="10779908" y="5021993"/>
            <a:ext cx="548640" cy="186690"/>
            <a:chOff x="10779908" y="5021993"/>
            <a:chExt cx="548640" cy="186690"/>
          </a:xfrm>
        </p:grpSpPr>
        <p:pic>
          <p:nvPicPr>
            <p:cNvPr id="312" name="object 312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0779908" y="5021993"/>
              <a:ext cx="160579" cy="183391"/>
            </a:xfrm>
            <a:prstGeom prst="rect">
              <a:avLst/>
            </a:prstGeom>
          </p:spPr>
        </p:pic>
        <p:pic>
          <p:nvPicPr>
            <p:cNvPr id="313" name="object 313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0975377" y="5021993"/>
              <a:ext cx="144849" cy="185478"/>
            </a:xfrm>
            <a:prstGeom prst="rect">
              <a:avLst/>
            </a:prstGeom>
          </p:spPr>
        </p:pic>
        <p:pic>
          <p:nvPicPr>
            <p:cNvPr id="314" name="object 314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1151909" y="5021993"/>
              <a:ext cx="176383" cy="186074"/>
            </a:xfrm>
            <a:prstGeom prst="rect">
              <a:avLst/>
            </a:prstGeom>
          </p:spPr>
        </p:pic>
      </p:grpSp>
      <p:sp>
        <p:nvSpPr>
          <p:cNvPr id="315" name="object 315" descr=""/>
          <p:cNvSpPr/>
          <p:nvPr/>
        </p:nvSpPr>
        <p:spPr>
          <a:xfrm>
            <a:off x="11348708" y="5022227"/>
            <a:ext cx="149225" cy="180975"/>
          </a:xfrm>
          <a:custGeom>
            <a:avLst/>
            <a:gdLst/>
            <a:ahLst/>
            <a:cxnLst/>
            <a:rect l="l" t="t" r="r" b="b"/>
            <a:pathLst>
              <a:path w="149225" h="180975">
                <a:moveTo>
                  <a:pt x="144259" y="84912"/>
                </a:moveTo>
                <a:lnTo>
                  <a:pt x="130911" y="84912"/>
                </a:lnTo>
                <a:lnTo>
                  <a:pt x="130911" y="135826"/>
                </a:lnTo>
                <a:lnTo>
                  <a:pt x="144259" y="135826"/>
                </a:lnTo>
                <a:lnTo>
                  <a:pt x="144259" y="84912"/>
                </a:lnTo>
                <a:close/>
              </a:path>
              <a:path w="149225" h="180975">
                <a:moveTo>
                  <a:pt x="144259" y="0"/>
                </a:moveTo>
                <a:lnTo>
                  <a:pt x="130911" y="0"/>
                </a:lnTo>
                <a:lnTo>
                  <a:pt x="130911" y="33642"/>
                </a:lnTo>
                <a:lnTo>
                  <a:pt x="84315" y="33642"/>
                </a:lnTo>
                <a:lnTo>
                  <a:pt x="84315" y="27292"/>
                </a:lnTo>
                <a:lnTo>
                  <a:pt x="84315" y="15875"/>
                </a:lnTo>
                <a:lnTo>
                  <a:pt x="71272" y="15875"/>
                </a:lnTo>
                <a:lnTo>
                  <a:pt x="71272" y="90792"/>
                </a:lnTo>
                <a:lnTo>
                  <a:pt x="13055" y="90792"/>
                </a:lnTo>
                <a:lnTo>
                  <a:pt x="13055" y="27292"/>
                </a:lnTo>
                <a:lnTo>
                  <a:pt x="71272" y="27292"/>
                </a:lnTo>
                <a:lnTo>
                  <a:pt x="71272" y="15875"/>
                </a:lnTo>
                <a:lnTo>
                  <a:pt x="0" y="15875"/>
                </a:lnTo>
                <a:lnTo>
                  <a:pt x="0" y="27292"/>
                </a:lnTo>
                <a:lnTo>
                  <a:pt x="0" y="90792"/>
                </a:lnTo>
                <a:lnTo>
                  <a:pt x="0" y="102222"/>
                </a:lnTo>
                <a:lnTo>
                  <a:pt x="84315" y="102222"/>
                </a:lnTo>
                <a:lnTo>
                  <a:pt x="84315" y="90792"/>
                </a:lnTo>
                <a:lnTo>
                  <a:pt x="84315" y="84442"/>
                </a:lnTo>
                <a:lnTo>
                  <a:pt x="144259" y="84442"/>
                </a:lnTo>
                <a:lnTo>
                  <a:pt x="144259" y="73507"/>
                </a:lnTo>
                <a:lnTo>
                  <a:pt x="144259" y="73025"/>
                </a:lnTo>
                <a:lnTo>
                  <a:pt x="144259" y="45250"/>
                </a:lnTo>
                <a:lnTo>
                  <a:pt x="130911" y="45250"/>
                </a:lnTo>
                <a:lnTo>
                  <a:pt x="130911" y="73025"/>
                </a:lnTo>
                <a:lnTo>
                  <a:pt x="84315" y="73025"/>
                </a:lnTo>
                <a:lnTo>
                  <a:pt x="84315" y="45072"/>
                </a:lnTo>
                <a:lnTo>
                  <a:pt x="144259" y="45072"/>
                </a:lnTo>
                <a:lnTo>
                  <a:pt x="144259" y="33845"/>
                </a:lnTo>
                <a:lnTo>
                  <a:pt x="144259" y="33642"/>
                </a:lnTo>
                <a:lnTo>
                  <a:pt x="144259" y="0"/>
                </a:lnTo>
                <a:close/>
              </a:path>
              <a:path w="149225" h="180975">
                <a:moveTo>
                  <a:pt x="148729" y="169545"/>
                </a:moveTo>
                <a:lnTo>
                  <a:pt x="38468" y="169545"/>
                </a:lnTo>
                <a:lnTo>
                  <a:pt x="38468" y="123812"/>
                </a:lnTo>
                <a:lnTo>
                  <a:pt x="25133" y="123812"/>
                </a:lnTo>
                <a:lnTo>
                  <a:pt x="25133" y="169545"/>
                </a:lnTo>
                <a:lnTo>
                  <a:pt x="25133" y="180962"/>
                </a:lnTo>
                <a:lnTo>
                  <a:pt x="148729" y="180962"/>
                </a:lnTo>
                <a:lnTo>
                  <a:pt x="148729" y="1695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6" name="object 316" descr=""/>
          <p:cNvGrpSpPr/>
          <p:nvPr/>
        </p:nvGrpSpPr>
        <p:grpSpPr>
          <a:xfrm>
            <a:off x="11577774" y="5021993"/>
            <a:ext cx="776605" cy="187325"/>
            <a:chOff x="11577774" y="5021993"/>
            <a:chExt cx="776605" cy="187325"/>
          </a:xfrm>
        </p:grpSpPr>
        <p:pic>
          <p:nvPicPr>
            <p:cNvPr id="317" name="object 317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1577774" y="5024080"/>
              <a:ext cx="356494" cy="185180"/>
            </a:xfrm>
            <a:prstGeom prst="rect">
              <a:avLst/>
            </a:prstGeom>
          </p:spPr>
        </p:pic>
        <p:pic>
          <p:nvPicPr>
            <p:cNvPr id="318" name="object 318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1964163" y="5021993"/>
              <a:ext cx="139555" cy="186074"/>
            </a:xfrm>
            <a:prstGeom prst="rect">
              <a:avLst/>
            </a:prstGeom>
          </p:spPr>
        </p:pic>
        <p:pic>
          <p:nvPicPr>
            <p:cNvPr id="319" name="object 319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2146510" y="5021993"/>
              <a:ext cx="207842" cy="186298"/>
            </a:xfrm>
            <a:prstGeom prst="rect">
              <a:avLst/>
            </a:prstGeom>
          </p:spPr>
        </p:pic>
      </p:grpSp>
      <p:grpSp>
        <p:nvGrpSpPr>
          <p:cNvPr id="320" name="object 320" descr=""/>
          <p:cNvGrpSpPr/>
          <p:nvPr/>
        </p:nvGrpSpPr>
        <p:grpSpPr>
          <a:xfrm>
            <a:off x="12426836" y="5021993"/>
            <a:ext cx="527685" cy="186690"/>
            <a:chOff x="12426836" y="5021993"/>
            <a:chExt cx="527685" cy="186690"/>
          </a:xfrm>
        </p:grpSpPr>
        <p:pic>
          <p:nvPicPr>
            <p:cNvPr id="321" name="object 321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2426836" y="5021993"/>
              <a:ext cx="348368" cy="186074"/>
            </a:xfrm>
            <a:prstGeom prst="rect">
              <a:avLst/>
            </a:prstGeom>
          </p:spPr>
        </p:pic>
        <p:pic>
          <p:nvPicPr>
            <p:cNvPr id="322" name="object 322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2803980" y="5021993"/>
              <a:ext cx="150290" cy="186298"/>
            </a:xfrm>
            <a:prstGeom prst="rect">
              <a:avLst/>
            </a:prstGeom>
          </p:spPr>
        </p:pic>
      </p:grpSp>
      <p:grpSp>
        <p:nvGrpSpPr>
          <p:cNvPr id="323" name="object 323" descr=""/>
          <p:cNvGrpSpPr/>
          <p:nvPr/>
        </p:nvGrpSpPr>
        <p:grpSpPr>
          <a:xfrm>
            <a:off x="13044706" y="5021993"/>
            <a:ext cx="529590" cy="186690"/>
            <a:chOff x="13044706" y="5021993"/>
            <a:chExt cx="529590" cy="186690"/>
          </a:xfrm>
        </p:grpSpPr>
        <p:pic>
          <p:nvPicPr>
            <p:cNvPr id="324" name="object 324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3044706" y="5021993"/>
              <a:ext cx="150142" cy="186074"/>
            </a:xfrm>
            <a:prstGeom prst="rect">
              <a:avLst/>
            </a:prstGeom>
          </p:spPr>
        </p:pic>
        <p:pic>
          <p:nvPicPr>
            <p:cNvPr id="325" name="object 325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3236446" y="5021993"/>
              <a:ext cx="337260" cy="186074"/>
            </a:xfrm>
            <a:prstGeom prst="rect">
              <a:avLst/>
            </a:prstGeom>
          </p:spPr>
        </p:pic>
      </p:grpSp>
      <p:grpSp>
        <p:nvGrpSpPr>
          <p:cNvPr id="326" name="object 326" descr=""/>
          <p:cNvGrpSpPr/>
          <p:nvPr/>
        </p:nvGrpSpPr>
        <p:grpSpPr>
          <a:xfrm>
            <a:off x="13660787" y="5021993"/>
            <a:ext cx="353060" cy="186690"/>
            <a:chOff x="13660787" y="5021993"/>
            <a:chExt cx="353060" cy="186690"/>
          </a:xfrm>
        </p:grpSpPr>
        <p:pic>
          <p:nvPicPr>
            <p:cNvPr id="327" name="object 327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3660787" y="5021993"/>
              <a:ext cx="151111" cy="186074"/>
            </a:xfrm>
            <a:prstGeom prst="rect">
              <a:avLst/>
            </a:prstGeom>
          </p:spPr>
        </p:pic>
        <p:pic>
          <p:nvPicPr>
            <p:cNvPr id="328" name="object 328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3840824" y="5022217"/>
              <a:ext cx="172954" cy="181378"/>
            </a:xfrm>
            <a:prstGeom prst="rect">
              <a:avLst/>
            </a:prstGeom>
          </p:spPr>
        </p:pic>
      </p:grpSp>
      <p:grpSp>
        <p:nvGrpSpPr>
          <p:cNvPr id="329" name="object 329" descr=""/>
          <p:cNvGrpSpPr/>
          <p:nvPr/>
        </p:nvGrpSpPr>
        <p:grpSpPr>
          <a:xfrm>
            <a:off x="14088747" y="5021993"/>
            <a:ext cx="533400" cy="186690"/>
            <a:chOff x="14088747" y="5021993"/>
            <a:chExt cx="533400" cy="186690"/>
          </a:xfrm>
        </p:grpSpPr>
        <p:pic>
          <p:nvPicPr>
            <p:cNvPr id="330" name="object 330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4088747" y="5021993"/>
              <a:ext cx="148353" cy="186074"/>
            </a:xfrm>
            <a:prstGeom prst="rect">
              <a:avLst/>
            </a:prstGeom>
          </p:spPr>
        </p:pic>
        <p:pic>
          <p:nvPicPr>
            <p:cNvPr id="331" name="object 331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4265504" y="5025422"/>
              <a:ext cx="356195" cy="182123"/>
            </a:xfrm>
            <a:prstGeom prst="rect">
              <a:avLst/>
            </a:prstGeom>
          </p:spPr>
        </p:pic>
      </p:grpSp>
      <p:grpSp>
        <p:nvGrpSpPr>
          <p:cNvPr id="332" name="object 332" descr=""/>
          <p:cNvGrpSpPr/>
          <p:nvPr/>
        </p:nvGrpSpPr>
        <p:grpSpPr>
          <a:xfrm>
            <a:off x="14695436" y="5021993"/>
            <a:ext cx="526415" cy="186690"/>
            <a:chOff x="14695436" y="5021993"/>
            <a:chExt cx="526415" cy="186690"/>
          </a:xfrm>
        </p:grpSpPr>
        <p:pic>
          <p:nvPicPr>
            <p:cNvPr id="333" name="object 33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695436" y="5021993"/>
              <a:ext cx="148203" cy="183391"/>
            </a:xfrm>
            <a:prstGeom prst="rect">
              <a:avLst/>
            </a:prstGeom>
          </p:spPr>
        </p:pic>
        <p:pic>
          <p:nvPicPr>
            <p:cNvPr id="334" name="object 334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4885089" y="5022217"/>
              <a:ext cx="145594" cy="186224"/>
            </a:xfrm>
            <a:prstGeom prst="rect">
              <a:avLst/>
            </a:prstGeom>
          </p:spPr>
        </p:pic>
        <p:pic>
          <p:nvPicPr>
            <p:cNvPr id="335" name="object 335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5063560" y="5021993"/>
              <a:ext cx="158193" cy="186074"/>
            </a:xfrm>
            <a:prstGeom prst="rect">
              <a:avLst/>
            </a:prstGeom>
          </p:spPr>
        </p:pic>
      </p:grpSp>
      <p:grpSp>
        <p:nvGrpSpPr>
          <p:cNvPr id="336" name="object 336" descr=""/>
          <p:cNvGrpSpPr/>
          <p:nvPr/>
        </p:nvGrpSpPr>
        <p:grpSpPr>
          <a:xfrm>
            <a:off x="15302647" y="5021993"/>
            <a:ext cx="589915" cy="186690"/>
            <a:chOff x="15302647" y="5021993"/>
            <a:chExt cx="589915" cy="186690"/>
          </a:xfrm>
        </p:grpSpPr>
        <p:pic>
          <p:nvPicPr>
            <p:cNvPr id="337" name="object 337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5302647" y="5021993"/>
              <a:ext cx="345535" cy="186074"/>
            </a:xfrm>
            <a:prstGeom prst="rect">
              <a:avLst/>
            </a:prstGeom>
          </p:spPr>
        </p:pic>
        <p:pic>
          <p:nvPicPr>
            <p:cNvPr id="338" name="object 33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5675989" y="5034592"/>
              <a:ext cx="170345" cy="148800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15869593" y="5170197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59" h="22860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6"/>
                  </a:lnTo>
                  <a:lnTo>
                    <a:pt x="0" y="17444"/>
                  </a:lnTo>
                  <a:lnTo>
                    <a:pt x="5218" y="22513"/>
                  </a:lnTo>
                  <a:lnTo>
                    <a:pt x="11406" y="22513"/>
                  </a:lnTo>
                  <a:lnTo>
                    <a:pt x="17593" y="22513"/>
                  </a:lnTo>
                  <a:lnTo>
                    <a:pt x="22662" y="17444"/>
                  </a:lnTo>
                  <a:lnTo>
                    <a:pt x="22662" y="5069"/>
                  </a:lnTo>
                  <a:lnTo>
                    <a:pt x="175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4446" y="518746"/>
            <a:ext cx="17479645" cy="9250045"/>
          </a:xfrm>
          <a:custGeom>
            <a:avLst/>
            <a:gdLst/>
            <a:ahLst/>
            <a:cxnLst/>
            <a:rect l="l" t="t" r="r" b="b"/>
            <a:pathLst>
              <a:path w="17479645" h="9250045">
                <a:moveTo>
                  <a:pt x="17479071" y="9249507"/>
                </a:moveTo>
                <a:lnTo>
                  <a:pt x="0" y="9249507"/>
                </a:lnTo>
                <a:lnTo>
                  <a:pt x="0" y="0"/>
                </a:lnTo>
                <a:lnTo>
                  <a:pt x="17479071" y="0"/>
                </a:lnTo>
                <a:lnTo>
                  <a:pt x="17479071" y="92495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09318" y="524746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860970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4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09318" y="9745670"/>
            <a:ext cx="17269460" cy="17145"/>
          </a:xfrm>
          <a:custGeom>
            <a:avLst/>
            <a:gdLst/>
            <a:ahLst/>
            <a:cxnLst/>
            <a:rect l="l" t="t" r="r" b="b"/>
            <a:pathLst>
              <a:path w="17269460" h="17145">
                <a:moveTo>
                  <a:pt x="17269361" y="16581"/>
                </a:moveTo>
                <a:lnTo>
                  <a:pt x="0" y="16581"/>
                </a:lnTo>
                <a:lnTo>
                  <a:pt x="0" y="0"/>
                </a:lnTo>
                <a:lnTo>
                  <a:pt x="17269361" y="0"/>
                </a:lnTo>
                <a:lnTo>
                  <a:pt x="17269361" y="16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10446" y="616148"/>
            <a:ext cx="17145" cy="9039860"/>
          </a:xfrm>
          <a:custGeom>
            <a:avLst/>
            <a:gdLst/>
            <a:ahLst/>
            <a:cxnLst/>
            <a:rect l="l" t="t" r="r" b="b"/>
            <a:pathLst>
              <a:path w="17145" h="9039860">
                <a:moveTo>
                  <a:pt x="16581" y="9039671"/>
                </a:moveTo>
                <a:lnTo>
                  <a:pt x="0" y="9039671"/>
                </a:lnTo>
                <a:lnTo>
                  <a:pt x="0" y="0"/>
                </a:lnTo>
                <a:lnTo>
                  <a:pt x="16581" y="0"/>
                </a:lnTo>
                <a:lnTo>
                  <a:pt x="16581" y="9039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85762" y="500062"/>
            <a:ext cx="135255" cy="127635"/>
            <a:chOff x="385762" y="500062"/>
            <a:chExt cx="135255" cy="127635"/>
          </a:xfrm>
        </p:grpSpPr>
        <p:sp>
          <p:nvSpPr>
            <p:cNvPr id="9" name="object 9" descr=""/>
            <p:cNvSpPr/>
            <p:nvPr/>
          </p:nvSpPr>
          <p:spPr>
            <a:xfrm>
              <a:off x="402343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5762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4" h="127634">
                  <a:moveTo>
                    <a:pt x="62237" y="65950"/>
                  </a:moveTo>
                  <a:lnTo>
                    <a:pt x="3711" y="65950"/>
                  </a:lnTo>
                  <a:lnTo>
                    <a:pt x="0" y="62238"/>
                  </a:lnTo>
                  <a:lnTo>
                    <a:pt x="0" y="3711"/>
                  </a:lnTo>
                  <a:lnTo>
                    <a:pt x="3711" y="0"/>
                  </a:lnTo>
                  <a:lnTo>
                    <a:pt x="62238" y="0"/>
                  </a:lnTo>
                  <a:lnTo>
                    <a:pt x="65950" y="3711"/>
                  </a:lnTo>
                  <a:lnTo>
                    <a:pt x="65950" y="16581"/>
                  </a:lnTo>
                  <a:lnTo>
                    <a:pt x="16581" y="16581"/>
                  </a:lnTo>
                  <a:lnTo>
                    <a:pt x="16581" y="49368"/>
                  </a:lnTo>
                  <a:lnTo>
                    <a:pt x="65949" y="49368"/>
                  </a:lnTo>
                  <a:lnTo>
                    <a:pt x="65949" y="62238"/>
                  </a:lnTo>
                  <a:lnTo>
                    <a:pt x="62237" y="65950"/>
                  </a:lnTo>
                  <a:close/>
                </a:path>
                <a:path w="135254" h="127634">
                  <a:moveTo>
                    <a:pt x="65949" y="49368"/>
                  </a:moveTo>
                  <a:lnTo>
                    <a:pt x="49369" y="49368"/>
                  </a:lnTo>
                  <a:lnTo>
                    <a:pt x="49369" y="16581"/>
                  </a:lnTo>
                  <a:lnTo>
                    <a:pt x="65950" y="16581"/>
                  </a:lnTo>
                  <a:lnTo>
                    <a:pt x="65950" y="24684"/>
                  </a:lnTo>
                  <a:lnTo>
                    <a:pt x="134786" y="24684"/>
                  </a:lnTo>
                  <a:lnTo>
                    <a:pt x="134786" y="41265"/>
                  </a:lnTo>
                  <a:lnTo>
                    <a:pt x="65949" y="41265"/>
                  </a:lnTo>
                  <a:lnTo>
                    <a:pt x="65949" y="49368"/>
                  </a:lnTo>
                  <a:close/>
                </a:path>
                <a:path w="135254" h="127634">
                  <a:moveTo>
                    <a:pt x="41265" y="127317"/>
                  </a:moveTo>
                  <a:lnTo>
                    <a:pt x="24684" y="127317"/>
                  </a:lnTo>
                  <a:lnTo>
                    <a:pt x="24684" y="65950"/>
                  </a:lnTo>
                  <a:lnTo>
                    <a:pt x="41265" y="65950"/>
                  </a:lnTo>
                  <a:lnTo>
                    <a:pt x="41265" y="1273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7767448" y="500062"/>
            <a:ext cx="135255" cy="127635"/>
            <a:chOff x="17767448" y="500062"/>
            <a:chExt cx="135255" cy="127635"/>
          </a:xfrm>
        </p:grpSpPr>
        <p:sp>
          <p:nvSpPr>
            <p:cNvPr id="12" name="object 12" descr=""/>
            <p:cNvSpPr/>
            <p:nvPr/>
          </p:nvSpPr>
          <p:spPr>
            <a:xfrm>
              <a:off x="17852866" y="51664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32788" y="32788"/>
                  </a:moveTo>
                  <a:lnTo>
                    <a:pt x="0" y="32788"/>
                  </a:lnTo>
                  <a:lnTo>
                    <a:pt x="0" y="0"/>
                  </a:lnTo>
                  <a:lnTo>
                    <a:pt x="32788" y="0"/>
                  </a:lnTo>
                  <a:lnTo>
                    <a:pt x="32788" y="32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767448" y="500062"/>
              <a:ext cx="135255" cy="127635"/>
            </a:xfrm>
            <a:custGeom>
              <a:avLst/>
              <a:gdLst/>
              <a:ahLst/>
              <a:cxnLst/>
              <a:rect l="l" t="t" r="r" b="b"/>
              <a:pathLst>
                <a:path w="135255" h="127634">
                  <a:moveTo>
                    <a:pt x="131075" y="65949"/>
                  </a:moveTo>
                  <a:lnTo>
                    <a:pt x="72548" y="65949"/>
                  </a:lnTo>
                  <a:lnTo>
                    <a:pt x="68836" y="62237"/>
                  </a:lnTo>
                  <a:lnTo>
                    <a:pt x="68836" y="41265"/>
                  </a:lnTo>
                  <a:lnTo>
                    <a:pt x="0" y="41265"/>
                  </a:lnTo>
                  <a:lnTo>
                    <a:pt x="0" y="24684"/>
                  </a:lnTo>
                  <a:lnTo>
                    <a:pt x="68836" y="24684"/>
                  </a:lnTo>
                  <a:lnTo>
                    <a:pt x="68836" y="3711"/>
                  </a:lnTo>
                  <a:lnTo>
                    <a:pt x="72548" y="0"/>
                  </a:lnTo>
                  <a:lnTo>
                    <a:pt x="131075" y="0"/>
                  </a:lnTo>
                  <a:lnTo>
                    <a:pt x="134787" y="3711"/>
                  </a:lnTo>
                  <a:lnTo>
                    <a:pt x="134787" y="16581"/>
                  </a:lnTo>
                  <a:lnTo>
                    <a:pt x="85419" y="16581"/>
                  </a:lnTo>
                  <a:lnTo>
                    <a:pt x="85419" y="49369"/>
                  </a:lnTo>
                  <a:lnTo>
                    <a:pt x="134786" y="49369"/>
                  </a:lnTo>
                  <a:lnTo>
                    <a:pt x="134786" y="62237"/>
                  </a:lnTo>
                  <a:lnTo>
                    <a:pt x="131075" y="65949"/>
                  </a:lnTo>
                  <a:close/>
                </a:path>
                <a:path w="135255" h="127634">
                  <a:moveTo>
                    <a:pt x="134786" y="49369"/>
                  </a:moveTo>
                  <a:lnTo>
                    <a:pt x="118207" y="49369"/>
                  </a:lnTo>
                  <a:lnTo>
                    <a:pt x="118207" y="16581"/>
                  </a:lnTo>
                  <a:lnTo>
                    <a:pt x="134787" y="16581"/>
                  </a:lnTo>
                  <a:lnTo>
                    <a:pt x="134786" y="49369"/>
                  </a:lnTo>
                  <a:close/>
                </a:path>
                <a:path w="135255" h="127634">
                  <a:moveTo>
                    <a:pt x="110102" y="127315"/>
                  </a:moveTo>
                  <a:lnTo>
                    <a:pt x="93520" y="127315"/>
                  </a:lnTo>
                  <a:lnTo>
                    <a:pt x="93520" y="65949"/>
                  </a:lnTo>
                  <a:lnTo>
                    <a:pt x="110102" y="65949"/>
                  </a:lnTo>
                  <a:lnTo>
                    <a:pt x="110102" y="127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762" y="9644587"/>
            <a:ext cx="134787" cy="1423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7450" y="9644587"/>
            <a:ext cx="134787" cy="142348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1181100" y="2608277"/>
            <a:ext cx="15925800" cy="786765"/>
          </a:xfrm>
          <a:custGeom>
            <a:avLst/>
            <a:gdLst/>
            <a:ahLst/>
            <a:cxnLst/>
            <a:rect l="l" t="t" r="r" b="b"/>
            <a:pathLst>
              <a:path w="15925800" h="786764">
                <a:moveTo>
                  <a:pt x="15925803" y="786590"/>
                </a:moveTo>
                <a:lnTo>
                  <a:pt x="0" y="786590"/>
                </a:lnTo>
                <a:lnTo>
                  <a:pt x="0" y="0"/>
                </a:lnTo>
                <a:lnTo>
                  <a:pt x="15925803" y="0"/>
                </a:lnTo>
                <a:lnTo>
                  <a:pt x="15925803" y="786590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79935" y="8856122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79935" y="1430877"/>
            <a:ext cx="15928340" cy="0"/>
          </a:xfrm>
          <a:custGeom>
            <a:avLst/>
            <a:gdLst/>
            <a:ahLst/>
            <a:cxnLst/>
            <a:rect l="l" t="t" r="r" b="b"/>
            <a:pathLst>
              <a:path w="15928340" h="0">
                <a:moveTo>
                  <a:pt x="0" y="0"/>
                </a:moveTo>
                <a:lnTo>
                  <a:pt x="15928128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79935" y="2589179"/>
            <a:ext cx="15928340" cy="13970"/>
          </a:xfrm>
          <a:custGeom>
            <a:avLst/>
            <a:gdLst/>
            <a:ahLst/>
            <a:cxnLst/>
            <a:rect l="l" t="t" r="r" b="b"/>
            <a:pathLst>
              <a:path w="15928340" h="13969">
                <a:moveTo>
                  <a:pt x="0" y="13740"/>
                </a:moveTo>
                <a:lnTo>
                  <a:pt x="15928128" y="13740"/>
                </a:lnTo>
                <a:lnTo>
                  <a:pt x="15928128" y="0"/>
                </a:lnTo>
                <a:lnTo>
                  <a:pt x="0" y="0"/>
                </a:lnTo>
                <a:lnTo>
                  <a:pt x="0" y="13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7879274" y="916028"/>
            <a:ext cx="149860" cy="129539"/>
            <a:chOff x="7879274" y="916028"/>
            <a:chExt cx="149860" cy="129539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9274" y="916028"/>
              <a:ext cx="104614" cy="12917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8016353" y="985519"/>
              <a:ext cx="12700" cy="58419"/>
            </a:xfrm>
            <a:custGeom>
              <a:avLst/>
              <a:gdLst/>
              <a:ahLst/>
              <a:cxnLst/>
              <a:rect l="l" t="t" r="r" b="b"/>
              <a:pathLst>
                <a:path w="12700" h="58419">
                  <a:moveTo>
                    <a:pt x="0" y="58420"/>
                  </a:moveTo>
                  <a:lnTo>
                    <a:pt x="12339" y="58420"/>
                  </a:lnTo>
                  <a:lnTo>
                    <a:pt x="12339" y="0"/>
                  </a:lnTo>
                  <a:lnTo>
                    <a:pt x="0" y="0"/>
                  </a:lnTo>
                  <a:lnTo>
                    <a:pt x="0" y="58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8016354" y="916028"/>
            <a:ext cx="283210" cy="129539"/>
            <a:chOff x="8016354" y="916028"/>
            <a:chExt cx="283210" cy="129539"/>
          </a:xfrm>
        </p:grpSpPr>
        <p:sp>
          <p:nvSpPr>
            <p:cNvPr id="24" name="object 24" descr=""/>
            <p:cNvSpPr/>
            <p:nvPr/>
          </p:nvSpPr>
          <p:spPr>
            <a:xfrm>
              <a:off x="8016342" y="918209"/>
              <a:ext cx="95250" cy="125730"/>
            </a:xfrm>
            <a:custGeom>
              <a:avLst/>
              <a:gdLst/>
              <a:ahLst/>
              <a:cxnLst/>
              <a:rect l="l" t="t" r="r" b="b"/>
              <a:pathLst>
                <a:path w="95250" h="125730">
                  <a:moveTo>
                    <a:pt x="95110" y="0"/>
                  </a:moveTo>
                  <a:lnTo>
                    <a:pt x="82702" y="0"/>
                  </a:lnTo>
                  <a:lnTo>
                    <a:pt x="82702" y="57150"/>
                  </a:lnTo>
                  <a:lnTo>
                    <a:pt x="12344" y="57150"/>
                  </a:lnTo>
                  <a:lnTo>
                    <a:pt x="12344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67310"/>
                  </a:lnTo>
                  <a:lnTo>
                    <a:pt x="82702" y="67310"/>
                  </a:lnTo>
                  <a:lnTo>
                    <a:pt x="82702" y="125730"/>
                  </a:lnTo>
                  <a:lnTo>
                    <a:pt x="95110" y="125730"/>
                  </a:lnTo>
                  <a:lnTo>
                    <a:pt x="95110" y="67310"/>
                  </a:lnTo>
                  <a:lnTo>
                    <a:pt x="95110" y="57150"/>
                  </a:lnTo>
                  <a:lnTo>
                    <a:pt x="951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54" y="916028"/>
              <a:ext cx="109280" cy="129171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287135" y="917747"/>
              <a:ext cx="12700" cy="125730"/>
            </a:xfrm>
            <a:custGeom>
              <a:avLst/>
              <a:gdLst/>
              <a:ahLst/>
              <a:cxnLst/>
              <a:rect l="l" t="t" r="r" b="b"/>
              <a:pathLst>
                <a:path w="12700" h="125730">
                  <a:moveTo>
                    <a:pt x="12340" y="0"/>
                  </a:moveTo>
                  <a:lnTo>
                    <a:pt x="0" y="0"/>
                  </a:lnTo>
                  <a:lnTo>
                    <a:pt x="0" y="125733"/>
                  </a:lnTo>
                  <a:lnTo>
                    <a:pt x="12340" y="125733"/>
                  </a:lnTo>
                  <a:lnTo>
                    <a:pt x="12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8389773" y="985519"/>
            <a:ext cx="12700" cy="58419"/>
          </a:xfrm>
          <a:custGeom>
            <a:avLst/>
            <a:gdLst/>
            <a:ahLst/>
            <a:cxnLst/>
            <a:rect l="l" t="t" r="r" b="b"/>
            <a:pathLst>
              <a:path w="12700" h="58419">
                <a:moveTo>
                  <a:pt x="0" y="58420"/>
                </a:moveTo>
                <a:lnTo>
                  <a:pt x="12339" y="58420"/>
                </a:lnTo>
                <a:lnTo>
                  <a:pt x="12339" y="0"/>
                </a:lnTo>
                <a:lnTo>
                  <a:pt x="0" y="0"/>
                </a:lnTo>
                <a:lnTo>
                  <a:pt x="0" y="584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8389773" y="917747"/>
            <a:ext cx="485775" cy="128270"/>
            <a:chOff x="8389773" y="917747"/>
            <a:chExt cx="485775" cy="128270"/>
          </a:xfrm>
        </p:grpSpPr>
        <p:sp>
          <p:nvSpPr>
            <p:cNvPr id="29" name="object 29" descr=""/>
            <p:cNvSpPr/>
            <p:nvPr/>
          </p:nvSpPr>
          <p:spPr>
            <a:xfrm>
              <a:off x="8389772" y="918209"/>
              <a:ext cx="95250" cy="125730"/>
            </a:xfrm>
            <a:custGeom>
              <a:avLst/>
              <a:gdLst/>
              <a:ahLst/>
              <a:cxnLst/>
              <a:rect l="l" t="t" r="r" b="b"/>
              <a:pathLst>
                <a:path w="95250" h="125730">
                  <a:moveTo>
                    <a:pt x="95097" y="0"/>
                  </a:moveTo>
                  <a:lnTo>
                    <a:pt x="82689" y="0"/>
                  </a:lnTo>
                  <a:lnTo>
                    <a:pt x="82689" y="57150"/>
                  </a:lnTo>
                  <a:lnTo>
                    <a:pt x="12331" y="57150"/>
                  </a:lnTo>
                  <a:lnTo>
                    <a:pt x="12331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0" y="67310"/>
                  </a:lnTo>
                  <a:lnTo>
                    <a:pt x="82689" y="67310"/>
                  </a:lnTo>
                  <a:lnTo>
                    <a:pt x="82689" y="125730"/>
                  </a:lnTo>
                  <a:lnTo>
                    <a:pt x="95097" y="125730"/>
                  </a:lnTo>
                  <a:lnTo>
                    <a:pt x="95097" y="67310"/>
                  </a:lnTo>
                  <a:lnTo>
                    <a:pt x="95097" y="57150"/>
                  </a:lnTo>
                  <a:lnTo>
                    <a:pt x="950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11995" y="917747"/>
              <a:ext cx="103141" cy="125733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42260" y="917747"/>
              <a:ext cx="95896" cy="12788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6883" y="917747"/>
              <a:ext cx="98291" cy="125733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8959941" y="915966"/>
            <a:ext cx="361950" cy="130175"/>
            <a:chOff x="8959941" y="915966"/>
            <a:chExt cx="361950" cy="130175"/>
          </a:xfrm>
        </p:grpSpPr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59941" y="915966"/>
              <a:ext cx="87669" cy="129662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75164" y="916028"/>
              <a:ext cx="109280" cy="12917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12121" y="916028"/>
              <a:ext cx="109279" cy="129171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9406121" y="916028"/>
            <a:ext cx="339090" cy="129539"/>
            <a:chOff x="9406121" y="916028"/>
            <a:chExt cx="339090" cy="129539"/>
          </a:xfrm>
        </p:grpSpPr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06121" y="917747"/>
              <a:ext cx="82021" cy="12573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15082" y="916028"/>
              <a:ext cx="109280" cy="129171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57564" y="917747"/>
              <a:ext cx="87240" cy="125733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9765541" y="916028"/>
            <a:ext cx="626110" cy="129539"/>
            <a:chOff x="9765541" y="916028"/>
            <a:chExt cx="626110" cy="129539"/>
          </a:xfrm>
        </p:grpSpPr>
        <p:sp>
          <p:nvSpPr>
            <p:cNvPr id="42" name="object 42" descr=""/>
            <p:cNvSpPr/>
            <p:nvPr/>
          </p:nvSpPr>
          <p:spPr>
            <a:xfrm>
              <a:off x="9765538" y="918209"/>
              <a:ext cx="196850" cy="125730"/>
            </a:xfrm>
            <a:custGeom>
              <a:avLst/>
              <a:gdLst/>
              <a:ahLst/>
              <a:cxnLst/>
              <a:rect l="l" t="t" r="r" b="b"/>
              <a:pathLst>
                <a:path w="196850" h="125730">
                  <a:moveTo>
                    <a:pt x="9196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9839" y="10160"/>
                  </a:lnTo>
                  <a:lnTo>
                    <a:pt x="39839" y="125730"/>
                  </a:lnTo>
                  <a:lnTo>
                    <a:pt x="52247" y="125730"/>
                  </a:lnTo>
                  <a:lnTo>
                    <a:pt x="52247" y="10160"/>
                  </a:lnTo>
                  <a:lnTo>
                    <a:pt x="91960" y="10160"/>
                  </a:lnTo>
                  <a:lnTo>
                    <a:pt x="91960" y="0"/>
                  </a:lnTo>
                  <a:close/>
                </a:path>
                <a:path w="196850" h="125730">
                  <a:moveTo>
                    <a:pt x="196570" y="0"/>
                  </a:moveTo>
                  <a:lnTo>
                    <a:pt x="123202" y="0"/>
                  </a:lnTo>
                  <a:lnTo>
                    <a:pt x="123202" y="10160"/>
                  </a:lnTo>
                  <a:lnTo>
                    <a:pt x="123202" y="57150"/>
                  </a:lnTo>
                  <a:lnTo>
                    <a:pt x="123202" y="67310"/>
                  </a:lnTo>
                  <a:lnTo>
                    <a:pt x="123202" y="125730"/>
                  </a:lnTo>
                  <a:lnTo>
                    <a:pt x="135547" y="125730"/>
                  </a:lnTo>
                  <a:lnTo>
                    <a:pt x="135547" y="67310"/>
                  </a:lnTo>
                  <a:lnTo>
                    <a:pt x="190855" y="67310"/>
                  </a:lnTo>
                  <a:lnTo>
                    <a:pt x="190855" y="57150"/>
                  </a:lnTo>
                  <a:lnTo>
                    <a:pt x="135547" y="57150"/>
                  </a:lnTo>
                  <a:lnTo>
                    <a:pt x="135547" y="10160"/>
                  </a:lnTo>
                  <a:lnTo>
                    <a:pt x="196570" y="10160"/>
                  </a:lnTo>
                  <a:lnTo>
                    <a:pt x="1965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0586" y="916028"/>
              <a:ext cx="109280" cy="12917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0133063" y="917752"/>
              <a:ext cx="116205" cy="126364"/>
            </a:xfrm>
            <a:custGeom>
              <a:avLst/>
              <a:gdLst/>
              <a:ahLst/>
              <a:cxnLst/>
              <a:rect l="l" t="t" r="r" b="b"/>
              <a:pathLst>
                <a:path w="116204" h="126365">
                  <a:moveTo>
                    <a:pt x="71958" y="114757"/>
                  </a:moveTo>
                  <a:lnTo>
                    <a:pt x="12344" y="114757"/>
                  </a:lnTo>
                  <a:lnTo>
                    <a:pt x="12344" y="457"/>
                  </a:lnTo>
                  <a:lnTo>
                    <a:pt x="0" y="457"/>
                  </a:lnTo>
                  <a:lnTo>
                    <a:pt x="0" y="114757"/>
                  </a:lnTo>
                  <a:lnTo>
                    <a:pt x="0" y="126187"/>
                  </a:lnTo>
                  <a:lnTo>
                    <a:pt x="71958" y="126187"/>
                  </a:lnTo>
                  <a:lnTo>
                    <a:pt x="71958" y="114757"/>
                  </a:lnTo>
                  <a:close/>
                </a:path>
                <a:path w="116204" h="126365">
                  <a:moveTo>
                    <a:pt x="115595" y="0"/>
                  </a:moveTo>
                  <a:lnTo>
                    <a:pt x="103251" y="0"/>
                  </a:lnTo>
                  <a:lnTo>
                    <a:pt x="103251" y="125730"/>
                  </a:lnTo>
                  <a:lnTo>
                    <a:pt x="115595" y="125730"/>
                  </a:lnTo>
                  <a:lnTo>
                    <a:pt x="115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1861" y="916028"/>
              <a:ext cx="109280" cy="129171"/>
            </a:xfrm>
            <a:prstGeom prst="rect">
              <a:avLst/>
            </a:prstGeom>
          </p:spPr>
        </p:pic>
      </p:grpSp>
      <p:sp>
        <p:nvSpPr>
          <p:cNvPr id="46" name="object 46" descr=""/>
          <p:cNvSpPr/>
          <p:nvPr/>
        </p:nvSpPr>
        <p:spPr>
          <a:xfrm>
            <a:off x="7991665" y="1764423"/>
            <a:ext cx="813435" cy="426084"/>
          </a:xfrm>
          <a:custGeom>
            <a:avLst/>
            <a:gdLst/>
            <a:ahLst/>
            <a:cxnLst/>
            <a:rect l="l" t="t" r="r" b="b"/>
            <a:pathLst>
              <a:path w="813434" h="426085">
                <a:moveTo>
                  <a:pt x="372605" y="154813"/>
                </a:moveTo>
                <a:lnTo>
                  <a:pt x="310972" y="138785"/>
                </a:lnTo>
                <a:lnTo>
                  <a:pt x="263423" y="110871"/>
                </a:lnTo>
                <a:lnTo>
                  <a:pt x="232727" y="75057"/>
                </a:lnTo>
                <a:lnTo>
                  <a:pt x="221792" y="35331"/>
                </a:lnTo>
                <a:lnTo>
                  <a:pt x="221792" y="13500"/>
                </a:lnTo>
                <a:lnTo>
                  <a:pt x="166801" y="13500"/>
                </a:lnTo>
                <a:lnTo>
                  <a:pt x="166801" y="35331"/>
                </a:lnTo>
                <a:lnTo>
                  <a:pt x="156057" y="74917"/>
                </a:lnTo>
                <a:lnTo>
                  <a:pt x="156019" y="75057"/>
                </a:lnTo>
                <a:lnTo>
                  <a:pt x="125539" y="110871"/>
                </a:lnTo>
                <a:lnTo>
                  <a:pt x="78155" y="138785"/>
                </a:lnTo>
                <a:lnTo>
                  <a:pt x="16662" y="154813"/>
                </a:lnTo>
                <a:lnTo>
                  <a:pt x="37490" y="197129"/>
                </a:lnTo>
                <a:lnTo>
                  <a:pt x="88315" y="184670"/>
                </a:lnTo>
                <a:lnTo>
                  <a:pt x="132346" y="164033"/>
                </a:lnTo>
                <a:lnTo>
                  <a:pt x="168211" y="136372"/>
                </a:lnTo>
                <a:lnTo>
                  <a:pt x="194462" y="102819"/>
                </a:lnTo>
                <a:lnTo>
                  <a:pt x="220573" y="136372"/>
                </a:lnTo>
                <a:lnTo>
                  <a:pt x="256451" y="164033"/>
                </a:lnTo>
                <a:lnTo>
                  <a:pt x="300710" y="184670"/>
                </a:lnTo>
                <a:lnTo>
                  <a:pt x="351942" y="197129"/>
                </a:lnTo>
                <a:lnTo>
                  <a:pt x="372605" y="154813"/>
                </a:lnTo>
                <a:close/>
              </a:path>
              <a:path w="813434" h="426085">
                <a:moveTo>
                  <a:pt x="388099" y="234124"/>
                </a:moveTo>
                <a:lnTo>
                  <a:pt x="0" y="234124"/>
                </a:lnTo>
                <a:lnTo>
                  <a:pt x="0" y="277291"/>
                </a:lnTo>
                <a:lnTo>
                  <a:pt x="167132" y="277291"/>
                </a:lnTo>
                <a:lnTo>
                  <a:pt x="167132" y="425602"/>
                </a:lnTo>
                <a:lnTo>
                  <a:pt x="218960" y="425602"/>
                </a:lnTo>
                <a:lnTo>
                  <a:pt x="218960" y="277291"/>
                </a:lnTo>
                <a:lnTo>
                  <a:pt x="388099" y="277291"/>
                </a:lnTo>
                <a:lnTo>
                  <a:pt x="388099" y="234124"/>
                </a:lnTo>
                <a:close/>
              </a:path>
              <a:path w="813434" h="426085">
                <a:moveTo>
                  <a:pt x="668223" y="192798"/>
                </a:moveTo>
                <a:lnTo>
                  <a:pt x="624941" y="172008"/>
                </a:lnTo>
                <a:lnTo>
                  <a:pt x="598868" y="147497"/>
                </a:lnTo>
                <a:lnTo>
                  <a:pt x="593585" y="142544"/>
                </a:lnTo>
                <a:lnTo>
                  <a:pt x="574509" y="106921"/>
                </a:lnTo>
                <a:lnTo>
                  <a:pt x="568071" y="67652"/>
                </a:lnTo>
                <a:lnTo>
                  <a:pt x="568071" y="22491"/>
                </a:lnTo>
                <a:lnTo>
                  <a:pt x="515747" y="22491"/>
                </a:lnTo>
                <a:lnTo>
                  <a:pt x="515747" y="62826"/>
                </a:lnTo>
                <a:lnTo>
                  <a:pt x="509181" y="106921"/>
                </a:lnTo>
                <a:lnTo>
                  <a:pt x="509117" y="107302"/>
                </a:lnTo>
                <a:lnTo>
                  <a:pt x="489712" y="147497"/>
                </a:lnTo>
                <a:lnTo>
                  <a:pt x="457492" y="180721"/>
                </a:lnTo>
                <a:lnTo>
                  <a:pt x="412432" y="204304"/>
                </a:lnTo>
                <a:lnTo>
                  <a:pt x="440753" y="245630"/>
                </a:lnTo>
                <a:lnTo>
                  <a:pt x="474827" y="229260"/>
                </a:lnTo>
                <a:lnTo>
                  <a:pt x="503250" y="206921"/>
                </a:lnTo>
                <a:lnTo>
                  <a:pt x="525919" y="179400"/>
                </a:lnTo>
                <a:lnTo>
                  <a:pt x="542734" y="147497"/>
                </a:lnTo>
                <a:lnTo>
                  <a:pt x="559244" y="175425"/>
                </a:lnTo>
                <a:lnTo>
                  <a:pt x="581113" y="199555"/>
                </a:lnTo>
                <a:lnTo>
                  <a:pt x="608164" y="219176"/>
                </a:lnTo>
                <a:lnTo>
                  <a:pt x="640232" y="233629"/>
                </a:lnTo>
                <a:lnTo>
                  <a:pt x="668223" y="192798"/>
                </a:lnTo>
                <a:close/>
              </a:path>
              <a:path w="813434" h="426085">
                <a:moveTo>
                  <a:pt x="757212" y="344449"/>
                </a:moveTo>
                <a:lnTo>
                  <a:pt x="747318" y="310502"/>
                </a:lnTo>
                <a:lnTo>
                  <a:pt x="741273" y="305117"/>
                </a:lnTo>
                <a:lnTo>
                  <a:pt x="718959" y="285229"/>
                </a:lnTo>
                <a:lnTo>
                  <a:pt x="705713" y="280581"/>
                </a:lnTo>
                <a:lnTo>
                  <a:pt x="705713" y="344449"/>
                </a:lnTo>
                <a:lnTo>
                  <a:pt x="699706" y="361657"/>
                </a:lnTo>
                <a:lnTo>
                  <a:pt x="682091" y="374027"/>
                </a:lnTo>
                <a:lnTo>
                  <a:pt x="653554" y="381520"/>
                </a:lnTo>
                <a:lnTo>
                  <a:pt x="614730" y="384098"/>
                </a:lnTo>
                <a:lnTo>
                  <a:pt x="575691" y="381520"/>
                </a:lnTo>
                <a:lnTo>
                  <a:pt x="546823" y="374027"/>
                </a:lnTo>
                <a:lnTo>
                  <a:pt x="528967" y="361657"/>
                </a:lnTo>
                <a:lnTo>
                  <a:pt x="522909" y="344449"/>
                </a:lnTo>
                <a:lnTo>
                  <a:pt x="528967" y="327748"/>
                </a:lnTo>
                <a:lnTo>
                  <a:pt x="546823" y="315404"/>
                </a:lnTo>
                <a:lnTo>
                  <a:pt x="575691" y="307746"/>
                </a:lnTo>
                <a:lnTo>
                  <a:pt x="614730" y="305117"/>
                </a:lnTo>
                <a:lnTo>
                  <a:pt x="653554" y="307746"/>
                </a:lnTo>
                <a:lnTo>
                  <a:pt x="682091" y="315404"/>
                </a:lnTo>
                <a:lnTo>
                  <a:pt x="699706" y="327748"/>
                </a:lnTo>
                <a:lnTo>
                  <a:pt x="705713" y="344449"/>
                </a:lnTo>
                <a:lnTo>
                  <a:pt x="705713" y="280581"/>
                </a:lnTo>
                <a:lnTo>
                  <a:pt x="674116" y="269481"/>
                </a:lnTo>
                <a:lnTo>
                  <a:pt x="614730" y="264121"/>
                </a:lnTo>
                <a:lnTo>
                  <a:pt x="554647" y="269481"/>
                </a:lnTo>
                <a:lnTo>
                  <a:pt x="509231" y="285229"/>
                </a:lnTo>
                <a:lnTo>
                  <a:pt x="480529" y="310502"/>
                </a:lnTo>
                <a:lnTo>
                  <a:pt x="470585" y="344449"/>
                </a:lnTo>
                <a:lnTo>
                  <a:pt x="480529" y="378815"/>
                </a:lnTo>
                <a:lnTo>
                  <a:pt x="509231" y="404228"/>
                </a:lnTo>
                <a:lnTo>
                  <a:pt x="554647" y="419950"/>
                </a:lnTo>
                <a:lnTo>
                  <a:pt x="614730" y="425259"/>
                </a:lnTo>
                <a:lnTo>
                  <a:pt x="674116" y="419950"/>
                </a:lnTo>
                <a:lnTo>
                  <a:pt x="718959" y="404228"/>
                </a:lnTo>
                <a:lnTo>
                  <a:pt x="741413" y="384098"/>
                </a:lnTo>
                <a:lnTo>
                  <a:pt x="747318" y="378815"/>
                </a:lnTo>
                <a:lnTo>
                  <a:pt x="757212" y="344449"/>
                </a:lnTo>
                <a:close/>
              </a:path>
              <a:path w="813434" h="426085">
                <a:moveTo>
                  <a:pt x="812863" y="103314"/>
                </a:moveTo>
                <a:lnTo>
                  <a:pt x="753376" y="103314"/>
                </a:lnTo>
                <a:lnTo>
                  <a:pt x="753376" y="0"/>
                </a:lnTo>
                <a:lnTo>
                  <a:pt x="700722" y="0"/>
                </a:lnTo>
                <a:lnTo>
                  <a:pt x="700722" y="254622"/>
                </a:lnTo>
                <a:lnTo>
                  <a:pt x="753376" y="254622"/>
                </a:lnTo>
                <a:lnTo>
                  <a:pt x="753376" y="146977"/>
                </a:lnTo>
                <a:lnTo>
                  <a:pt x="812863" y="146977"/>
                </a:lnTo>
                <a:lnTo>
                  <a:pt x="812863" y="103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8962428" y="1764417"/>
            <a:ext cx="357505" cy="424815"/>
          </a:xfrm>
          <a:custGeom>
            <a:avLst/>
            <a:gdLst/>
            <a:ahLst/>
            <a:cxnLst/>
            <a:rect l="l" t="t" r="r" b="b"/>
            <a:pathLst>
              <a:path w="357504" h="424814">
                <a:moveTo>
                  <a:pt x="219130" y="306949"/>
                </a:moveTo>
                <a:lnTo>
                  <a:pt x="164139" y="306949"/>
                </a:lnTo>
                <a:lnTo>
                  <a:pt x="151917" y="332322"/>
                </a:lnTo>
                <a:lnTo>
                  <a:pt x="123604" y="355712"/>
                </a:lnTo>
                <a:lnTo>
                  <a:pt x="80856" y="374133"/>
                </a:lnTo>
                <a:lnTo>
                  <a:pt x="25329" y="384603"/>
                </a:lnTo>
                <a:lnTo>
                  <a:pt x="43326" y="424596"/>
                </a:lnTo>
                <a:lnTo>
                  <a:pt x="91715" y="415559"/>
                </a:lnTo>
                <a:lnTo>
                  <a:pt x="91900" y="415559"/>
                </a:lnTo>
                <a:lnTo>
                  <a:pt x="133748" y="400225"/>
                </a:lnTo>
                <a:lnTo>
                  <a:pt x="167313" y="379650"/>
                </a:lnTo>
                <a:lnTo>
                  <a:pt x="191801" y="354608"/>
                </a:lnTo>
                <a:lnTo>
                  <a:pt x="258786" y="354608"/>
                </a:lnTo>
                <a:lnTo>
                  <a:pt x="231243" y="331830"/>
                </a:lnTo>
                <a:lnTo>
                  <a:pt x="219130" y="306949"/>
                </a:lnTo>
                <a:close/>
              </a:path>
              <a:path w="357504" h="424814">
                <a:moveTo>
                  <a:pt x="258786" y="354608"/>
                </a:moveTo>
                <a:lnTo>
                  <a:pt x="191801" y="354608"/>
                </a:lnTo>
                <a:lnTo>
                  <a:pt x="216086" y="379486"/>
                </a:lnTo>
                <a:lnTo>
                  <a:pt x="249523" y="400225"/>
                </a:lnTo>
                <a:lnTo>
                  <a:pt x="290715" y="415559"/>
                </a:lnTo>
                <a:lnTo>
                  <a:pt x="339277" y="424596"/>
                </a:lnTo>
                <a:lnTo>
                  <a:pt x="356941" y="384603"/>
                </a:lnTo>
                <a:lnTo>
                  <a:pt x="301710" y="373594"/>
                </a:lnTo>
                <a:lnTo>
                  <a:pt x="259290" y="355024"/>
                </a:lnTo>
                <a:lnTo>
                  <a:pt x="258786" y="354608"/>
                </a:lnTo>
                <a:close/>
              </a:path>
              <a:path w="357504" h="424814">
                <a:moveTo>
                  <a:pt x="340943" y="267789"/>
                </a:moveTo>
                <a:lnTo>
                  <a:pt x="42659" y="267789"/>
                </a:lnTo>
                <a:lnTo>
                  <a:pt x="42659" y="306949"/>
                </a:lnTo>
                <a:lnTo>
                  <a:pt x="340943" y="306949"/>
                </a:lnTo>
                <a:lnTo>
                  <a:pt x="340943" y="267789"/>
                </a:lnTo>
                <a:close/>
              </a:path>
              <a:path w="357504" h="424814">
                <a:moveTo>
                  <a:pt x="217797" y="230295"/>
                </a:moveTo>
                <a:lnTo>
                  <a:pt x="165306" y="230295"/>
                </a:lnTo>
                <a:lnTo>
                  <a:pt x="165306" y="267789"/>
                </a:lnTo>
                <a:lnTo>
                  <a:pt x="217797" y="267789"/>
                </a:lnTo>
                <a:lnTo>
                  <a:pt x="217797" y="230295"/>
                </a:lnTo>
                <a:close/>
              </a:path>
              <a:path w="357504" h="424814">
                <a:moveTo>
                  <a:pt x="332112" y="0"/>
                </a:moveTo>
                <a:lnTo>
                  <a:pt x="280287" y="0"/>
                </a:lnTo>
                <a:lnTo>
                  <a:pt x="280287" y="242460"/>
                </a:lnTo>
                <a:lnTo>
                  <a:pt x="332112" y="242460"/>
                </a:lnTo>
                <a:lnTo>
                  <a:pt x="332112" y="0"/>
                </a:lnTo>
                <a:close/>
              </a:path>
              <a:path w="357504" h="424814">
                <a:moveTo>
                  <a:pt x="205132" y="26329"/>
                </a:moveTo>
                <a:lnTo>
                  <a:pt x="0" y="26329"/>
                </a:lnTo>
                <a:lnTo>
                  <a:pt x="0" y="203466"/>
                </a:lnTo>
                <a:lnTo>
                  <a:pt x="205132" y="203466"/>
                </a:lnTo>
                <a:lnTo>
                  <a:pt x="205132" y="162473"/>
                </a:lnTo>
                <a:lnTo>
                  <a:pt x="51491" y="162473"/>
                </a:lnTo>
                <a:lnTo>
                  <a:pt x="51491" y="67655"/>
                </a:lnTo>
                <a:lnTo>
                  <a:pt x="205132" y="67655"/>
                </a:lnTo>
                <a:lnTo>
                  <a:pt x="205132" y="26329"/>
                </a:lnTo>
                <a:close/>
              </a:path>
              <a:path w="357504" h="424814">
                <a:moveTo>
                  <a:pt x="205132" y="67655"/>
                </a:moveTo>
                <a:lnTo>
                  <a:pt x="153308" y="67655"/>
                </a:lnTo>
                <a:lnTo>
                  <a:pt x="153308" y="162473"/>
                </a:lnTo>
                <a:lnTo>
                  <a:pt x="205132" y="162473"/>
                </a:lnTo>
                <a:lnTo>
                  <a:pt x="205132" y="67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9468523" y="1760752"/>
            <a:ext cx="810260" cy="429895"/>
          </a:xfrm>
          <a:custGeom>
            <a:avLst/>
            <a:gdLst/>
            <a:ahLst/>
            <a:cxnLst/>
            <a:rect l="l" t="t" r="r" b="b"/>
            <a:pathLst>
              <a:path w="810259" h="429894">
                <a:moveTo>
                  <a:pt x="255625" y="32334"/>
                </a:moveTo>
                <a:lnTo>
                  <a:pt x="159639" y="32334"/>
                </a:lnTo>
                <a:lnTo>
                  <a:pt x="159639" y="0"/>
                </a:lnTo>
                <a:lnTo>
                  <a:pt x="107315" y="0"/>
                </a:lnTo>
                <a:lnTo>
                  <a:pt x="107315" y="32334"/>
                </a:lnTo>
                <a:lnTo>
                  <a:pt x="10998" y="32334"/>
                </a:lnTo>
                <a:lnTo>
                  <a:pt x="10998" y="67995"/>
                </a:lnTo>
                <a:lnTo>
                  <a:pt x="255625" y="67995"/>
                </a:lnTo>
                <a:lnTo>
                  <a:pt x="255625" y="32334"/>
                </a:lnTo>
                <a:close/>
              </a:path>
              <a:path w="810259" h="429894">
                <a:moveTo>
                  <a:pt x="270789" y="232295"/>
                </a:moveTo>
                <a:lnTo>
                  <a:pt x="268033" y="208470"/>
                </a:lnTo>
                <a:lnTo>
                  <a:pt x="266954" y="199136"/>
                </a:lnTo>
                <a:lnTo>
                  <a:pt x="240906" y="202311"/>
                </a:lnTo>
                <a:lnTo>
                  <a:pt x="214172" y="204863"/>
                </a:lnTo>
                <a:lnTo>
                  <a:pt x="186994" y="206895"/>
                </a:lnTo>
                <a:lnTo>
                  <a:pt x="159639" y="208470"/>
                </a:lnTo>
                <a:lnTo>
                  <a:pt x="159639" y="188976"/>
                </a:lnTo>
                <a:lnTo>
                  <a:pt x="190893" y="182524"/>
                </a:lnTo>
                <a:lnTo>
                  <a:pt x="191147" y="182524"/>
                </a:lnTo>
                <a:lnTo>
                  <a:pt x="215036" y="170891"/>
                </a:lnTo>
                <a:lnTo>
                  <a:pt x="215176" y="170891"/>
                </a:lnTo>
                <a:lnTo>
                  <a:pt x="228180" y="156806"/>
                </a:lnTo>
                <a:lnTo>
                  <a:pt x="230416" y="154381"/>
                </a:lnTo>
                <a:lnTo>
                  <a:pt x="231444" y="150685"/>
                </a:lnTo>
                <a:lnTo>
                  <a:pt x="235966" y="133311"/>
                </a:lnTo>
                <a:lnTo>
                  <a:pt x="228955" y="111480"/>
                </a:lnTo>
                <a:lnTo>
                  <a:pt x="228511" y="110096"/>
                </a:lnTo>
                <a:lnTo>
                  <a:pt x="207772" y="92824"/>
                </a:lnTo>
                <a:lnTo>
                  <a:pt x="185635" y="85458"/>
                </a:lnTo>
                <a:lnTo>
                  <a:pt x="185635" y="133311"/>
                </a:lnTo>
                <a:lnTo>
                  <a:pt x="182041" y="143319"/>
                </a:lnTo>
                <a:lnTo>
                  <a:pt x="171678" y="150685"/>
                </a:lnTo>
                <a:lnTo>
                  <a:pt x="155130" y="155244"/>
                </a:lnTo>
                <a:lnTo>
                  <a:pt x="132981" y="156806"/>
                </a:lnTo>
                <a:lnTo>
                  <a:pt x="110744" y="155244"/>
                </a:lnTo>
                <a:lnTo>
                  <a:pt x="94170" y="150685"/>
                </a:lnTo>
                <a:lnTo>
                  <a:pt x="83883" y="143319"/>
                </a:lnTo>
                <a:lnTo>
                  <a:pt x="80479" y="133311"/>
                </a:lnTo>
                <a:lnTo>
                  <a:pt x="83883" y="123888"/>
                </a:lnTo>
                <a:lnTo>
                  <a:pt x="94170" y="117094"/>
                </a:lnTo>
                <a:lnTo>
                  <a:pt x="110744" y="112953"/>
                </a:lnTo>
                <a:lnTo>
                  <a:pt x="132981" y="111480"/>
                </a:lnTo>
                <a:lnTo>
                  <a:pt x="155130" y="112953"/>
                </a:lnTo>
                <a:lnTo>
                  <a:pt x="171678" y="117094"/>
                </a:lnTo>
                <a:lnTo>
                  <a:pt x="182041" y="123888"/>
                </a:lnTo>
                <a:lnTo>
                  <a:pt x="185635" y="133311"/>
                </a:lnTo>
                <a:lnTo>
                  <a:pt x="185635" y="85458"/>
                </a:lnTo>
                <a:lnTo>
                  <a:pt x="175387" y="82042"/>
                </a:lnTo>
                <a:lnTo>
                  <a:pt x="132981" y="78320"/>
                </a:lnTo>
                <a:lnTo>
                  <a:pt x="90525" y="82042"/>
                </a:lnTo>
                <a:lnTo>
                  <a:pt x="58089" y="92824"/>
                </a:lnTo>
                <a:lnTo>
                  <a:pt x="37439" y="110096"/>
                </a:lnTo>
                <a:lnTo>
                  <a:pt x="30327" y="133311"/>
                </a:lnTo>
                <a:lnTo>
                  <a:pt x="35509" y="154381"/>
                </a:lnTo>
                <a:lnTo>
                  <a:pt x="50825" y="170891"/>
                </a:lnTo>
                <a:lnTo>
                  <a:pt x="75133" y="182524"/>
                </a:lnTo>
                <a:lnTo>
                  <a:pt x="107315" y="188976"/>
                </a:lnTo>
                <a:lnTo>
                  <a:pt x="107315" y="210299"/>
                </a:lnTo>
                <a:lnTo>
                  <a:pt x="39598" y="211302"/>
                </a:lnTo>
                <a:lnTo>
                  <a:pt x="0" y="211302"/>
                </a:lnTo>
                <a:lnTo>
                  <a:pt x="5638" y="247942"/>
                </a:lnTo>
                <a:lnTo>
                  <a:pt x="5664" y="248132"/>
                </a:lnTo>
                <a:lnTo>
                  <a:pt x="53060" y="247942"/>
                </a:lnTo>
                <a:lnTo>
                  <a:pt x="104940" y="246926"/>
                </a:lnTo>
                <a:lnTo>
                  <a:pt x="159639" y="244424"/>
                </a:lnTo>
                <a:lnTo>
                  <a:pt x="215480" y="239763"/>
                </a:lnTo>
                <a:lnTo>
                  <a:pt x="270789" y="232295"/>
                </a:lnTo>
                <a:close/>
              </a:path>
              <a:path w="810259" h="429894">
                <a:moveTo>
                  <a:pt x="356273" y="390271"/>
                </a:moveTo>
                <a:lnTo>
                  <a:pt x="109816" y="390271"/>
                </a:lnTo>
                <a:lnTo>
                  <a:pt x="109816" y="363105"/>
                </a:lnTo>
                <a:lnTo>
                  <a:pt x="341439" y="363105"/>
                </a:lnTo>
                <a:lnTo>
                  <a:pt x="341439" y="270954"/>
                </a:lnTo>
                <a:lnTo>
                  <a:pt x="56819" y="270954"/>
                </a:lnTo>
                <a:lnTo>
                  <a:pt x="56819" y="306451"/>
                </a:lnTo>
                <a:lnTo>
                  <a:pt x="289115" y="306451"/>
                </a:lnTo>
                <a:lnTo>
                  <a:pt x="289115" y="330454"/>
                </a:lnTo>
                <a:lnTo>
                  <a:pt x="57327" y="330454"/>
                </a:lnTo>
                <a:lnTo>
                  <a:pt x="57327" y="425767"/>
                </a:lnTo>
                <a:lnTo>
                  <a:pt x="356273" y="425767"/>
                </a:lnTo>
                <a:lnTo>
                  <a:pt x="356273" y="390271"/>
                </a:lnTo>
                <a:close/>
              </a:path>
              <a:path w="810259" h="429894">
                <a:moveTo>
                  <a:pt x="398932" y="106984"/>
                </a:moveTo>
                <a:lnTo>
                  <a:pt x="341439" y="106984"/>
                </a:lnTo>
                <a:lnTo>
                  <a:pt x="341439" y="3670"/>
                </a:lnTo>
                <a:lnTo>
                  <a:pt x="288950" y="3670"/>
                </a:lnTo>
                <a:lnTo>
                  <a:pt x="288950" y="254457"/>
                </a:lnTo>
                <a:lnTo>
                  <a:pt x="341439" y="254457"/>
                </a:lnTo>
                <a:lnTo>
                  <a:pt x="341439" y="150977"/>
                </a:lnTo>
                <a:lnTo>
                  <a:pt x="398932" y="150977"/>
                </a:lnTo>
                <a:lnTo>
                  <a:pt x="398932" y="106984"/>
                </a:lnTo>
                <a:close/>
              </a:path>
              <a:path w="810259" h="429894">
                <a:moveTo>
                  <a:pt x="762203" y="351777"/>
                </a:moveTo>
                <a:lnTo>
                  <a:pt x="752030" y="318579"/>
                </a:lnTo>
                <a:lnTo>
                  <a:pt x="746721" y="314121"/>
                </a:lnTo>
                <a:lnTo>
                  <a:pt x="722884" y="294106"/>
                </a:lnTo>
                <a:lnTo>
                  <a:pt x="709879" y="289864"/>
                </a:lnTo>
                <a:lnTo>
                  <a:pt x="709879" y="351777"/>
                </a:lnTo>
                <a:lnTo>
                  <a:pt x="703453" y="368033"/>
                </a:lnTo>
                <a:lnTo>
                  <a:pt x="685038" y="379730"/>
                </a:lnTo>
                <a:lnTo>
                  <a:pt x="655205" y="386740"/>
                </a:lnTo>
                <a:lnTo>
                  <a:pt x="614565" y="388937"/>
                </a:lnTo>
                <a:lnTo>
                  <a:pt x="573595" y="386740"/>
                </a:lnTo>
                <a:lnTo>
                  <a:pt x="543763" y="379730"/>
                </a:lnTo>
                <a:lnTo>
                  <a:pt x="525589" y="368033"/>
                </a:lnTo>
                <a:lnTo>
                  <a:pt x="519582" y="351777"/>
                </a:lnTo>
                <a:lnTo>
                  <a:pt x="525589" y="335559"/>
                </a:lnTo>
                <a:lnTo>
                  <a:pt x="543763" y="323761"/>
                </a:lnTo>
                <a:lnTo>
                  <a:pt x="573595" y="316560"/>
                </a:lnTo>
                <a:lnTo>
                  <a:pt x="614565" y="314121"/>
                </a:lnTo>
                <a:lnTo>
                  <a:pt x="655205" y="316560"/>
                </a:lnTo>
                <a:lnTo>
                  <a:pt x="685038" y="323761"/>
                </a:lnTo>
                <a:lnTo>
                  <a:pt x="703453" y="335559"/>
                </a:lnTo>
                <a:lnTo>
                  <a:pt x="709879" y="351777"/>
                </a:lnTo>
                <a:lnTo>
                  <a:pt x="709879" y="289864"/>
                </a:lnTo>
                <a:lnTo>
                  <a:pt x="676490" y="278968"/>
                </a:lnTo>
                <a:lnTo>
                  <a:pt x="614565" y="273786"/>
                </a:lnTo>
                <a:lnTo>
                  <a:pt x="552373" y="278968"/>
                </a:lnTo>
                <a:lnTo>
                  <a:pt x="505726" y="294106"/>
                </a:lnTo>
                <a:lnTo>
                  <a:pt x="476427" y="318579"/>
                </a:lnTo>
                <a:lnTo>
                  <a:pt x="466255" y="351777"/>
                </a:lnTo>
                <a:lnTo>
                  <a:pt x="476427" y="384797"/>
                </a:lnTo>
                <a:lnTo>
                  <a:pt x="505726" y="409181"/>
                </a:lnTo>
                <a:lnTo>
                  <a:pt x="552373" y="424332"/>
                </a:lnTo>
                <a:lnTo>
                  <a:pt x="614565" y="429602"/>
                </a:lnTo>
                <a:lnTo>
                  <a:pt x="676490" y="424332"/>
                </a:lnTo>
                <a:lnTo>
                  <a:pt x="722884" y="409181"/>
                </a:lnTo>
                <a:lnTo>
                  <a:pt x="747077" y="388937"/>
                </a:lnTo>
                <a:lnTo>
                  <a:pt x="752030" y="384797"/>
                </a:lnTo>
                <a:lnTo>
                  <a:pt x="762203" y="351777"/>
                </a:lnTo>
                <a:close/>
              </a:path>
              <a:path w="810259" h="429894">
                <a:moveTo>
                  <a:pt x="809866" y="207632"/>
                </a:moveTo>
                <a:lnTo>
                  <a:pt x="641223" y="207632"/>
                </a:lnTo>
                <a:lnTo>
                  <a:pt x="641223" y="166814"/>
                </a:lnTo>
                <a:lnTo>
                  <a:pt x="765035" y="166814"/>
                </a:lnTo>
                <a:lnTo>
                  <a:pt x="765035" y="125488"/>
                </a:lnTo>
                <a:lnTo>
                  <a:pt x="520915" y="125488"/>
                </a:lnTo>
                <a:lnTo>
                  <a:pt x="520915" y="63995"/>
                </a:lnTo>
                <a:lnTo>
                  <a:pt x="762711" y="63995"/>
                </a:lnTo>
                <a:lnTo>
                  <a:pt x="762711" y="22834"/>
                </a:lnTo>
                <a:lnTo>
                  <a:pt x="468922" y="22834"/>
                </a:lnTo>
                <a:lnTo>
                  <a:pt x="468922" y="166814"/>
                </a:lnTo>
                <a:lnTo>
                  <a:pt x="589902" y="166814"/>
                </a:lnTo>
                <a:lnTo>
                  <a:pt x="589902" y="207632"/>
                </a:lnTo>
                <a:lnTo>
                  <a:pt x="421093" y="207632"/>
                </a:lnTo>
                <a:lnTo>
                  <a:pt x="421093" y="249301"/>
                </a:lnTo>
                <a:lnTo>
                  <a:pt x="809866" y="249301"/>
                </a:lnTo>
                <a:lnTo>
                  <a:pt x="809866" y="2076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851786" y="1701158"/>
            <a:ext cx="229568" cy="139450"/>
          </a:xfrm>
          <a:prstGeom prst="rect">
            <a:avLst/>
          </a:prstGeom>
        </p:spPr>
      </p:pic>
      <p:sp>
        <p:nvSpPr>
          <p:cNvPr id="50" name="object 50" descr=""/>
          <p:cNvSpPr/>
          <p:nvPr/>
        </p:nvSpPr>
        <p:spPr>
          <a:xfrm>
            <a:off x="1181100" y="3394867"/>
            <a:ext cx="15925800" cy="14604"/>
          </a:xfrm>
          <a:custGeom>
            <a:avLst/>
            <a:gdLst/>
            <a:ahLst/>
            <a:cxnLst/>
            <a:rect l="l" t="t" r="r" b="b"/>
            <a:pathLst>
              <a:path w="15925800" h="14604">
                <a:moveTo>
                  <a:pt x="0" y="14287"/>
                </a:moveTo>
                <a:lnTo>
                  <a:pt x="15925800" y="14287"/>
                </a:lnTo>
                <a:lnTo>
                  <a:pt x="15925800" y="0"/>
                </a:lnTo>
                <a:lnTo>
                  <a:pt x="0" y="0"/>
                </a:lnTo>
                <a:lnTo>
                  <a:pt x="0" y="14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181100" y="4639699"/>
            <a:ext cx="15925800" cy="0"/>
          </a:xfrm>
          <a:custGeom>
            <a:avLst/>
            <a:gdLst/>
            <a:ahLst/>
            <a:cxnLst/>
            <a:rect l="l" t="t" r="r" b="b"/>
            <a:pathLst>
              <a:path w="15925800" h="0">
                <a:moveTo>
                  <a:pt x="0" y="0"/>
                </a:moveTo>
                <a:lnTo>
                  <a:pt x="159258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1795801" y="3698498"/>
            <a:ext cx="0" cy="645160"/>
          </a:xfrm>
          <a:custGeom>
            <a:avLst/>
            <a:gdLst/>
            <a:ahLst/>
            <a:cxnLst/>
            <a:rect l="l" t="t" r="r" b="b"/>
            <a:pathLst>
              <a:path w="0" h="645160">
                <a:moveTo>
                  <a:pt x="0" y="644716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6492197" y="3698497"/>
            <a:ext cx="0" cy="645160"/>
          </a:xfrm>
          <a:custGeom>
            <a:avLst/>
            <a:gdLst/>
            <a:ahLst/>
            <a:cxnLst/>
            <a:rect l="l" t="t" r="r" b="b"/>
            <a:pathLst>
              <a:path w="0" h="645160">
                <a:moveTo>
                  <a:pt x="0" y="644716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910535" y="2860658"/>
            <a:ext cx="470607" cy="246398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7886196" y="3934795"/>
            <a:ext cx="402590" cy="187325"/>
            <a:chOff x="7886196" y="3934795"/>
            <a:chExt cx="402590" cy="187325"/>
          </a:xfrm>
        </p:grpSpPr>
        <p:pic>
          <p:nvPicPr>
            <p:cNvPr id="56" name="object 5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86196" y="3934795"/>
              <a:ext cx="355525" cy="186894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8265801" y="3983028"/>
              <a:ext cx="22860" cy="100330"/>
            </a:xfrm>
            <a:custGeom>
              <a:avLst/>
              <a:gdLst/>
              <a:ahLst/>
              <a:cxnLst/>
              <a:rect l="l" t="t" r="r" b="b"/>
              <a:pathLst>
                <a:path w="22859" h="100329">
                  <a:moveTo>
                    <a:pt x="17593" y="0"/>
                  </a:moveTo>
                  <a:lnTo>
                    <a:pt x="5218" y="0"/>
                  </a:lnTo>
                  <a:lnTo>
                    <a:pt x="0" y="5069"/>
                  </a:lnTo>
                  <a:lnTo>
                    <a:pt x="148" y="11257"/>
                  </a:lnTo>
                  <a:lnTo>
                    <a:pt x="0" y="17444"/>
                  </a:lnTo>
                  <a:lnTo>
                    <a:pt x="5218" y="22514"/>
                  </a:lnTo>
                  <a:lnTo>
                    <a:pt x="17593" y="22514"/>
                  </a:lnTo>
                  <a:lnTo>
                    <a:pt x="22663" y="17444"/>
                  </a:lnTo>
                  <a:lnTo>
                    <a:pt x="22663" y="5069"/>
                  </a:lnTo>
                  <a:lnTo>
                    <a:pt x="17593" y="0"/>
                  </a:lnTo>
                  <a:close/>
                </a:path>
                <a:path w="22859" h="100329">
                  <a:moveTo>
                    <a:pt x="17593" y="77308"/>
                  </a:moveTo>
                  <a:lnTo>
                    <a:pt x="5218" y="77308"/>
                  </a:lnTo>
                  <a:lnTo>
                    <a:pt x="0" y="82376"/>
                  </a:lnTo>
                  <a:lnTo>
                    <a:pt x="148" y="88564"/>
                  </a:lnTo>
                  <a:lnTo>
                    <a:pt x="0" y="94752"/>
                  </a:lnTo>
                  <a:lnTo>
                    <a:pt x="5218" y="99821"/>
                  </a:lnTo>
                  <a:lnTo>
                    <a:pt x="17593" y="99821"/>
                  </a:lnTo>
                  <a:lnTo>
                    <a:pt x="22663" y="94752"/>
                  </a:lnTo>
                  <a:lnTo>
                    <a:pt x="22663" y="82376"/>
                  </a:lnTo>
                  <a:lnTo>
                    <a:pt x="17593" y="77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8363710" y="3935839"/>
            <a:ext cx="717550" cy="183515"/>
            <a:chOff x="8363710" y="3935839"/>
            <a:chExt cx="717550" cy="183515"/>
          </a:xfrm>
        </p:grpSpPr>
        <p:sp>
          <p:nvSpPr>
            <p:cNvPr id="59" name="object 59" descr=""/>
            <p:cNvSpPr/>
            <p:nvPr/>
          </p:nvSpPr>
          <p:spPr>
            <a:xfrm>
              <a:off x="8363699" y="3949699"/>
              <a:ext cx="542925" cy="148590"/>
            </a:xfrm>
            <a:custGeom>
              <a:avLst/>
              <a:gdLst/>
              <a:ahLst/>
              <a:cxnLst/>
              <a:rect l="l" t="t" r="r" b="b"/>
              <a:pathLst>
                <a:path w="542925" h="148589">
                  <a:moveTo>
                    <a:pt x="153428" y="5524"/>
                  </a:moveTo>
                  <a:lnTo>
                    <a:pt x="109664" y="5524"/>
                  </a:lnTo>
                  <a:lnTo>
                    <a:pt x="109664" y="16789"/>
                  </a:lnTo>
                  <a:lnTo>
                    <a:pt x="109664" y="84696"/>
                  </a:lnTo>
                  <a:lnTo>
                    <a:pt x="59499" y="84696"/>
                  </a:lnTo>
                  <a:lnTo>
                    <a:pt x="59499" y="16789"/>
                  </a:lnTo>
                  <a:lnTo>
                    <a:pt x="109664" y="16789"/>
                  </a:lnTo>
                  <a:lnTo>
                    <a:pt x="109664" y="5524"/>
                  </a:lnTo>
                  <a:lnTo>
                    <a:pt x="15659" y="5524"/>
                  </a:lnTo>
                  <a:lnTo>
                    <a:pt x="15659" y="16789"/>
                  </a:lnTo>
                  <a:lnTo>
                    <a:pt x="46304" y="16789"/>
                  </a:lnTo>
                  <a:lnTo>
                    <a:pt x="46304" y="84696"/>
                  </a:lnTo>
                  <a:lnTo>
                    <a:pt x="15811" y="84696"/>
                  </a:lnTo>
                  <a:lnTo>
                    <a:pt x="15811" y="95656"/>
                  </a:lnTo>
                  <a:lnTo>
                    <a:pt x="153123" y="95656"/>
                  </a:lnTo>
                  <a:lnTo>
                    <a:pt x="153123" y="84696"/>
                  </a:lnTo>
                  <a:lnTo>
                    <a:pt x="122707" y="84696"/>
                  </a:lnTo>
                  <a:lnTo>
                    <a:pt x="122707" y="16789"/>
                  </a:lnTo>
                  <a:lnTo>
                    <a:pt x="153428" y="16789"/>
                  </a:lnTo>
                  <a:lnTo>
                    <a:pt x="153428" y="5524"/>
                  </a:lnTo>
                  <a:close/>
                </a:path>
                <a:path w="542925" h="148589">
                  <a:moveTo>
                    <a:pt x="170345" y="135623"/>
                  </a:moveTo>
                  <a:lnTo>
                    <a:pt x="0" y="135623"/>
                  </a:lnTo>
                  <a:lnTo>
                    <a:pt x="0" y="147243"/>
                  </a:lnTo>
                  <a:lnTo>
                    <a:pt x="170345" y="147243"/>
                  </a:lnTo>
                  <a:lnTo>
                    <a:pt x="170345" y="135623"/>
                  </a:lnTo>
                  <a:close/>
                </a:path>
                <a:path w="542925" h="148589">
                  <a:moveTo>
                    <a:pt x="357022" y="137172"/>
                  </a:moveTo>
                  <a:lnTo>
                    <a:pt x="277850" y="137172"/>
                  </a:lnTo>
                  <a:lnTo>
                    <a:pt x="277850" y="99072"/>
                  </a:lnTo>
                  <a:lnTo>
                    <a:pt x="339280" y="99072"/>
                  </a:lnTo>
                  <a:lnTo>
                    <a:pt x="339280" y="87630"/>
                  </a:lnTo>
                  <a:lnTo>
                    <a:pt x="221716" y="87630"/>
                  </a:lnTo>
                  <a:lnTo>
                    <a:pt x="221716" y="54610"/>
                  </a:lnTo>
                  <a:lnTo>
                    <a:pt x="334949" y="54610"/>
                  </a:lnTo>
                  <a:lnTo>
                    <a:pt x="334949" y="43192"/>
                  </a:lnTo>
                  <a:lnTo>
                    <a:pt x="334949" y="11430"/>
                  </a:lnTo>
                  <a:lnTo>
                    <a:pt x="334949" y="0"/>
                  </a:lnTo>
                  <a:lnTo>
                    <a:pt x="208000" y="0"/>
                  </a:lnTo>
                  <a:lnTo>
                    <a:pt x="208000" y="11430"/>
                  </a:lnTo>
                  <a:lnTo>
                    <a:pt x="321830" y="11430"/>
                  </a:lnTo>
                  <a:lnTo>
                    <a:pt x="321830" y="43192"/>
                  </a:lnTo>
                  <a:lnTo>
                    <a:pt x="208597" y="43192"/>
                  </a:lnTo>
                  <a:lnTo>
                    <a:pt x="208597" y="54610"/>
                  </a:lnTo>
                  <a:lnTo>
                    <a:pt x="208597" y="87630"/>
                  </a:lnTo>
                  <a:lnTo>
                    <a:pt x="208597" y="99072"/>
                  </a:lnTo>
                  <a:lnTo>
                    <a:pt x="264731" y="99072"/>
                  </a:lnTo>
                  <a:lnTo>
                    <a:pt x="264731" y="137172"/>
                  </a:lnTo>
                  <a:lnTo>
                    <a:pt x="186677" y="137172"/>
                  </a:lnTo>
                  <a:lnTo>
                    <a:pt x="186677" y="148590"/>
                  </a:lnTo>
                  <a:lnTo>
                    <a:pt x="357022" y="148590"/>
                  </a:lnTo>
                  <a:lnTo>
                    <a:pt x="357022" y="137172"/>
                  </a:lnTo>
                  <a:close/>
                </a:path>
                <a:path w="542925" h="148589">
                  <a:moveTo>
                    <a:pt x="519391" y="6718"/>
                  </a:moveTo>
                  <a:lnTo>
                    <a:pt x="392214" y="6718"/>
                  </a:lnTo>
                  <a:lnTo>
                    <a:pt x="392214" y="17907"/>
                  </a:lnTo>
                  <a:lnTo>
                    <a:pt x="506412" y="17907"/>
                  </a:lnTo>
                  <a:lnTo>
                    <a:pt x="506412" y="24168"/>
                  </a:lnTo>
                  <a:lnTo>
                    <a:pt x="506260" y="41948"/>
                  </a:lnTo>
                  <a:lnTo>
                    <a:pt x="505383" y="62547"/>
                  </a:lnTo>
                  <a:lnTo>
                    <a:pt x="503110" y="86080"/>
                  </a:lnTo>
                  <a:lnTo>
                    <a:pt x="498665" y="113258"/>
                  </a:lnTo>
                  <a:lnTo>
                    <a:pt x="512305" y="114744"/>
                  </a:lnTo>
                  <a:lnTo>
                    <a:pt x="516407" y="86448"/>
                  </a:lnTo>
                  <a:lnTo>
                    <a:pt x="518502" y="62547"/>
                  </a:lnTo>
                  <a:lnTo>
                    <a:pt x="519277" y="42100"/>
                  </a:lnTo>
                  <a:lnTo>
                    <a:pt x="519391" y="6718"/>
                  </a:lnTo>
                  <a:close/>
                </a:path>
                <a:path w="542925" h="148589">
                  <a:moveTo>
                    <a:pt x="542874" y="132334"/>
                  </a:moveTo>
                  <a:lnTo>
                    <a:pt x="373341" y="132334"/>
                  </a:lnTo>
                  <a:lnTo>
                    <a:pt x="373341" y="143662"/>
                  </a:lnTo>
                  <a:lnTo>
                    <a:pt x="542874" y="143662"/>
                  </a:lnTo>
                  <a:lnTo>
                    <a:pt x="542874" y="1323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32148" y="3935839"/>
              <a:ext cx="148874" cy="183167"/>
            </a:xfrm>
            <a:prstGeom prst="rect">
              <a:avLst/>
            </a:prstGeom>
          </p:spPr>
        </p:pic>
      </p:grpSp>
      <p:grpSp>
        <p:nvGrpSpPr>
          <p:cNvPr id="61" name="object 61" descr=""/>
          <p:cNvGrpSpPr/>
          <p:nvPr/>
        </p:nvGrpSpPr>
        <p:grpSpPr>
          <a:xfrm>
            <a:off x="9169628" y="3935541"/>
            <a:ext cx="330835" cy="186690"/>
            <a:chOff x="9169628" y="3935541"/>
            <a:chExt cx="330835" cy="186690"/>
          </a:xfrm>
        </p:grpSpPr>
        <p:pic>
          <p:nvPicPr>
            <p:cNvPr id="62" name="object 6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69628" y="3935616"/>
              <a:ext cx="151111" cy="186074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50111" y="3935541"/>
              <a:ext cx="150291" cy="186149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9594307" y="3935839"/>
            <a:ext cx="277495" cy="186690"/>
            <a:chOff x="9594307" y="3935839"/>
            <a:chExt cx="277495" cy="186690"/>
          </a:xfrm>
        </p:grpSpPr>
        <p:pic>
          <p:nvPicPr>
            <p:cNvPr id="65" name="object 6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94307" y="3950451"/>
              <a:ext cx="102729" cy="156851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718357" y="3935839"/>
              <a:ext cx="153049" cy="186075"/>
            </a:xfrm>
            <a:prstGeom prst="rect">
              <a:avLst/>
            </a:prstGeom>
          </p:spPr>
        </p:pic>
      </p:grpSp>
      <p:pic>
        <p:nvPicPr>
          <p:cNvPr id="67" name="object 6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918596" y="3935615"/>
            <a:ext cx="471300" cy="200686"/>
          </a:xfrm>
          <a:prstGeom prst="rect">
            <a:avLst/>
          </a:prstGeom>
        </p:spPr>
      </p:pic>
      <p:grpSp>
        <p:nvGrpSpPr>
          <p:cNvPr id="68" name="object 68" descr=""/>
          <p:cNvGrpSpPr/>
          <p:nvPr/>
        </p:nvGrpSpPr>
        <p:grpSpPr>
          <a:xfrm>
            <a:off x="1182528" y="5494760"/>
            <a:ext cx="15925800" cy="801370"/>
            <a:chOff x="1182528" y="5494760"/>
            <a:chExt cx="15925800" cy="801370"/>
          </a:xfrm>
        </p:grpSpPr>
        <p:sp>
          <p:nvSpPr>
            <p:cNvPr id="69" name="object 69" descr=""/>
            <p:cNvSpPr/>
            <p:nvPr/>
          </p:nvSpPr>
          <p:spPr>
            <a:xfrm>
              <a:off x="1182528" y="5494760"/>
              <a:ext cx="15925800" cy="786765"/>
            </a:xfrm>
            <a:custGeom>
              <a:avLst/>
              <a:gdLst/>
              <a:ahLst/>
              <a:cxnLst/>
              <a:rect l="l" t="t" r="r" b="b"/>
              <a:pathLst>
                <a:path w="15925800" h="786764">
                  <a:moveTo>
                    <a:pt x="15925803" y="786590"/>
                  </a:moveTo>
                  <a:lnTo>
                    <a:pt x="0" y="786590"/>
                  </a:lnTo>
                  <a:lnTo>
                    <a:pt x="0" y="0"/>
                  </a:lnTo>
                  <a:lnTo>
                    <a:pt x="15925803" y="0"/>
                  </a:lnTo>
                  <a:lnTo>
                    <a:pt x="15925803" y="78659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182528" y="6281351"/>
              <a:ext cx="15925800" cy="14604"/>
            </a:xfrm>
            <a:custGeom>
              <a:avLst/>
              <a:gdLst/>
              <a:ahLst/>
              <a:cxnLst/>
              <a:rect l="l" t="t" r="r" b="b"/>
              <a:pathLst>
                <a:path w="15925800" h="14604">
                  <a:moveTo>
                    <a:pt x="0" y="14287"/>
                  </a:moveTo>
                  <a:lnTo>
                    <a:pt x="15925800" y="14287"/>
                  </a:lnTo>
                  <a:lnTo>
                    <a:pt x="15925800" y="0"/>
                  </a:lnTo>
                  <a:lnTo>
                    <a:pt x="0" y="0"/>
                  </a:lnTo>
                  <a:lnTo>
                    <a:pt x="0" y="14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/>
          <p:nvPr/>
        </p:nvSpPr>
        <p:spPr>
          <a:xfrm>
            <a:off x="1182528" y="7526183"/>
            <a:ext cx="15925800" cy="0"/>
          </a:xfrm>
          <a:custGeom>
            <a:avLst/>
            <a:gdLst/>
            <a:ahLst/>
            <a:cxnLst/>
            <a:rect l="l" t="t" r="r" b="b"/>
            <a:pathLst>
              <a:path w="15925800" h="0">
                <a:moveTo>
                  <a:pt x="0" y="0"/>
                </a:moveTo>
                <a:lnTo>
                  <a:pt x="15925800" y="0"/>
                </a:lnTo>
              </a:path>
            </a:pathLst>
          </a:custGeom>
          <a:ln w="14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1797230" y="6584980"/>
            <a:ext cx="0" cy="645160"/>
          </a:xfrm>
          <a:custGeom>
            <a:avLst/>
            <a:gdLst/>
            <a:ahLst/>
            <a:cxnLst/>
            <a:rect l="l" t="t" r="r" b="b"/>
            <a:pathLst>
              <a:path w="0" h="645159">
                <a:moveTo>
                  <a:pt x="0" y="644716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6493626" y="6584981"/>
            <a:ext cx="0" cy="645160"/>
          </a:xfrm>
          <a:custGeom>
            <a:avLst/>
            <a:gdLst/>
            <a:ahLst/>
            <a:cxnLst/>
            <a:rect l="l" t="t" r="r" b="b"/>
            <a:pathLst>
              <a:path w="0" h="645159">
                <a:moveTo>
                  <a:pt x="0" y="644716"/>
                </a:moveTo>
                <a:lnTo>
                  <a:pt x="0" y="0"/>
                </a:lnTo>
              </a:path>
            </a:pathLst>
          </a:custGeom>
          <a:ln w="13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4" name="object 74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876555" y="5745019"/>
            <a:ext cx="468870" cy="248713"/>
          </a:xfrm>
          <a:prstGeom prst="rect">
            <a:avLst/>
          </a:prstGeom>
        </p:spPr>
      </p:pic>
      <p:grpSp>
        <p:nvGrpSpPr>
          <p:cNvPr id="75" name="object 75" descr=""/>
          <p:cNvGrpSpPr/>
          <p:nvPr/>
        </p:nvGrpSpPr>
        <p:grpSpPr>
          <a:xfrm>
            <a:off x="8348416" y="6822099"/>
            <a:ext cx="1593215" cy="201295"/>
            <a:chOff x="8348416" y="6822099"/>
            <a:chExt cx="1593215" cy="201295"/>
          </a:xfrm>
        </p:grpSpPr>
        <p:sp>
          <p:nvSpPr>
            <p:cNvPr id="76" name="object 76" descr=""/>
            <p:cNvSpPr/>
            <p:nvPr/>
          </p:nvSpPr>
          <p:spPr>
            <a:xfrm>
              <a:off x="8348408" y="6822109"/>
              <a:ext cx="141605" cy="186690"/>
            </a:xfrm>
            <a:custGeom>
              <a:avLst/>
              <a:gdLst/>
              <a:ahLst/>
              <a:cxnLst/>
              <a:rect l="l" t="t" r="r" b="b"/>
              <a:pathLst>
                <a:path w="141604" h="186690">
                  <a:moveTo>
                    <a:pt x="84759" y="19380"/>
                  </a:moveTo>
                  <a:lnTo>
                    <a:pt x="0" y="19380"/>
                  </a:lnTo>
                  <a:lnTo>
                    <a:pt x="0" y="29540"/>
                  </a:lnTo>
                  <a:lnTo>
                    <a:pt x="0" y="127330"/>
                  </a:lnTo>
                  <a:lnTo>
                    <a:pt x="0" y="138760"/>
                  </a:lnTo>
                  <a:lnTo>
                    <a:pt x="84759" y="138760"/>
                  </a:lnTo>
                  <a:lnTo>
                    <a:pt x="84759" y="127330"/>
                  </a:lnTo>
                  <a:lnTo>
                    <a:pt x="84759" y="29667"/>
                  </a:lnTo>
                  <a:lnTo>
                    <a:pt x="71869" y="29667"/>
                  </a:lnTo>
                  <a:lnTo>
                    <a:pt x="71869" y="127330"/>
                  </a:lnTo>
                  <a:lnTo>
                    <a:pt x="13119" y="127330"/>
                  </a:lnTo>
                  <a:lnTo>
                    <a:pt x="13119" y="29540"/>
                  </a:lnTo>
                  <a:lnTo>
                    <a:pt x="84759" y="29540"/>
                  </a:lnTo>
                  <a:lnTo>
                    <a:pt x="84759" y="19380"/>
                  </a:lnTo>
                  <a:close/>
                </a:path>
                <a:path w="141604" h="186690">
                  <a:moveTo>
                    <a:pt x="141351" y="0"/>
                  </a:moveTo>
                  <a:lnTo>
                    <a:pt x="128079" y="0"/>
                  </a:lnTo>
                  <a:lnTo>
                    <a:pt x="128079" y="186296"/>
                  </a:lnTo>
                  <a:lnTo>
                    <a:pt x="141351" y="186296"/>
                  </a:lnTo>
                  <a:lnTo>
                    <a:pt x="1413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530018" y="6822099"/>
              <a:ext cx="152229" cy="186074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15273" y="6822323"/>
              <a:ext cx="154242" cy="181378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895458" y="6822099"/>
              <a:ext cx="160131" cy="186074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96741" y="6822099"/>
              <a:ext cx="215745" cy="200686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45363" y="6822323"/>
              <a:ext cx="148203" cy="183167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528232" y="6822099"/>
              <a:ext cx="157299" cy="186074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722657" y="6822440"/>
              <a:ext cx="218727" cy="200346"/>
            </a:xfrm>
            <a:prstGeom prst="rect">
              <a:avLst/>
            </a:prstGeom>
          </p:spPr>
        </p:pic>
      </p:grpSp>
      <p:grpSp>
        <p:nvGrpSpPr>
          <p:cNvPr id="84" name="object 84" descr=""/>
          <p:cNvGrpSpPr/>
          <p:nvPr/>
        </p:nvGrpSpPr>
        <p:grpSpPr>
          <a:xfrm>
            <a:off x="2943226" y="6822099"/>
            <a:ext cx="339090" cy="186690"/>
            <a:chOff x="2943226" y="6822099"/>
            <a:chExt cx="339090" cy="186690"/>
          </a:xfrm>
        </p:grpSpPr>
        <p:pic>
          <p:nvPicPr>
            <p:cNvPr id="85" name="object 8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943226" y="6822099"/>
              <a:ext cx="157597" cy="186074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33700" y="6822323"/>
              <a:ext cx="148203" cy="183167"/>
            </a:xfrm>
            <a:prstGeom prst="rect">
              <a:avLst/>
            </a:prstGeom>
          </p:spPr>
        </p:pic>
      </p:grpSp>
      <p:grpSp>
        <p:nvGrpSpPr>
          <p:cNvPr id="87" name="object 87" descr=""/>
          <p:cNvGrpSpPr/>
          <p:nvPr/>
        </p:nvGrpSpPr>
        <p:grpSpPr>
          <a:xfrm>
            <a:off x="3364775" y="6822099"/>
            <a:ext cx="902335" cy="186690"/>
            <a:chOff x="3364775" y="6822099"/>
            <a:chExt cx="902335" cy="186690"/>
          </a:xfrm>
        </p:grpSpPr>
        <p:sp>
          <p:nvSpPr>
            <p:cNvPr id="88" name="object 88" descr=""/>
            <p:cNvSpPr/>
            <p:nvPr/>
          </p:nvSpPr>
          <p:spPr>
            <a:xfrm>
              <a:off x="3364763" y="6822109"/>
              <a:ext cx="546100" cy="186690"/>
            </a:xfrm>
            <a:custGeom>
              <a:avLst/>
              <a:gdLst/>
              <a:ahLst/>
              <a:cxnLst/>
              <a:rect l="l" t="t" r="r" b="b"/>
              <a:pathLst>
                <a:path w="546100" h="186690">
                  <a:moveTo>
                    <a:pt x="113093" y="134785"/>
                  </a:moveTo>
                  <a:lnTo>
                    <a:pt x="94488" y="121970"/>
                  </a:lnTo>
                  <a:lnTo>
                    <a:pt x="78689" y="103682"/>
                  </a:lnTo>
                  <a:lnTo>
                    <a:pt x="69850" y="86245"/>
                  </a:lnTo>
                  <a:lnTo>
                    <a:pt x="67729" y="82080"/>
                  </a:lnTo>
                  <a:lnTo>
                    <a:pt x="63665" y="59334"/>
                  </a:lnTo>
                  <a:lnTo>
                    <a:pt x="63665" y="30784"/>
                  </a:lnTo>
                  <a:lnTo>
                    <a:pt x="106984" y="30784"/>
                  </a:lnTo>
                  <a:lnTo>
                    <a:pt x="106984" y="19456"/>
                  </a:lnTo>
                  <a:lnTo>
                    <a:pt x="6413" y="19456"/>
                  </a:lnTo>
                  <a:lnTo>
                    <a:pt x="6413" y="30784"/>
                  </a:lnTo>
                  <a:lnTo>
                    <a:pt x="50774" y="30784"/>
                  </a:lnTo>
                  <a:lnTo>
                    <a:pt x="50774" y="59334"/>
                  </a:lnTo>
                  <a:lnTo>
                    <a:pt x="34963" y="106438"/>
                  </a:lnTo>
                  <a:lnTo>
                    <a:pt x="0" y="139331"/>
                  </a:lnTo>
                  <a:lnTo>
                    <a:pt x="8128" y="149910"/>
                  </a:lnTo>
                  <a:lnTo>
                    <a:pt x="23241" y="139331"/>
                  </a:lnTo>
                  <a:lnTo>
                    <a:pt x="37211" y="124485"/>
                  </a:lnTo>
                  <a:lnTo>
                    <a:pt x="48806" y="106629"/>
                  </a:lnTo>
                  <a:lnTo>
                    <a:pt x="48933" y="106438"/>
                  </a:lnTo>
                  <a:lnTo>
                    <a:pt x="57340" y="86245"/>
                  </a:lnTo>
                  <a:lnTo>
                    <a:pt x="65405" y="104927"/>
                  </a:lnTo>
                  <a:lnTo>
                    <a:pt x="76657" y="121589"/>
                  </a:lnTo>
                  <a:lnTo>
                    <a:pt x="90195" y="135369"/>
                  </a:lnTo>
                  <a:lnTo>
                    <a:pt x="105194" y="145364"/>
                  </a:lnTo>
                  <a:lnTo>
                    <a:pt x="113093" y="134785"/>
                  </a:lnTo>
                  <a:close/>
                </a:path>
                <a:path w="546100" h="186690">
                  <a:moveTo>
                    <a:pt x="178028" y="76555"/>
                  </a:moveTo>
                  <a:lnTo>
                    <a:pt x="145821" y="76555"/>
                  </a:lnTo>
                  <a:lnTo>
                    <a:pt x="145821" y="0"/>
                  </a:lnTo>
                  <a:lnTo>
                    <a:pt x="132486" y="0"/>
                  </a:lnTo>
                  <a:lnTo>
                    <a:pt x="132486" y="186067"/>
                  </a:lnTo>
                  <a:lnTo>
                    <a:pt x="145821" y="186067"/>
                  </a:lnTo>
                  <a:lnTo>
                    <a:pt x="145821" y="88112"/>
                  </a:lnTo>
                  <a:lnTo>
                    <a:pt x="178028" y="88112"/>
                  </a:lnTo>
                  <a:lnTo>
                    <a:pt x="178028" y="76555"/>
                  </a:lnTo>
                  <a:close/>
                </a:path>
                <a:path w="546100" h="186690">
                  <a:moveTo>
                    <a:pt x="339128" y="34810"/>
                  </a:moveTo>
                  <a:lnTo>
                    <a:pt x="334708" y="21005"/>
                  </a:lnTo>
                  <a:lnTo>
                    <a:pt x="325640" y="13817"/>
                  </a:lnTo>
                  <a:lnTo>
                    <a:pt x="325640" y="34810"/>
                  </a:lnTo>
                  <a:lnTo>
                    <a:pt x="322059" y="44132"/>
                  </a:lnTo>
                  <a:lnTo>
                    <a:pt x="311797" y="51041"/>
                  </a:lnTo>
                  <a:lnTo>
                    <a:pt x="295541" y="55359"/>
                  </a:lnTo>
                  <a:lnTo>
                    <a:pt x="273977" y="56883"/>
                  </a:lnTo>
                  <a:lnTo>
                    <a:pt x="252463" y="55359"/>
                  </a:lnTo>
                  <a:lnTo>
                    <a:pt x="236258" y="51041"/>
                  </a:lnTo>
                  <a:lnTo>
                    <a:pt x="226060" y="44132"/>
                  </a:lnTo>
                  <a:lnTo>
                    <a:pt x="222529" y="34810"/>
                  </a:lnTo>
                  <a:lnTo>
                    <a:pt x="226060" y="25666"/>
                  </a:lnTo>
                  <a:lnTo>
                    <a:pt x="236258" y="18796"/>
                  </a:lnTo>
                  <a:lnTo>
                    <a:pt x="252463" y="14439"/>
                  </a:lnTo>
                  <a:lnTo>
                    <a:pt x="273977" y="12890"/>
                  </a:lnTo>
                  <a:lnTo>
                    <a:pt x="295541" y="14439"/>
                  </a:lnTo>
                  <a:lnTo>
                    <a:pt x="311797" y="18796"/>
                  </a:lnTo>
                  <a:lnTo>
                    <a:pt x="322059" y="25666"/>
                  </a:lnTo>
                  <a:lnTo>
                    <a:pt x="325640" y="34810"/>
                  </a:lnTo>
                  <a:lnTo>
                    <a:pt x="325640" y="13817"/>
                  </a:lnTo>
                  <a:lnTo>
                    <a:pt x="324472" y="12890"/>
                  </a:lnTo>
                  <a:lnTo>
                    <a:pt x="321894" y="10858"/>
                  </a:lnTo>
                  <a:lnTo>
                    <a:pt x="301421" y="4559"/>
                  </a:lnTo>
                  <a:lnTo>
                    <a:pt x="273977" y="2387"/>
                  </a:lnTo>
                  <a:lnTo>
                    <a:pt x="246519" y="4559"/>
                  </a:lnTo>
                  <a:lnTo>
                    <a:pt x="226009" y="10858"/>
                  </a:lnTo>
                  <a:lnTo>
                    <a:pt x="213182" y="21005"/>
                  </a:lnTo>
                  <a:lnTo>
                    <a:pt x="208749" y="34810"/>
                  </a:lnTo>
                  <a:lnTo>
                    <a:pt x="213182" y="48729"/>
                  </a:lnTo>
                  <a:lnTo>
                    <a:pt x="226009" y="58928"/>
                  </a:lnTo>
                  <a:lnTo>
                    <a:pt x="246519" y="65214"/>
                  </a:lnTo>
                  <a:lnTo>
                    <a:pt x="273977" y="67386"/>
                  </a:lnTo>
                  <a:lnTo>
                    <a:pt x="301421" y="65214"/>
                  </a:lnTo>
                  <a:lnTo>
                    <a:pt x="321894" y="58928"/>
                  </a:lnTo>
                  <a:lnTo>
                    <a:pt x="324472" y="56883"/>
                  </a:lnTo>
                  <a:lnTo>
                    <a:pt x="334708" y="48729"/>
                  </a:lnTo>
                  <a:lnTo>
                    <a:pt x="339128" y="34810"/>
                  </a:lnTo>
                  <a:close/>
                </a:path>
                <a:path w="546100" h="186690">
                  <a:moveTo>
                    <a:pt x="358889" y="79832"/>
                  </a:moveTo>
                  <a:lnTo>
                    <a:pt x="296633" y="79832"/>
                  </a:lnTo>
                  <a:lnTo>
                    <a:pt x="296633" y="91020"/>
                  </a:lnTo>
                  <a:lnTo>
                    <a:pt x="296633" y="111074"/>
                  </a:lnTo>
                  <a:lnTo>
                    <a:pt x="249821" y="111074"/>
                  </a:lnTo>
                  <a:lnTo>
                    <a:pt x="249821" y="91020"/>
                  </a:lnTo>
                  <a:lnTo>
                    <a:pt x="296633" y="91020"/>
                  </a:lnTo>
                  <a:lnTo>
                    <a:pt x="296633" y="79832"/>
                  </a:lnTo>
                  <a:lnTo>
                    <a:pt x="189357" y="79832"/>
                  </a:lnTo>
                  <a:lnTo>
                    <a:pt x="189357" y="91020"/>
                  </a:lnTo>
                  <a:lnTo>
                    <a:pt x="236702" y="91020"/>
                  </a:lnTo>
                  <a:lnTo>
                    <a:pt x="236702" y="111074"/>
                  </a:lnTo>
                  <a:lnTo>
                    <a:pt x="210312" y="111074"/>
                  </a:lnTo>
                  <a:lnTo>
                    <a:pt x="210312" y="121513"/>
                  </a:lnTo>
                  <a:lnTo>
                    <a:pt x="323621" y="121513"/>
                  </a:lnTo>
                  <a:lnTo>
                    <a:pt x="323621" y="140601"/>
                  </a:lnTo>
                  <a:lnTo>
                    <a:pt x="210832" y="140601"/>
                  </a:lnTo>
                  <a:lnTo>
                    <a:pt x="210832" y="183680"/>
                  </a:lnTo>
                  <a:lnTo>
                    <a:pt x="342480" y="183680"/>
                  </a:lnTo>
                  <a:lnTo>
                    <a:pt x="342480" y="172796"/>
                  </a:lnTo>
                  <a:lnTo>
                    <a:pt x="223799" y="172796"/>
                  </a:lnTo>
                  <a:lnTo>
                    <a:pt x="223799" y="150736"/>
                  </a:lnTo>
                  <a:lnTo>
                    <a:pt x="336664" y="150736"/>
                  </a:lnTo>
                  <a:lnTo>
                    <a:pt x="336664" y="111074"/>
                  </a:lnTo>
                  <a:lnTo>
                    <a:pt x="309981" y="111074"/>
                  </a:lnTo>
                  <a:lnTo>
                    <a:pt x="309981" y="91020"/>
                  </a:lnTo>
                  <a:lnTo>
                    <a:pt x="358889" y="91020"/>
                  </a:lnTo>
                  <a:lnTo>
                    <a:pt x="358889" y="79832"/>
                  </a:lnTo>
                  <a:close/>
                </a:path>
                <a:path w="546100" h="186690">
                  <a:moveTo>
                    <a:pt x="524535" y="152374"/>
                  </a:moveTo>
                  <a:lnTo>
                    <a:pt x="520128" y="138277"/>
                  </a:lnTo>
                  <a:lnTo>
                    <a:pt x="511263" y="130937"/>
                  </a:lnTo>
                  <a:lnTo>
                    <a:pt x="511263" y="152374"/>
                  </a:lnTo>
                  <a:lnTo>
                    <a:pt x="507657" y="161848"/>
                  </a:lnTo>
                  <a:lnTo>
                    <a:pt x="497535" y="168935"/>
                  </a:lnTo>
                  <a:lnTo>
                    <a:pt x="481647" y="173355"/>
                  </a:lnTo>
                  <a:lnTo>
                    <a:pt x="460717" y="174815"/>
                  </a:lnTo>
                  <a:lnTo>
                    <a:pt x="439712" y="173355"/>
                  </a:lnTo>
                  <a:lnTo>
                    <a:pt x="423811" y="168935"/>
                  </a:lnTo>
                  <a:lnTo>
                    <a:pt x="413766" y="161848"/>
                  </a:lnTo>
                  <a:lnTo>
                    <a:pt x="410324" y="152374"/>
                  </a:lnTo>
                  <a:lnTo>
                    <a:pt x="413766" y="142976"/>
                  </a:lnTo>
                  <a:lnTo>
                    <a:pt x="423811" y="135890"/>
                  </a:lnTo>
                  <a:lnTo>
                    <a:pt x="439712" y="131419"/>
                  </a:lnTo>
                  <a:lnTo>
                    <a:pt x="460717" y="129857"/>
                  </a:lnTo>
                  <a:lnTo>
                    <a:pt x="481647" y="131419"/>
                  </a:lnTo>
                  <a:lnTo>
                    <a:pt x="497535" y="135890"/>
                  </a:lnTo>
                  <a:lnTo>
                    <a:pt x="507657" y="142976"/>
                  </a:lnTo>
                  <a:lnTo>
                    <a:pt x="511263" y="152374"/>
                  </a:lnTo>
                  <a:lnTo>
                    <a:pt x="511263" y="130937"/>
                  </a:lnTo>
                  <a:lnTo>
                    <a:pt x="509968" y="129857"/>
                  </a:lnTo>
                  <a:lnTo>
                    <a:pt x="507530" y="127838"/>
                  </a:lnTo>
                  <a:lnTo>
                    <a:pt x="487476" y="121348"/>
                  </a:lnTo>
                  <a:lnTo>
                    <a:pt x="460717" y="119126"/>
                  </a:lnTo>
                  <a:lnTo>
                    <a:pt x="433870" y="121348"/>
                  </a:lnTo>
                  <a:lnTo>
                    <a:pt x="413753" y="127838"/>
                  </a:lnTo>
                  <a:lnTo>
                    <a:pt x="401129" y="138277"/>
                  </a:lnTo>
                  <a:lnTo>
                    <a:pt x="396760" y="152374"/>
                  </a:lnTo>
                  <a:lnTo>
                    <a:pt x="401129" y="166573"/>
                  </a:lnTo>
                  <a:lnTo>
                    <a:pt x="413753" y="177012"/>
                  </a:lnTo>
                  <a:lnTo>
                    <a:pt x="433870" y="183489"/>
                  </a:lnTo>
                  <a:lnTo>
                    <a:pt x="460717" y="185775"/>
                  </a:lnTo>
                  <a:lnTo>
                    <a:pt x="487476" y="183489"/>
                  </a:lnTo>
                  <a:lnTo>
                    <a:pt x="507530" y="177012"/>
                  </a:lnTo>
                  <a:lnTo>
                    <a:pt x="510184" y="174815"/>
                  </a:lnTo>
                  <a:lnTo>
                    <a:pt x="520128" y="166573"/>
                  </a:lnTo>
                  <a:lnTo>
                    <a:pt x="524535" y="152374"/>
                  </a:lnTo>
                  <a:close/>
                </a:path>
                <a:path w="546100" h="186690">
                  <a:moveTo>
                    <a:pt x="545630" y="93256"/>
                  </a:moveTo>
                  <a:lnTo>
                    <a:pt x="467131" y="93256"/>
                  </a:lnTo>
                  <a:lnTo>
                    <a:pt x="467131" y="69621"/>
                  </a:lnTo>
                  <a:lnTo>
                    <a:pt x="525576" y="69621"/>
                  </a:lnTo>
                  <a:lnTo>
                    <a:pt x="525576" y="58521"/>
                  </a:lnTo>
                  <a:lnTo>
                    <a:pt x="410921" y="58521"/>
                  </a:lnTo>
                  <a:lnTo>
                    <a:pt x="410921" y="19672"/>
                  </a:lnTo>
                  <a:lnTo>
                    <a:pt x="524230" y="19672"/>
                  </a:lnTo>
                  <a:lnTo>
                    <a:pt x="524230" y="8864"/>
                  </a:lnTo>
                  <a:lnTo>
                    <a:pt x="397802" y="8864"/>
                  </a:lnTo>
                  <a:lnTo>
                    <a:pt x="397802" y="69621"/>
                  </a:lnTo>
                  <a:lnTo>
                    <a:pt x="454304" y="69621"/>
                  </a:lnTo>
                  <a:lnTo>
                    <a:pt x="454304" y="93256"/>
                  </a:lnTo>
                  <a:lnTo>
                    <a:pt x="376034" y="93256"/>
                  </a:lnTo>
                  <a:lnTo>
                    <a:pt x="376034" y="104216"/>
                  </a:lnTo>
                  <a:lnTo>
                    <a:pt x="545630" y="104216"/>
                  </a:lnTo>
                  <a:lnTo>
                    <a:pt x="545630" y="932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31051" y="6822099"/>
              <a:ext cx="171761" cy="186074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24879" y="6822099"/>
              <a:ext cx="142165" cy="186298"/>
            </a:xfrm>
            <a:prstGeom prst="rect">
              <a:avLst/>
            </a:prstGeom>
          </p:spPr>
        </p:pic>
      </p:grpSp>
      <p:grpSp>
        <p:nvGrpSpPr>
          <p:cNvPr id="91" name="object 91" descr=""/>
          <p:cNvGrpSpPr/>
          <p:nvPr/>
        </p:nvGrpSpPr>
        <p:grpSpPr>
          <a:xfrm>
            <a:off x="13907760" y="6821130"/>
            <a:ext cx="1272540" cy="187325"/>
            <a:chOff x="13907760" y="6821130"/>
            <a:chExt cx="1272540" cy="187325"/>
          </a:xfrm>
        </p:grpSpPr>
        <p:pic>
          <p:nvPicPr>
            <p:cNvPr id="92" name="object 9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907760" y="6822099"/>
              <a:ext cx="157597" cy="18607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098233" y="6822322"/>
              <a:ext cx="148203" cy="183167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4281023" y="6821131"/>
              <a:ext cx="542290" cy="187325"/>
            </a:xfrm>
            <a:custGeom>
              <a:avLst/>
              <a:gdLst/>
              <a:ahLst/>
              <a:cxnLst/>
              <a:rect l="l" t="t" r="r" b="b"/>
              <a:pathLst>
                <a:path w="542290" h="187325">
                  <a:moveTo>
                    <a:pt x="108026" y="94234"/>
                  </a:moveTo>
                  <a:lnTo>
                    <a:pt x="89408" y="85902"/>
                  </a:lnTo>
                  <a:lnTo>
                    <a:pt x="74498" y="73698"/>
                  </a:lnTo>
                  <a:lnTo>
                    <a:pt x="68427" y="64414"/>
                  </a:lnTo>
                  <a:lnTo>
                    <a:pt x="64579" y="58534"/>
                  </a:lnTo>
                  <a:lnTo>
                    <a:pt x="60985" y="41300"/>
                  </a:lnTo>
                  <a:lnTo>
                    <a:pt x="60985" y="35941"/>
                  </a:lnTo>
                  <a:lnTo>
                    <a:pt x="104292" y="35941"/>
                  </a:lnTo>
                  <a:lnTo>
                    <a:pt x="104292" y="24752"/>
                  </a:lnTo>
                  <a:lnTo>
                    <a:pt x="61277" y="24752"/>
                  </a:lnTo>
                  <a:lnTo>
                    <a:pt x="61277" y="0"/>
                  </a:lnTo>
                  <a:lnTo>
                    <a:pt x="47866" y="0"/>
                  </a:lnTo>
                  <a:lnTo>
                    <a:pt x="47866" y="24752"/>
                  </a:lnTo>
                  <a:lnTo>
                    <a:pt x="4318" y="24752"/>
                  </a:lnTo>
                  <a:lnTo>
                    <a:pt x="4318" y="35941"/>
                  </a:lnTo>
                  <a:lnTo>
                    <a:pt x="47866" y="35941"/>
                  </a:lnTo>
                  <a:lnTo>
                    <a:pt x="47866" y="41300"/>
                  </a:lnTo>
                  <a:lnTo>
                    <a:pt x="44119" y="60413"/>
                  </a:lnTo>
                  <a:lnTo>
                    <a:pt x="33972" y="77025"/>
                  </a:lnTo>
                  <a:lnTo>
                    <a:pt x="18783" y="90233"/>
                  </a:lnTo>
                  <a:lnTo>
                    <a:pt x="0" y="99148"/>
                  </a:lnTo>
                  <a:lnTo>
                    <a:pt x="6781" y="109816"/>
                  </a:lnTo>
                  <a:lnTo>
                    <a:pt x="22415" y="102412"/>
                  </a:lnTo>
                  <a:lnTo>
                    <a:pt x="36029" y="92176"/>
                  </a:lnTo>
                  <a:lnTo>
                    <a:pt x="47002" y="79400"/>
                  </a:lnTo>
                  <a:lnTo>
                    <a:pt x="54724" y="64414"/>
                  </a:lnTo>
                  <a:lnTo>
                    <a:pt x="62395" y="77724"/>
                  </a:lnTo>
                  <a:lnTo>
                    <a:pt x="73088" y="89115"/>
                  </a:lnTo>
                  <a:lnTo>
                    <a:pt x="86283" y="98272"/>
                  </a:lnTo>
                  <a:lnTo>
                    <a:pt x="101460" y="104825"/>
                  </a:lnTo>
                  <a:lnTo>
                    <a:pt x="108026" y="94234"/>
                  </a:lnTo>
                  <a:close/>
                </a:path>
                <a:path w="542290" h="187325">
                  <a:moveTo>
                    <a:pt x="145516" y="153504"/>
                  </a:moveTo>
                  <a:lnTo>
                    <a:pt x="141351" y="139534"/>
                  </a:lnTo>
                  <a:lnTo>
                    <a:pt x="132626" y="132016"/>
                  </a:lnTo>
                  <a:lnTo>
                    <a:pt x="132626" y="153504"/>
                  </a:lnTo>
                  <a:lnTo>
                    <a:pt x="129260" y="162775"/>
                  </a:lnTo>
                  <a:lnTo>
                    <a:pt x="119684" y="169748"/>
                  </a:lnTo>
                  <a:lnTo>
                    <a:pt x="104597" y="174117"/>
                  </a:lnTo>
                  <a:lnTo>
                    <a:pt x="84759" y="175641"/>
                  </a:lnTo>
                  <a:lnTo>
                    <a:pt x="64795" y="174117"/>
                  </a:lnTo>
                  <a:lnTo>
                    <a:pt x="49669" y="169748"/>
                  </a:lnTo>
                  <a:lnTo>
                    <a:pt x="40106" y="162775"/>
                  </a:lnTo>
                  <a:lnTo>
                    <a:pt x="36830" y="153504"/>
                  </a:lnTo>
                  <a:lnTo>
                    <a:pt x="40106" y="144221"/>
                  </a:lnTo>
                  <a:lnTo>
                    <a:pt x="49669" y="137261"/>
                  </a:lnTo>
                  <a:lnTo>
                    <a:pt x="64795" y="132880"/>
                  </a:lnTo>
                  <a:lnTo>
                    <a:pt x="84759" y="131356"/>
                  </a:lnTo>
                  <a:lnTo>
                    <a:pt x="104597" y="132880"/>
                  </a:lnTo>
                  <a:lnTo>
                    <a:pt x="119684" y="137261"/>
                  </a:lnTo>
                  <a:lnTo>
                    <a:pt x="129260" y="144221"/>
                  </a:lnTo>
                  <a:lnTo>
                    <a:pt x="132626" y="153504"/>
                  </a:lnTo>
                  <a:lnTo>
                    <a:pt x="132626" y="132016"/>
                  </a:lnTo>
                  <a:lnTo>
                    <a:pt x="131864" y="131356"/>
                  </a:lnTo>
                  <a:lnTo>
                    <a:pt x="129400" y="129235"/>
                  </a:lnTo>
                  <a:lnTo>
                    <a:pt x="110312" y="122847"/>
                  </a:lnTo>
                  <a:lnTo>
                    <a:pt x="84759" y="120624"/>
                  </a:lnTo>
                  <a:lnTo>
                    <a:pt x="59080" y="122847"/>
                  </a:lnTo>
                  <a:lnTo>
                    <a:pt x="39865" y="129235"/>
                  </a:lnTo>
                  <a:lnTo>
                    <a:pt x="27838" y="139534"/>
                  </a:lnTo>
                  <a:lnTo>
                    <a:pt x="23710" y="153504"/>
                  </a:lnTo>
                  <a:lnTo>
                    <a:pt x="27838" y="167436"/>
                  </a:lnTo>
                  <a:lnTo>
                    <a:pt x="39865" y="177723"/>
                  </a:lnTo>
                  <a:lnTo>
                    <a:pt x="59080" y="184111"/>
                  </a:lnTo>
                  <a:lnTo>
                    <a:pt x="84759" y="186309"/>
                  </a:lnTo>
                  <a:lnTo>
                    <a:pt x="110312" y="184111"/>
                  </a:lnTo>
                  <a:lnTo>
                    <a:pt x="129400" y="177723"/>
                  </a:lnTo>
                  <a:lnTo>
                    <a:pt x="131826" y="175641"/>
                  </a:lnTo>
                  <a:lnTo>
                    <a:pt x="141351" y="167436"/>
                  </a:lnTo>
                  <a:lnTo>
                    <a:pt x="145516" y="153504"/>
                  </a:lnTo>
                  <a:close/>
                </a:path>
                <a:path w="542290" h="187325">
                  <a:moveTo>
                    <a:pt x="172732" y="50774"/>
                  </a:moveTo>
                  <a:lnTo>
                    <a:pt x="143954" y="50774"/>
                  </a:lnTo>
                  <a:lnTo>
                    <a:pt x="143954" y="977"/>
                  </a:lnTo>
                  <a:lnTo>
                    <a:pt x="130606" y="977"/>
                  </a:lnTo>
                  <a:lnTo>
                    <a:pt x="130606" y="115709"/>
                  </a:lnTo>
                  <a:lnTo>
                    <a:pt x="143954" y="115709"/>
                  </a:lnTo>
                  <a:lnTo>
                    <a:pt x="143954" y="62026"/>
                  </a:lnTo>
                  <a:lnTo>
                    <a:pt x="172732" y="62026"/>
                  </a:lnTo>
                  <a:lnTo>
                    <a:pt x="172732" y="50774"/>
                  </a:lnTo>
                  <a:close/>
                </a:path>
                <a:path w="542290" h="187325">
                  <a:moveTo>
                    <a:pt x="293573" y="94157"/>
                  </a:moveTo>
                  <a:lnTo>
                    <a:pt x="275031" y="84797"/>
                  </a:lnTo>
                  <a:lnTo>
                    <a:pt x="260273" y="71437"/>
                  </a:lnTo>
                  <a:lnTo>
                    <a:pt x="254050" y="60985"/>
                  </a:lnTo>
                  <a:lnTo>
                    <a:pt x="250507" y="55041"/>
                  </a:lnTo>
                  <a:lnTo>
                    <a:pt x="246989" y="36614"/>
                  </a:lnTo>
                  <a:lnTo>
                    <a:pt x="246976" y="25869"/>
                  </a:lnTo>
                  <a:lnTo>
                    <a:pt x="290220" y="25869"/>
                  </a:lnTo>
                  <a:lnTo>
                    <a:pt x="290220" y="14693"/>
                  </a:lnTo>
                  <a:lnTo>
                    <a:pt x="190106" y="14693"/>
                  </a:lnTo>
                  <a:lnTo>
                    <a:pt x="190106" y="25869"/>
                  </a:lnTo>
                  <a:lnTo>
                    <a:pt x="234010" y="25869"/>
                  </a:lnTo>
                  <a:lnTo>
                    <a:pt x="234010" y="36614"/>
                  </a:lnTo>
                  <a:lnTo>
                    <a:pt x="230187" y="56489"/>
                  </a:lnTo>
                  <a:lnTo>
                    <a:pt x="219925" y="73990"/>
                  </a:lnTo>
                  <a:lnTo>
                    <a:pt x="204609" y="88150"/>
                  </a:lnTo>
                  <a:lnTo>
                    <a:pt x="185699" y="97967"/>
                  </a:lnTo>
                  <a:lnTo>
                    <a:pt x="192938" y="108318"/>
                  </a:lnTo>
                  <a:lnTo>
                    <a:pt x="208495" y="100571"/>
                  </a:lnTo>
                  <a:lnTo>
                    <a:pt x="222034" y="89852"/>
                  </a:lnTo>
                  <a:lnTo>
                    <a:pt x="232930" y="76542"/>
                  </a:lnTo>
                  <a:lnTo>
                    <a:pt x="240563" y="60985"/>
                  </a:lnTo>
                  <a:lnTo>
                    <a:pt x="248081" y="75171"/>
                  </a:lnTo>
                  <a:lnTo>
                    <a:pt x="258584" y="87401"/>
                  </a:lnTo>
                  <a:lnTo>
                    <a:pt x="271614" y="97294"/>
                  </a:lnTo>
                  <a:lnTo>
                    <a:pt x="286715" y="104521"/>
                  </a:lnTo>
                  <a:lnTo>
                    <a:pt x="293573" y="94157"/>
                  </a:lnTo>
                  <a:close/>
                </a:path>
                <a:path w="542290" h="187325">
                  <a:moveTo>
                    <a:pt x="330631" y="123456"/>
                  </a:moveTo>
                  <a:lnTo>
                    <a:pt x="209931" y="123456"/>
                  </a:lnTo>
                  <a:lnTo>
                    <a:pt x="209931" y="134645"/>
                  </a:lnTo>
                  <a:lnTo>
                    <a:pt x="317284" y="134645"/>
                  </a:lnTo>
                  <a:lnTo>
                    <a:pt x="317284" y="187045"/>
                  </a:lnTo>
                  <a:lnTo>
                    <a:pt x="330631" y="187045"/>
                  </a:lnTo>
                  <a:lnTo>
                    <a:pt x="330631" y="123456"/>
                  </a:lnTo>
                  <a:close/>
                </a:path>
                <a:path w="542290" h="187325">
                  <a:moveTo>
                    <a:pt x="359397" y="51447"/>
                  </a:moveTo>
                  <a:lnTo>
                    <a:pt x="330631" y="51447"/>
                  </a:lnTo>
                  <a:lnTo>
                    <a:pt x="330631" y="977"/>
                  </a:lnTo>
                  <a:lnTo>
                    <a:pt x="317284" y="977"/>
                  </a:lnTo>
                  <a:lnTo>
                    <a:pt x="317284" y="113017"/>
                  </a:lnTo>
                  <a:lnTo>
                    <a:pt x="330631" y="113017"/>
                  </a:lnTo>
                  <a:lnTo>
                    <a:pt x="330631" y="62928"/>
                  </a:lnTo>
                  <a:lnTo>
                    <a:pt x="359397" y="62928"/>
                  </a:lnTo>
                  <a:lnTo>
                    <a:pt x="359397" y="51447"/>
                  </a:lnTo>
                  <a:close/>
                </a:path>
                <a:path w="542290" h="187325">
                  <a:moveTo>
                    <a:pt x="520954" y="153352"/>
                  </a:moveTo>
                  <a:lnTo>
                    <a:pt x="516547" y="139255"/>
                  </a:lnTo>
                  <a:lnTo>
                    <a:pt x="507682" y="131914"/>
                  </a:lnTo>
                  <a:lnTo>
                    <a:pt x="507682" y="153352"/>
                  </a:lnTo>
                  <a:lnTo>
                    <a:pt x="504075" y="162826"/>
                  </a:lnTo>
                  <a:lnTo>
                    <a:pt x="493953" y="169913"/>
                  </a:lnTo>
                  <a:lnTo>
                    <a:pt x="478066" y="174332"/>
                  </a:lnTo>
                  <a:lnTo>
                    <a:pt x="457136" y="175793"/>
                  </a:lnTo>
                  <a:lnTo>
                    <a:pt x="436130" y="174332"/>
                  </a:lnTo>
                  <a:lnTo>
                    <a:pt x="420230" y="169913"/>
                  </a:lnTo>
                  <a:lnTo>
                    <a:pt x="410184" y="162826"/>
                  </a:lnTo>
                  <a:lnTo>
                    <a:pt x="406742" y="153352"/>
                  </a:lnTo>
                  <a:lnTo>
                    <a:pt x="410184" y="143954"/>
                  </a:lnTo>
                  <a:lnTo>
                    <a:pt x="420230" y="136867"/>
                  </a:lnTo>
                  <a:lnTo>
                    <a:pt x="436130" y="132397"/>
                  </a:lnTo>
                  <a:lnTo>
                    <a:pt x="457136" y="130835"/>
                  </a:lnTo>
                  <a:lnTo>
                    <a:pt x="478066" y="132397"/>
                  </a:lnTo>
                  <a:lnTo>
                    <a:pt x="493953" y="136867"/>
                  </a:lnTo>
                  <a:lnTo>
                    <a:pt x="504075" y="143954"/>
                  </a:lnTo>
                  <a:lnTo>
                    <a:pt x="507682" y="153352"/>
                  </a:lnTo>
                  <a:lnTo>
                    <a:pt x="507682" y="131914"/>
                  </a:lnTo>
                  <a:lnTo>
                    <a:pt x="506387" y="130835"/>
                  </a:lnTo>
                  <a:lnTo>
                    <a:pt x="503948" y="128816"/>
                  </a:lnTo>
                  <a:lnTo>
                    <a:pt x="483895" y="122326"/>
                  </a:lnTo>
                  <a:lnTo>
                    <a:pt x="457136" y="120103"/>
                  </a:lnTo>
                  <a:lnTo>
                    <a:pt x="430288" y="122326"/>
                  </a:lnTo>
                  <a:lnTo>
                    <a:pt x="410171" y="128816"/>
                  </a:lnTo>
                  <a:lnTo>
                    <a:pt x="397548" y="139255"/>
                  </a:lnTo>
                  <a:lnTo>
                    <a:pt x="393166" y="153352"/>
                  </a:lnTo>
                  <a:lnTo>
                    <a:pt x="397548" y="167551"/>
                  </a:lnTo>
                  <a:lnTo>
                    <a:pt x="410171" y="177990"/>
                  </a:lnTo>
                  <a:lnTo>
                    <a:pt x="430288" y="184467"/>
                  </a:lnTo>
                  <a:lnTo>
                    <a:pt x="457136" y="186753"/>
                  </a:lnTo>
                  <a:lnTo>
                    <a:pt x="483895" y="184467"/>
                  </a:lnTo>
                  <a:lnTo>
                    <a:pt x="503948" y="177990"/>
                  </a:lnTo>
                  <a:lnTo>
                    <a:pt x="506590" y="175793"/>
                  </a:lnTo>
                  <a:lnTo>
                    <a:pt x="516547" y="167551"/>
                  </a:lnTo>
                  <a:lnTo>
                    <a:pt x="520954" y="153352"/>
                  </a:lnTo>
                  <a:close/>
                </a:path>
                <a:path w="542290" h="187325">
                  <a:moveTo>
                    <a:pt x="542048" y="94234"/>
                  </a:moveTo>
                  <a:lnTo>
                    <a:pt x="463550" y="94234"/>
                  </a:lnTo>
                  <a:lnTo>
                    <a:pt x="463550" y="70599"/>
                  </a:lnTo>
                  <a:lnTo>
                    <a:pt x="521995" y="70599"/>
                  </a:lnTo>
                  <a:lnTo>
                    <a:pt x="521995" y="59499"/>
                  </a:lnTo>
                  <a:lnTo>
                    <a:pt x="407339" y="59499"/>
                  </a:lnTo>
                  <a:lnTo>
                    <a:pt x="407339" y="20650"/>
                  </a:lnTo>
                  <a:lnTo>
                    <a:pt x="520649" y="20650"/>
                  </a:lnTo>
                  <a:lnTo>
                    <a:pt x="520649" y="9842"/>
                  </a:lnTo>
                  <a:lnTo>
                    <a:pt x="394220" y="9842"/>
                  </a:lnTo>
                  <a:lnTo>
                    <a:pt x="394220" y="70599"/>
                  </a:lnTo>
                  <a:lnTo>
                    <a:pt x="450723" y="70599"/>
                  </a:lnTo>
                  <a:lnTo>
                    <a:pt x="450723" y="94234"/>
                  </a:lnTo>
                  <a:lnTo>
                    <a:pt x="372452" y="94234"/>
                  </a:lnTo>
                  <a:lnTo>
                    <a:pt x="372452" y="105194"/>
                  </a:lnTo>
                  <a:lnTo>
                    <a:pt x="542048" y="105194"/>
                  </a:lnTo>
                  <a:lnTo>
                    <a:pt x="542048" y="94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843726" y="6822099"/>
              <a:ext cx="171760" cy="186074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037554" y="6822099"/>
              <a:ext cx="142165" cy="186298"/>
            </a:xfrm>
            <a:prstGeom prst="rect">
              <a:avLst/>
            </a:prstGeom>
          </p:spPr>
        </p:pic>
      </p:grpSp>
      <p:pic>
        <p:nvPicPr>
          <p:cNvPr id="97" name="object 97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992898" y="9300052"/>
            <a:ext cx="136609" cy="175339"/>
          </a:xfrm>
          <a:prstGeom prst="rect">
            <a:avLst/>
          </a:prstGeom>
        </p:spPr>
      </p:pic>
      <p:sp>
        <p:nvSpPr>
          <p:cNvPr id="98" name="object 98" descr=""/>
          <p:cNvSpPr/>
          <p:nvPr/>
        </p:nvSpPr>
        <p:spPr>
          <a:xfrm>
            <a:off x="7161289" y="9305290"/>
            <a:ext cx="511809" cy="170180"/>
          </a:xfrm>
          <a:custGeom>
            <a:avLst/>
            <a:gdLst/>
            <a:ahLst/>
            <a:cxnLst/>
            <a:rect l="l" t="t" r="r" b="b"/>
            <a:pathLst>
              <a:path w="511809" h="170179">
                <a:moveTo>
                  <a:pt x="139204" y="27940"/>
                </a:moveTo>
                <a:lnTo>
                  <a:pt x="33604" y="27940"/>
                </a:lnTo>
                <a:lnTo>
                  <a:pt x="33604" y="2540"/>
                </a:lnTo>
                <a:lnTo>
                  <a:pt x="21183" y="2540"/>
                </a:lnTo>
                <a:lnTo>
                  <a:pt x="21183" y="27940"/>
                </a:lnTo>
                <a:lnTo>
                  <a:pt x="21183" y="38100"/>
                </a:lnTo>
                <a:lnTo>
                  <a:pt x="21183" y="67310"/>
                </a:lnTo>
                <a:lnTo>
                  <a:pt x="21183" y="77470"/>
                </a:lnTo>
                <a:lnTo>
                  <a:pt x="139204" y="77470"/>
                </a:lnTo>
                <a:lnTo>
                  <a:pt x="139204" y="67310"/>
                </a:lnTo>
                <a:lnTo>
                  <a:pt x="33604" y="67310"/>
                </a:lnTo>
                <a:lnTo>
                  <a:pt x="33604" y="38100"/>
                </a:lnTo>
                <a:lnTo>
                  <a:pt x="126707" y="38100"/>
                </a:lnTo>
                <a:lnTo>
                  <a:pt x="126707" y="66687"/>
                </a:lnTo>
                <a:lnTo>
                  <a:pt x="139204" y="66687"/>
                </a:lnTo>
                <a:lnTo>
                  <a:pt x="139204" y="38100"/>
                </a:lnTo>
                <a:lnTo>
                  <a:pt x="139204" y="27940"/>
                </a:lnTo>
                <a:close/>
              </a:path>
              <a:path w="511809" h="170179">
                <a:moveTo>
                  <a:pt x="139204" y="2133"/>
                </a:moveTo>
                <a:lnTo>
                  <a:pt x="126707" y="2133"/>
                </a:lnTo>
                <a:lnTo>
                  <a:pt x="126707" y="27673"/>
                </a:lnTo>
                <a:lnTo>
                  <a:pt x="139204" y="27673"/>
                </a:lnTo>
                <a:lnTo>
                  <a:pt x="139204" y="2133"/>
                </a:lnTo>
                <a:close/>
              </a:path>
              <a:path w="511809" h="170179">
                <a:moveTo>
                  <a:pt x="160324" y="99593"/>
                </a:moveTo>
                <a:lnTo>
                  <a:pt x="0" y="99593"/>
                </a:lnTo>
                <a:lnTo>
                  <a:pt x="0" y="109982"/>
                </a:lnTo>
                <a:lnTo>
                  <a:pt x="73672" y="109982"/>
                </a:lnTo>
                <a:lnTo>
                  <a:pt x="73672" y="169900"/>
                </a:lnTo>
                <a:lnTo>
                  <a:pt x="85953" y="169900"/>
                </a:lnTo>
                <a:lnTo>
                  <a:pt x="85953" y="109982"/>
                </a:lnTo>
                <a:lnTo>
                  <a:pt x="160324" y="109982"/>
                </a:lnTo>
                <a:lnTo>
                  <a:pt x="160324" y="99593"/>
                </a:lnTo>
                <a:close/>
              </a:path>
              <a:path w="511809" h="170179">
                <a:moveTo>
                  <a:pt x="314477" y="317"/>
                </a:moveTo>
                <a:lnTo>
                  <a:pt x="301980" y="317"/>
                </a:lnTo>
                <a:lnTo>
                  <a:pt x="301980" y="24130"/>
                </a:lnTo>
                <a:lnTo>
                  <a:pt x="209931" y="24130"/>
                </a:lnTo>
                <a:lnTo>
                  <a:pt x="209931" y="0"/>
                </a:lnTo>
                <a:lnTo>
                  <a:pt x="197434" y="0"/>
                </a:lnTo>
                <a:lnTo>
                  <a:pt x="197434" y="24130"/>
                </a:lnTo>
                <a:lnTo>
                  <a:pt x="197434" y="34290"/>
                </a:lnTo>
                <a:lnTo>
                  <a:pt x="197434" y="59690"/>
                </a:lnTo>
                <a:lnTo>
                  <a:pt x="197434" y="69850"/>
                </a:lnTo>
                <a:lnTo>
                  <a:pt x="314477" y="69850"/>
                </a:lnTo>
                <a:lnTo>
                  <a:pt x="314477" y="59690"/>
                </a:lnTo>
                <a:lnTo>
                  <a:pt x="209931" y="59690"/>
                </a:lnTo>
                <a:lnTo>
                  <a:pt x="209931" y="34290"/>
                </a:lnTo>
                <a:lnTo>
                  <a:pt x="301980" y="34290"/>
                </a:lnTo>
                <a:lnTo>
                  <a:pt x="301980" y="59245"/>
                </a:lnTo>
                <a:lnTo>
                  <a:pt x="314477" y="59245"/>
                </a:lnTo>
                <a:lnTo>
                  <a:pt x="314477" y="34290"/>
                </a:lnTo>
                <a:lnTo>
                  <a:pt x="314477" y="34124"/>
                </a:lnTo>
                <a:lnTo>
                  <a:pt x="314477" y="24307"/>
                </a:lnTo>
                <a:lnTo>
                  <a:pt x="314477" y="24130"/>
                </a:lnTo>
                <a:lnTo>
                  <a:pt x="314477" y="317"/>
                </a:lnTo>
                <a:close/>
              </a:path>
              <a:path w="511809" h="170179">
                <a:moveTo>
                  <a:pt x="318122" y="154940"/>
                </a:moveTo>
                <a:lnTo>
                  <a:pt x="209232" y="154940"/>
                </a:lnTo>
                <a:lnTo>
                  <a:pt x="209232" y="118110"/>
                </a:lnTo>
                <a:lnTo>
                  <a:pt x="196875" y="118110"/>
                </a:lnTo>
                <a:lnTo>
                  <a:pt x="196875" y="154940"/>
                </a:lnTo>
                <a:lnTo>
                  <a:pt x="196875" y="165100"/>
                </a:lnTo>
                <a:lnTo>
                  <a:pt x="318122" y="165100"/>
                </a:lnTo>
                <a:lnTo>
                  <a:pt x="318122" y="154940"/>
                </a:lnTo>
                <a:close/>
              </a:path>
              <a:path w="511809" h="170179">
                <a:moveTo>
                  <a:pt x="336016" y="88226"/>
                </a:moveTo>
                <a:lnTo>
                  <a:pt x="175691" y="88226"/>
                </a:lnTo>
                <a:lnTo>
                  <a:pt x="175691" y="98755"/>
                </a:lnTo>
                <a:lnTo>
                  <a:pt x="250482" y="98755"/>
                </a:lnTo>
                <a:lnTo>
                  <a:pt x="250482" y="135026"/>
                </a:lnTo>
                <a:lnTo>
                  <a:pt x="262902" y="135026"/>
                </a:lnTo>
                <a:lnTo>
                  <a:pt x="262902" y="98755"/>
                </a:lnTo>
                <a:lnTo>
                  <a:pt x="336016" y="98755"/>
                </a:lnTo>
                <a:lnTo>
                  <a:pt x="336016" y="88226"/>
                </a:lnTo>
                <a:close/>
              </a:path>
              <a:path w="511809" h="170179">
                <a:moveTo>
                  <a:pt x="492620" y="35458"/>
                </a:moveTo>
                <a:lnTo>
                  <a:pt x="488315" y="20929"/>
                </a:lnTo>
                <a:lnTo>
                  <a:pt x="479920" y="13550"/>
                </a:lnTo>
                <a:lnTo>
                  <a:pt x="479920" y="35458"/>
                </a:lnTo>
                <a:lnTo>
                  <a:pt x="476453" y="45504"/>
                </a:lnTo>
                <a:lnTo>
                  <a:pt x="466636" y="53111"/>
                </a:lnTo>
                <a:lnTo>
                  <a:pt x="451294" y="57924"/>
                </a:lnTo>
                <a:lnTo>
                  <a:pt x="431292" y="59601"/>
                </a:lnTo>
                <a:lnTo>
                  <a:pt x="411327" y="57924"/>
                </a:lnTo>
                <a:lnTo>
                  <a:pt x="395998" y="53111"/>
                </a:lnTo>
                <a:lnTo>
                  <a:pt x="386207" y="45504"/>
                </a:lnTo>
                <a:lnTo>
                  <a:pt x="382816" y="35458"/>
                </a:lnTo>
                <a:lnTo>
                  <a:pt x="386207" y="25527"/>
                </a:lnTo>
                <a:lnTo>
                  <a:pt x="395998" y="17957"/>
                </a:lnTo>
                <a:lnTo>
                  <a:pt x="411327" y="13119"/>
                </a:lnTo>
                <a:lnTo>
                  <a:pt x="431292" y="11391"/>
                </a:lnTo>
                <a:lnTo>
                  <a:pt x="451294" y="13119"/>
                </a:lnTo>
                <a:lnTo>
                  <a:pt x="466636" y="17957"/>
                </a:lnTo>
                <a:lnTo>
                  <a:pt x="476453" y="25527"/>
                </a:lnTo>
                <a:lnTo>
                  <a:pt x="479920" y="35458"/>
                </a:lnTo>
                <a:lnTo>
                  <a:pt x="479920" y="13550"/>
                </a:lnTo>
                <a:lnTo>
                  <a:pt x="477481" y="11391"/>
                </a:lnTo>
                <a:lnTo>
                  <a:pt x="476034" y="10121"/>
                </a:lnTo>
                <a:lnTo>
                  <a:pt x="456717" y="3378"/>
                </a:lnTo>
                <a:lnTo>
                  <a:pt x="431292" y="1079"/>
                </a:lnTo>
                <a:lnTo>
                  <a:pt x="405803" y="3378"/>
                </a:lnTo>
                <a:lnTo>
                  <a:pt x="386473" y="10121"/>
                </a:lnTo>
                <a:lnTo>
                  <a:pt x="374192" y="20929"/>
                </a:lnTo>
                <a:lnTo>
                  <a:pt x="369900" y="35458"/>
                </a:lnTo>
                <a:lnTo>
                  <a:pt x="374192" y="50050"/>
                </a:lnTo>
                <a:lnTo>
                  <a:pt x="386473" y="60921"/>
                </a:lnTo>
                <a:lnTo>
                  <a:pt x="405803" y="67703"/>
                </a:lnTo>
                <a:lnTo>
                  <a:pt x="431292" y="70053"/>
                </a:lnTo>
                <a:lnTo>
                  <a:pt x="456717" y="67703"/>
                </a:lnTo>
                <a:lnTo>
                  <a:pt x="476034" y="60921"/>
                </a:lnTo>
                <a:lnTo>
                  <a:pt x="477520" y="59601"/>
                </a:lnTo>
                <a:lnTo>
                  <a:pt x="488315" y="50050"/>
                </a:lnTo>
                <a:lnTo>
                  <a:pt x="492620" y="35458"/>
                </a:lnTo>
                <a:close/>
              </a:path>
              <a:path w="511809" h="170179">
                <a:moveTo>
                  <a:pt x="493534" y="155092"/>
                </a:moveTo>
                <a:lnTo>
                  <a:pt x="385343" y="155092"/>
                </a:lnTo>
                <a:lnTo>
                  <a:pt x="385343" y="114960"/>
                </a:lnTo>
                <a:lnTo>
                  <a:pt x="372706" y="114960"/>
                </a:lnTo>
                <a:lnTo>
                  <a:pt x="372706" y="165684"/>
                </a:lnTo>
                <a:lnTo>
                  <a:pt x="493534" y="165684"/>
                </a:lnTo>
                <a:lnTo>
                  <a:pt x="493534" y="155092"/>
                </a:lnTo>
                <a:close/>
              </a:path>
              <a:path w="511809" h="170179">
                <a:moveTo>
                  <a:pt x="511213" y="87947"/>
                </a:moveTo>
                <a:lnTo>
                  <a:pt x="351663" y="87947"/>
                </a:lnTo>
                <a:lnTo>
                  <a:pt x="351663" y="98336"/>
                </a:lnTo>
                <a:lnTo>
                  <a:pt x="511213" y="98336"/>
                </a:lnTo>
                <a:lnTo>
                  <a:pt x="511213" y="879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9" name="object 99" descr=""/>
          <p:cNvGrpSpPr/>
          <p:nvPr/>
        </p:nvGrpSpPr>
        <p:grpSpPr>
          <a:xfrm>
            <a:off x="7738516" y="9300052"/>
            <a:ext cx="509905" cy="175895"/>
            <a:chOff x="7738516" y="9300052"/>
            <a:chExt cx="509905" cy="175895"/>
          </a:xfrm>
        </p:grpSpPr>
        <p:pic>
          <p:nvPicPr>
            <p:cNvPr id="100" name="object 10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38516" y="9300052"/>
              <a:ext cx="141450" cy="175339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913224" y="9300122"/>
              <a:ext cx="148467" cy="170849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088845" y="9306718"/>
              <a:ext cx="159552" cy="168463"/>
            </a:xfrm>
            <a:prstGeom prst="rect">
              <a:avLst/>
            </a:prstGeom>
          </p:spPr>
        </p:pic>
      </p:grpSp>
      <p:grpSp>
        <p:nvGrpSpPr>
          <p:cNvPr id="103" name="object 103" descr=""/>
          <p:cNvGrpSpPr/>
          <p:nvPr/>
        </p:nvGrpSpPr>
        <p:grpSpPr>
          <a:xfrm>
            <a:off x="8314490" y="9300052"/>
            <a:ext cx="318770" cy="175260"/>
            <a:chOff x="8314490" y="9300052"/>
            <a:chExt cx="318770" cy="175260"/>
          </a:xfrm>
        </p:grpSpPr>
        <p:pic>
          <p:nvPicPr>
            <p:cNvPr id="104" name="object 10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314490" y="9300052"/>
              <a:ext cx="148327" cy="175129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493759" y="9300262"/>
              <a:ext cx="139485" cy="172392"/>
            </a:xfrm>
            <a:prstGeom prst="rect">
              <a:avLst/>
            </a:prstGeom>
          </p:spPr>
        </p:pic>
      </p:grpSp>
      <p:sp>
        <p:nvSpPr>
          <p:cNvPr id="106" name="object 106" descr=""/>
          <p:cNvSpPr/>
          <p:nvPr/>
        </p:nvSpPr>
        <p:spPr>
          <a:xfrm>
            <a:off x="8664956" y="9314180"/>
            <a:ext cx="511175" cy="138430"/>
          </a:xfrm>
          <a:custGeom>
            <a:avLst/>
            <a:gdLst/>
            <a:ahLst/>
            <a:cxnLst/>
            <a:rect l="l" t="t" r="r" b="b"/>
            <a:pathLst>
              <a:path w="511175" h="138429">
                <a:moveTo>
                  <a:pt x="144399" y="4330"/>
                </a:moveTo>
                <a:lnTo>
                  <a:pt x="103212" y="4330"/>
                </a:lnTo>
                <a:lnTo>
                  <a:pt x="103212" y="14922"/>
                </a:lnTo>
                <a:lnTo>
                  <a:pt x="103212" y="78841"/>
                </a:lnTo>
                <a:lnTo>
                  <a:pt x="55981" y="78841"/>
                </a:lnTo>
                <a:lnTo>
                  <a:pt x="55981" y="14922"/>
                </a:lnTo>
                <a:lnTo>
                  <a:pt x="103212" y="14922"/>
                </a:lnTo>
                <a:lnTo>
                  <a:pt x="103212" y="4330"/>
                </a:lnTo>
                <a:lnTo>
                  <a:pt x="14732" y="4330"/>
                </a:lnTo>
                <a:lnTo>
                  <a:pt x="14732" y="14922"/>
                </a:lnTo>
                <a:lnTo>
                  <a:pt x="43573" y="14922"/>
                </a:lnTo>
                <a:lnTo>
                  <a:pt x="43573" y="78841"/>
                </a:lnTo>
                <a:lnTo>
                  <a:pt x="14871" y="78841"/>
                </a:lnTo>
                <a:lnTo>
                  <a:pt x="14871" y="89154"/>
                </a:lnTo>
                <a:lnTo>
                  <a:pt x="144119" y="89154"/>
                </a:lnTo>
                <a:lnTo>
                  <a:pt x="144119" y="78841"/>
                </a:lnTo>
                <a:lnTo>
                  <a:pt x="115481" y="78841"/>
                </a:lnTo>
                <a:lnTo>
                  <a:pt x="115481" y="14922"/>
                </a:lnTo>
                <a:lnTo>
                  <a:pt x="144399" y="14922"/>
                </a:lnTo>
                <a:lnTo>
                  <a:pt x="144399" y="4330"/>
                </a:lnTo>
                <a:close/>
              </a:path>
              <a:path w="511175" h="138429">
                <a:moveTo>
                  <a:pt x="160324" y="126771"/>
                </a:moveTo>
                <a:lnTo>
                  <a:pt x="0" y="126771"/>
                </a:lnTo>
                <a:lnTo>
                  <a:pt x="0" y="137718"/>
                </a:lnTo>
                <a:lnTo>
                  <a:pt x="160324" y="137718"/>
                </a:lnTo>
                <a:lnTo>
                  <a:pt x="160324" y="126771"/>
                </a:lnTo>
                <a:close/>
              </a:path>
              <a:path w="511175" h="138429">
                <a:moveTo>
                  <a:pt x="336016" y="128270"/>
                </a:moveTo>
                <a:lnTo>
                  <a:pt x="261493" y="128270"/>
                </a:lnTo>
                <a:lnTo>
                  <a:pt x="261493" y="92710"/>
                </a:lnTo>
                <a:lnTo>
                  <a:pt x="319316" y="92710"/>
                </a:lnTo>
                <a:lnTo>
                  <a:pt x="319316" y="82550"/>
                </a:lnTo>
                <a:lnTo>
                  <a:pt x="208661" y="82550"/>
                </a:lnTo>
                <a:lnTo>
                  <a:pt x="208661" y="50800"/>
                </a:lnTo>
                <a:lnTo>
                  <a:pt x="315239" y="50800"/>
                </a:lnTo>
                <a:lnTo>
                  <a:pt x="315239" y="40640"/>
                </a:lnTo>
                <a:lnTo>
                  <a:pt x="315239" y="10160"/>
                </a:lnTo>
                <a:lnTo>
                  <a:pt x="315239" y="0"/>
                </a:lnTo>
                <a:lnTo>
                  <a:pt x="195757" y="0"/>
                </a:lnTo>
                <a:lnTo>
                  <a:pt x="195757" y="10160"/>
                </a:lnTo>
                <a:lnTo>
                  <a:pt x="302895" y="10160"/>
                </a:lnTo>
                <a:lnTo>
                  <a:pt x="302895" y="40640"/>
                </a:lnTo>
                <a:lnTo>
                  <a:pt x="196316" y="40640"/>
                </a:lnTo>
                <a:lnTo>
                  <a:pt x="196316" y="50800"/>
                </a:lnTo>
                <a:lnTo>
                  <a:pt x="196316" y="82550"/>
                </a:lnTo>
                <a:lnTo>
                  <a:pt x="196316" y="92710"/>
                </a:lnTo>
                <a:lnTo>
                  <a:pt x="249148" y="92710"/>
                </a:lnTo>
                <a:lnTo>
                  <a:pt x="249148" y="128270"/>
                </a:lnTo>
                <a:lnTo>
                  <a:pt x="175691" y="128270"/>
                </a:lnTo>
                <a:lnTo>
                  <a:pt x="175691" y="138430"/>
                </a:lnTo>
                <a:lnTo>
                  <a:pt x="336016" y="138430"/>
                </a:lnTo>
                <a:lnTo>
                  <a:pt x="336016" y="128270"/>
                </a:lnTo>
                <a:close/>
              </a:path>
              <a:path w="511175" h="138429">
                <a:moveTo>
                  <a:pt x="488823" y="5448"/>
                </a:moveTo>
                <a:lnTo>
                  <a:pt x="369125" y="5448"/>
                </a:lnTo>
                <a:lnTo>
                  <a:pt x="369125" y="15976"/>
                </a:lnTo>
                <a:lnTo>
                  <a:pt x="476618" y="15976"/>
                </a:lnTo>
                <a:lnTo>
                  <a:pt x="476618" y="21869"/>
                </a:lnTo>
                <a:lnTo>
                  <a:pt x="476465" y="38608"/>
                </a:lnTo>
                <a:lnTo>
                  <a:pt x="475653" y="58000"/>
                </a:lnTo>
                <a:lnTo>
                  <a:pt x="473506" y="80149"/>
                </a:lnTo>
                <a:lnTo>
                  <a:pt x="469328" y="105714"/>
                </a:lnTo>
                <a:lnTo>
                  <a:pt x="482168" y="107124"/>
                </a:lnTo>
                <a:lnTo>
                  <a:pt x="486016" y="80492"/>
                </a:lnTo>
                <a:lnTo>
                  <a:pt x="487997" y="58000"/>
                </a:lnTo>
                <a:lnTo>
                  <a:pt x="488721" y="38760"/>
                </a:lnTo>
                <a:lnTo>
                  <a:pt x="488823" y="5448"/>
                </a:lnTo>
                <a:close/>
              </a:path>
              <a:path w="511175" h="138429">
                <a:moveTo>
                  <a:pt x="510933" y="123685"/>
                </a:moveTo>
                <a:lnTo>
                  <a:pt x="351383" y="123685"/>
                </a:lnTo>
                <a:lnTo>
                  <a:pt x="351383" y="134340"/>
                </a:lnTo>
                <a:lnTo>
                  <a:pt x="510933" y="134340"/>
                </a:lnTo>
                <a:lnTo>
                  <a:pt x="510933" y="123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9323939" y="9375829"/>
            <a:ext cx="12700" cy="99695"/>
          </a:xfrm>
          <a:custGeom>
            <a:avLst/>
            <a:gdLst/>
            <a:ahLst/>
            <a:cxnLst/>
            <a:rect l="l" t="t" r="r" b="b"/>
            <a:pathLst>
              <a:path w="12700" h="99695">
                <a:moveTo>
                  <a:pt x="12348" y="0"/>
                </a:moveTo>
                <a:lnTo>
                  <a:pt x="0" y="0"/>
                </a:lnTo>
                <a:lnTo>
                  <a:pt x="0" y="99562"/>
                </a:lnTo>
                <a:lnTo>
                  <a:pt x="12348" y="99562"/>
                </a:lnTo>
                <a:lnTo>
                  <a:pt x="12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8" name="object 108" descr=""/>
          <p:cNvGrpSpPr/>
          <p:nvPr/>
        </p:nvGrpSpPr>
        <p:grpSpPr>
          <a:xfrm>
            <a:off x="9199398" y="9300052"/>
            <a:ext cx="311150" cy="175895"/>
            <a:chOff x="9199398" y="9300052"/>
            <a:chExt cx="311150" cy="175895"/>
          </a:xfrm>
        </p:grpSpPr>
        <p:sp>
          <p:nvSpPr>
            <p:cNvPr id="109" name="object 109" descr=""/>
            <p:cNvSpPr/>
            <p:nvPr/>
          </p:nvSpPr>
          <p:spPr>
            <a:xfrm>
              <a:off x="9199397" y="9300057"/>
              <a:ext cx="137160" cy="130175"/>
            </a:xfrm>
            <a:custGeom>
              <a:avLst/>
              <a:gdLst/>
              <a:ahLst/>
              <a:cxnLst/>
              <a:rect l="l" t="t" r="r" b="b"/>
              <a:pathLst>
                <a:path w="137159" h="130175">
                  <a:moveTo>
                    <a:pt x="136880" y="0"/>
                  </a:moveTo>
                  <a:lnTo>
                    <a:pt x="124536" y="0"/>
                  </a:lnTo>
                  <a:lnTo>
                    <a:pt x="124536" y="64922"/>
                  </a:lnTo>
                  <a:lnTo>
                    <a:pt x="78511" y="64922"/>
                  </a:lnTo>
                  <a:lnTo>
                    <a:pt x="78511" y="28092"/>
                  </a:lnTo>
                  <a:lnTo>
                    <a:pt x="78511" y="17932"/>
                  </a:lnTo>
                  <a:lnTo>
                    <a:pt x="66294" y="17932"/>
                  </a:lnTo>
                  <a:lnTo>
                    <a:pt x="66294" y="28092"/>
                  </a:lnTo>
                  <a:lnTo>
                    <a:pt x="66294" y="64922"/>
                  </a:lnTo>
                  <a:lnTo>
                    <a:pt x="66294" y="76352"/>
                  </a:lnTo>
                  <a:lnTo>
                    <a:pt x="66294" y="119532"/>
                  </a:lnTo>
                  <a:lnTo>
                    <a:pt x="12344" y="119532"/>
                  </a:lnTo>
                  <a:lnTo>
                    <a:pt x="12344" y="28092"/>
                  </a:lnTo>
                  <a:lnTo>
                    <a:pt x="66294" y="28092"/>
                  </a:lnTo>
                  <a:lnTo>
                    <a:pt x="66294" y="17932"/>
                  </a:lnTo>
                  <a:lnTo>
                    <a:pt x="0" y="17932"/>
                  </a:lnTo>
                  <a:lnTo>
                    <a:pt x="0" y="28092"/>
                  </a:lnTo>
                  <a:lnTo>
                    <a:pt x="0" y="119532"/>
                  </a:lnTo>
                  <a:lnTo>
                    <a:pt x="0" y="129692"/>
                  </a:lnTo>
                  <a:lnTo>
                    <a:pt x="78511" y="129692"/>
                  </a:lnTo>
                  <a:lnTo>
                    <a:pt x="78511" y="119532"/>
                  </a:lnTo>
                  <a:lnTo>
                    <a:pt x="78511" y="76352"/>
                  </a:lnTo>
                  <a:lnTo>
                    <a:pt x="136880" y="76352"/>
                  </a:lnTo>
                  <a:lnTo>
                    <a:pt x="136880" y="65189"/>
                  </a:lnTo>
                  <a:lnTo>
                    <a:pt x="136880" y="64922"/>
                  </a:lnTo>
                  <a:lnTo>
                    <a:pt x="1368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368774" y="9300052"/>
              <a:ext cx="141450" cy="175339"/>
            </a:xfrm>
            <a:prstGeom prst="rect">
              <a:avLst/>
            </a:prstGeom>
          </p:spPr>
        </p:pic>
      </p:grpSp>
      <p:pic>
        <p:nvPicPr>
          <p:cNvPr id="111" name="object 111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592309" y="9300052"/>
            <a:ext cx="339102" cy="175129"/>
          </a:xfrm>
          <a:prstGeom prst="rect">
            <a:avLst/>
          </a:prstGeom>
        </p:spPr>
      </p:pic>
      <p:pic>
        <p:nvPicPr>
          <p:cNvPr id="112" name="object 112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0001988" y="9300052"/>
            <a:ext cx="145309" cy="174497"/>
          </a:xfrm>
          <a:prstGeom prst="rect">
            <a:avLst/>
          </a:prstGeom>
        </p:spPr>
      </p:pic>
      <p:pic>
        <p:nvPicPr>
          <p:cNvPr id="113" name="object 113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216896" y="9298298"/>
            <a:ext cx="335805" cy="176602"/>
          </a:xfrm>
          <a:prstGeom prst="rect">
            <a:avLst/>
          </a:prstGeom>
        </p:spPr>
      </p:pic>
      <p:grpSp>
        <p:nvGrpSpPr>
          <p:cNvPr id="114" name="object 114" descr=""/>
          <p:cNvGrpSpPr/>
          <p:nvPr/>
        </p:nvGrpSpPr>
        <p:grpSpPr>
          <a:xfrm>
            <a:off x="10617603" y="9300052"/>
            <a:ext cx="906780" cy="175895"/>
            <a:chOff x="10617603" y="9300052"/>
            <a:chExt cx="906780" cy="175895"/>
          </a:xfrm>
        </p:grpSpPr>
        <p:sp>
          <p:nvSpPr>
            <p:cNvPr id="115" name="object 115" descr=""/>
            <p:cNvSpPr/>
            <p:nvPr/>
          </p:nvSpPr>
          <p:spPr>
            <a:xfrm>
              <a:off x="10617593" y="9305290"/>
              <a:ext cx="336550" cy="170180"/>
            </a:xfrm>
            <a:custGeom>
              <a:avLst/>
              <a:gdLst/>
              <a:ahLst/>
              <a:cxnLst/>
              <a:rect l="l" t="t" r="r" b="b"/>
              <a:pathLst>
                <a:path w="336550" h="170179">
                  <a:moveTo>
                    <a:pt x="139204" y="27940"/>
                  </a:moveTo>
                  <a:lnTo>
                    <a:pt x="33616" y="27940"/>
                  </a:lnTo>
                  <a:lnTo>
                    <a:pt x="33616" y="2540"/>
                  </a:lnTo>
                  <a:lnTo>
                    <a:pt x="21196" y="2540"/>
                  </a:lnTo>
                  <a:lnTo>
                    <a:pt x="21196" y="27940"/>
                  </a:lnTo>
                  <a:lnTo>
                    <a:pt x="21196" y="38100"/>
                  </a:lnTo>
                  <a:lnTo>
                    <a:pt x="21196" y="67310"/>
                  </a:lnTo>
                  <a:lnTo>
                    <a:pt x="21196" y="77470"/>
                  </a:lnTo>
                  <a:lnTo>
                    <a:pt x="139204" y="77470"/>
                  </a:lnTo>
                  <a:lnTo>
                    <a:pt x="139204" y="67310"/>
                  </a:lnTo>
                  <a:lnTo>
                    <a:pt x="33616" y="67310"/>
                  </a:lnTo>
                  <a:lnTo>
                    <a:pt x="33616" y="38100"/>
                  </a:lnTo>
                  <a:lnTo>
                    <a:pt x="126720" y="38100"/>
                  </a:lnTo>
                  <a:lnTo>
                    <a:pt x="126720" y="66687"/>
                  </a:lnTo>
                  <a:lnTo>
                    <a:pt x="139204" y="66687"/>
                  </a:lnTo>
                  <a:lnTo>
                    <a:pt x="139204" y="38100"/>
                  </a:lnTo>
                  <a:lnTo>
                    <a:pt x="139204" y="27940"/>
                  </a:lnTo>
                  <a:close/>
                </a:path>
                <a:path w="336550" h="170179">
                  <a:moveTo>
                    <a:pt x="139204" y="2133"/>
                  </a:moveTo>
                  <a:lnTo>
                    <a:pt x="126720" y="2133"/>
                  </a:lnTo>
                  <a:lnTo>
                    <a:pt x="126720" y="27673"/>
                  </a:lnTo>
                  <a:lnTo>
                    <a:pt x="139204" y="27673"/>
                  </a:lnTo>
                  <a:lnTo>
                    <a:pt x="139204" y="2133"/>
                  </a:lnTo>
                  <a:close/>
                </a:path>
                <a:path w="336550" h="170179">
                  <a:moveTo>
                    <a:pt x="160324" y="99593"/>
                  </a:moveTo>
                  <a:lnTo>
                    <a:pt x="0" y="99593"/>
                  </a:lnTo>
                  <a:lnTo>
                    <a:pt x="0" y="109982"/>
                  </a:lnTo>
                  <a:lnTo>
                    <a:pt x="73672" y="109982"/>
                  </a:lnTo>
                  <a:lnTo>
                    <a:pt x="73672" y="169900"/>
                  </a:lnTo>
                  <a:lnTo>
                    <a:pt x="85953" y="169900"/>
                  </a:lnTo>
                  <a:lnTo>
                    <a:pt x="85953" y="109982"/>
                  </a:lnTo>
                  <a:lnTo>
                    <a:pt x="160324" y="109982"/>
                  </a:lnTo>
                  <a:lnTo>
                    <a:pt x="160324" y="99593"/>
                  </a:lnTo>
                  <a:close/>
                </a:path>
                <a:path w="336550" h="170179">
                  <a:moveTo>
                    <a:pt x="314477" y="317"/>
                  </a:moveTo>
                  <a:lnTo>
                    <a:pt x="301993" y="317"/>
                  </a:lnTo>
                  <a:lnTo>
                    <a:pt x="301993" y="24130"/>
                  </a:lnTo>
                  <a:lnTo>
                    <a:pt x="209931" y="24130"/>
                  </a:lnTo>
                  <a:lnTo>
                    <a:pt x="209931" y="0"/>
                  </a:lnTo>
                  <a:lnTo>
                    <a:pt x="197446" y="0"/>
                  </a:lnTo>
                  <a:lnTo>
                    <a:pt x="197446" y="24130"/>
                  </a:lnTo>
                  <a:lnTo>
                    <a:pt x="197446" y="34290"/>
                  </a:lnTo>
                  <a:lnTo>
                    <a:pt x="197446" y="59690"/>
                  </a:lnTo>
                  <a:lnTo>
                    <a:pt x="197446" y="69850"/>
                  </a:lnTo>
                  <a:lnTo>
                    <a:pt x="314477" y="69850"/>
                  </a:lnTo>
                  <a:lnTo>
                    <a:pt x="314477" y="59690"/>
                  </a:lnTo>
                  <a:lnTo>
                    <a:pt x="209931" y="59690"/>
                  </a:lnTo>
                  <a:lnTo>
                    <a:pt x="209931" y="34290"/>
                  </a:lnTo>
                  <a:lnTo>
                    <a:pt x="301993" y="34290"/>
                  </a:lnTo>
                  <a:lnTo>
                    <a:pt x="301993" y="59245"/>
                  </a:lnTo>
                  <a:lnTo>
                    <a:pt x="314477" y="59245"/>
                  </a:lnTo>
                  <a:lnTo>
                    <a:pt x="314477" y="34290"/>
                  </a:lnTo>
                  <a:lnTo>
                    <a:pt x="314477" y="34124"/>
                  </a:lnTo>
                  <a:lnTo>
                    <a:pt x="314477" y="24307"/>
                  </a:lnTo>
                  <a:lnTo>
                    <a:pt x="314477" y="24130"/>
                  </a:lnTo>
                  <a:lnTo>
                    <a:pt x="314477" y="317"/>
                  </a:lnTo>
                  <a:close/>
                </a:path>
                <a:path w="336550" h="170179">
                  <a:moveTo>
                    <a:pt x="318122" y="154940"/>
                  </a:moveTo>
                  <a:lnTo>
                    <a:pt x="209232" y="154940"/>
                  </a:lnTo>
                  <a:lnTo>
                    <a:pt x="209232" y="118110"/>
                  </a:lnTo>
                  <a:lnTo>
                    <a:pt x="196888" y="118110"/>
                  </a:lnTo>
                  <a:lnTo>
                    <a:pt x="196888" y="154940"/>
                  </a:lnTo>
                  <a:lnTo>
                    <a:pt x="196888" y="165100"/>
                  </a:lnTo>
                  <a:lnTo>
                    <a:pt x="318122" y="165100"/>
                  </a:lnTo>
                  <a:lnTo>
                    <a:pt x="318122" y="154940"/>
                  </a:lnTo>
                  <a:close/>
                </a:path>
                <a:path w="336550" h="170179">
                  <a:moveTo>
                    <a:pt x="336016" y="88226"/>
                  </a:moveTo>
                  <a:lnTo>
                    <a:pt x="175691" y="88226"/>
                  </a:lnTo>
                  <a:lnTo>
                    <a:pt x="175691" y="98755"/>
                  </a:lnTo>
                  <a:lnTo>
                    <a:pt x="250482" y="98755"/>
                  </a:lnTo>
                  <a:lnTo>
                    <a:pt x="250482" y="135026"/>
                  </a:lnTo>
                  <a:lnTo>
                    <a:pt x="262902" y="135026"/>
                  </a:lnTo>
                  <a:lnTo>
                    <a:pt x="262902" y="98755"/>
                  </a:lnTo>
                  <a:lnTo>
                    <a:pt x="336016" y="98755"/>
                  </a:lnTo>
                  <a:lnTo>
                    <a:pt x="336016" y="882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973755" y="9300052"/>
              <a:ext cx="139485" cy="172603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156953" y="9300052"/>
              <a:ext cx="131346" cy="175129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328574" y="9300052"/>
              <a:ext cx="195616" cy="1753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2026-04-13T00:27:09Z</dcterms:created>
  <dcterms:modified xsi:type="dcterms:W3CDTF">2026-04-13T00:27:09Z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2026-04-13T00:00:00Z</vt:filetime>
  </property>
  <property fmtid="{D5CDD505-2E9C-101B-9397-08002B2CF9AE}" pid="5" name="Producer">
    <vt:lpwstr>pdf-merger-js</vt:lpwstr>
  </property>
</Properties>
</file>