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4384000" cy="13716000"/>
  <p:notesSz cx="6858000" cy="9144000"/>
  <p:embeddedFontLst>
    <p:embeddedFont>
      <p:font typeface="Mr Dafoe Regular"/>
      <p:regular r:id="rId12"/>
    </p:embeddedFont>
    <p:embeddedFont>
      <p:font typeface="Pretendard SemiBold"/>
      <p:bold r:id="rId13"/>
    </p:embeddedFont>
    <p:embeddedFont>
      <p:font typeface="Pretendard Bold"/>
      <p:bold r:id="rId14"/>
    </p:embeddedFont>
    <p:embeddedFont>
      <p:font typeface="Pretendard Regular"/>
      <p:regular r:id="rId15"/>
    </p:embeddedFont>
    <p:embeddedFont>
      <p:font typeface="Pretendard Light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.fntdata" Type="http://schemas.openxmlformats.org/officeDocument/2006/relationships/font"/><Relationship Id="rId13" Target="fonts/font2.fntdata" Type="http://schemas.openxmlformats.org/officeDocument/2006/relationships/font"/><Relationship Id="rId14" Target="fonts/font3.fntdata" Type="http://schemas.openxmlformats.org/officeDocument/2006/relationships/font"/><Relationship Id="rId15" Target="fonts/font4.fntdata" Type="http://schemas.openxmlformats.org/officeDocument/2006/relationships/font"/><Relationship Id="rId16" Target="fonts/font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D1D1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685800"/>
            <a:ext cx="23304500" cy="1233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4400" y="1054100"/>
            <a:ext cx="22555200" cy="1160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10325100"/>
            <a:ext cx="21234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118600" y="7124700"/>
            <a:ext cx="6223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200" b="false" i="false" u="none" strike="noStrike" spc="1600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박성진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89800" y="5181600"/>
            <a:ext cx="103505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2000" b="false" i="false" u="none" strike="noStrike" spc="-600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   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0" y="4749800"/>
            <a:ext cx="2667000" cy="314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733" b="false" i="false" u="none" strike="noStrike" spc="-800" cap="all">
                <a:solidFill>
                  <a:srgbClr val="000000"/>
                </a:solidFill>
                <a:latin typeface="Mr Dafoe Regular"/>
                <a:ea typeface="Mr Dafoe Regular"/>
                <a:cs typeface="Mr Dafoe Regular"/>
              </a:rPr>
              <a:t>P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1455400" y="11468100"/>
            <a:ext cx="14859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685800"/>
            <a:ext cx="23304500" cy="1233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673100"/>
            <a:ext cx="23355300" cy="1238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3479800"/>
            <a:ext cx="21234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1798300"/>
            <a:ext cx="212344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905000"/>
            <a:ext cx="21234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3454400"/>
            <a:ext cx="21234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73200" y="2197100"/>
            <a:ext cx="214122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066" b="false" i="false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모델링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63100" y="2184400"/>
            <a:ext cx="533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4521200"/>
            <a:ext cx="212344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6172200"/>
            <a:ext cx="212344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5303500" y="5346700"/>
            <a:ext cx="8636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8229600" y="5346700"/>
            <a:ext cx="8636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9817100" y="8991600"/>
            <a:ext cx="47498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6629400"/>
            <a:ext cx="4787900" cy="4749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781800" y="6629400"/>
            <a:ext cx="4787900" cy="4749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902700" y="5143500"/>
            <a:ext cx="6578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블랜더 &amp; 마야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9200" y="7467600"/>
            <a:ext cx="9017000" cy="224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2학년 때 부터 3D 툴을 다루기 시작했고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서강대학교 미래인재 교육 과정을 받았으며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현재 3D 애니메이션 독학 중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685800"/>
            <a:ext cx="23304500" cy="1233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673100"/>
            <a:ext cx="23355300" cy="1238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3479800"/>
            <a:ext cx="21234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1798300"/>
            <a:ext cx="212344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905000"/>
            <a:ext cx="21234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3454400"/>
            <a:ext cx="21234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73200" y="2197100"/>
            <a:ext cx="214122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066" b="false" i="false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모델링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63100" y="2184400"/>
            <a:ext cx="533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4521200"/>
            <a:ext cx="212344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6172200"/>
            <a:ext cx="212344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5303500" y="5346700"/>
            <a:ext cx="8636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8229600" y="5346700"/>
            <a:ext cx="8636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6629400"/>
            <a:ext cx="8674100" cy="4749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81100" y="6629400"/>
            <a:ext cx="8305800" cy="4749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902700" y="5143500"/>
            <a:ext cx="6578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마야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685800"/>
            <a:ext cx="23304500" cy="1233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673100"/>
            <a:ext cx="23355300" cy="1238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3479800"/>
            <a:ext cx="21234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1798300"/>
            <a:ext cx="212344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905000"/>
            <a:ext cx="21234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3454400"/>
            <a:ext cx="21234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73200" y="2197100"/>
            <a:ext cx="214122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066" b="false" i="false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애니메이션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63100" y="2184400"/>
            <a:ext cx="533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4521200"/>
            <a:ext cx="212344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6172200"/>
            <a:ext cx="212344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5303500" y="5346700"/>
            <a:ext cx="8636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8229600" y="5346700"/>
            <a:ext cx="8636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5468600" y="8991600"/>
            <a:ext cx="47498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4800" y="6629400"/>
            <a:ext cx="4787900" cy="4749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781800" y="6629400"/>
            <a:ext cx="4787900" cy="4749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902700" y="5143500"/>
            <a:ext cx="6578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블랜더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988800" y="6629400"/>
            <a:ext cx="4787900" cy="4749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18046700" y="7416800"/>
            <a:ext cx="4889500" cy="2438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4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2학년 당시 블랜더로 처음 만든 애니메이션</a:t>
            </a:r>
          </a:p>
          <a:p>
            <a:pPr algn="l" lvl="0">
              <a:lnSpc>
                <a:spcPct val="116199"/>
              </a:lnSpc>
            </a:pPr>
            <a:r>
              <a:rPr lang="en-US" sz="34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첫번째 애니메이션은 이펙트를 독학 해서 만들음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5F5F5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685800"/>
            <a:ext cx="23304500" cy="1233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20700" y="673100"/>
            <a:ext cx="23355300" cy="1238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3479800"/>
            <a:ext cx="21234400" cy="105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1798300"/>
            <a:ext cx="212344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1905000"/>
            <a:ext cx="212344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3454400"/>
            <a:ext cx="212344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73200" y="2197100"/>
            <a:ext cx="21412200" cy="901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5066" b="false" i="false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애니메이션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63100" y="2184400"/>
            <a:ext cx="533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en-US" sz="1999" b="false" i="false" u="none" strike="noStrike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4521200"/>
            <a:ext cx="212344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74800" y="6172200"/>
            <a:ext cx="212344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5303500" y="5346700"/>
            <a:ext cx="8636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8229600" y="5346700"/>
            <a:ext cx="8636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74800" y="6629400"/>
            <a:ext cx="4787900" cy="4749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81800" y="6629400"/>
            <a:ext cx="4787900" cy="47498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902700" y="5143500"/>
            <a:ext cx="65786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66" b="false" i="false" u="none" strike="noStrike" cap="all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마야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988800" y="6629400"/>
            <a:ext cx="4787900" cy="4749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424400" y="6629400"/>
            <a:ext cx="478790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D1D1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685800"/>
            <a:ext cx="23304500" cy="1233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14400" y="1054100"/>
            <a:ext cx="22555200" cy="11607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10325100"/>
            <a:ext cx="21234400" cy="1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9118600" y="7124700"/>
            <a:ext cx="6223000" cy="57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199" b="false" i="false" u="none" strike="noStrike" spc="1600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박성진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43900" y="5130800"/>
            <a:ext cx="9486900" cy="213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1999" b="false" i="false" u="none" strike="noStrike" spc="-400" cap="all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70600" y="4749800"/>
            <a:ext cx="3441700" cy="314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7732" b="false" i="false" u="none" strike="noStrike" spc="-600" cap="all">
                <a:solidFill>
                  <a:srgbClr val="000000"/>
                </a:solidFill>
                <a:latin typeface="Mr Dafoe Regular"/>
                <a:ea typeface="Mr Dafoe Regular"/>
                <a:cs typeface="Mr Dafoe Regular"/>
              </a:rPr>
              <a:t>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1455400" y="11468100"/>
            <a:ext cx="1485900" cy="1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