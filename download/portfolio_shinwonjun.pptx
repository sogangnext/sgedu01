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함초롬바탕"/>
                <a:cs typeface="함초롬바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함초롬바탕"/>
                <a:cs typeface="함초롬바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27426" y="2830303"/>
            <a:ext cx="16633190" cy="0"/>
          </a:xfrm>
          <a:custGeom>
            <a:avLst/>
            <a:gdLst/>
            <a:ahLst/>
            <a:cxnLst/>
            <a:rect l="l" t="t" r="r" b="b"/>
            <a:pathLst>
              <a:path w="16633190" h="0">
                <a:moveTo>
                  <a:pt x="0" y="0"/>
                </a:moveTo>
                <a:lnTo>
                  <a:pt x="166331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함초롬바탕"/>
                <a:cs typeface="함초롬바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함초롬바탕"/>
                <a:cs typeface="함초롬바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ED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37894"/>
            <a:ext cx="3284220" cy="561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함초롬바탕"/>
                <a:cs typeface="함초롬바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mailto:tyrutyri@gmail.com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6342" y="4033798"/>
            <a:ext cx="7675245" cy="16198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450" spc="-10">
                <a:latin typeface="Noto Sans"/>
                <a:cs typeface="Noto Sans"/>
              </a:rPr>
              <a:t>PORTFOLIO</a:t>
            </a:r>
            <a:endParaRPr sz="10450">
              <a:latin typeface="Noto Sans"/>
              <a:cs typeface="Noto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16000" y="8362825"/>
            <a:ext cx="2235200" cy="900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95"/>
              </a:spcBef>
            </a:pPr>
            <a:r>
              <a:rPr dirty="0" sz="2100">
                <a:latin typeface="Noto Sans"/>
                <a:cs typeface="Noto Sans"/>
              </a:rPr>
              <a:t>Name</a:t>
            </a:r>
            <a:r>
              <a:rPr dirty="0" sz="2100" spc="-30">
                <a:latin typeface="Noto Sans"/>
                <a:cs typeface="Noto Sans"/>
              </a:rPr>
              <a:t> </a:t>
            </a:r>
            <a:r>
              <a:rPr dirty="0" sz="2100">
                <a:latin typeface="Noto Sans"/>
                <a:cs typeface="Noto Sans"/>
              </a:rPr>
              <a:t>:</a:t>
            </a:r>
            <a:r>
              <a:rPr dirty="0" sz="2100" spc="-25">
                <a:latin typeface="Noto Sans"/>
                <a:cs typeface="Noto Sans"/>
              </a:rPr>
              <a:t> </a:t>
            </a:r>
            <a:r>
              <a:rPr dirty="0" sz="2350" spc="650">
                <a:latin typeface="휴먼아미체"/>
                <a:cs typeface="휴먼아미체"/>
              </a:rPr>
              <a:t>신원준 </a:t>
            </a:r>
            <a:r>
              <a:rPr dirty="0" sz="2350" spc="655">
                <a:latin typeface="휴먼아미체"/>
                <a:cs typeface="휴먼아미체"/>
              </a:rPr>
              <a:t>세명컴퓨터고등학교</a:t>
            </a:r>
            <a:endParaRPr sz="2350">
              <a:latin typeface="휴먼아미체"/>
              <a:cs typeface="휴먼아미체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05891" y="2791358"/>
            <a:ext cx="72644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545" b="1">
                <a:latin typeface="함초롬바탕"/>
                <a:cs typeface="함초롬바탕"/>
              </a:rPr>
              <a:t>소개</a:t>
            </a:r>
            <a:endParaRPr sz="3350">
              <a:latin typeface="함초롬바탕"/>
              <a:cs typeface="함초롬바탕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05891" y="3752958"/>
            <a:ext cx="328422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520" b="1">
                <a:latin typeface="함초롬바탕"/>
                <a:cs typeface="함초롬바탕"/>
              </a:rPr>
              <a:t>인적사항</a:t>
            </a:r>
            <a:r>
              <a:rPr dirty="0" sz="3350" spc="-240" b="1">
                <a:latin typeface="함초롬바탕"/>
                <a:cs typeface="함초롬바탕"/>
              </a:rPr>
              <a:t> </a:t>
            </a:r>
            <a:r>
              <a:rPr dirty="0" sz="3000" b="1">
                <a:latin typeface="Noto Sans"/>
                <a:cs typeface="Noto Sans"/>
              </a:rPr>
              <a:t>/</a:t>
            </a:r>
            <a:r>
              <a:rPr dirty="0" sz="3000" spc="-20" b="1">
                <a:latin typeface="Noto Sans"/>
                <a:cs typeface="Noto Sans"/>
              </a:rPr>
              <a:t> </a:t>
            </a:r>
            <a:r>
              <a:rPr dirty="0" sz="3350" spc="-520" b="1">
                <a:latin typeface="함초롬바탕"/>
                <a:cs typeface="함초롬바탕"/>
              </a:rPr>
              <a:t>기술</a:t>
            </a:r>
            <a:r>
              <a:rPr dirty="0" sz="3350" spc="-225" b="1">
                <a:latin typeface="함초롬바탕"/>
                <a:cs typeface="함초롬바탕"/>
              </a:rPr>
              <a:t> </a:t>
            </a:r>
            <a:r>
              <a:rPr dirty="0" sz="3350" spc="-545" b="1">
                <a:latin typeface="함초롬바탕"/>
                <a:cs typeface="함초롬바탕"/>
              </a:rPr>
              <a:t>스택</a:t>
            </a:r>
            <a:endParaRPr sz="3350">
              <a:latin typeface="함초롬바탕"/>
              <a:cs typeface="함초롬바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88484" y="2821944"/>
            <a:ext cx="43243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latin typeface="Trebuchet MS"/>
                <a:cs typeface="Trebuchet MS"/>
              </a:rPr>
              <a:t>01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88484" y="3783544"/>
            <a:ext cx="494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40">
                <a:latin typeface="Trebuchet MS"/>
                <a:cs typeface="Trebuchet MS"/>
              </a:rPr>
              <a:t>02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485743" y="3572619"/>
            <a:ext cx="16802735" cy="0"/>
          </a:xfrm>
          <a:custGeom>
            <a:avLst/>
            <a:gdLst/>
            <a:ahLst/>
            <a:cxnLst/>
            <a:rect l="l" t="t" r="r" b="b"/>
            <a:pathLst>
              <a:path w="16802735" h="0">
                <a:moveTo>
                  <a:pt x="0" y="0"/>
                </a:moveTo>
                <a:lnTo>
                  <a:pt x="1680225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85743" y="4534218"/>
            <a:ext cx="16802735" cy="0"/>
          </a:xfrm>
          <a:custGeom>
            <a:avLst/>
            <a:gdLst/>
            <a:ahLst/>
            <a:cxnLst/>
            <a:rect l="l" t="t" r="r" b="b"/>
            <a:pathLst>
              <a:path w="16802735" h="0">
                <a:moveTo>
                  <a:pt x="0" y="0"/>
                </a:moveTo>
                <a:lnTo>
                  <a:pt x="1680225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85743" y="5495818"/>
            <a:ext cx="16802735" cy="0"/>
          </a:xfrm>
          <a:custGeom>
            <a:avLst/>
            <a:gdLst/>
            <a:ahLst/>
            <a:cxnLst/>
            <a:rect l="l" t="t" r="r" b="b"/>
            <a:pathLst>
              <a:path w="16802735" h="0">
                <a:moveTo>
                  <a:pt x="0" y="0"/>
                </a:moveTo>
                <a:lnTo>
                  <a:pt x="1680225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85743" y="6457417"/>
            <a:ext cx="16802735" cy="0"/>
          </a:xfrm>
          <a:custGeom>
            <a:avLst/>
            <a:gdLst/>
            <a:ahLst/>
            <a:cxnLst/>
            <a:rect l="l" t="t" r="r" b="b"/>
            <a:pathLst>
              <a:path w="16802735" h="0">
                <a:moveTo>
                  <a:pt x="0" y="0"/>
                </a:moveTo>
                <a:lnTo>
                  <a:pt x="1680225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88484" y="4745143"/>
            <a:ext cx="5060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0">
                <a:latin typeface="Trebuchet MS"/>
                <a:cs typeface="Trebuchet MS"/>
              </a:rPr>
              <a:t>03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88484" y="5706743"/>
            <a:ext cx="50863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95">
                <a:latin typeface="Trebuchet MS"/>
                <a:cs typeface="Trebuchet MS"/>
              </a:rPr>
              <a:t>04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05891" y="4714557"/>
            <a:ext cx="222758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520" b="1">
                <a:latin typeface="함초롬바탕"/>
                <a:cs typeface="함초롬바탕"/>
              </a:rPr>
              <a:t>핵심</a:t>
            </a:r>
            <a:r>
              <a:rPr dirty="0" sz="3350" spc="-229" b="1">
                <a:latin typeface="함초롬바탕"/>
                <a:cs typeface="함초롬바탕"/>
              </a:rPr>
              <a:t> </a:t>
            </a:r>
            <a:r>
              <a:rPr dirty="0" sz="3350" spc="-540" b="1">
                <a:latin typeface="함초롬바탕"/>
                <a:cs typeface="함초롬바탕"/>
              </a:rPr>
              <a:t>프로젝트</a:t>
            </a:r>
            <a:endParaRPr sz="3350">
              <a:latin typeface="함초롬바탕"/>
              <a:cs typeface="함초롬바탕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05891" y="5676157"/>
            <a:ext cx="197612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520" b="1">
                <a:latin typeface="함초롬바탕"/>
                <a:cs typeface="함초롬바탕"/>
              </a:rPr>
              <a:t>수상</a:t>
            </a:r>
            <a:r>
              <a:rPr dirty="0" sz="3350" spc="-229" b="1">
                <a:latin typeface="함초롬바탕"/>
                <a:cs typeface="함초롬바탕"/>
              </a:rPr>
              <a:t> </a:t>
            </a:r>
            <a:r>
              <a:rPr dirty="0" sz="3350" spc="-520" b="1">
                <a:latin typeface="함초롬바탕"/>
                <a:cs typeface="함초롬바탕"/>
              </a:rPr>
              <a:t>및</a:t>
            </a:r>
            <a:r>
              <a:rPr dirty="0" sz="3350" spc="-229" b="1">
                <a:latin typeface="함초롬바탕"/>
                <a:cs typeface="함초롬바탕"/>
              </a:rPr>
              <a:t> </a:t>
            </a:r>
            <a:r>
              <a:rPr dirty="0" sz="3350" spc="-545" b="1">
                <a:latin typeface="함초롬바탕"/>
                <a:cs typeface="함초롬바탕"/>
              </a:rPr>
              <a:t>활동</a:t>
            </a:r>
            <a:endParaRPr sz="3350">
              <a:latin typeface="함초롬바탕"/>
              <a:cs typeface="함초롬바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3716" y="1744476"/>
            <a:ext cx="4687290" cy="660981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379264" y="2554711"/>
            <a:ext cx="2124710" cy="2124710"/>
          </a:xfrm>
          <a:custGeom>
            <a:avLst/>
            <a:gdLst/>
            <a:ahLst/>
            <a:cxnLst/>
            <a:rect l="l" t="t" r="r" b="b"/>
            <a:pathLst>
              <a:path w="2124710" h="2124710">
                <a:moveTo>
                  <a:pt x="1062296" y="2124592"/>
                </a:moveTo>
                <a:lnTo>
                  <a:pt x="1013670" y="2123499"/>
                </a:lnTo>
                <a:lnTo>
                  <a:pt x="965605" y="2120251"/>
                </a:lnTo>
                <a:lnTo>
                  <a:pt x="918149" y="2114895"/>
                </a:lnTo>
                <a:lnTo>
                  <a:pt x="871347" y="2107477"/>
                </a:lnTo>
                <a:lnTo>
                  <a:pt x="825247" y="2098045"/>
                </a:lnTo>
                <a:lnTo>
                  <a:pt x="779895" y="2086646"/>
                </a:lnTo>
                <a:lnTo>
                  <a:pt x="735340" y="2073326"/>
                </a:lnTo>
                <a:lnTo>
                  <a:pt x="691626" y="2058132"/>
                </a:lnTo>
                <a:lnTo>
                  <a:pt x="648802" y="2041112"/>
                </a:lnTo>
                <a:lnTo>
                  <a:pt x="606914" y="2022311"/>
                </a:lnTo>
                <a:lnTo>
                  <a:pt x="566009" y="2001777"/>
                </a:lnTo>
                <a:lnTo>
                  <a:pt x="526135" y="1979558"/>
                </a:lnTo>
                <a:lnTo>
                  <a:pt x="487336" y="1955698"/>
                </a:lnTo>
                <a:lnTo>
                  <a:pt x="449662" y="1930247"/>
                </a:lnTo>
                <a:lnTo>
                  <a:pt x="413158" y="1903249"/>
                </a:lnTo>
                <a:lnTo>
                  <a:pt x="377872" y="1874753"/>
                </a:lnTo>
                <a:lnTo>
                  <a:pt x="343850" y="1844806"/>
                </a:lnTo>
                <a:lnTo>
                  <a:pt x="311139" y="1813453"/>
                </a:lnTo>
                <a:lnTo>
                  <a:pt x="279786" y="1780742"/>
                </a:lnTo>
                <a:lnTo>
                  <a:pt x="249838" y="1746720"/>
                </a:lnTo>
                <a:lnTo>
                  <a:pt x="221342" y="1711433"/>
                </a:lnTo>
                <a:lnTo>
                  <a:pt x="194345" y="1674930"/>
                </a:lnTo>
                <a:lnTo>
                  <a:pt x="168893" y="1637255"/>
                </a:lnTo>
                <a:lnTo>
                  <a:pt x="145034" y="1598457"/>
                </a:lnTo>
                <a:lnTo>
                  <a:pt x="122814" y="1558582"/>
                </a:lnTo>
                <a:lnTo>
                  <a:pt x="102281" y="1517677"/>
                </a:lnTo>
                <a:lnTo>
                  <a:pt x="83480" y="1475789"/>
                </a:lnTo>
                <a:lnTo>
                  <a:pt x="66459" y="1432965"/>
                </a:lnTo>
                <a:lnTo>
                  <a:pt x="51266" y="1389252"/>
                </a:lnTo>
                <a:lnTo>
                  <a:pt x="37946" y="1344696"/>
                </a:lnTo>
                <a:lnTo>
                  <a:pt x="26546" y="1299345"/>
                </a:lnTo>
                <a:lnTo>
                  <a:pt x="17115" y="1253245"/>
                </a:lnTo>
                <a:lnTo>
                  <a:pt x="9697" y="1206443"/>
                </a:lnTo>
                <a:lnTo>
                  <a:pt x="4341" y="1158986"/>
                </a:lnTo>
                <a:lnTo>
                  <a:pt x="1093" y="1110922"/>
                </a:lnTo>
                <a:lnTo>
                  <a:pt x="0" y="1062296"/>
                </a:lnTo>
                <a:lnTo>
                  <a:pt x="1093" y="1013670"/>
                </a:lnTo>
                <a:lnTo>
                  <a:pt x="4341" y="965605"/>
                </a:lnTo>
                <a:lnTo>
                  <a:pt x="9697" y="918148"/>
                </a:lnTo>
                <a:lnTo>
                  <a:pt x="17115" y="871347"/>
                </a:lnTo>
                <a:lnTo>
                  <a:pt x="26546" y="825247"/>
                </a:lnTo>
                <a:lnTo>
                  <a:pt x="37946" y="779895"/>
                </a:lnTo>
                <a:lnTo>
                  <a:pt x="51266" y="735340"/>
                </a:lnTo>
                <a:lnTo>
                  <a:pt x="66459" y="691626"/>
                </a:lnTo>
                <a:lnTo>
                  <a:pt x="83480" y="648802"/>
                </a:lnTo>
                <a:lnTo>
                  <a:pt x="102281" y="606914"/>
                </a:lnTo>
                <a:lnTo>
                  <a:pt x="122814" y="566009"/>
                </a:lnTo>
                <a:lnTo>
                  <a:pt x="145034" y="526135"/>
                </a:lnTo>
                <a:lnTo>
                  <a:pt x="168893" y="487336"/>
                </a:lnTo>
                <a:lnTo>
                  <a:pt x="194345" y="449662"/>
                </a:lnTo>
                <a:lnTo>
                  <a:pt x="221342" y="413158"/>
                </a:lnTo>
                <a:lnTo>
                  <a:pt x="249838" y="377872"/>
                </a:lnTo>
                <a:lnTo>
                  <a:pt x="279786" y="343850"/>
                </a:lnTo>
                <a:lnTo>
                  <a:pt x="311139" y="311139"/>
                </a:lnTo>
                <a:lnTo>
                  <a:pt x="343850" y="279786"/>
                </a:lnTo>
                <a:lnTo>
                  <a:pt x="377872" y="249838"/>
                </a:lnTo>
                <a:lnTo>
                  <a:pt x="413158" y="221342"/>
                </a:lnTo>
                <a:lnTo>
                  <a:pt x="449662" y="194345"/>
                </a:lnTo>
                <a:lnTo>
                  <a:pt x="487336" y="168893"/>
                </a:lnTo>
                <a:lnTo>
                  <a:pt x="526135" y="145034"/>
                </a:lnTo>
                <a:lnTo>
                  <a:pt x="566009" y="122814"/>
                </a:lnTo>
                <a:lnTo>
                  <a:pt x="606914" y="102281"/>
                </a:lnTo>
                <a:lnTo>
                  <a:pt x="648802" y="83480"/>
                </a:lnTo>
                <a:lnTo>
                  <a:pt x="691626" y="66459"/>
                </a:lnTo>
                <a:lnTo>
                  <a:pt x="735340" y="51266"/>
                </a:lnTo>
                <a:lnTo>
                  <a:pt x="779895" y="37946"/>
                </a:lnTo>
                <a:lnTo>
                  <a:pt x="825247" y="26546"/>
                </a:lnTo>
                <a:lnTo>
                  <a:pt x="871347" y="17115"/>
                </a:lnTo>
                <a:lnTo>
                  <a:pt x="918149" y="9697"/>
                </a:lnTo>
                <a:lnTo>
                  <a:pt x="965605" y="4341"/>
                </a:lnTo>
                <a:lnTo>
                  <a:pt x="1013670" y="1093"/>
                </a:lnTo>
                <a:lnTo>
                  <a:pt x="1062296" y="0"/>
                </a:lnTo>
                <a:lnTo>
                  <a:pt x="1110922" y="1093"/>
                </a:lnTo>
                <a:lnTo>
                  <a:pt x="1158987" y="4341"/>
                </a:lnTo>
                <a:lnTo>
                  <a:pt x="1206443" y="9697"/>
                </a:lnTo>
                <a:lnTo>
                  <a:pt x="1253245" y="17115"/>
                </a:lnTo>
                <a:lnTo>
                  <a:pt x="1299345" y="26546"/>
                </a:lnTo>
                <a:lnTo>
                  <a:pt x="1344696" y="37946"/>
                </a:lnTo>
                <a:lnTo>
                  <a:pt x="1389252" y="51266"/>
                </a:lnTo>
                <a:lnTo>
                  <a:pt x="1432966" y="66459"/>
                </a:lnTo>
                <a:lnTo>
                  <a:pt x="1475790" y="83480"/>
                </a:lnTo>
                <a:lnTo>
                  <a:pt x="1517677" y="102281"/>
                </a:lnTo>
                <a:lnTo>
                  <a:pt x="1558582" y="122814"/>
                </a:lnTo>
                <a:lnTo>
                  <a:pt x="1598457" y="145034"/>
                </a:lnTo>
                <a:lnTo>
                  <a:pt x="1637255" y="168893"/>
                </a:lnTo>
                <a:lnTo>
                  <a:pt x="1674930" y="194345"/>
                </a:lnTo>
                <a:lnTo>
                  <a:pt x="1711434" y="221342"/>
                </a:lnTo>
                <a:lnTo>
                  <a:pt x="1746720" y="249838"/>
                </a:lnTo>
                <a:lnTo>
                  <a:pt x="1780742" y="279786"/>
                </a:lnTo>
                <a:lnTo>
                  <a:pt x="1813453" y="311139"/>
                </a:lnTo>
                <a:lnTo>
                  <a:pt x="1844806" y="343850"/>
                </a:lnTo>
                <a:lnTo>
                  <a:pt x="1874754" y="377872"/>
                </a:lnTo>
                <a:lnTo>
                  <a:pt x="1903250" y="413158"/>
                </a:lnTo>
                <a:lnTo>
                  <a:pt x="1930247" y="449662"/>
                </a:lnTo>
                <a:lnTo>
                  <a:pt x="1955699" y="487336"/>
                </a:lnTo>
                <a:lnTo>
                  <a:pt x="1979558" y="526135"/>
                </a:lnTo>
                <a:lnTo>
                  <a:pt x="2001778" y="566009"/>
                </a:lnTo>
                <a:lnTo>
                  <a:pt x="2022311" y="606914"/>
                </a:lnTo>
                <a:lnTo>
                  <a:pt x="2041112" y="648802"/>
                </a:lnTo>
                <a:lnTo>
                  <a:pt x="2058132" y="691626"/>
                </a:lnTo>
                <a:lnTo>
                  <a:pt x="2073326" y="735340"/>
                </a:lnTo>
                <a:lnTo>
                  <a:pt x="2086646" y="779895"/>
                </a:lnTo>
                <a:lnTo>
                  <a:pt x="2098045" y="825247"/>
                </a:lnTo>
                <a:lnTo>
                  <a:pt x="2107477" y="871347"/>
                </a:lnTo>
                <a:lnTo>
                  <a:pt x="2114895" y="918148"/>
                </a:lnTo>
                <a:lnTo>
                  <a:pt x="2120251" y="965605"/>
                </a:lnTo>
                <a:lnTo>
                  <a:pt x="2123499" y="1013670"/>
                </a:lnTo>
                <a:lnTo>
                  <a:pt x="2124592" y="1062296"/>
                </a:lnTo>
                <a:lnTo>
                  <a:pt x="2123499" y="1110922"/>
                </a:lnTo>
                <a:lnTo>
                  <a:pt x="2120251" y="1158986"/>
                </a:lnTo>
                <a:lnTo>
                  <a:pt x="2114895" y="1206443"/>
                </a:lnTo>
                <a:lnTo>
                  <a:pt x="2107477" y="1253245"/>
                </a:lnTo>
                <a:lnTo>
                  <a:pt x="2098045" y="1299345"/>
                </a:lnTo>
                <a:lnTo>
                  <a:pt x="2086646" y="1344696"/>
                </a:lnTo>
                <a:lnTo>
                  <a:pt x="2073326" y="1389252"/>
                </a:lnTo>
                <a:lnTo>
                  <a:pt x="2058132" y="1432965"/>
                </a:lnTo>
                <a:lnTo>
                  <a:pt x="2041112" y="1475789"/>
                </a:lnTo>
                <a:lnTo>
                  <a:pt x="2022311" y="1517677"/>
                </a:lnTo>
                <a:lnTo>
                  <a:pt x="2001778" y="1558582"/>
                </a:lnTo>
                <a:lnTo>
                  <a:pt x="1979558" y="1598457"/>
                </a:lnTo>
                <a:lnTo>
                  <a:pt x="1955699" y="1637255"/>
                </a:lnTo>
                <a:lnTo>
                  <a:pt x="1930247" y="1674930"/>
                </a:lnTo>
                <a:lnTo>
                  <a:pt x="1903250" y="1711433"/>
                </a:lnTo>
                <a:lnTo>
                  <a:pt x="1874754" y="1746720"/>
                </a:lnTo>
                <a:lnTo>
                  <a:pt x="1844806" y="1780742"/>
                </a:lnTo>
                <a:lnTo>
                  <a:pt x="1813453" y="1813453"/>
                </a:lnTo>
                <a:lnTo>
                  <a:pt x="1780742" y="1844806"/>
                </a:lnTo>
                <a:lnTo>
                  <a:pt x="1746720" y="1874753"/>
                </a:lnTo>
                <a:lnTo>
                  <a:pt x="1711434" y="1903249"/>
                </a:lnTo>
                <a:lnTo>
                  <a:pt x="1674930" y="1930247"/>
                </a:lnTo>
                <a:lnTo>
                  <a:pt x="1637255" y="1955698"/>
                </a:lnTo>
                <a:lnTo>
                  <a:pt x="1598457" y="1979558"/>
                </a:lnTo>
                <a:lnTo>
                  <a:pt x="1558582" y="2001777"/>
                </a:lnTo>
                <a:lnTo>
                  <a:pt x="1517677" y="2022311"/>
                </a:lnTo>
                <a:lnTo>
                  <a:pt x="1475790" y="2041112"/>
                </a:lnTo>
                <a:lnTo>
                  <a:pt x="1432966" y="2058132"/>
                </a:lnTo>
                <a:lnTo>
                  <a:pt x="1389252" y="2073326"/>
                </a:lnTo>
                <a:lnTo>
                  <a:pt x="1344696" y="2086646"/>
                </a:lnTo>
                <a:lnTo>
                  <a:pt x="1299345" y="2098045"/>
                </a:lnTo>
                <a:lnTo>
                  <a:pt x="1253245" y="2107477"/>
                </a:lnTo>
                <a:lnTo>
                  <a:pt x="1206443" y="2114895"/>
                </a:lnTo>
                <a:lnTo>
                  <a:pt x="1158987" y="2120251"/>
                </a:lnTo>
                <a:lnTo>
                  <a:pt x="1110922" y="2123499"/>
                </a:lnTo>
                <a:lnTo>
                  <a:pt x="1062296" y="2124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45"/>
              <a:t>소개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903150" y="3385023"/>
            <a:ext cx="107696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550" b="1">
                <a:solidFill>
                  <a:srgbClr val="EBEDF0"/>
                </a:solidFill>
                <a:latin typeface="함초롬바탕"/>
                <a:cs typeface="함초롬바탕"/>
              </a:rPr>
              <a:t>신원준</a:t>
            </a:r>
            <a:endParaRPr sz="3350">
              <a:latin typeface="함초롬바탕"/>
              <a:cs typeface="함초롬바탕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62018" y="4992687"/>
            <a:ext cx="37642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0" b="1">
                <a:latin typeface="함초롬바탕"/>
                <a:cs typeface="함초롬바탕"/>
              </a:rPr>
              <a:t>“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어떤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상황이든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05" b="1">
                <a:latin typeface="함초롬바탕"/>
                <a:cs typeface="함초롬바탕"/>
              </a:rPr>
              <a:t>빠르게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적응하는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25" b="1">
                <a:latin typeface="함초롬바탕"/>
                <a:cs typeface="함초롬바탕"/>
              </a:rPr>
              <a:t>사람“</a:t>
            </a:r>
            <a:endParaRPr sz="1800">
              <a:latin typeface="함초롬바탕"/>
              <a:cs typeface="함초롬바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54853" y="3042765"/>
            <a:ext cx="16633190" cy="565785"/>
            <a:chOff x="1654853" y="3042765"/>
            <a:chExt cx="16633190" cy="565785"/>
          </a:xfrm>
        </p:grpSpPr>
        <p:sp>
          <p:nvSpPr>
            <p:cNvPr id="3" name="object 3" descr=""/>
            <p:cNvSpPr/>
            <p:nvPr/>
          </p:nvSpPr>
          <p:spPr>
            <a:xfrm>
              <a:off x="1654853" y="3325515"/>
              <a:ext cx="16633190" cy="0"/>
            </a:xfrm>
            <a:custGeom>
              <a:avLst/>
              <a:gdLst/>
              <a:ahLst/>
              <a:cxnLst/>
              <a:rect l="l" t="t" r="r" b="b"/>
              <a:pathLst>
                <a:path w="16633190" h="0">
                  <a:moveTo>
                    <a:pt x="0" y="0"/>
                  </a:moveTo>
                  <a:lnTo>
                    <a:pt x="1663314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092044" y="3042765"/>
              <a:ext cx="3086100" cy="565785"/>
            </a:xfrm>
            <a:custGeom>
              <a:avLst/>
              <a:gdLst/>
              <a:ahLst/>
              <a:cxnLst/>
              <a:rect l="l" t="t" r="r" b="b"/>
              <a:pathLst>
                <a:path w="3086100" h="565785">
                  <a:moveTo>
                    <a:pt x="2803350" y="565499"/>
                  </a:moveTo>
                  <a:lnTo>
                    <a:pt x="282749" y="565499"/>
                  </a:lnTo>
                  <a:lnTo>
                    <a:pt x="227330" y="560016"/>
                  </a:lnTo>
                  <a:lnTo>
                    <a:pt x="174546" y="543976"/>
                  </a:lnTo>
                  <a:lnTo>
                    <a:pt x="125880" y="517994"/>
                  </a:lnTo>
                  <a:lnTo>
                    <a:pt x="82815" y="482683"/>
                  </a:lnTo>
                  <a:lnTo>
                    <a:pt x="47505" y="439619"/>
                  </a:lnTo>
                  <a:lnTo>
                    <a:pt x="21523" y="390953"/>
                  </a:lnTo>
                  <a:lnTo>
                    <a:pt x="5483" y="338169"/>
                  </a:lnTo>
                  <a:lnTo>
                    <a:pt x="0" y="282749"/>
                  </a:lnTo>
                  <a:lnTo>
                    <a:pt x="5483" y="227330"/>
                  </a:lnTo>
                  <a:lnTo>
                    <a:pt x="21523" y="174546"/>
                  </a:lnTo>
                  <a:lnTo>
                    <a:pt x="47505" y="125880"/>
                  </a:lnTo>
                  <a:lnTo>
                    <a:pt x="82815" y="82815"/>
                  </a:lnTo>
                  <a:lnTo>
                    <a:pt x="125880" y="47505"/>
                  </a:lnTo>
                  <a:lnTo>
                    <a:pt x="174546" y="21523"/>
                  </a:lnTo>
                  <a:lnTo>
                    <a:pt x="227330" y="5483"/>
                  </a:lnTo>
                  <a:lnTo>
                    <a:pt x="282749" y="0"/>
                  </a:lnTo>
                  <a:lnTo>
                    <a:pt x="2803350" y="0"/>
                  </a:lnTo>
                  <a:lnTo>
                    <a:pt x="2858769" y="5483"/>
                  </a:lnTo>
                  <a:lnTo>
                    <a:pt x="2911553" y="21523"/>
                  </a:lnTo>
                  <a:lnTo>
                    <a:pt x="2960219" y="47505"/>
                  </a:lnTo>
                  <a:lnTo>
                    <a:pt x="3003284" y="82815"/>
                  </a:lnTo>
                  <a:lnTo>
                    <a:pt x="3038594" y="125880"/>
                  </a:lnTo>
                  <a:lnTo>
                    <a:pt x="3064576" y="174546"/>
                  </a:lnTo>
                  <a:lnTo>
                    <a:pt x="3080616" y="227330"/>
                  </a:lnTo>
                  <a:lnTo>
                    <a:pt x="3085948" y="281217"/>
                  </a:lnTo>
                  <a:lnTo>
                    <a:pt x="3085948" y="284282"/>
                  </a:lnTo>
                  <a:lnTo>
                    <a:pt x="3080616" y="338169"/>
                  </a:lnTo>
                  <a:lnTo>
                    <a:pt x="3064576" y="390953"/>
                  </a:lnTo>
                  <a:lnTo>
                    <a:pt x="3038594" y="439619"/>
                  </a:lnTo>
                  <a:lnTo>
                    <a:pt x="3003284" y="482683"/>
                  </a:lnTo>
                  <a:lnTo>
                    <a:pt x="2960219" y="517994"/>
                  </a:lnTo>
                  <a:lnTo>
                    <a:pt x="2911553" y="543976"/>
                  </a:lnTo>
                  <a:lnTo>
                    <a:pt x="2858769" y="560016"/>
                  </a:lnTo>
                  <a:lnTo>
                    <a:pt x="2803350" y="56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20"/>
              <a:t>인적사항</a:t>
            </a:r>
            <a:r>
              <a:rPr dirty="0" spc="-240"/>
              <a:t> </a:t>
            </a:r>
            <a:r>
              <a:rPr dirty="0" sz="3000">
                <a:latin typeface="Noto Sans"/>
                <a:cs typeface="Noto Sans"/>
              </a:rPr>
              <a:t>/</a:t>
            </a:r>
            <a:r>
              <a:rPr dirty="0" sz="3000" spc="-20">
                <a:latin typeface="Noto Sans"/>
                <a:cs typeface="Noto Sans"/>
              </a:rPr>
              <a:t> </a:t>
            </a:r>
            <a:r>
              <a:rPr dirty="0" spc="-520"/>
              <a:t>기술</a:t>
            </a:r>
            <a:r>
              <a:rPr dirty="0" spc="-225"/>
              <a:t> </a:t>
            </a:r>
            <a:r>
              <a:rPr dirty="0" spc="-545"/>
              <a:t>스택</a:t>
            </a:r>
            <a:endParaRPr sz="3000">
              <a:latin typeface="Noto Sans"/>
              <a:cs typeface="Noto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71941" y="3116354"/>
            <a:ext cx="7264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80" b="1">
                <a:solidFill>
                  <a:srgbClr val="EBEDF0"/>
                </a:solidFill>
                <a:latin typeface="함초롬바탕"/>
                <a:cs typeface="함초롬바탕"/>
              </a:rPr>
              <a:t>리스트</a:t>
            </a:r>
            <a:endParaRPr sz="2250">
              <a:latin typeface="함초롬바탕"/>
              <a:cs typeface="함초롬바탕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746" y="6047159"/>
            <a:ext cx="76200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746" y="6361484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746" y="6675809"/>
            <a:ext cx="76200" cy="761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0006" y="4479416"/>
            <a:ext cx="85725" cy="857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0006" y="4793741"/>
            <a:ext cx="85725" cy="857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762596" y="3853011"/>
            <a:ext cx="3761104" cy="3001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10"/>
              </a:spcBef>
            </a:pPr>
            <a:r>
              <a:rPr dirty="0" sz="2250" spc="645">
                <a:latin typeface="휴먼아미체"/>
                <a:cs typeface="휴먼아미체"/>
              </a:rPr>
              <a:t>신원준</a:t>
            </a:r>
            <a:r>
              <a:rPr dirty="0" sz="2250" spc="-405">
                <a:latin typeface="휴먼아미체"/>
                <a:cs typeface="휴먼아미체"/>
              </a:rPr>
              <a:t> </a:t>
            </a:r>
            <a:r>
              <a:rPr dirty="0" sz="2000">
                <a:latin typeface="Noto Sans"/>
                <a:cs typeface="Noto Sans"/>
              </a:rPr>
              <a:t>|</a:t>
            </a:r>
            <a:r>
              <a:rPr dirty="0" sz="2000" spc="-55">
                <a:latin typeface="Noto Sans"/>
                <a:cs typeface="Noto Sans"/>
              </a:rPr>
              <a:t> </a:t>
            </a:r>
            <a:r>
              <a:rPr dirty="0" sz="2000">
                <a:latin typeface="Noto Sans"/>
                <a:cs typeface="Noto Sans"/>
              </a:rPr>
              <a:t>Unity</a:t>
            </a:r>
            <a:r>
              <a:rPr dirty="0" sz="2000" spc="-30">
                <a:latin typeface="Noto Sans"/>
                <a:cs typeface="Noto Sans"/>
              </a:rPr>
              <a:t> </a:t>
            </a:r>
            <a:r>
              <a:rPr dirty="0" sz="2000">
                <a:latin typeface="Noto Sans"/>
                <a:cs typeface="Noto Sans"/>
              </a:rPr>
              <a:t>Client</a:t>
            </a:r>
            <a:r>
              <a:rPr dirty="0" sz="2000" spc="-30">
                <a:latin typeface="Noto Sans"/>
                <a:cs typeface="Noto Sans"/>
              </a:rPr>
              <a:t> </a:t>
            </a:r>
            <a:r>
              <a:rPr dirty="0" sz="2000" spc="-10">
                <a:latin typeface="Noto Sans"/>
                <a:cs typeface="Noto Sans"/>
              </a:rPr>
              <a:t>Developer</a:t>
            </a:r>
            <a:endParaRPr sz="2000">
              <a:latin typeface="Noto Sans"/>
              <a:cs typeface="Noto Sans"/>
            </a:endParaRPr>
          </a:p>
          <a:p>
            <a:pPr marL="623570" marR="5080">
              <a:lnSpc>
                <a:spcPct val="114599"/>
              </a:lnSpc>
              <a:spcBef>
                <a:spcPts val="980"/>
              </a:spcBef>
            </a:pPr>
            <a:r>
              <a:rPr dirty="0" sz="1800" spc="-105" b="1">
                <a:latin typeface="함초롬바탕"/>
                <a:cs typeface="함초롬바탕"/>
              </a:rPr>
              <a:t>이메일</a:t>
            </a:r>
            <a:r>
              <a:rPr dirty="0" sz="1800" spc="-35" b="1">
                <a:latin typeface="함초롬바탕"/>
                <a:cs typeface="함초롬바탕"/>
              </a:rPr>
              <a:t> </a:t>
            </a:r>
            <a:r>
              <a:rPr dirty="0" sz="1800" b="1">
                <a:latin typeface="함초롬바탕"/>
                <a:cs typeface="함초롬바탕"/>
              </a:rPr>
              <a:t>:</a:t>
            </a:r>
            <a:r>
              <a:rPr dirty="0" sz="1800" spc="-35" b="1">
                <a:latin typeface="함초롬바탕"/>
                <a:cs typeface="함초롬바탕"/>
              </a:rPr>
              <a:t> </a:t>
            </a:r>
            <a:r>
              <a:rPr dirty="0" sz="1800" spc="35" b="1">
                <a:latin typeface="함초롬바탕"/>
                <a:cs typeface="함초롬바탕"/>
                <a:hlinkClick r:id="rId4"/>
              </a:rPr>
              <a:t>tyrutyri@gmail.com</a:t>
            </a:r>
            <a:r>
              <a:rPr dirty="0" sz="1800" spc="35" b="1">
                <a:latin typeface="함초롬바탕"/>
                <a:cs typeface="함초롬바탕"/>
              </a:rPr>
              <a:t> </a:t>
            </a:r>
            <a:r>
              <a:rPr dirty="0" sz="1800" spc="-105" b="1">
                <a:latin typeface="함초롬바탕"/>
                <a:cs typeface="함초롬바탕"/>
              </a:rPr>
              <a:t>연락처</a:t>
            </a:r>
            <a:r>
              <a:rPr dirty="0" sz="1800" spc="-25" b="1">
                <a:latin typeface="함초롬바탕"/>
                <a:cs typeface="함초롬바탕"/>
              </a:rPr>
              <a:t> </a:t>
            </a:r>
            <a:r>
              <a:rPr dirty="0" sz="1800" b="1">
                <a:latin typeface="함초롬바탕"/>
                <a:cs typeface="함초롬바탕"/>
              </a:rPr>
              <a:t>:</a:t>
            </a:r>
            <a:r>
              <a:rPr dirty="0" sz="1800" spc="-25" b="1">
                <a:latin typeface="함초롬바탕"/>
                <a:cs typeface="함초롬바탕"/>
              </a:rPr>
              <a:t> </a:t>
            </a:r>
            <a:r>
              <a:rPr dirty="0" sz="1800" spc="-35" b="1">
                <a:latin typeface="함초롬바탕"/>
                <a:cs typeface="함초롬바탕"/>
              </a:rPr>
              <a:t>010-</a:t>
            </a:r>
            <a:r>
              <a:rPr dirty="0" sz="1800" spc="-10" b="1">
                <a:latin typeface="함초롬바탕"/>
                <a:cs typeface="함초롬바탕"/>
              </a:rPr>
              <a:t>4753-</a:t>
            </a:r>
            <a:r>
              <a:rPr dirty="0" sz="1800" spc="45" b="1">
                <a:latin typeface="함초롬바탕"/>
                <a:cs typeface="함초롬바탕"/>
              </a:rPr>
              <a:t>1571</a:t>
            </a:r>
            <a:endParaRPr sz="1800">
              <a:latin typeface="함초롬바탕"/>
              <a:cs typeface="함초롬바탕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함초롬바탕"/>
              <a:cs typeface="함초롬바탕"/>
            </a:endParaRPr>
          </a:p>
          <a:p>
            <a:pPr marL="12700">
              <a:lnSpc>
                <a:spcPct val="100000"/>
              </a:lnSpc>
            </a:pPr>
            <a:r>
              <a:rPr dirty="0" sz="2000" spc="-295" b="1">
                <a:latin typeface="함초롬바탕"/>
                <a:cs typeface="함초롬바탕"/>
              </a:rPr>
              <a:t>기술</a:t>
            </a:r>
            <a:r>
              <a:rPr dirty="0" sz="2000" spc="-130" b="1">
                <a:latin typeface="함초롬바탕"/>
                <a:cs typeface="함초롬바탕"/>
              </a:rPr>
              <a:t> </a:t>
            </a:r>
            <a:r>
              <a:rPr dirty="0" sz="2000" spc="-320" b="1">
                <a:latin typeface="함초롬바탕"/>
                <a:cs typeface="함초롬바탕"/>
              </a:rPr>
              <a:t>스택</a:t>
            </a:r>
            <a:endParaRPr sz="2000">
              <a:latin typeface="함초롬바탕"/>
              <a:cs typeface="함초롬바탕"/>
            </a:endParaRPr>
          </a:p>
          <a:p>
            <a:pPr marL="400685" marR="1691005">
              <a:lnSpc>
                <a:spcPct val="104200"/>
              </a:lnSpc>
              <a:spcBef>
                <a:spcPts val="1675"/>
              </a:spcBef>
            </a:pPr>
            <a:r>
              <a:rPr dirty="0" sz="1800">
                <a:latin typeface="Noto Sans"/>
                <a:cs typeface="Noto Sans"/>
              </a:rPr>
              <a:t>Unity</a:t>
            </a:r>
            <a:r>
              <a:rPr dirty="0" sz="1800" spc="-5">
                <a:latin typeface="Noto Sans"/>
                <a:cs typeface="Noto Sans"/>
              </a:rPr>
              <a:t> </a:t>
            </a:r>
            <a:r>
              <a:rPr dirty="0" sz="1800" spc="-20">
                <a:latin typeface="Noto Sans"/>
                <a:cs typeface="Noto Sans"/>
              </a:rPr>
              <a:t>(C#) </a:t>
            </a:r>
            <a:r>
              <a:rPr dirty="0" sz="1800">
                <a:latin typeface="Noto Sans"/>
                <a:cs typeface="Noto Sans"/>
              </a:rPr>
              <a:t>javaScript</a:t>
            </a:r>
            <a:r>
              <a:rPr dirty="0" sz="1800" spc="-5">
                <a:latin typeface="Noto Sans"/>
                <a:cs typeface="Noto Sans"/>
              </a:rPr>
              <a:t> </a:t>
            </a:r>
            <a:r>
              <a:rPr dirty="0" sz="1800" spc="290">
                <a:latin typeface="Noto Sans"/>
                <a:cs typeface="Noto Sans"/>
              </a:rPr>
              <a:t>(</a:t>
            </a:r>
            <a:r>
              <a:rPr dirty="0" sz="2000" spc="290">
                <a:latin typeface="휴먼아미체"/>
                <a:cs typeface="휴먼아미체"/>
              </a:rPr>
              <a:t>기초</a:t>
            </a:r>
            <a:r>
              <a:rPr dirty="0" sz="1800" spc="290">
                <a:latin typeface="Noto Sans"/>
                <a:cs typeface="Noto Sans"/>
              </a:rPr>
              <a:t>) </a:t>
            </a:r>
            <a:r>
              <a:rPr dirty="0" sz="1800" spc="95">
                <a:latin typeface="Noto Sans"/>
                <a:cs typeface="Noto Sans"/>
              </a:rPr>
              <a:t>node.js(</a:t>
            </a:r>
            <a:r>
              <a:rPr dirty="0" sz="2000" spc="95">
                <a:latin typeface="휴먼아미체"/>
                <a:cs typeface="휴먼아미체"/>
              </a:rPr>
              <a:t>기초</a:t>
            </a:r>
            <a:r>
              <a:rPr dirty="0" sz="1800" spc="95">
                <a:latin typeface="Noto Sans"/>
                <a:cs typeface="Noto Sans"/>
              </a:rPr>
              <a:t>)</a:t>
            </a:r>
            <a:endParaRPr sz="180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3042765"/>
            <a:ext cx="16642715" cy="565785"/>
            <a:chOff x="-4762" y="3042765"/>
            <a:chExt cx="16642715" cy="565785"/>
          </a:xfrm>
        </p:grpSpPr>
        <p:sp>
          <p:nvSpPr>
            <p:cNvPr id="3" name="object 3" descr=""/>
            <p:cNvSpPr/>
            <p:nvPr/>
          </p:nvSpPr>
          <p:spPr>
            <a:xfrm>
              <a:off x="0" y="3335040"/>
              <a:ext cx="16633190" cy="0"/>
            </a:xfrm>
            <a:custGeom>
              <a:avLst/>
              <a:gdLst/>
              <a:ahLst/>
              <a:cxnLst/>
              <a:rect l="l" t="t" r="r" b="b"/>
              <a:pathLst>
                <a:path w="16633190" h="0">
                  <a:moveTo>
                    <a:pt x="0" y="0"/>
                  </a:moveTo>
                  <a:lnTo>
                    <a:pt x="1663314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35784" y="3042765"/>
              <a:ext cx="3086100" cy="565785"/>
            </a:xfrm>
            <a:custGeom>
              <a:avLst/>
              <a:gdLst/>
              <a:ahLst/>
              <a:cxnLst/>
              <a:rect l="l" t="t" r="r" b="b"/>
              <a:pathLst>
                <a:path w="3086100" h="565785">
                  <a:moveTo>
                    <a:pt x="2803350" y="565499"/>
                  </a:moveTo>
                  <a:lnTo>
                    <a:pt x="282749" y="565499"/>
                  </a:lnTo>
                  <a:lnTo>
                    <a:pt x="227330" y="560016"/>
                  </a:lnTo>
                  <a:lnTo>
                    <a:pt x="174546" y="543976"/>
                  </a:lnTo>
                  <a:lnTo>
                    <a:pt x="125880" y="517994"/>
                  </a:lnTo>
                  <a:lnTo>
                    <a:pt x="82815" y="482683"/>
                  </a:lnTo>
                  <a:lnTo>
                    <a:pt x="47505" y="439619"/>
                  </a:lnTo>
                  <a:lnTo>
                    <a:pt x="21523" y="390953"/>
                  </a:lnTo>
                  <a:lnTo>
                    <a:pt x="5483" y="338169"/>
                  </a:lnTo>
                  <a:lnTo>
                    <a:pt x="0" y="282749"/>
                  </a:lnTo>
                  <a:lnTo>
                    <a:pt x="5483" y="227330"/>
                  </a:lnTo>
                  <a:lnTo>
                    <a:pt x="21523" y="174546"/>
                  </a:lnTo>
                  <a:lnTo>
                    <a:pt x="47505" y="125880"/>
                  </a:lnTo>
                  <a:lnTo>
                    <a:pt x="82815" y="82815"/>
                  </a:lnTo>
                  <a:lnTo>
                    <a:pt x="125880" y="47505"/>
                  </a:lnTo>
                  <a:lnTo>
                    <a:pt x="174546" y="21523"/>
                  </a:lnTo>
                  <a:lnTo>
                    <a:pt x="227330" y="5483"/>
                  </a:lnTo>
                  <a:lnTo>
                    <a:pt x="282749" y="0"/>
                  </a:lnTo>
                  <a:lnTo>
                    <a:pt x="2803350" y="0"/>
                  </a:lnTo>
                  <a:lnTo>
                    <a:pt x="2858769" y="5483"/>
                  </a:lnTo>
                  <a:lnTo>
                    <a:pt x="2911554" y="21523"/>
                  </a:lnTo>
                  <a:lnTo>
                    <a:pt x="2960220" y="47505"/>
                  </a:lnTo>
                  <a:lnTo>
                    <a:pt x="3003284" y="82815"/>
                  </a:lnTo>
                  <a:lnTo>
                    <a:pt x="3038594" y="125880"/>
                  </a:lnTo>
                  <a:lnTo>
                    <a:pt x="3064577" y="174546"/>
                  </a:lnTo>
                  <a:lnTo>
                    <a:pt x="3080616" y="227330"/>
                  </a:lnTo>
                  <a:lnTo>
                    <a:pt x="3085948" y="281215"/>
                  </a:lnTo>
                  <a:lnTo>
                    <a:pt x="3085948" y="284283"/>
                  </a:lnTo>
                  <a:lnTo>
                    <a:pt x="3080616" y="338169"/>
                  </a:lnTo>
                  <a:lnTo>
                    <a:pt x="3064577" y="390953"/>
                  </a:lnTo>
                  <a:lnTo>
                    <a:pt x="3038594" y="439619"/>
                  </a:lnTo>
                  <a:lnTo>
                    <a:pt x="3003284" y="482683"/>
                  </a:lnTo>
                  <a:lnTo>
                    <a:pt x="2960220" y="517994"/>
                  </a:lnTo>
                  <a:lnTo>
                    <a:pt x="2911554" y="543976"/>
                  </a:lnTo>
                  <a:lnTo>
                    <a:pt x="2858769" y="560016"/>
                  </a:lnTo>
                  <a:lnTo>
                    <a:pt x="2803350" y="56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593295" y="3116354"/>
            <a:ext cx="11709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프로젝트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000" spc="10">
                <a:solidFill>
                  <a:srgbClr val="EBEDF0"/>
                </a:solidFill>
                <a:latin typeface="Segoe UI Symbol"/>
                <a:cs typeface="Segoe UI Symbol"/>
              </a:rPr>
              <a:t>1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453313" y="3042765"/>
            <a:ext cx="3086100" cy="565785"/>
          </a:xfrm>
          <a:custGeom>
            <a:avLst/>
            <a:gdLst/>
            <a:ahLst/>
            <a:cxnLst/>
            <a:rect l="l" t="t" r="r" b="b"/>
            <a:pathLst>
              <a:path w="3086100" h="565785">
                <a:moveTo>
                  <a:pt x="2803350" y="565499"/>
                </a:moveTo>
                <a:lnTo>
                  <a:pt x="282749" y="565499"/>
                </a:lnTo>
                <a:lnTo>
                  <a:pt x="227330" y="560016"/>
                </a:lnTo>
                <a:lnTo>
                  <a:pt x="174546" y="543976"/>
                </a:lnTo>
                <a:lnTo>
                  <a:pt x="125880" y="517994"/>
                </a:lnTo>
                <a:lnTo>
                  <a:pt x="82815" y="482683"/>
                </a:lnTo>
                <a:lnTo>
                  <a:pt x="47505" y="439619"/>
                </a:lnTo>
                <a:lnTo>
                  <a:pt x="21523" y="390953"/>
                </a:lnTo>
                <a:lnTo>
                  <a:pt x="5483" y="338169"/>
                </a:lnTo>
                <a:lnTo>
                  <a:pt x="0" y="282749"/>
                </a:lnTo>
                <a:lnTo>
                  <a:pt x="5483" y="227330"/>
                </a:lnTo>
                <a:lnTo>
                  <a:pt x="21523" y="174546"/>
                </a:lnTo>
                <a:lnTo>
                  <a:pt x="47505" y="125880"/>
                </a:lnTo>
                <a:lnTo>
                  <a:pt x="82815" y="82815"/>
                </a:lnTo>
                <a:lnTo>
                  <a:pt x="125880" y="47505"/>
                </a:lnTo>
                <a:lnTo>
                  <a:pt x="174546" y="21523"/>
                </a:lnTo>
                <a:lnTo>
                  <a:pt x="227330" y="5483"/>
                </a:lnTo>
                <a:lnTo>
                  <a:pt x="282749" y="0"/>
                </a:lnTo>
                <a:lnTo>
                  <a:pt x="2803350" y="0"/>
                </a:lnTo>
                <a:lnTo>
                  <a:pt x="2858770" y="5483"/>
                </a:lnTo>
                <a:lnTo>
                  <a:pt x="2911554" y="21523"/>
                </a:lnTo>
                <a:lnTo>
                  <a:pt x="2960220" y="47505"/>
                </a:lnTo>
                <a:lnTo>
                  <a:pt x="3003284" y="82815"/>
                </a:lnTo>
                <a:lnTo>
                  <a:pt x="3038594" y="125880"/>
                </a:lnTo>
                <a:lnTo>
                  <a:pt x="3064576" y="174546"/>
                </a:lnTo>
                <a:lnTo>
                  <a:pt x="3080616" y="227330"/>
                </a:lnTo>
                <a:lnTo>
                  <a:pt x="3085948" y="281219"/>
                </a:lnTo>
                <a:lnTo>
                  <a:pt x="3085948" y="284279"/>
                </a:lnTo>
                <a:lnTo>
                  <a:pt x="3080616" y="338169"/>
                </a:lnTo>
                <a:lnTo>
                  <a:pt x="3064576" y="390953"/>
                </a:lnTo>
                <a:lnTo>
                  <a:pt x="3038594" y="439619"/>
                </a:lnTo>
                <a:lnTo>
                  <a:pt x="3003284" y="482683"/>
                </a:lnTo>
                <a:lnTo>
                  <a:pt x="2960220" y="517994"/>
                </a:lnTo>
                <a:lnTo>
                  <a:pt x="2911554" y="543976"/>
                </a:lnTo>
                <a:lnTo>
                  <a:pt x="2858770" y="560016"/>
                </a:lnTo>
                <a:lnTo>
                  <a:pt x="2803350" y="565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66585" y="3116354"/>
            <a:ext cx="12598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플레이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250" spc="-380" b="1">
                <a:solidFill>
                  <a:srgbClr val="EBEDF0"/>
                </a:solidFill>
                <a:latin typeface="함초롬바탕"/>
                <a:cs typeface="함초롬바탕"/>
              </a:rPr>
              <a:t>영상</a:t>
            </a:r>
            <a:endParaRPr sz="2250">
              <a:latin typeface="함초롬바탕"/>
              <a:cs typeface="함초롬바탕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3644" y="3834201"/>
            <a:ext cx="8876392" cy="498443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938" y="3835533"/>
            <a:ext cx="5753099" cy="31908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20"/>
              <a:t>핵심</a:t>
            </a:r>
            <a:r>
              <a:rPr dirty="0" spc="-310"/>
              <a:t> </a:t>
            </a:r>
            <a:r>
              <a:rPr dirty="0" spc="-540"/>
              <a:t>프로젝트</a:t>
            </a: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388" y="7794566"/>
            <a:ext cx="76200" cy="76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388" y="8108891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388" y="8737541"/>
            <a:ext cx="76200" cy="761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15238" y="7078963"/>
            <a:ext cx="4994910" cy="246634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spc="-320" b="1">
                <a:latin typeface="함초롬바탕"/>
                <a:cs typeface="함초롬바탕"/>
              </a:rPr>
              <a:t>설명</a:t>
            </a:r>
            <a:endParaRPr sz="2000">
              <a:latin typeface="함초롬바탕"/>
              <a:cs typeface="함초롬바탕"/>
            </a:endParaRPr>
          </a:p>
          <a:p>
            <a:pPr marL="400685">
              <a:lnSpc>
                <a:spcPct val="100000"/>
              </a:lnSpc>
              <a:spcBef>
                <a:spcPts val="1025"/>
              </a:spcBef>
            </a:pPr>
            <a:r>
              <a:rPr dirty="0" sz="1800" spc="260">
                <a:latin typeface="Noto Sans"/>
                <a:cs typeface="Noto Sans"/>
              </a:rPr>
              <a:t>1</a:t>
            </a:r>
            <a:r>
              <a:rPr dirty="0" sz="2000" spc="260">
                <a:latin typeface="휴먼아미체"/>
                <a:cs typeface="휴먼아미체"/>
              </a:rPr>
              <a:t>인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325">
                <a:latin typeface="휴먼아미체"/>
                <a:cs typeface="휴먼아미체"/>
              </a:rPr>
              <a:t>개발</a:t>
            </a:r>
            <a:endParaRPr sz="2000">
              <a:latin typeface="휴먼아미체"/>
              <a:cs typeface="휴먼아미체"/>
            </a:endParaRPr>
          </a:p>
          <a:p>
            <a:pPr marL="400685" marR="121285">
              <a:lnSpc>
                <a:spcPct val="103099"/>
              </a:lnSpc>
            </a:pPr>
            <a:r>
              <a:rPr dirty="0" sz="1800" spc="-10">
                <a:latin typeface="Noto Sans"/>
                <a:cs typeface="Noto Sans"/>
              </a:rPr>
              <a:t>NavMeshAgent </a:t>
            </a:r>
            <a:r>
              <a:rPr dirty="0" sz="2000" spc="730">
                <a:latin typeface="휴먼아미체"/>
                <a:cs typeface="휴먼아미체"/>
              </a:rPr>
              <a:t>를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515">
                <a:latin typeface="휴먼아미체"/>
                <a:cs typeface="휴먼아미체"/>
              </a:rPr>
              <a:t>사용하여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465">
                <a:latin typeface="휴먼아미체"/>
                <a:cs typeface="휴먼아미체"/>
              </a:rPr>
              <a:t>적과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520">
                <a:latin typeface="휴먼아미체"/>
                <a:cs typeface="휴먼아미체"/>
              </a:rPr>
              <a:t>플레이어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75">
                <a:latin typeface="휴먼아미체"/>
                <a:cs typeface="휴먼아미체"/>
              </a:rPr>
              <a:t>이 </a:t>
            </a:r>
            <a:r>
              <a:rPr dirty="0" sz="2000" spc="730">
                <a:latin typeface="휴먼아미체"/>
                <a:cs typeface="휴먼아미체"/>
              </a:rPr>
              <a:t>동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600">
                <a:latin typeface="휴먼아미체"/>
                <a:cs typeface="휴먼아미체"/>
              </a:rPr>
              <a:t>구현</a:t>
            </a:r>
            <a:endParaRPr sz="2000">
              <a:latin typeface="휴먼아미체"/>
              <a:cs typeface="휴먼아미체"/>
            </a:endParaRPr>
          </a:p>
          <a:p>
            <a:pPr marL="400685" marR="5080">
              <a:lnSpc>
                <a:spcPct val="103099"/>
              </a:lnSpc>
            </a:pPr>
            <a:r>
              <a:rPr dirty="0" sz="1800">
                <a:latin typeface="Noto Sans"/>
                <a:cs typeface="Noto Sans"/>
              </a:rPr>
              <a:t>NavMesh </a:t>
            </a:r>
            <a:r>
              <a:rPr dirty="0" sz="1800" spc="135">
                <a:latin typeface="Noto Sans"/>
                <a:cs typeface="Noto Sans"/>
              </a:rPr>
              <a:t>bake</a:t>
            </a:r>
            <a:r>
              <a:rPr dirty="0" sz="2000" spc="135">
                <a:latin typeface="휴먼아미체"/>
                <a:cs typeface="휴먼아미체"/>
              </a:rPr>
              <a:t>중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84">
                <a:latin typeface="휴먼아미체"/>
                <a:cs typeface="휴먼아미체"/>
              </a:rPr>
              <a:t>원하지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565">
                <a:latin typeface="휴먼아미체"/>
                <a:cs typeface="휴먼아미체"/>
              </a:rPr>
              <a:t>않는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660">
                <a:latin typeface="휴먼아미체"/>
                <a:cs typeface="휴먼아미체"/>
              </a:rPr>
              <a:t>부분이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1800" spc="-10">
                <a:latin typeface="Noto Sans"/>
                <a:cs typeface="Noto Sans"/>
              </a:rPr>
              <a:t>baking </a:t>
            </a:r>
            <a:r>
              <a:rPr dirty="0" sz="2000" spc="625">
                <a:latin typeface="휴먼아미체"/>
                <a:cs typeface="휴먼아미체"/>
              </a:rPr>
              <a:t>되는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484">
                <a:latin typeface="휴먼아미체"/>
                <a:cs typeface="휴먼아미체"/>
              </a:rPr>
              <a:t>현상이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350">
                <a:latin typeface="휴먼아미체"/>
                <a:cs typeface="휴먼아미체"/>
              </a:rPr>
              <a:t>발생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1800" spc="245">
                <a:latin typeface="Segoe UI Symbol"/>
                <a:cs typeface="Segoe UI Symbol"/>
              </a:rPr>
              <a:t>→</a:t>
            </a:r>
            <a:r>
              <a:rPr dirty="0" sz="1800" spc="-30">
                <a:latin typeface="Segoe UI Symbol"/>
                <a:cs typeface="Segoe UI Symbol"/>
              </a:rPr>
              <a:t> </a:t>
            </a:r>
            <a:r>
              <a:rPr dirty="0" sz="2000" spc="570">
                <a:latin typeface="휴먼아미체"/>
                <a:cs typeface="휴먼아미체"/>
              </a:rPr>
              <a:t>오브젝트와의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95">
                <a:latin typeface="휴먼아미체"/>
                <a:cs typeface="휴먼아미체"/>
              </a:rPr>
              <a:t>거리를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20">
                <a:latin typeface="휴먼아미체"/>
                <a:cs typeface="휴먼아미체"/>
              </a:rPr>
              <a:t>확실하 </a:t>
            </a:r>
            <a:r>
              <a:rPr dirty="0" sz="2000" spc="295">
                <a:latin typeface="휴먼아미체"/>
                <a:cs typeface="휴먼아미체"/>
              </a:rPr>
              <a:t>게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600">
                <a:latin typeface="휴먼아미체"/>
                <a:cs typeface="휴먼아미체"/>
              </a:rPr>
              <a:t>조정</a:t>
            </a:r>
            <a:endParaRPr sz="2000">
              <a:latin typeface="휴먼아미체"/>
              <a:cs typeface="휴먼아미체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3042765"/>
            <a:ext cx="16642715" cy="565785"/>
            <a:chOff x="-4762" y="3042765"/>
            <a:chExt cx="16642715" cy="565785"/>
          </a:xfrm>
        </p:grpSpPr>
        <p:sp>
          <p:nvSpPr>
            <p:cNvPr id="3" name="object 3" descr=""/>
            <p:cNvSpPr/>
            <p:nvPr/>
          </p:nvSpPr>
          <p:spPr>
            <a:xfrm>
              <a:off x="0" y="3335040"/>
              <a:ext cx="16633190" cy="0"/>
            </a:xfrm>
            <a:custGeom>
              <a:avLst/>
              <a:gdLst/>
              <a:ahLst/>
              <a:cxnLst/>
              <a:rect l="l" t="t" r="r" b="b"/>
              <a:pathLst>
                <a:path w="16633190" h="0">
                  <a:moveTo>
                    <a:pt x="0" y="0"/>
                  </a:moveTo>
                  <a:lnTo>
                    <a:pt x="1663314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35784" y="3042765"/>
              <a:ext cx="3086100" cy="565785"/>
            </a:xfrm>
            <a:custGeom>
              <a:avLst/>
              <a:gdLst/>
              <a:ahLst/>
              <a:cxnLst/>
              <a:rect l="l" t="t" r="r" b="b"/>
              <a:pathLst>
                <a:path w="3086100" h="565785">
                  <a:moveTo>
                    <a:pt x="2803350" y="565499"/>
                  </a:moveTo>
                  <a:lnTo>
                    <a:pt x="282749" y="565499"/>
                  </a:lnTo>
                  <a:lnTo>
                    <a:pt x="227330" y="560016"/>
                  </a:lnTo>
                  <a:lnTo>
                    <a:pt x="174546" y="543976"/>
                  </a:lnTo>
                  <a:lnTo>
                    <a:pt x="125880" y="517994"/>
                  </a:lnTo>
                  <a:lnTo>
                    <a:pt x="82815" y="482683"/>
                  </a:lnTo>
                  <a:lnTo>
                    <a:pt x="47505" y="439619"/>
                  </a:lnTo>
                  <a:lnTo>
                    <a:pt x="21523" y="390953"/>
                  </a:lnTo>
                  <a:lnTo>
                    <a:pt x="5483" y="338169"/>
                  </a:lnTo>
                  <a:lnTo>
                    <a:pt x="0" y="282749"/>
                  </a:lnTo>
                  <a:lnTo>
                    <a:pt x="5483" y="227330"/>
                  </a:lnTo>
                  <a:lnTo>
                    <a:pt x="21523" y="174546"/>
                  </a:lnTo>
                  <a:lnTo>
                    <a:pt x="47505" y="125880"/>
                  </a:lnTo>
                  <a:lnTo>
                    <a:pt x="82815" y="82815"/>
                  </a:lnTo>
                  <a:lnTo>
                    <a:pt x="125880" y="47505"/>
                  </a:lnTo>
                  <a:lnTo>
                    <a:pt x="174546" y="21523"/>
                  </a:lnTo>
                  <a:lnTo>
                    <a:pt x="227330" y="5483"/>
                  </a:lnTo>
                  <a:lnTo>
                    <a:pt x="282749" y="0"/>
                  </a:lnTo>
                  <a:lnTo>
                    <a:pt x="2803350" y="0"/>
                  </a:lnTo>
                  <a:lnTo>
                    <a:pt x="2858769" y="5483"/>
                  </a:lnTo>
                  <a:lnTo>
                    <a:pt x="2911554" y="21523"/>
                  </a:lnTo>
                  <a:lnTo>
                    <a:pt x="2960220" y="47505"/>
                  </a:lnTo>
                  <a:lnTo>
                    <a:pt x="3003284" y="82815"/>
                  </a:lnTo>
                  <a:lnTo>
                    <a:pt x="3038594" y="125880"/>
                  </a:lnTo>
                  <a:lnTo>
                    <a:pt x="3064577" y="174546"/>
                  </a:lnTo>
                  <a:lnTo>
                    <a:pt x="3080616" y="227330"/>
                  </a:lnTo>
                  <a:lnTo>
                    <a:pt x="3085948" y="281215"/>
                  </a:lnTo>
                  <a:lnTo>
                    <a:pt x="3085948" y="284283"/>
                  </a:lnTo>
                  <a:lnTo>
                    <a:pt x="3080616" y="338169"/>
                  </a:lnTo>
                  <a:lnTo>
                    <a:pt x="3064577" y="390953"/>
                  </a:lnTo>
                  <a:lnTo>
                    <a:pt x="3038594" y="439619"/>
                  </a:lnTo>
                  <a:lnTo>
                    <a:pt x="3003284" y="482683"/>
                  </a:lnTo>
                  <a:lnTo>
                    <a:pt x="2960220" y="517994"/>
                  </a:lnTo>
                  <a:lnTo>
                    <a:pt x="2911554" y="543976"/>
                  </a:lnTo>
                  <a:lnTo>
                    <a:pt x="2858769" y="560016"/>
                  </a:lnTo>
                  <a:lnTo>
                    <a:pt x="2803350" y="56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593295" y="3116354"/>
            <a:ext cx="11709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프로젝트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000" spc="-50" b="1">
                <a:solidFill>
                  <a:srgbClr val="EBEDF0"/>
                </a:solidFill>
                <a:latin typeface="Noto Sans"/>
                <a:cs typeface="Noto Sans"/>
              </a:rPr>
              <a:t>2</a:t>
            </a:r>
            <a:endParaRPr sz="2000">
              <a:latin typeface="Noto Sans"/>
              <a:cs typeface="Noto San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453313" y="3042765"/>
            <a:ext cx="3086100" cy="565785"/>
          </a:xfrm>
          <a:custGeom>
            <a:avLst/>
            <a:gdLst/>
            <a:ahLst/>
            <a:cxnLst/>
            <a:rect l="l" t="t" r="r" b="b"/>
            <a:pathLst>
              <a:path w="3086100" h="565785">
                <a:moveTo>
                  <a:pt x="2803350" y="565499"/>
                </a:moveTo>
                <a:lnTo>
                  <a:pt x="282749" y="565499"/>
                </a:lnTo>
                <a:lnTo>
                  <a:pt x="227330" y="560016"/>
                </a:lnTo>
                <a:lnTo>
                  <a:pt x="174546" y="543976"/>
                </a:lnTo>
                <a:lnTo>
                  <a:pt x="125880" y="517994"/>
                </a:lnTo>
                <a:lnTo>
                  <a:pt x="82815" y="482683"/>
                </a:lnTo>
                <a:lnTo>
                  <a:pt x="47505" y="439619"/>
                </a:lnTo>
                <a:lnTo>
                  <a:pt x="21523" y="390953"/>
                </a:lnTo>
                <a:lnTo>
                  <a:pt x="5483" y="338169"/>
                </a:lnTo>
                <a:lnTo>
                  <a:pt x="0" y="282749"/>
                </a:lnTo>
                <a:lnTo>
                  <a:pt x="5483" y="227330"/>
                </a:lnTo>
                <a:lnTo>
                  <a:pt x="21523" y="174546"/>
                </a:lnTo>
                <a:lnTo>
                  <a:pt x="47505" y="125880"/>
                </a:lnTo>
                <a:lnTo>
                  <a:pt x="82815" y="82815"/>
                </a:lnTo>
                <a:lnTo>
                  <a:pt x="125880" y="47505"/>
                </a:lnTo>
                <a:lnTo>
                  <a:pt x="174546" y="21523"/>
                </a:lnTo>
                <a:lnTo>
                  <a:pt x="227330" y="5483"/>
                </a:lnTo>
                <a:lnTo>
                  <a:pt x="282749" y="0"/>
                </a:lnTo>
                <a:lnTo>
                  <a:pt x="2803350" y="0"/>
                </a:lnTo>
                <a:lnTo>
                  <a:pt x="2858770" y="5483"/>
                </a:lnTo>
                <a:lnTo>
                  <a:pt x="2911554" y="21523"/>
                </a:lnTo>
                <a:lnTo>
                  <a:pt x="2960220" y="47505"/>
                </a:lnTo>
                <a:lnTo>
                  <a:pt x="3003284" y="82815"/>
                </a:lnTo>
                <a:lnTo>
                  <a:pt x="3038594" y="125880"/>
                </a:lnTo>
                <a:lnTo>
                  <a:pt x="3064576" y="174546"/>
                </a:lnTo>
                <a:lnTo>
                  <a:pt x="3080616" y="227330"/>
                </a:lnTo>
                <a:lnTo>
                  <a:pt x="3085948" y="281219"/>
                </a:lnTo>
                <a:lnTo>
                  <a:pt x="3085948" y="284279"/>
                </a:lnTo>
                <a:lnTo>
                  <a:pt x="3080616" y="338169"/>
                </a:lnTo>
                <a:lnTo>
                  <a:pt x="3064576" y="390953"/>
                </a:lnTo>
                <a:lnTo>
                  <a:pt x="3038594" y="439619"/>
                </a:lnTo>
                <a:lnTo>
                  <a:pt x="3003284" y="482683"/>
                </a:lnTo>
                <a:lnTo>
                  <a:pt x="2960220" y="517994"/>
                </a:lnTo>
                <a:lnTo>
                  <a:pt x="2911554" y="543976"/>
                </a:lnTo>
                <a:lnTo>
                  <a:pt x="2858770" y="560016"/>
                </a:lnTo>
                <a:lnTo>
                  <a:pt x="2803350" y="565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66585" y="3116354"/>
            <a:ext cx="12598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플레이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250" spc="-380" b="1">
                <a:solidFill>
                  <a:srgbClr val="EBEDF0"/>
                </a:solidFill>
                <a:latin typeface="함초롬바탕"/>
                <a:cs typeface="함초롬바탕"/>
              </a:rPr>
              <a:t>영상</a:t>
            </a:r>
            <a:endParaRPr sz="2250">
              <a:latin typeface="함초롬바탕"/>
              <a:cs typeface="함초롬바탕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00" y="3851947"/>
            <a:ext cx="4048124" cy="50387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9981" y="3743752"/>
            <a:ext cx="5181599" cy="635317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20"/>
              <a:t>핵심</a:t>
            </a:r>
            <a:r>
              <a:rPr dirty="0" spc="-310"/>
              <a:t> </a:t>
            </a:r>
            <a:r>
              <a:rPr dirty="0" spc="-540"/>
              <a:t>프로젝트</a:t>
            </a: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4565" y="4387345"/>
            <a:ext cx="76200" cy="76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4565" y="4701670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4565" y="5015995"/>
            <a:ext cx="76200" cy="761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350415" y="3671742"/>
            <a:ext cx="4131310" cy="152336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spc="-320" b="1">
                <a:latin typeface="함초롬바탕"/>
                <a:cs typeface="함초롬바탕"/>
              </a:rPr>
              <a:t>설명</a:t>
            </a:r>
            <a:endParaRPr sz="2000">
              <a:latin typeface="함초롬바탕"/>
              <a:cs typeface="함초롬바탕"/>
            </a:endParaRPr>
          </a:p>
          <a:p>
            <a:pPr marL="400685">
              <a:lnSpc>
                <a:spcPct val="100000"/>
              </a:lnSpc>
              <a:spcBef>
                <a:spcPts val="1025"/>
              </a:spcBef>
            </a:pPr>
            <a:r>
              <a:rPr dirty="0" sz="1800" spc="260">
                <a:latin typeface="Noto Sans"/>
                <a:cs typeface="Noto Sans"/>
              </a:rPr>
              <a:t>1</a:t>
            </a:r>
            <a:r>
              <a:rPr dirty="0" sz="2000" spc="260">
                <a:latin typeface="휴먼아미체"/>
                <a:cs typeface="휴먼아미체"/>
              </a:rPr>
              <a:t>인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325">
                <a:latin typeface="휴먼아미체"/>
                <a:cs typeface="휴먼아미체"/>
              </a:rPr>
              <a:t>개발</a:t>
            </a:r>
            <a:endParaRPr sz="2000">
              <a:latin typeface="휴먼아미체"/>
              <a:cs typeface="휴먼아미체"/>
            </a:endParaRPr>
          </a:p>
          <a:p>
            <a:pPr marL="400685">
              <a:lnSpc>
                <a:spcPct val="100000"/>
              </a:lnSpc>
              <a:spcBef>
                <a:spcPts val="75"/>
              </a:spcBef>
            </a:pPr>
            <a:r>
              <a:rPr dirty="0" sz="1800" spc="45">
                <a:latin typeface="Noto Sans"/>
                <a:cs typeface="Noto Sans"/>
              </a:rPr>
              <a:t>RaycastHit2D</a:t>
            </a:r>
            <a:r>
              <a:rPr dirty="0" sz="2000" spc="45">
                <a:latin typeface="휴먼아미체"/>
                <a:cs typeface="휴먼아미체"/>
              </a:rPr>
              <a:t>로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25">
                <a:latin typeface="휴먼아미체"/>
                <a:cs typeface="휴먼아미체"/>
              </a:rPr>
              <a:t>적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465">
                <a:latin typeface="휴먼아미체"/>
                <a:cs typeface="휴먼아미체"/>
              </a:rPr>
              <a:t>감지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1800">
                <a:latin typeface="Noto Sans"/>
                <a:cs typeface="Noto Sans"/>
              </a:rPr>
              <a:t>+</a:t>
            </a:r>
            <a:r>
              <a:rPr dirty="0" sz="1800" spc="5">
                <a:latin typeface="Noto Sans"/>
                <a:cs typeface="Noto Sans"/>
              </a:rPr>
              <a:t> </a:t>
            </a:r>
            <a:r>
              <a:rPr dirty="0" sz="2000" spc="450">
                <a:latin typeface="휴먼아미체"/>
                <a:cs typeface="휴먼아미체"/>
              </a:rPr>
              <a:t>데미지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75">
                <a:latin typeface="휴먼아미체"/>
                <a:cs typeface="휴먼아미체"/>
              </a:rPr>
              <a:t>처</a:t>
            </a:r>
            <a:endParaRPr sz="2000">
              <a:latin typeface="휴먼아미체"/>
              <a:cs typeface="휴먼아미체"/>
            </a:endParaRPr>
          </a:p>
          <a:p>
            <a:pPr marL="400685">
              <a:lnSpc>
                <a:spcPct val="100000"/>
              </a:lnSpc>
              <a:spcBef>
                <a:spcPts val="75"/>
              </a:spcBef>
            </a:pPr>
            <a:r>
              <a:rPr dirty="0" sz="1800">
                <a:latin typeface="Noto Sans"/>
                <a:cs typeface="Noto Sans"/>
              </a:rPr>
              <a:t>LineRender </a:t>
            </a:r>
            <a:r>
              <a:rPr dirty="0" sz="2000" spc="645">
                <a:latin typeface="휴먼아미체"/>
                <a:cs typeface="휴먼아미체"/>
              </a:rPr>
              <a:t>컴포넌트로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450">
                <a:latin typeface="휴먼아미체"/>
                <a:cs typeface="휴먼아미체"/>
              </a:rPr>
              <a:t>레이저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420">
                <a:latin typeface="휴먼아미체"/>
                <a:cs typeface="휴먼아미체"/>
              </a:rPr>
              <a:t>시각화</a:t>
            </a:r>
            <a:endParaRPr sz="2000">
              <a:latin typeface="휴먼아미체"/>
              <a:cs typeface="휴먼아미체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163947" y="6583061"/>
            <a:ext cx="3913504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75" b="1">
                <a:latin typeface="함초롬바탕"/>
                <a:cs typeface="함초롬바탕"/>
              </a:rPr>
              <a:t>(플레이</a:t>
            </a:r>
            <a:r>
              <a:rPr dirty="0" sz="3100" spc="-140" b="1">
                <a:latin typeface="함초롬바탕"/>
                <a:cs typeface="함초롬바탕"/>
              </a:rPr>
              <a:t> </a:t>
            </a:r>
            <a:r>
              <a:rPr dirty="0" sz="3100" spc="-185" b="1">
                <a:latin typeface="함초롬바탕"/>
                <a:cs typeface="함초롬바탕"/>
              </a:rPr>
              <a:t>영상</a:t>
            </a:r>
            <a:r>
              <a:rPr dirty="0" sz="3100" spc="-65" b="1">
                <a:latin typeface="함초롬바탕"/>
                <a:cs typeface="함초롬바탕"/>
              </a:rPr>
              <a:t> </a:t>
            </a:r>
            <a:r>
              <a:rPr dirty="0" sz="3100" spc="-185" b="1">
                <a:latin typeface="함초롬바탕"/>
                <a:cs typeface="함초롬바탕"/>
              </a:rPr>
              <a:t>삽입</a:t>
            </a:r>
            <a:r>
              <a:rPr dirty="0" sz="3100" spc="-65" b="1">
                <a:latin typeface="함초롬바탕"/>
                <a:cs typeface="함초롬바탕"/>
              </a:rPr>
              <a:t> </a:t>
            </a:r>
            <a:r>
              <a:rPr dirty="0" sz="3100" spc="-25" b="1">
                <a:latin typeface="함초롬바탕"/>
                <a:cs typeface="함초롬바탕"/>
              </a:rPr>
              <a:t>예정)</a:t>
            </a:r>
            <a:endParaRPr sz="3100">
              <a:latin typeface="함초롬바탕"/>
              <a:cs typeface="함초롬바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3042765"/>
            <a:ext cx="16642715" cy="565785"/>
            <a:chOff x="-4762" y="3042765"/>
            <a:chExt cx="16642715" cy="565785"/>
          </a:xfrm>
        </p:grpSpPr>
        <p:sp>
          <p:nvSpPr>
            <p:cNvPr id="3" name="object 3" descr=""/>
            <p:cNvSpPr/>
            <p:nvPr/>
          </p:nvSpPr>
          <p:spPr>
            <a:xfrm>
              <a:off x="0" y="3335040"/>
              <a:ext cx="16633190" cy="0"/>
            </a:xfrm>
            <a:custGeom>
              <a:avLst/>
              <a:gdLst/>
              <a:ahLst/>
              <a:cxnLst/>
              <a:rect l="l" t="t" r="r" b="b"/>
              <a:pathLst>
                <a:path w="16633190" h="0">
                  <a:moveTo>
                    <a:pt x="0" y="0"/>
                  </a:moveTo>
                  <a:lnTo>
                    <a:pt x="16633145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35784" y="3042765"/>
              <a:ext cx="3086100" cy="565785"/>
            </a:xfrm>
            <a:custGeom>
              <a:avLst/>
              <a:gdLst/>
              <a:ahLst/>
              <a:cxnLst/>
              <a:rect l="l" t="t" r="r" b="b"/>
              <a:pathLst>
                <a:path w="3086100" h="565785">
                  <a:moveTo>
                    <a:pt x="2803350" y="565499"/>
                  </a:moveTo>
                  <a:lnTo>
                    <a:pt x="282749" y="565499"/>
                  </a:lnTo>
                  <a:lnTo>
                    <a:pt x="227330" y="560016"/>
                  </a:lnTo>
                  <a:lnTo>
                    <a:pt x="174546" y="543976"/>
                  </a:lnTo>
                  <a:lnTo>
                    <a:pt x="125880" y="517994"/>
                  </a:lnTo>
                  <a:lnTo>
                    <a:pt x="82815" y="482683"/>
                  </a:lnTo>
                  <a:lnTo>
                    <a:pt x="47505" y="439619"/>
                  </a:lnTo>
                  <a:lnTo>
                    <a:pt x="21523" y="390953"/>
                  </a:lnTo>
                  <a:lnTo>
                    <a:pt x="5483" y="338169"/>
                  </a:lnTo>
                  <a:lnTo>
                    <a:pt x="0" y="282749"/>
                  </a:lnTo>
                  <a:lnTo>
                    <a:pt x="5483" y="227330"/>
                  </a:lnTo>
                  <a:lnTo>
                    <a:pt x="21523" y="174546"/>
                  </a:lnTo>
                  <a:lnTo>
                    <a:pt x="47505" y="125880"/>
                  </a:lnTo>
                  <a:lnTo>
                    <a:pt x="82815" y="82815"/>
                  </a:lnTo>
                  <a:lnTo>
                    <a:pt x="125880" y="47505"/>
                  </a:lnTo>
                  <a:lnTo>
                    <a:pt x="174546" y="21523"/>
                  </a:lnTo>
                  <a:lnTo>
                    <a:pt x="227330" y="5483"/>
                  </a:lnTo>
                  <a:lnTo>
                    <a:pt x="282749" y="0"/>
                  </a:lnTo>
                  <a:lnTo>
                    <a:pt x="2803350" y="0"/>
                  </a:lnTo>
                  <a:lnTo>
                    <a:pt x="2858769" y="5483"/>
                  </a:lnTo>
                  <a:lnTo>
                    <a:pt x="2911554" y="21523"/>
                  </a:lnTo>
                  <a:lnTo>
                    <a:pt x="2960220" y="47505"/>
                  </a:lnTo>
                  <a:lnTo>
                    <a:pt x="3003284" y="82815"/>
                  </a:lnTo>
                  <a:lnTo>
                    <a:pt x="3038594" y="125880"/>
                  </a:lnTo>
                  <a:lnTo>
                    <a:pt x="3064577" y="174546"/>
                  </a:lnTo>
                  <a:lnTo>
                    <a:pt x="3080616" y="227330"/>
                  </a:lnTo>
                  <a:lnTo>
                    <a:pt x="3085948" y="281215"/>
                  </a:lnTo>
                  <a:lnTo>
                    <a:pt x="3085948" y="284283"/>
                  </a:lnTo>
                  <a:lnTo>
                    <a:pt x="3080616" y="338169"/>
                  </a:lnTo>
                  <a:lnTo>
                    <a:pt x="3064577" y="390953"/>
                  </a:lnTo>
                  <a:lnTo>
                    <a:pt x="3038594" y="439619"/>
                  </a:lnTo>
                  <a:lnTo>
                    <a:pt x="3003284" y="482683"/>
                  </a:lnTo>
                  <a:lnTo>
                    <a:pt x="2960220" y="517994"/>
                  </a:lnTo>
                  <a:lnTo>
                    <a:pt x="2911554" y="543976"/>
                  </a:lnTo>
                  <a:lnTo>
                    <a:pt x="2858769" y="560016"/>
                  </a:lnTo>
                  <a:lnTo>
                    <a:pt x="2803350" y="56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593295" y="3116354"/>
            <a:ext cx="11709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프로젝트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000" spc="-50" b="1">
                <a:solidFill>
                  <a:srgbClr val="EBEDF0"/>
                </a:solidFill>
                <a:latin typeface="Noto Sans"/>
                <a:cs typeface="Noto Sans"/>
              </a:rPr>
              <a:t>3</a:t>
            </a:r>
            <a:endParaRPr sz="2000">
              <a:latin typeface="Noto Sans"/>
              <a:cs typeface="Noto San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453313" y="3042765"/>
            <a:ext cx="3086100" cy="565785"/>
          </a:xfrm>
          <a:custGeom>
            <a:avLst/>
            <a:gdLst/>
            <a:ahLst/>
            <a:cxnLst/>
            <a:rect l="l" t="t" r="r" b="b"/>
            <a:pathLst>
              <a:path w="3086100" h="565785">
                <a:moveTo>
                  <a:pt x="2803350" y="565499"/>
                </a:moveTo>
                <a:lnTo>
                  <a:pt x="282749" y="565499"/>
                </a:lnTo>
                <a:lnTo>
                  <a:pt x="227330" y="560016"/>
                </a:lnTo>
                <a:lnTo>
                  <a:pt x="174546" y="543976"/>
                </a:lnTo>
                <a:lnTo>
                  <a:pt x="125880" y="517994"/>
                </a:lnTo>
                <a:lnTo>
                  <a:pt x="82815" y="482683"/>
                </a:lnTo>
                <a:lnTo>
                  <a:pt x="47505" y="439619"/>
                </a:lnTo>
                <a:lnTo>
                  <a:pt x="21523" y="390953"/>
                </a:lnTo>
                <a:lnTo>
                  <a:pt x="5483" y="338169"/>
                </a:lnTo>
                <a:lnTo>
                  <a:pt x="0" y="282749"/>
                </a:lnTo>
                <a:lnTo>
                  <a:pt x="5483" y="227330"/>
                </a:lnTo>
                <a:lnTo>
                  <a:pt x="21523" y="174546"/>
                </a:lnTo>
                <a:lnTo>
                  <a:pt x="47505" y="125880"/>
                </a:lnTo>
                <a:lnTo>
                  <a:pt x="82815" y="82815"/>
                </a:lnTo>
                <a:lnTo>
                  <a:pt x="125880" y="47505"/>
                </a:lnTo>
                <a:lnTo>
                  <a:pt x="174546" y="21523"/>
                </a:lnTo>
                <a:lnTo>
                  <a:pt x="227330" y="5483"/>
                </a:lnTo>
                <a:lnTo>
                  <a:pt x="282749" y="0"/>
                </a:lnTo>
                <a:lnTo>
                  <a:pt x="2803350" y="0"/>
                </a:lnTo>
                <a:lnTo>
                  <a:pt x="2858770" y="5483"/>
                </a:lnTo>
                <a:lnTo>
                  <a:pt x="2911554" y="21523"/>
                </a:lnTo>
                <a:lnTo>
                  <a:pt x="2960220" y="47505"/>
                </a:lnTo>
                <a:lnTo>
                  <a:pt x="3003284" y="82815"/>
                </a:lnTo>
                <a:lnTo>
                  <a:pt x="3038594" y="125880"/>
                </a:lnTo>
                <a:lnTo>
                  <a:pt x="3064576" y="174546"/>
                </a:lnTo>
                <a:lnTo>
                  <a:pt x="3080616" y="227330"/>
                </a:lnTo>
                <a:lnTo>
                  <a:pt x="3085948" y="281219"/>
                </a:lnTo>
                <a:lnTo>
                  <a:pt x="3085948" y="284279"/>
                </a:lnTo>
                <a:lnTo>
                  <a:pt x="3080616" y="338169"/>
                </a:lnTo>
                <a:lnTo>
                  <a:pt x="3064576" y="390953"/>
                </a:lnTo>
                <a:lnTo>
                  <a:pt x="3038594" y="439619"/>
                </a:lnTo>
                <a:lnTo>
                  <a:pt x="3003284" y="482683"/>
                </a:lnTo>
                <a:lnTo>
                  <a:pt x="2960220" y="517994"/>
                </a:lnTo>
                <a:lnTo>
                  <a:pt x="2911554" y="543976"/>
                </a:lnTo>
                <a:lnTo>
                  <a:pt x="2858770" y="560016"/>
                </a:lnTo>
                <a:lnTo>
                  <a:pt x="2803350" y="565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66585" y="3116354"/>
            <a:ext cx="12598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55" b="1">
                <a:solidFill>
                  <a:srgbClr val="EBEDF0"/>
                </a:solidFill>
                <a:latin typeface="함초롬바탕"/>
                <a:cs typeface="함초롬바탕"/>
              </a:rPr>
              <a:t>플레이</a:t>
            </a:r>
            <a:r>
              <a:rPr dirty="0" sz="2250" spc="-155" b="1">
                <a:solidFill>
                  <a:srgbClr val="EBEDF0"/>
                </a:solidFill>
                <a:latin typeface="함초롬바탕"/>
                <a:cs typeface="함초롬바탕"/>
              </a:rPr>
              <a:t> </a:t>
            </a:r>
            <a:r>
              <a:rPr dirty="0" sz="2250" spc="-380" b="1">
                <a:solidFill>
                  <a:srgbClr val="EBEDF0"/>
                </a:solidFill>
                <a:latin typeface="함초롬바탕"/>
                <a:cs typeface="함초롬바탕"/>
              </a:rPr>
              <a:t>영상</a:t>
            </a:r>
            <a:endParaRPr sz="2250">
              <a:latin typeface="함초롬바탕"/>
              <a:cs typeface="함초롬바탕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149" y="3733871"/>
            <a:ext cx="3457574" cy="63531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20"/>
              <a:t>핵심</a:t>
            </a:r>
            <a:r>
              <a:rPr dirty="0" spc="-310"/>
              <a:t> </a:t>
            </a:r>
            <a:r>
              <a:rPr dirty="0" spc="-540"/>
              <a:t>프로젝트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8464" y="4269269"/>
            <a:ext cx="76200" cy="761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8464" y="4583594"/>
            <a:ext cx="76200" cy="76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8464" y="5212244"/>
            <a:ext cx="76200" cy="761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024314" y="3553665"/>
            <a:ext cx="4917440" cy="21520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spc="-320" b="1">
                <a:latin typeface="함초롬바탕"/>
                <a:cs typeface="함초롬바탕"/>
              </a:rPr>
              <a:t>설명</a:t>
            </a:r>
            <a:endParaRPr sz="2000">
              <a:latin typeface="함초롬바탕"/>
              <a:cs typeface="함초롬바탕"/>
            </a:endParaRPr>
          </a:p>
          <a:p>
            <a:pPr marL="400685">
              <a:lnSpc>
                <a:spcPct val="100000"/>
              </a:lnSpc>
              <a:spcBef>
                <a:spcPts val="1025"/>
              </a:spcBef>
            </a:pPr>
            <a:r>
              <a:rPr dirty="0" sz="1800" spc="260">
                <a:latin typeface="Noto Sans"/>
                <a:cs typeface="Noto Sans"/>
              </a:rPr>
              <a:t>1</a:t>
            </a:r>
            <a:r>
              <a:rPr dirty="0" sz="2000" spc="260">
                <a:latin typeface="휴먼아미체"/>
                <a:cs typeface="휴먼아미체"/>
              </a:rPr>
              <a:t>인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325">
                <a:latin typeface="휴먼아미체"/>
                <a:cs typeface="휴먼아미체"/>
              </a:rPr>
              <a:t>개발</a:t>
            </a:r>
            <a:endParaRPr sz="2000">
              <a:latin typeface="휴먼아미체"/>
              <a:cs typeface="휴먼아미체"/>
            </a:endParaRPr>
          </a:p>
          <a:p>
            <a:pPr marL="400685" marR="5080">
              <a:lnSpc>
                <a:spcPct val="103099"/>
              </a:lnSpc>
            </a:pPr>
            <a:r>
              <a:rPr dirty="0" sz="1800" spc="70">
                <a:latin typeface="Noto Sans"/>
                <a:cs typeface="Noto Sans"/>
              </a:rPr>
              <a:t>Coroutine</a:t>
            </a:r>
            <a:r>
              <a:rPr dirty="0" sz="2000" spc="70">
                <a:latin typeface="휴먼아미체"/>
                <a:cs typeface="휴먼아미체"/>
              </a:rPr>
              <a:t>을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09">
                <a:latin typeface="휴먼아미체"/>
                <a:cs typeface="휴먼아미체"/>
              </a:rPr>
              <a:t>활용한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465">
                <a:latin typeface="휴먼아미체"/>
                <a:cs typeface="휴먼아미체"/>
              </a:rPr>
              <a:t>타일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400">
                <a:latin typeface="휴먼아미체"/>
                <a:cs typeface="휴먼아미체"/>
              </a:rPr>
              <a:t>낙하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730">
                <a:latin typeface="휴먼아미체"/>
                <a:cs typeface="휴먼아미체"/>
              </a:rPr>
              <a:t>후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565">
                <a:latin typeface="휴먼아미체"/>
                <a:cs typeface="휴먼아미체"/>
              </a:rPr>
              <a:t>자동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635">
                <a:latin typeface="휴먼아미체"/>
                <a:cs typeface="휴먼아미체"/>
              </a:rPr>
              <a:t>리스폰 </a:t>
            </a:r>
            <a:r>
              <a:rPr dirty="0" sz="2000" spc="525">
                <a:latin typeface="휴먼아미체"/>
                <a:cs typeface="휴먼아미체"/>
              </a:rPr>
              <a:t>및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20">
                <a:latin typeface="휴먼아미체"/>
                <a:cs typeface="휴먼아미체"/>
              </a:rPr>
              <a:t>게임오버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525">
                <a:latin typeface="휴먼아미체"/>
                <a:cs typeface="휴먼아미체"/>
              </a:rPr>
              <a:t>시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685">
                <a:latin typeface="휴먼아미체"/>
                <a:cs typeface="휴먼아미체"/>
              </a:rPr>
              <a:t>슬로우모션</a:t>
            </a:r>
            <a:r>
              <a:rPr dirty="0" sz="2000" spc="-345">
                <a:latin typeface="휴먼아미체"/>
                <a:cs typeface="휴먼아미체"/>
              </a:rPr>
              <a:t> </a:t>
            </a:r>
            <a:r>
              <a:rPr dirty="0" sz="2000" spc="625">
                <a:latin typeface="휴먼아미체"/>
                <a:cs typeface="휴먼아미체"/>
              </a:rPr>
              <a:t>연출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600">
                <a:latin typeface="휴먼아미체"/>
                <a:cs typeface="휴먼아미체"/>
              </a:rPr>
              <a:t>구현 </a:t>
            </a:r>
            <a:r>
              <a:rPr dirty="0" sz="2000" spc="434">
                <a:latin typeface="휴먼아미체"/>
                <a:cs typeface="휴먼아미체"/>
              </a:rPr>
              <a:t>메테리얼의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475">
                <a:latin typeface="휴먼아미체"/>
                <a:cs typeface="휴먼아미체"/>
              </a:rPr>
              <a:t>색상을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25">
                <a:latin typeface="휴먼아미체"/>
                <a:cs typeface="휴먼아미체"/>
              </a:rPr>
              <a:t>변경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730">
                <a:latin typeface="휴먼아미체"/>
                <a:cs typeface="휴먼아미체"/>
              </a:rPr>
              <a:t>중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70">
                <a:latin typeface="휴먼아미체"/>
                <a:cs typeface="휴먼아미체"/>
              </a:rPr>
              <a:t>원본색상으로</a:t>
            </a:r>
            <a:r>
              <a:rPr dirty="0" sz="2000" spc="-355">
                <a:latin typeface="휴먼아미체"/>
                <a:cs typeface="휴먼아미체"/>
              </a:rPr>
              <a:t> </a:t>
            </a:r>
            <a:r>
              <a:rPr dirty="0" sz="2000" spc="595">
                <a:latin typeface="휴먼아미체"/>
                <a:cs typeface="휴먼아미체"/>
              </a:rPr>
              <a:t>돌아오 </a:t>
            </a:r>
            <a:r>
              <a:rPr dirty="0" sz="2000" spc="525">
                <a:latin typeface="휴먼아미체"/>
                <a:cs typeface="휴먼아미체"/>
              </a:rPr>
              <a:t>지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65">
                <a:latin typeface="휴먼아미체"/>
                <a:cs typeface="휴먼아미체"/>
              </a:rPr>
              <a:t>않는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09">
                <a:latin typeface="휴먼아미체"/>
                <a:cs typeface="휴먼아미체"/>
              </a:rPr>
              <a:t>문제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350">
                <a:latin typeface="휴먼아미체"/>
                <a:cs typeface="휴먼아미체"/>
              </a:rPr>
              <a:t>발생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1800" spc="1205">
                <a:latin typeface="Noto Sans"/>
                <a:cs typeface="Noto Sans"/>
              </a:rPr>
              <a:t>→</a:t>
            </a:r>
            <a:r>
              <a:rPr dirty="0" sz="1800">
                <a:latin typeface="Noto Sans"/>
                <a:cs typeface="Noto Sans"/>
              </a:rPr>
              <a:t> </a:t>
            </a:r>
            <a:r>
              <a:rPr dirty="0" sz="2000" spc="625">
                <a:latin typeface="휴먼아미체"/>
                <a:cs typeface="휴먼아미체"/>
              </a:rPr>
              <a:t>기존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75">
                <a:latin typeface="휴먼아미체"/>
                <a:cs typeface="휴먼아미체"/>
              </a:rPr>
              <a:t>색깔을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515">
                <a:latin typeface="휴먼아미체"/>
                <a:cs typeface="휴먼아미체"/>
              </a:rPr>
              <a:t>변수에</a:t>
            </a:r>
            <a:r>
              <a:rPr dirty="0" sz="2000" spc="-350">
                <a:latin typeface="휴먼아미체"/>
                <a:cs typeface="휴먼아미체"/>
              </a:rPr>
              <a:t> </a:t>
            </a:r>
            <a:r>
              <a:rPr dirty="0" sz="2000" spc="440">
                <a:latin typeface="휴먼아미체"/>
                <a:cs typeface="휴먼아미체"/>
              </a:rPr>
              <a:t>저장</a:t>
            </a:r>
            <a:endParaRPr sz="2000">
              <a:latin typeface="휴먼아미체"/>
              <a:cs typeface="휴먼아미체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4646" y="3733871"/>
            <a:ext cx="3457574" cy="63531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986073" y="6316251"/>
            <a:ext cx="3913504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75" b="1">
                <a:latin typeface="함초롬바탕"/>
                <a:cs typeface="함초롬바탕"/>
              </a:rPr>
              <a:t>(플레이</a:t>
            </a:r>
            <a:r>
              <a:rPr dirty="0" sz="3100" spc="-140" b="1">
                <a:latin typeface="함초롬바탕"/>
                <a:cs typeface="함초롬바탕"/>
              </a:rPr>
              <a:t> </a:t>
            </a:r>
            <a:r>
              <a:rPr dirty="0" sz="3100" spc="-185" b="1">
                <a:latin typeface="함초롬바탕"/>
                <a:cs typeface="함초롬바탕"/>
              </a:rPr>
              <a:t>영상</a:t>
            </a:r>
            <a:r>
              <a:rPr dirty="0" sz="3100" spc="-65" b="1">
                <a:latin typeface="함초롬바탕"/>
                <a:cs typeface="함초롬바탕"/>
              </a:rPr>
              <a:t> </a:t>
            </a:r>
            <a:r>
              <a:rPr dirty="0" sz="3100" spc="-185" b="1">
                <a:latin typeface="함초롬바탕"/>
                <a:cs typeface="함초롬바탕"/>
              </a:rPr>
              <a:t>삽입</a:t>
            </a:r>
            <a:r>
              <a:rPr dirty="0" sz="3100" spc="-65" b="1">
                <a:latin typeface="함초롬바탕"/>
                <a:cs typeface="함초롬바탕"/>
              </a:rPr>
              <a:t> </a:t>
            </a:r>
            <a:r>
              <a:rPr dirty="0" sz="3100" spc="-25" b="1">
                <a:latin typeface="함초롬바탕"/>
                <a:cs typeface="함초롬바탕"/>
              </a:rPr>
              <a:t>예정)</a:t>
            </a:r>
            <a:endParaRPr sz="3100">
              <a:latin typeface="함초롬바탕"/>
              <a:cs typeface="함초롬바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520"/>
              <a:t>수상</a:t>
            </a:r>
            <a:r>
              <a:rPr dirty="0" spc="-310"/>
              <a:t> </a:t>
            </a:r>
            <a:r>
              <a:rPr dirty="0" spc="-520"/>
              <a:t>및</a:t>
            </a:r>
            <a:r>
              <a:rPr dirty="0" spc="-310"/>
              <a:t> </a:t>
            </a:r>
            <a:r>
              <a:rPr dirty="0" spc="-545"/>
              <a:t>활동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72186" y="4142730"/>
            <a:ext cx="3158490" cy="76454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800" spc="-110" b="1">
                <a:latin typeface="함초롬바탕"/>
                <a:cs typeface="함초롬바탕"/>
              </a:rPr>
              <a:t>미래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유망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사업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25" b="1">
                <a:latin typeface="함초롬바탕"/>
                <a:cs typeface="함초롬바탕"/>
              </a:rPr>
              <a:t>우수상</a:t>
            </a:r>
            <a:endParaRPr sz="1800">
              <a:latin typeface="함초롬바탕"/>
              <a:cs typeface="함초롬바탕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800" spc="-25">
                <a:latin typeface="휴먼모음T"/>
                <a:cs typeface="휴먼모음T"/>
              </a:rPr>
              <a:t>-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미래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유망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사업에서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우수상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50">
                <a:latin typeface="휴먼모음T"/>
                <a:cs typeface="휴먼모음T"/>
              </a:rPr>
              <a:t>수상</a:t>
            </a:r>
            <a:endParaRPr sz="1800">
              <a:latin typeface="휴먼모음T"/>
              <a:cs typeface="휴먼모음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145076" y="4142730"/>
            <a:ext cx="2802255" cy="76454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800" spc="-110" b="1">
                <a:latin typeface="함초롬바탕"/>
                <a:cs typeface="함초롬바탕"/>
              </a:rPr>
              <a:t>과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내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110" b="1">
                <a:latin typeface="함초롬바탕"/>
                <a:cs typeface="함초롬바탕"/>
              </a:rPr>
              <a:t>기능대회</a:t>
            </a:r>
            <a:r>
              <a:rPr dirty="0" sz="1800" spc="-30" b="1">
                <a:latin typeface="함초롬바탕"/>
                <a:cs typeface="함초롬바탕"/>
              </a:rPr>
              <a:t> </a:t>
            </a:r>
            <a:r>
              <a:rPr dirty="0" sz="1800" spc="-25" b="1">
                <a:latin typeface="함초롬바탕"/>
                <a:cs typeface="함초롬바탕"/>
              </a:rPr>
              <a:t>동상</a:t>
            </a:r>
            <a:endParaRPr sz="1800">
              <a:latin typeface="함초롬바탕"/>
              <a:cs typeface="함초롬바탕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800">
                <a:latin typeface="휴먼모음T"/>
                <a:cs typeface="휴먼모음T"/>
              </a:rPr>
              <a:t>-</a:t>
            </a:r>
            <a:r>
              <a:rPr dirty="0" sz="1800" spc="10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학과</a:t>
            </a:r>
            <a:r>
              <a:rPr dirty="0" sz="1800" spc="-490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내</a:t>
            </a:r>
            <a:r>
              <a:rPr dirty="0" sz="1800" spc="-490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기능대회</a:t>
            </a:r>
            <a:r>
              <a:rPr dirty="0" sz="1800" spc="-490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동상</a:t>
            </a:r>
            <a:r>
              <a:rPr dirty="0" sz="1800" spc="-490">
                <a:latin typeface="휴먼모음T"/>
                <a:cs typeface="휴먼모음T"/>
              </a:rPr>
              <a:t> </a:t>
            </a:r>
            <a:r>
              <a:rPr dirty="0" sz="1800" spc="150">
                <a:latin typeface="휴먼모음T"/>
                <a:cs typeface="휴먼모음T"/>
              </a:rPr>
              <a:t>수상</a:t>
            </a:r>
            <a:endParaRPr sz="1800">
              <a:latin typeface="휴먼모음T"/>
              <a:cs typeface="휴먼모음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2186" y="7409260"/>
            <a:ext cx="3092450" cy="111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함초롬바탕"/>
                <a:cs typeface="함초롬바탕"/>
              </a:rPr>
              <a:t>활동</a:t>
            </a:r>
            <a:endParaRPr sz="1800">
              <a:latin typeface="함초롬바탕"/>
              <a:cs typeface="함초롬바탕"/>
            </a:endParaRPr>
          </a:p>
          <a:p>
            <a:pPr marL="154305" indent="-141605">
              <a:lnSpc>
                <a:spcPct val="100000"/>
              </a:lnSpc>
              <a:spcBef>
                <a:spcPts val="1805"/>
              </a:spcBef>
              <a:buChar char="-"/>
              <a:tabLst>
                <a:tab pos="154305" algn="l"/>
              </a:tabLst>
            </a:pPr>
            <a:r>
              <a:rPr dirty="0" sz="1800" spc="140">
                <a:latin typeface="휴먼모음T"/>
                <a:cs typeface="휴먼모음T"/>
              </a:rPr>
              <a:t>축제위원회,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홍보대사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55">
                <a:latin typeface="휴먼모음T"/>
                <a:cs typeface="휴먼모음T"/>
              </a:rPr>
              <a:t>활동이력</a:t>
            </a:r>
            <a:endParaRPr sz="1800">
              <a:latin typeface="휴먼모음T"/>
              <a:cs typeface="휴먼모음T"/>
            </a:endParaRPr>
          </a:p>
          <a:p>
            <a:pPr marL="154305" indent="-141605">
              <a:lnSpc>
                <a:spcPct val="100000"/>
              </a:lnSpc>
              <a:spcBef>
                <a:spcPts val="315"/>
              </a:spcBef>
              <a:buChar char="-"/>
              <a:tabLst>
                <a:tab pos="154305" algn="l"/>
              </a:tabLst>
            </a:pPr>
            <a:r>
              <a:rPr dirty="0" sz="1800" spc="175">
                <a:latin typeface="휴먼모음T"/>
                <a:cs typeface="휴먼모음T"/>
              </a:rPr>
              <a:t>학과</a:t>
            </a:r>
            <a:r>
              <a:rPr dirty="0" sz="1800" spc="-495">
                <a:latin typeface="휴먼모음T"/>
                <a:cs typeface="휴먼모음T"/>
              </a:rPr>
              <a:t> </a:t>
            </a:r>
            <a:r>
              <a:rPr dirty="0" sz="1800" spc="175">
                <a:latin typeface="휴먼모음T"/>
                <a:cs typeface="휴먼모음T"/>
              </a:rPr>
              <a:t>대표로</a:t>
            </a:r>
            <a:r>
              <a:rPr dirty="0" sz="1800" spc="-484">
                <a:latin typeface="휴먼모음T"/>
                <a:cs typeface="휴먼모음T"/>
              </a:rPr>
              <a:t> </a:t>
            </a:r>
            <a:r>
              <a:rPr dirty="0" sz="1800" spc="150">
                <a:latin typeface="휴먼모음T"/>
                <a:cs typeface="휴먼모음T"/>
              </a:rPr>
              <a:t>활동</a:t>
            </a:r>
            <a:endParaRPr sz="1800">
              <a:latin typeface="휴먼모음T"/>
              <a:cs typeface="휴먼모음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7442" y="5266462"/>
            <a:ext cx="5781675" cy="11664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450" spc="545">
                <a:solidFill>
                  <a:srgbClr val="EBEDF0"/>
                </a:solidFill>
                <a:latin typeface="Trebuchet MS"/>
                <a:cs typeface="Trebuchet MS"/>
              </a:rPr>
              <a:t>THANK</a:t>
            </a:r>
            <a:r>
              <a:rPr dirty="0" sz="7450" spc="-490">
                <a:solidFill>
                  <a:srgbClr val="EBEDF0"/>
                </a:solidFill>
                <a:latin typeface="Trebuchet MS"/>
                <a:cs typeface="Trebuchet MS"/>
              </a:rPr>
              <a:t> </a:t>
            </a:r>
            <a:r>
              <a:rPr dirty="0" sz="7450" spc="570">
                <a:solidFill>
                  <a:srgbClr val="EBEDF0"/>
                </a:solidFill>
                <a:latin typeface="Trebuchet MS"/>
                <a:cs typeface="Trebuchet MS"/>
              </a:rPr>
              <a:t>YOU</a:t>
            </a:r>
            <a:endParaRPr sz="7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Penje_ 064</dc:creator>
  <cp:keywords>DAHF5I2HlkY,BAHC4XoMg5I,0</cp:keywords>
  <dc:title>그레이 블랙 심플한 마케터 포트폴리오 프레젠테이션</dc:title>
  <dcterms:created xsi:type="dcterms:W3CDTF">2026-04-16T00:22:24Z</dcterms:created>
  <dcterms:modified xsi:type="dcterms:W3CDTF">2026-04-16T00:22:24Z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2026-04-16T00:00:00Z</vt:filetime>
  </property>
  <property fmtid="{D5CDD505-2E9C-101B-9397-08002B2CF9AE}" pid="5" name="Producer">
    <vt:lpwstr>Canva</vt:lpwstr>
  </property>
</Properties>
</file>