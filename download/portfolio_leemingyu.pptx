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9.png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image" Target="../media/image25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9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27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32" y="4101760"/>
            <a:ext cx="5798148" cy="1340901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340692" y="5738464"/>
            <a:ext cx="1678305" cy="880744"/>
            <a:chOff x="1340692" y="5738464"/>
            <a:chExt cx="1678305" cy="880744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0692" y="5738464"/>
              <a:ext cx="1588852" cy="88018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32" y="5843487"/>
              <a:ext cx="1447809" cy="5026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3680" y="3622926"/>
            <a:ext cx="8321526" cy="4681846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6837906" y="593594"/>
            <a:ext cx="7296150" cy="1341120"/>
            <a:chOff x="6837906" y="593594"/>
            <a:chExt cx="7296150" cy="1341120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37906" y="593594"/>
              <a:ext cx="3865327" cy="134090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36876" y="593594"/>
              <a:ext cx="1063004" cy="134090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68378" y="593594"/>
              <a:ext cx="3865327" cy="1340901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617477" y="3607953"/>
            <a:ext cx="8374928" cy="47118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6837906" y="593594"/>
            <a:ext cx="7296150" cy="1341120"/>
            <a:chOff x="6837906" y="593594"/>
            <a:chExt cx="7296150" cy="134112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7906" y="593594"/>
              <a:ext cx="3865327" cy="134090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36876" y="593594"/>
              <a:ext cx="1063004" cy="134090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68378" y="593594"/>
              <a:ext cx="3865327" cy="1340901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87361" y="4107100"/>
            <a:ext cx="7893162" cy="441536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85508" y="3141265"/>
            <a:ext cx="5905579" cy="65751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356320" y="593594"/>
            <a:ext cx="6329680" cy="1341120"/>
            <a:chOff x="7356320" y="593594"/>
            <a:chExt cx="6329680" cy="134112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6320" y="593594"/>
              <a:ext cx="2898759" cy="134090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88827" y="593594"/>
              <a:ext cx="1063004" cy="134090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20329" y="593594"/>
              <a:ext cx="3865327" cy="1340901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43920" y="4397771"/>
            <a:ext cx="6980625" cy="3926581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890025" y="3392566"/>
            <a:ext cx="11354435" cy="5640070"/>
            <a:chOff x="890025" y="3392566"/>
            <a:chExt cx="11354435" cy="5640070"/>
          </a:xfrm>
        </p:grpSpPr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0025" y="3392566"/>
              <a:ext cx="5008015" cy="563982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82962" y="4078409"/>
              <a:ext cx="6360958" cy="456530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356320" y="593594"/>
            <a:ext cx="6329680" cy="1341120"/>
            <a:chOff x="7356320" y="593594"/>
            <a:chExt cx="6329680" cy="134112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6320" y="593594"/>
              <a:ext cx="2898759" cy="134090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88827" y="593594"/>
              <a:ext cx="1063004" cy="134090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20329" y="593594"/>
              <a:ext cx="3865327" cy="1340901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10410" y="3669836"/>
            <a:ext cx="7743952" cy="5539098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43128" y="3329741"/>
            <a:ext cx="6512890" cy="65128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387554" y="593594"/>
            <a:ext cx="8262620" cy="1341120"/>
            <a:chOff x="6387554" y="593594"/>
            <a:chExt cx="8262620" cy="134112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7554" y="593594"/>
              <a:ext cx="2899178" cy="134090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20375" y="593594"/>
              <a:ext cx="1063004" cy="134090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51877" y="593594"/>
              <a:ext cx="5797833" cy="1340901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22430" y="3866479"/>
            <a:ext cx="7034864" cy="396291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54652" y="3866583"/>
            <a:ext cx="7019472" cy="39475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387554" y="593594"/>
            <a:ext cx="8262620" cy="1341120"/>
            <a:chOff x="6387554" y="593594"/>
            <a:chExt cx="8262620" cy="134112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7554" y="593594"/>
              <a:ext cx="2899178" cy="134090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20375" y="593594"/>
              <a:ext cx="1063004" cy="134090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51877" y="593594"/>
              <a:ext cx="5797833" cy="1340901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24536" y="3601984"/>
            <a:ext cx="15825277" cy="55922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45366" y="4821004"/>
            <a:ext cx="2415005" cy="16749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sgedu</dc:creator>
  <dc:title>PowerPoint 프레젠테이션</dc:title>
  <dcterms:created xsi:type="dcterms:W3CDTF">2026-04-20T01:30:17Z</dcterms:created>
  <dcterms:modified xsi:type="dcterms:W3CDTF">2026-04-20T01:30:17Z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2026-04-18T00:00:00Z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2026-04-20T00:00:00Z</vt:filetime>
  </property>
  <property fmtid="{D5CDD505-2E9C-101B-9397-08002B2CF9AE}" pid="5" name="Producer">
    <vt:lpwstr>Microsoft® PowerPoint® LTSC</vt:lpwstr>
  </property>
</Properties>
</file>