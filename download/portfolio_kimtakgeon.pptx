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556500" cy="10699750"/>
  <p:notesSz cx="75565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215" y="263407"/>
            <a:ext cx="29140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uyeon0926@email.com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92840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2543" y="240954"/>
            <a:ext cx="938530" cy="4743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50" spc="650">
                <a:solidFill>
                  <a:srgbClr val="FFFFFF"/>
                </a:solidFill>
                <a:latin typeface="휴먼아미체"/>
                <a:cs typeface="휴먼아미체"/>
              </a:rPr>
              <a:t>김탁건</a:t>
            </a:r>
            <a:endParaRPr sz="2950">
              <a:latin typeface="휴먼아미체"/>
              <a:cs typeface="휴먼아미체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31550" y="5186645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631550" y="5482031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631550" y="5777417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631550" y="6840270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31550" y="7160431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631550" y="7482117"/>
            <a:ext cx="679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-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41903" y="1307810"/>
            <a:ext cx="71120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1D2D40"/>
                </a:solidFill>
                <a:latin typeface="Arial"/>
                <a:cs typeface="Arial"/>
              </a:rPr>
              <a:t>CONTACT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41903" y="2913415"/>
            <a:ext cx="85153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D2D40"/>
                </a:solidFill>
                <a:latin typeface="Arial"/>
                <a:cs typeface="Arial"/>
              </a:rPr>
              <a:t>KEY</a:t>
            </a:r>
            <a:r>
              <a:rPr dirty="0" sz="1100" spc="-35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D2D40"/>
                </a:solidFill>
                <a:latin typeface="Arial"/>
                <a:cs typeface="Arial"/>
              </a:rPr>
              <a:t>SKILLS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1903" y="5125725"/>
            <a:ext cx="922019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1D2D40"/>
                </a:solidFill>
                <a:latin typeface="Arial"/>
                <a:cs typeface="Arial"/>
              </a:rPr>
              <a:t>LANGUAGES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41903" y="1763370"/>
            <a:ext cx="1362710" cy="6959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Phone</a:t>
            </a:r>
            <a:r>
              <a:rPr dirty="0" sz="100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010-5380-</a:t>
            </a:r>
            <a:r>
              <a:rPr dirty="0" sz="1000" spc="-20">
                <a:solidFill>
                  <a:srgbClr val="212121"/>
                </a:solidFill>
                <a:latin typeface="Arial"/>
                <a:cs typeface="Arial"/>
              </a:rPr>
              <a:t>2673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2099"/>
              </a:lnSpc>
              <a:spcBef>
                <a:spcPts val="125"/>
              </a:spcBef>
            </a:pP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Email</a:t>
            </a:r>
            <a:r>
              <a:rPr dirty="0" sz="100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12121"/>
                </a:solidFill>
                <a:latin typeface="Arial"/>
                <a:cs typeface="Arial"/>
              </a:rPr>
              <a:t>: </a:t>
            </a:r>
            <a:r>
              <a:rPr dirty="0" sz="1000" spc="-10">
                <a:solidFill>
                  <a:srgbClr val="212121"/>
                </a:solidFill>
                <a:latin typeface="Arial"/>
                <a:cs typeface="Arial"/>
                <a:hlinkClick r:id="rId3"/>
              </a:rPr>
              <a:t>uyeon0926@email.com</a:t>
            </a: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Location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서울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41903" y="2554853"/>
            <a:ext cx="15360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Linkdln</a:t>
            </a: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github.com/zlero7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41903" y="3350238"/>
            <a:ext cx="1038225" cy="155702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dirty="0" sz="1100" spc="210">
                <a:solidFill>
                  <a:srgbClr val="1D2D40"/>
                </a:solidFill>
                <a:latin typeface="휴먼아미체"/>
                <a:cs typeface="휴먼아미체"/>
              </a:rPr>
              <a:t>게임엔진</a:t>
            </a:r>
            <a:endParaRPr sz="1100">
              <a:latin typeface="휴먼아미체"/>
              <a:cs typeface="휴먼아미체"/>
            </a:endParaRPr>
          </a:p>
          <a:p>
            <a:pPr marL="230504" indent="-78105">
              <a:lnSpc>
                <a:spcPct val="100000"/>
              </a:lnSpc>
              <a:spcBef>
                <a:spcPts val="200"/>
              </a:spcBef>
              <a:buChar char="•"/>
              <a:tabLst>
                <a:tab pos="230504" algn="l"/>
              </a:tabLst>
            </a:pP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Unity(2D/3D)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100" spc="315">
                <a:solidFill>
                  <a:srgbClr val="1D2D40"/>
                </a:solidFill>
                <a:latin typeface="휴먼아미체"/>
                <a:cs typeface="휴먼아미체"/>
              </a:rPr>
              <a:t>프로그래밍</a:t>
            </a:r>
            <a:endParaRPr sz="1100">
              <a:latin typeface="휴먼아미체"/>
              <a:cs typeface="휴먼아미체"/>
            </a:endParaRPr>
          </a:p>
          <a:p>
            <a:pPr marL="230504" indent="-78105">
              <a:lnSpc>
                <a:spcPct val="100000"/>
              </a:lnSpc>
              <a:spcBef>
                <a:spcPts val="265"/>
              </a:spcBef>
              <a:buChar char="•"/>
              <a:tabLst>
                <a:tab pos="230504" algn="l"/>
              </a:tabLst>
            </a:pPr>
            <a:r>
              <a:rPr dirty="0" sz="1000" spc="-25">
                <a:solidFill>
                  <a:srgbClr val="212121"/>
                </a:solidFill>
                <a:latin typeface="Arial"/>
                <a:cs typeface="Arial"/>
              </a:rPr>
              <a:t>C#</a:t>
            </a:r>
            <a:endParaRPr sz="1000">
              <a:latin typeface="Arial"/>
              <a:cs typeface="Arial"/>
            </a:endParaRPr>
          </a:p>
          <a:p>
            <a:pPr marL="289560" indent="-137160">
              <a:lnSpc>
                <a:spcPct val="100000"/>
              </a:lnSpc>
              <a:spcBef>
                <a:spcPts val="9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기초</a:t>
            </a:r>
            <a:r>
              <a:rPr dirty="0" sz="1100" spc="-19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15">
                <a:solidFill>
                  <a:srgbClr val="212121"/>
                </a:solidFill>
                <a:latin typeface="휴먼아미체"/>
                <a:cs typeface="휴먼아미체"/>
              </a:rPr>
              <a:t>알고리즘</a:t>
            </a:r>
            <a:endParaRPr sz="1100">
              <a:latin typeface="휴먼아미체"/>
              <a:cs typeface="휴먼아미체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100" spc="370">
                <a:solidFill>
                  <a:srgbClr val="1D2D40"/>
                </a:solidFill>
                <a:latin typeface="휴먼아미체"/>
                <a:cs typeface="휴먼아미체"/>
              </a:rPr>
              <a:t>도구</a:t>
            </a:r>
            <a:endParaRPr sz="1100">
              <a:latin typeface="휴먼아미체"/>
              <a:cs typeface="휴먼아미체"/>
            </a:endParaRPr>
          </a:p>
          <a:p>
            <a:pPr marL="230504" indent="-78105">
              <a:lnSpc>
                <a:spcPct val="100000"/>
              </a:lnSpc>
              <a:spcBef>
                <a:spcPts val="295"/>
              </a:spcBef>
              <a:buChar char="•"/>
              <a:tabLst>
                <a:tab pos="230504" algn="l"/>
              </a:tabLst>
            </a:pP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Git/GitHub</a:t>
            </a:r>
            <a:endParaRPr sz="1000">
              <a:latin typeface="Arial"/>
              <a:cs typeface="Arial"/>
            </a:endParaRPr>
          </a:p>
          <a:p>
            <a:pPr marL="230504" indent="-78105">
              <a:lnSpc>
                <a:spcPct val="100000"/>
              </a:lnSpc>
              <a:spcBef>
                <a:spcPts val="225"/>
              </a:spcBef>
              <a:buChar char="•"/>
              <a:tabLst>
                <a:tab pos="230504" algn="l"/>
              </a:tabLst>
            </a:pPr>
            <a:r>
              <a:rPr dirty="0" sz="1000" spc="-10">
                <a:solidFill>
                  <a:srgbClr val="212121"/>
                </a:solidFill>
                <a:latin typeface="Arial"/>
                <a:cs typeface="Arial"/>
              </a:rPr>
              <a:t>VisualStudio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82164" y="5549740"/>
            <a:ext cx="922019" cy="464184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90805" indent="-78105">
              <a:lnSpc>
                <a:spcPct val="100000"/>
              </a:lnSpc>
              <a:spcBef>
                <a:spcPts val="500"/>
              </a:spcBef>
              <a:buSzPct val="90909"/>
              <a:buFont typeface="Arial"/>
              <a:buChar char="•"/>
              <a:tabLst>
                <a:tab pos="90805" algn="l"/>
              </a:tabLst>
            </a:pPr>
            <a:r>
              <a:rPr dirty="0" sz="1100" spc="310">
                <a:solidFill>
                  <a:srgbClr val="212121"/>
                </a:solidFill>
                <a:latin typeface="휴먼아미체"/>
                <a:cs typeface="휴먼아미체"/>
              </a:rPr>
              <a:t>한국어</a:t>
            </a:r>
            <a:r>
              <a:rPr dirty="0" sz="1100" spc="-18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 spc="200">
                <a:solidFill>
                  <a:srgbClr val="212121"/>
                </a:solidFill>
                <a:latin typeface="Arial"/>
                <a:cs typeface="Arial"/>
              </a:rPr>
              <a:t>(</a:t>
            </a:r>
            <a:r>
              <a:rPr dirty="0" sz="1100" spc="200">
                <a:solidFill>
                  <a:srgbClr val="212121"/>
                </a:solidFill>
                <a:latin typeface="휴먼아미체"/>
                <a:cs typeface="휴먼아미체"/>
              </a:rPr>
              <a:t>모국어</a:t>
            </a:r>
            <a:r>
              <a:rPr dirty="0" sz="1000" spc="200">
                <a:solidFill>
                  <a:srgbClr val="212121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90805" indent="-78105">
              <a:lnSpc>
                <a:spcPct val="100000"/>
              </a:lnSpc>
              <a:spcBef>
                <a:spcPts val="405"/>
              </a:spcBef>
              <a:buSzPct val="90909"/>
              <a:buFont typeface="Arial"/>
              <a:buChar char="•"/>
              <a:tabLst>
                <a:tab pos="90805" algn="l"/>
              </a:tabLst>
            </a:pPr>
            <a:r>
              <a:rPr dirty="0" sz="1100" spc="295">
                <a:solidFill>
                  <a:srgbClr val="212121"/>
                </a:solidFill>
                <a:latin typeface="휴먼아미체"/>
                <a:cs typeface="휴먼아미체"/>
              </a:rPr>
              <a:t>영어</a:t>
            </a:r>
            <a:r>
              <a:rPr dirty="0" sz="1100" spc="-17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 spc="145">
                <a:solidFill>
                  <a:srgbClr val="212121"/>
                </a:solidFill>
                <a:latin typeface="Arial"/>
                <a:cs typeface="Arial"/>
              </a:rPr>
              <a:t>(</a:t>
            </a:r>
            <a:r>
              <a:rPr dirty="0" sz="1100" spc="145">
                <a:solidFill>
                  <a:srgbClr val="212121"/>
                </a:solidFill>
                <a:latin typeface="휴먼아미체"/>
                <a:cs typeface="휴먼아미체"/>
              </a:rPr>
              <a:t>기초</a:t>
            </a:r>
            <a:r>
              <a:rPr dirty="0" sz="1000" spc="145">
                <a:solidFill>
                  <a:srgbClr val="212121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376946" y="6486642"/>
            <a:ext cx="4908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215">
                <a:solidFill>
                  <a:srgbClr val="212121"/>
                </a:solidFill>
                <a:latin typeface="휴먼아미체"/>
                <a:cs typeface="휴먼아미체"/>
              </a:rPr>
              <a:t>개발기간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376946" y="3593991"/>
            <a:ext cx="166878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baseline="2525" sz="1650" spc="397">
                <a:solidFill>
                  <a:srgbClr val="212121"/>
                </a:solidFill>
                <a:latin typeface="휴먼아미체"/>
                <a:cs typeface="휴먼아미체"/>
              </a:rPr>
              <a:t>입학</a:t>
            </a:r>
            <a:r>
              <a:rPr dirty="0" baseline="2525" sz="1650" spc="-442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 2024|</a:t>
            </a:r>
            <a:r>
              <a:rPr dirty="0" sz="1000" spc="140">
                <a:solidFill>
                  <a:srgbClr val="212121"/>
                </a:solidFill>
                <a:latin typeface="Arial"/>
                <a:cs typeface="Arial"/>
              </a:rPr>
              <a:t>  </a:t>
            </a:r>
            <a:r>
              <a:rPr dirty="0" baseline="5050" sz="1650" spc="307">
                <a:solidFill>
                  <a:srgbClr val="212121"/>
                </a:solidFill>
                <a:latin typeface="휴먼아미체"/>
                <a:cs typeface="휴먼아미체"/>
              </a:rPr>
              <a:t>예상</a:t>
            </a:r>
            <a:r>
              <a:rPr dirty="0" baseline="5050" sz="1650" spc="-277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050" sz="1650" spc="525">
                <a:solidFill>
                  <a:srgbClr val="212121"/>
                </a:solidFill>
                <a:latin typeface="휴먼아미체"/>
                <a:cs typeface="휴먼아미체"/>
              </a:rPr>
              <a:t>졸업</a:t>
            </a:r>
            <a:r>
              <a:rPr dirty="0" baseline="5050" sz="1650" spc="-172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12121"/>
                </a:solidFill>
                <a:latin typeface="Arial"/>
                <a:cs typeface="Arial"/>
              </a:rPr>
              <a:t>2027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71029" y="3362408"/>
            <a:ext cx="3759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245">
                <a:solidFill>
                  <a:srgbClr val="444444"/>
                </a:solidFill>
                <a:latin typeface="휴먼아미체"/>
                <a:cs typeface="휴먼아미체"/>
              </a:rPr>
              <a:t>재학중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954760" y="6473931"/>
            <a:ext cx="23190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:2025.05.27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~ 2025.06.13 |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개인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프로젝트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860236" y="6805726"/>
            <a:ext cx="23387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345">
                <a:solidFill>
                  <a:srgbClr val="212121"/>
                </a:solidFill>
                <a:latin typeface="휴먼아미체"/>
                <a:cs typeface="휴먼아미체"/>
              </a:rPr>
              <a:t>좌클릭으로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40">
                <a:solidFill>
                  <a:srgbClr val="212121"/>
                </a:solidFill>
                <a:latin typeface="휴먼아미체"/>
                <a:cs typeface="휴먼아미체"/>
              </a:rPr>
              <a:t>방향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180">
                <a:solidFill>
                  <a:srgbClr val="212121"/>
                </a:solidFill>
                <a:latin typeface="휴먼아미체"/>
                <a:cs typeface="휴먼아미체"/>
              </a:rPr>
              <a:t>전환</a:t>
            </a:r>
            <a:r>
              <a:rPr dirty="0" sz="1000" spc="18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100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380">
                <a:solidFill>
                  <a:srgbClr val="212121"/>
                </a:solidFill>
                <a:latin typeface="휴먼아미체"/>
                <a:cs typeface="휴먼아미체"/>
              </a:rPr>
              <a:t>우클릭으로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점프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구현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860236" y="7120169"/>
            <a:ext cx="299275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310">
                <a:solidFill>
                  <a:srgbClr val="212121"/>
                </a:solidFill>
                <a:latin typeface="휴먼아미체"/>
                <a:cs typeface="휴먼아미체"/>
              </a:rPr>
              <a:t>타일을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자동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생성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212121"/>
                </a:solidFill>
                <a:latin typeface="휴먼아미체"/>
                <a:cs typeface="휴먼아미체"/>
              </a:rPr>
              <a:t>및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212121"/>
                </a:solidFill>
                <a:latin typeface="휴먼아미체"/>
                <a:cs typeface="휴먼아미체"/>
              </a:rPr>
              <a:t>재사용하는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40">
                <a:solidFill>
                  <a:srgbClr val="212121"/>
                </a:solidFill>
                <a:latin typeface="휴먼아미체"/>
                <a:cs typeface="휴먼아미체"/>
              </a:rPr>
              <a:t>오브젝트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폴링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400">
                <a:solidFill>
                  <a:srgbClr val="212121"/>
                </a:solidFill>
                <a:latin typeface="휴먼아미체"/>
                <a:cs typeface="휴먼아미체"/>
              </a:rPr>
              <a:t>구조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구현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860236" y="7434612"/>
            <a:ext cx="182562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235">
                <a:solidFill>
                  <a:srgbClr val="212121"/>
                </a:solidFill>
                <a:latin typeface="휴먼아미체"/>
                <a:cs typeface="휴먼아미체"/>
              </a:rPr>
              <a:t>아이템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 spc="200">
                <a:solidFill>
                  <a:srgbClr val="212121"/>
                </a:solidFill>
                <a:latin typeface="Arial"/>
                <a:cs typeface="Arial"/>
              </a:rPr>
              <a:t>3</a:t>
            </a:r>
            <a:r>
              <a:rPr dirty="0" sz="1100" spc="200">
                <a:solidFill>
                  <a:srgbClr val="212121"/>
                </a:solidFill>
                <a:latin typeface="휴먼아미체"/>
                <a:cs typeface="휴먼아미체"/>
              </a:rPr>
              <a:t>종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랜덤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400">
                <a:solidFill>
                  <a:srgbClr val="212121"/>
                </a:solidFill>
                <a:latin typeface="휴먼아미체"/>
                <a:cs typeface="휴먼아미체"/>
              </a:rPr>
              <a:t>드롭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212121"/>
                </a:solidFill>
                <a:latin typeface="휴먼아미체"/>
                <a:cs typeface="휴먼아미체"/>
              </a:rPr>
              <a:t>및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효과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구현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2860236" y="7749056"/>
            <a:ext cx="11576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사용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기술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Unity, </a:t>
            </a:r>
            <a:r>
              <a:rPr dirty="0" sz="1000" spc="-25">
                <a:solidFill>
                  <a:srgbClr val="212121"/>
                </a:solidFill>
                <a:latin typeface="Arial"/>
                <a:cs typeface="Arial"/>
              </a:rPr>
              <a:t>C#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2376946" y="1877174"/>
            <a:ext cx="4347210" cy="1059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3500"/>
              </a:lnSpc>
              <a:spcBef>
                <a:spcPts val="95"/>
              </a:spcBef>
            </a:pP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Unity</a:t>
            </a:r>
            <a:r>
              <a:rPr dirty="0" sz="1100">
                <a:solidFill>
                  <a:srgbClr val="212121"/>
                </a:solidFill>
                <a:latin typeface="휴먼아미체"/>
                <a:cs typeface="휴먼아미체"/>
              </a:rPr>
              <a:t>와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 spc="130">
                <a:solidFill>
                  <a:srgbClr val="212121"/>
                </a:solidFill>
                <a:latin typeface="Arial"/>
                <a:cs typeface="Arial"/>
              </a:rPr>
              <a:t>C#</a:t>
            </a:r>
            <a:r>
              <a:rPr dirty="0" sz="1100" spc="130">
                <a:solidFill>
                  <a:srgbClr val="212121"/>
                </a:solidFill>
                <a:latin typeface="휴먼아미체"/>
                <a:cs typeface="휴먼아미체"/>
              </a:rPr>
              <a:t>을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35">
                <a:solidFill>
                  <a:srgbClr val="212121"/>
                </a:solidFill>
                <a:latin typeface="휴먼아미체"/>
                <a:cs typeface="휴먼아미체"/>
              </a:rPr>
              <a:t>기반으로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게임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212121"/>
                </a:solidFill>
                <a:latin typeface="휴먼아미체"/>
                <a:cs typeface="휴먼아미체"/>
              </a:rPr>
              <a:t>개발을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하고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있는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212121"/>
                </a:solidFill>
                <a:latin typeface="휴먼아미체"/>
                <a:cs typeface="휴먼아미체"/>
              </a:rPr>
              <a:t>고등학생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212121"/>
                </a:solidFill>
                <a:latin typeface="휴먼아미체"/>
                <a:cs typeface="휴먼아미체"/>
              </a:rPr>
              <a:t>개발자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10">
                <a:solidFill>
                  <a:srgbClr val="212121"/>
                </a:solidFill>
                <a:latin typeface="휴먼아미체"/>
                <a:cs typeface="휴먼아미체"/>
              </a:rPr>
              <a:t>지망생입니다</a:t>
            </a:r>
            <a:r>
              <a:rPr dirty="0" sz="1000" spc="210">
                <a:solidFill>
                  <a:srgbClr val="212121"/>
                </a:solidFill>
                <a:latin typeface="Arial"/>
                <a:cs typeface="Arial"/>
              </a:rPr>
              <a:t>. </a:t>
            </a:r>
            <a:r>
              <a:rPr dirty="0" sz="1100" spc="285">
                <a:solidFill>
                  <a:srgbClr val="212121"/>
                </a:solidFill>
                <a:latin typeface="휴먼아미체"/>
                <a:cs typeface="휴먼아미체"/>
              </a:rPr>
              <a:t>창의적인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게임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콘텐츠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212121"/>
                </a:solidFill>
                <a:latin typeface="휴먼아미체"/>
                <a:cs typeface="휴먼아미체"/>
              </a:rPr>
              <a:t>제작과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54">
                <a:solidFill>
                  <a:srgbClr val="212121"/>
                </a:solidFill>
                <a:latin typeface="휴먼아미체"/>
                <a:cs typeface="휴먼아미체"/>
              </a:rPr>
              <a:t>문제해결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65">
                <a:solidFill>
                  <a:srgbClr val="212121"/>
                </a:solidFill>
                <a:latin typeface="휴먼아미체"/>
                <a:cs typeface="휴먼아미체"/>
              </a:rPr>
              <a:t>능력을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54">
                <a:solidFill>
                  <a:srgbClr val="212121"/>
                </a:solidFill>
                <a:latin typeface="휴먼아미체"/>
                <a:cs typeface="휴먼아미체"/>
              </a:rPr>
              <a:t>바탕으로</a:t>
            </a:r>
            <a:r>
              <a:rPr dirty="0" sz="1000" spc="254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100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45">
                <a:solidFill>
                  <a:srgbClr val="212121"/>
                </a:solidFill>
                <a:latin typeface="휴먼아미체"/>
                <a:cs typeface="휴먼아미체"/>
              </a:rPr>
              <a:t>사용자에게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65">
                <a:solidFill>
                  <a:srgbClr val="212121"/>
                </a:solidFill>
                <a:latin typeface="휴먼아미체"/>
                <a:cs typeface="휴먼아미체"/>
              </a:rPr>
              <a:t>즐거운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05">
                <a:solidFill>
                  <a:srgbClr val="212121"/>
                </a:solidFill>
                <a:latin typeface="휴먼아미체"/>
                <a:cs typeface="휴먼아미체"/>
              </a:rPr>
              <a:t>경험을 </a:t>
            </a:r>
            <a:r>
              <a:rPr dirty="0" sz="1100" spc="295">
                <a:solidFill>
                  <a:srgbClr val="212121"/>
                </a:solidFill>
                <a:latin typeface="휴먼아미체"/>
                <a:cs typeface="휴먼아미체"/>
              </a:rPr>
              <a:t>선사하는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15">
                <a:solidFill>
                  <a:srgbClr val="212121"/>
                </a:solidFill>
                <a:latin typeface="휴먼아미체"/>
                <a:cs typeface="휴먼아미체"/>
              </a:rPr>
              <a:t>게임을만드는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60">
                <a:solidFill>
                  <a:srgbClr val="212121"/>
                </a:solidFill>
                <a:latin typeface="휴먼아미체"/>
                <a:cs typeface="휴먼아미체"/>
              </a:rPr>
              <a:t>개발자로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70">
                <a:solidFill>
                  <a:srgbClr val="212121"/>
                </a:solidFill>
                <a:latin typeface="휴먼아미체"/>
                <a:cs typeface="휴먼아미체"/>
              </a:rPr>
              <a:t>성장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95">
                <a:solidFill>
                  <a:srgbClr val="212121"/>
                </a:solidFill>
                <a:latin typeface="휴먼아미체"/>
                <a:cs typeface="휴먼아미체"/>
              </a:rPr>
              <a:t>하고자</a:t>
            </a:r>
            <a:r>
              <a:rPr dirty="0" sz="1100" spc="-16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175">
                <a:solidFill>
                  <a:srgbClr val="212121"/>
                </a:solidFill>
                <a:latin typeface="휴먼아미체"/>
                <a:cs typeface="휴먼아미체"/>
              </a:rPr>
              <a:t>합니다</a:t>
            </a:r>
            <a:r>
              <a:rPr dirty="0" sz="1000" spc="175">
                <a:solidFill>
                  <a:srgbClr val="212121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EDUC</a:t>
            </a:r>
            <a:r>
              <a:rPr dirty="0" sz="1300" spc="-40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AT</a:t>
            </a:r>
            <a:r>
              <a:rPr dirty="0" sz="1300" spc="-40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spc="-25" b="1">
                <a:solidFill>
                  <a:srgbClr val="1D2D40"/>
                </a:solidFill>
                <a:latin typeface="Arial"/>
                <a:cs typeface="Arial"/>
              </a:rPr>
              <a:t>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376946" y="4586291"/>
            <a:ext cx="3753485" cy="46926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1100" b="1">
                <a:solidFill>
                  <a:srgbClr val="1D2D40"/>
                </a:solidFill>
                <a:latin typeface="Arial"/>
                <a:cs typeface="Arial"/>
              </a:rPr>
              <a:t>Clean</a:t>
            </a:r>
            <a:r>
              <a:rPr dirty="0" sz="1100" spc="-25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D2D40"/>
                </a:solidFill>
                <a:latin typeface="Arial"/>
                <a:cs typeface="Arial"/>
              </a:rPr>
              <a:t>Match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100" spc="235">
                <a:solidFill>
                  <a:srgbClr val="212121"/>
                </a:solidFill>
                <a:latin typeface="휴먼아미체"/>
                <a:cs typeface="휴먼아미체"/>
              </a:rPr>
              <a:t>개발기간</a:t>
            </a:r>
            <a:r>
              <a:rPr dirty="0" sz="1100" spc="15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555" sz="1500">
                <a:solidFill>
                  <a:srgbClr val="212121"/>
                </a:solidFill>
                <a:latin typeface="Arial"/>
                <a:cs typeface="Arial"/>
              </a:rPr>
              <a:t>: 2025.06.13 ~ 2025.07.11 | </a:t>
            </a:r>
            <a:r>
              <a:rPr dirty="0" baseline="5050" sz="1650" spc="450">
                <a:solidFill>
                  <a:srgbClr val="212121"/>
                </a:solidFill>
                <a:latin typeface="휴먼아미체"/>
                <a:cs typeface="휴먼아미체"/>
              </a:rPr>
              <a:t>팀</a:t>
            </a:r>
            <a:r>
              <a:rPr dirty="0" baseline="5050" sz="1650" spc="-254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050" sz="1650" spc="525">
                <a:solidFill>
                  <a:srgbClr val="212121"/>
                </a:solidFill>
                <a:latin typeface="휴먼아미체"/>
                <a:cs typeface="휴먼아미체"/>
              </a:rPr>
              <a:t>구성</a:t>
            </a:r>
            <a:r>
              <a:rPr dirty="0" baseline="5050" sz="1650" spc="-254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555" sz="1500">
                <a:solidFill>
                  <a:srgbClr val="212121"/>
                </a:solidFill>
                <a:latin typeface="Arial"/>
                <a:cs typeface="Arial"/>
              </a:rPr>
              <a:t>: </a:t>
            </a:r>
            <a:r>
              <a:rPr dirty="0" baseline="5050" sz="1650" spc="307">
                <a:solidFill>
                  <a:srgbClr val="212121"/>
                </a:solidFill>
                <a:latin typeface="휴먼아미체"/>
                <a:cs typeface="휴먼아미체"/>
              </a:rPr>
              <a:t>개발</a:t>
            </a:r>
            <a:r>
              <a:rPr dirty="0" baseline="5050" sz="1650" spc="-254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555" sz="1500" spc="150">
                <a:solidFill>
                  <a:srgbClr val="212121"/>
                </a:solidFill>
                <a:latin typeface="Arial"/>
                <a:cs typeface="Arial"/>
              </a:rPr>
              <a:t>2</a:t>
            </a:r>
            <a:r>
              <a:rPr dirty="0" baseline="5050" sz="1650" spc="150">
                <a:solidFill>
                  <a:srgbClr val="212121"/>
                </a:solidFill>
                <a:latin typeface="휴먼아미체"/>
                <a:cs typeface="휴먼아미체"/>
              </a:rPr>
              <a:t>인</a:t>
            </a:r>
            <a:r>
              <a:rPr dirty="0" baseline="5555" sz="1500" spc="15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baseline="5555" sz="15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baseline="5050" sz="1650" spc="419">
                <a:solidFill>
                  <a:srgbClr val="212121"/>
                </a:solidFill>
                <a:latin typeface="휴먼아미체"/>
                <a:cs typeface="휴먼아미체"/>
              </a:rPr>
              <a:t>디자인</a:t>
            </a:r>
            <a:r>
              <a:rPr dirty="0" baseline="5050" sz="1650" spc="-254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baseline="5555" sz="1500" spc="187">
                <a:solidFill>
                  <a:srgbClr val="212121"/>
                </a:solidFill>
                <a:latin typeface="Arial"/>
                <a:cs typeface="Arial"/>
              </a:rPr>
              <a:t>1</a:t>
            </a:r>
            <a:r>
              <a:rPr dirty="0" baseline="5050" sz="1650" spc="187">
                <a:solidFill>
                  <a:srgbClr val="212121"/>
                </a:solidFill>
                <a:latin typeface="휴먼아미체"/>
                <a:cs typeface="휴먼아미체"/>
              </a:rPr>
              <a:t>인</a:t>
            </a:r>
            <a:endParaRPr baseline="5050" sz="1650">
              <a:latin typeface="휴먼아미체"/>
              <a:cs typeface="휴먼아미체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2860236" y="5151710"/>
            <a:ext cx="336359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분리수거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10">
                <a:solidFill>
                  <a:srgbClr val="212121"/>
                </a:solidFill>
                <a:latin typeface="휴먼아미체"/>
                <a:cs typeface="휴먼아미체"/>
              </a:rPr>
              <a:t>방법을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15">
                <a:solidFill>
                  <a:srgbClr val="212121"/>
                </a:solidFill>
                <a:latin typeface="휴먼아미체"/>
                <a:cs typeface="휴먼아미체"/>
              </a:rPr>
              <a:t>게임으로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80">
                <a:solidFill>
                  <a:srgbClr val="212121"/>
                </a:solidFill>
                <a:latin typeface="휴먼아미체"/>
                <a:cs typeface="휴먼아미체"/>
              </a:rPr>
              <a:t>배울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400">
                <a:solidFill>
                  <a:srgbClr val="212121"/>
                </a:solidFill>
                <a:latin typeface="휴먼아미체"/>
                <a:cs typeface="휴먼아미체"/>
              </a:rPr>
              <a:t>수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있는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Unity2D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매칭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퍼즐</a:t>
            </a:r>
            <a:r>
              <a:rPr dirty="0" sz="1100" spc="-17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04">
                <a:solidFill>
                  <a:srgbClr val="212121"/>
                </a:solidFill>
                <a:latin typeface="휴먼아미체"/>
                <a:cs typeface="휴먼아미체"/>
              </a:rPr>
              <a:t>게임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860236" y="5447096"/>
            <a:ext cx="4164329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195">
                <a:solidFill>
                  <a:srgbClr val="212121"/>
                </a:solidFill>
                <a:latin typeface="Arial"/>
                <a:cs typeface="Arial"/>
              </a:rPr>
              <a:t>C#</a:t>
            </a:r>
            <a:r>
              <a:rPr dirty="0" sz="1100" spc="195">
                <a:solidFill>
                  <a:srgbClr val="212121"/>
                </a:solidFill>
                <a:latin typeface="휴먼아미체"/>
                <a:cs typeface="휴먼아미체"/>
              </a:rPr>
              <a:t>으로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GridManager,</a:t>
            </a:r>
            <a:r>
              <a:rPr dirty="0" sz="100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MatchManager,</a:t>
            </a:r>
            <a:r>
              <a:rPr dirty="0" sz="100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12121"/>
                </a:solidFill>
                <a:latin typeface="Arial"/>
                <a:cs typeface="Arial"/>
              </a:rPr>
              <a:t>TrashSpawner</a:t>
            </a:r>
            <a:r>
              <a:rPr dirty="0" sz="1100" spc="10">
                <a:solidFill>
                  <a:srgbClr val="212121"/>
                </a:solidFill>
                <a:latin typeface="휴먼아미체"/>
                <a:cs typeface="휴먼아미체"/>
              </a:rPr>
              <a:t>등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핵심</a:t>
            </a:r>
            <a:r>
              <a:rPr dirty="0" sz="1100" spc="-140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90">
                <a:solidFill>
                  <a:srgbClr val="212121"/>
                </a:solidFill>
                <a:latin typeface="휴먼아미체"/>
                <a:cs typeface="휴먼아미체"/>
              </a:rPr>
              <a:t>게임로직</a:t>
            </a:r>
            <a:r>
              <a:rPr dirty="0" sz="1100" spc="-13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구현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860236" y="5742483"/>
            <a:ext cx="256159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229">
                <a:solidFill>
                  <a:srgbClr val="212121"/>
                </a:solidFill>
                <a:latin typeface="휴먼아미체"/>
                <a:cs typeface="휴먼아미체"/>
              </a:rPr>
              <a:t>랭킹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215">
                <a:solidFill>
                  <a:srgbClr val="212121"/>
                </a:solidFill>
                <a:latin typeface="휴먼아미체"/>
                <a:cs typeface="휴먼아미체"/>
              </a:rPr>
              <a:t>시스템</a:t>
            </a:r>
            <a:r>
              <a:rPr dirty="0" sz="1000" spc="215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70">
                <a:solidFill>
                  <a:srgbClr val="212121"/>
                </a:solidFill>
                <a:latin typeface="휴먼아미체"/>
                <a:cs typeface="휴먼아미체"/>
              </a:rPr>
              <a:t>정화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190">
                <a:solidFill>
                  <a:srgbClr val="212121"/>
                </a:solidFill>
                <a:latin typeface="휴먼아미체"/>
                <a:cs typeface="휴먼아미체"/>
              </a:rPr>
              <a:t>게이지</a:t>
            </a:r>
            <a:r>
              <a:rPr dirty="0" sz="1000" spc="190">
                <a:solidFill>
                  <a:srgbClr val="212121"/>
                </a:solidFill>
                <a:latin typeface="Arial"/>
                <a:cs typeface="Arial"/>
              </a:rPr>
              <a:t>,</a:t>
            </a:r>
            <a:r>
              <a:rPr dirty="0" sz="100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335">
                <a:solidFill>
                  <a:srgbClr val="212121"/>
                </a:solidFill>
                <a:latin typeface="휴먼아미체"/>
                <a:cs typeface="휴먼아미체"/>
              </a:rPr>
              <a:t>스와이프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00">
                <a:solidFill>
                  <a:srgbClr val="212121"/>
                </a:solidFill>
                <a:latin typeface="휴먼아미체"/>
                <a:cs typeface="휴먼아미체"/>
              </a:rPr>
              <a:t>입력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400">
                <a:solidFill>
                  <a:srgbClr val="212121"/>
                </a:solidFill>
                <a:latin typeface="휴먼아미체"/>
                <a:cs typeface="휴먼아미체"/>
              </a:rPr>
              <a:t>등</a:t>
            </a:r>
            <a:r>
              <a:rPr dirty="0" sz="1100" spc="-16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25">
                <a:solidFill>
                  <a:srgbClr val="212121"/>
                </a:solidFill>
                <a:latin typeface="휴먼아미체"/>
                <a:cs typeface="휴먼아미체"/>
              </a:rPr>
              <a:t>구현</a:t>
            </a:r>
            <a:endParaRPr sz="1100">
              <a:latin typeface="휴먼아미체"/>
              <a:cs typeface="휴먼아미체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376946" y="5972093"/>
            <a:ext cx="1871345" cy="495934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495934">
              <a:lnSpc>
                <a:spcPct val="100000"/>
              </a:lnSpc>
              <a:spcBef>
                <a:spcPts val="640"/>
              </a:spcBef>
            </a:pPr>
            <a:r>
              <a:rPr dirty="0" sz="1100" spc="320">
                <a:solidFill>
                  <a:srgbClr val="212121"/>
                </a:solidFill>
                <a:latin typeface="휴먼아미체"/>
                <a:cs typeface="휴먼아미체"/>
              </a:rPr>
              <a:t>사용</a:t>
            </a:r>
            <a:r>
              <a:rPr dirty="0" sz="1100" spc="-17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100" spc="350">
                <a:solidFill>
                  <a:srgbClr val="212121"/>
                </a:solidFill>
                <a:latin typeface="휴먼아미체"/>
                <a:cs typeface="휴먼아미체"/>
              </a:rPr>
              <a:t>기술</a:t>
            </a:r>
            <a:r>
              <a:rPr dirty="0" sz="1100" spc="-175">
                <a:solidFill>
                  <a:srgbClr val="212121"/>
                </a:solidFill>
                <a:latin typeface="휴먼아미체"/>
                <a:cs typeface="휴먼아미체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:</a:t>
            </a:r>
            <a:r>
              <a:rPr dirty="0" sz="100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Unity,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12121"/>
                </a:solidFill>
                <a:latin typeface="Arial"/>
                <a:cs typeface="Arial"/>
              </a:rPr>
              <a:t>C#,</a:t>
            </a:r>
            <a:r>
              <a:rPr dirty="0" sz="100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212121"/>
                </a:solidFill>
                <a:latin typeface="Arial"/>
                <a:cs typeface="Arial"/>
              </a:rPr>
              <a:t>Git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100" b="1">
                <a:solidFill>
                  <a:srgbClr val="1D2D40"/>
                </a:solidFill>
                <a:latin typeface="Arial"/>
                <a:cs typeface="Arial"/>
              </a:rPr>
              <a:t>Zig</a:t>
            </a:r>
            <a:r>
              <a:rPr dirty="0" sz="1100" spc="-15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1D2D40"/>
                </a:solidFill>
                <a:latin typeface="Arial"/>
                <a:cs typeface="Arial"/>
              </a:rPr>
              <a:t>Zag</a:t>
            </a:r>
            <a:endParaRPr sz="11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2376946" y="1474579"/>
            <a:ext cx="17037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CAREER</a:t>
            </a:r>
            <a:r>
              <a:rPr dirty="0" sz="1300" spc="-40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1D2D40"/>
                </a:solidFill>
                <a:latin typeface="Arial"/>
                <a:cs typeface="Arial"/>
              </a:rPr>
              <a:t>OBJECTIVE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2376946" y="4171932"/>
            <a:ext cx="25380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PROJECTS</a:t>
            </a:r>
            <a:r>
              <a:rPr dirty="0" sz="1300" spc="-40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/</a:t>
            </a:r>
            <a:r>
              <a:rPr dirty="0" sz="1300" spc="-35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1D2D40"/>
                </a:solidFill>
                <a:latin typeface="Arial"/>
                <a:cs typeface="Arial"/>
              </a:rPr>
              <a:t>PERSONAL</a:t>
            </a:r>
            <a:r>
              <a:rPr dirty="0" sz="1300" spc="-35" b="1">
                <a:solidFill>
                  <a:srgbClr val="1D2D40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1D2D40"/>
                </a:solidFill>
                <a:latin typeface="Arial"/>
                <a:cs typeface="Arial"/>
              </a:rPr>
              <a:t>WORK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2351546" y="3368567"/>
            <a:ext cx="146621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250" spc="235">
                <a:solidFill>
                  <a:srgbClr val="1D2D40"/>
                </a:solidFill>
                <a:latin typeface="휴먼아미체"/>
                <a:cs typeface="휴먼아미체"/>
              </a:rPr>
              <a:t>세명</a:t>
            </a:r>
            <a:r>
              <a:rPr dirty="0" sz="1250" spc="-70">
                <a:solidFill>
                  <a:srgbClr val="1D2D40"/>
                </a:solidFill>
                <a:latin typeface="휴먼아미체"/>
                <a:cs typeface="휴먼아미체"/>
              </a:rPr>
              <a:t> </a:t>
            </a:r>
            <a:r>
              <a:rPr dirty="0" baseline="11111" sz="1875" spc="517">
                <a:solidFill>
                  <a:srgbClr val="1D2D40"/>
                </a:solidFill>
                <a:latin typeface="휴먼아미체"/>
                <a:cs typeface="휴먼아미체"/>
              </a:rPr>
              <a:t>컴퓨터</a:t>
            </a:r>
            <a:r>
              <a:rPr dirty="0" baseline="11111" sz="1875" spc="75">
                <a:solidFill>
                  <a:srgbClr val="1D2D40"/>
                </a:solidFill>
                <a:latin typeface="휴먼아미체"/>
                <a:cs typeface="휴먼아미체"/>
              </a:rPr>
              <a:t> </a:t>
            </a:r>
            <a:r>
              <a:rPr dirty="0" sz="1250" spc="390">
                <a:solidFill>
                  <a:srgbClr val="1D2D40"/>
                </a:solidFill>
                <a:latin typeface="휴먼아미체"/>
                <a:cs typeface="휴먼아미체"/>
              </a:rPr>
              <a:t>고등학교</a:t>
            </a:r>
            <a:r>
              <a:rPr dirty="0" sz="1250" spc="40">
                <a:solidFill>
                  <a:srgbClr val="1D2D40"/>
                </a:solidFill>
                <a:latin typeface="휴먼아미체"/>
                <a:cs typeface="휴먼아미체"/>
              </a:rPr>
              <a:t> </a:t>
            </a:r>
            <a:r>
              <a:rPr dirty="0" baseline="2777" sz="1500" spc="-75">
                <a:solidFill>
                  <a:srgbClr val="444444"/>
                </a:solidFill>
                <a:latin typeface="Arial"/>
                <a:cs typeface="Arial"/>
              </a:rPr>
              <a:t>|</a:t>
            </a:r>
            <a:endParaRPr baseline="2777"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03" y="1385510"/>
            <a:ext cx="1867603" cy="330642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8395" y="1385510"/>
            <a:ext cx="1877132" cy="330642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4642" y="1385510"/>
            <a:ext cx="1248245" cy="146740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44987" y="3244604"/>
            <a:ext cx="1229188" cy="17437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57240" y="1385510"/>
            <a:ext cx="1095787" cy="1610331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0617" y="6219724"/>
            <a:ext cx="3039620" cy="167703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4796" y="6333623"/>
            <a:ext cx="3211134" cy="17913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0617" y="8290548"/>
            <a:ext cx="3315949" cy="18580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5"/>
              <a:t>ZigZag</a:t>
            </a:r>
            <a:r>
              <a:rPr dirty="0" spc="-175"/>
              <a:t> Project</a:t>
            </a:r>
          </a:p>
        </p:txBody>
      </p:sp>
      <p:pic>
        <p:nvPicPr>
          <p:cNvPr id="11" name="object 1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8890" y="915353"/>
            <a:ext cx="165099" cy="17462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19188" y="870831"/>
            <a:ext cx="63004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1820" algn="l"/>
              </a:tabLst>
            </a:pPr>
            <a:r>
              <a:rPr dirty="0" sz="1500" spc="65">
                <a:latin typeface="한컴 말랑말랑 Regular"/>
                <a:cs typeface="한컴 말랑말랑 Regular"/>
              </a:rPr>
              <a:t>동영</a:t>
            </a:r>
            <a:r>
              <a:rPr dirty="0" sz="1500">
                <a:latin typeface="한컴 말랑말랑 Regular"/>
                <a:cs typeface="한컴 말랑말랑 Regular"/>
              </a:rPr>
              <a:t>	</a:t>
            </a:r>
            <a:r>
              <a:rPr dirty="0" sz="1500" spc="90">
                <a:latin typeface="한컴 말랑말랑 Regular"/>
                <a:cs typeface="한컴 말랑말랑 Regular"/>
              </a:rPr>
              <a:t>링크</a:t>
            </a:r>
            <a:r>
              <a:rPr dirty="0" sz="1500" spc="-30">
                <a:latin typeface="한컴 말랑말랑 Regular"/>
                <a:cs typeface="한컴 말랑말랑 Regular"/>
              </a:rPr>
              <a:t> </a:t>
            </a:r>
            <a:r>
              <a:rPr dirty="0" sz="1500" spc="140">
                <a:latin typeface="한컴 말랑말랑 Regular"/>
                <a:cs typeface="한컴 말랑말랑 Regular"/>
              </a:rPr>
              <a:t>:</a:t>
            </a:r>
            <a:r>
              <a:rPr dirty="0" sz="1500" spc="400">
                <a:latin typeface="한컴 말랑말랑 Regular"/>
                <a:cs typeface="한컴 말랑말랑 Regular"/>
              </a:rPr>
              <a:t> </a:t>
            </a:r>
            <a:r>
              <a:rPr dirty="0" sz="1500" spc="-10">
                <a:latin typeface="한컴 말랑말랑 Regular"/>
                <a:cs typeface="한컴 말랑말랑 Regular"/>
              </a:rPr>
              <a:t>https://youtube.com/shorts/RhdeSWaNhr8?feature=share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11942" y="2909485"/>
            <a:ext cx="11842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>
                <a:latin typeface="한컴 말랑말랑 Regular"/>
                <a:cs typeface="한컴 말랑말랑 Regular"/>
              </a:rPr>
              <a:t>속도</a:t>
            </a:r>
            <a:r>
              <a:rPr dirty="0" sz="1500" spc="-30">
                <a:latin typeface="한컴 말랑말랑 Regular"/>
                <a:cs typeface="한컴 말랑말랑 Regular"/>
              </a:rPr>
              <a:t> </a:t>
            </a:r>
            <a:r>
              <a:rPr dirty="0" sz="1500" spc="100">
                <a:latin typeface="한컴 말랑말랑 Regular"/>
                <a:cs typeface="한컴 말랑말랑 Regular"/>
              </a:rPr>
              <a:t>증가</a:t>
            </a:r>
            <a:r>
              <a:rPr dirty="0" sz="1500" spc="-30">
                <a:latin typeface="한컴 말랑말랑 Regular"/>
                <a:cs typeface="한컴 말랑말랑 Regular"/>
              </a:rPr>
              <a:t> </a:t>
            </a:r>
            <a:r>
              <a:rPr dirty="0" sz="1500" spc="75">
                <a:latin typeface="한컴 말랑말랑 Regular"/>
                <a:cs typeface="한컴 말랑말랑 Regular"/>
              </a:rPr>
              <a:t>보석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184472" y="3023828"/>
            <a:ext cx="11842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00">
                <a:latin typeface="한컴 말랑말랑 Regular"/>
                <a:cs typeface="한컴 말랑말랑 Regular"/>
              </a:rPr>
              <a:t>점수</a:t>
            </a:r>
            <a:r>
              <a:rPr dirty="0" sz="1500" spc="-30">
                <a:latin typeface="한컴 말랑말랑 Regular"/>
                <a:cs typeface="한컴 말랑말랑 Regular"/>
              </a:rPr>
              <a:t> </a:t>
            </a:r>
            <a:r>
              <a:rPr dirty="0" sz="1500" spc="100">
                <a:latin typeface="한컴 말랑말랑 Regular"/>
                <a:cs typeface="한컴 말랑말랑 Regular"/>
              </a:rPr>
              <a:t>추가</a:t>
            </a:r>
            <a:r>
              <a:rPr dirty="0" sz="1500" spc="-30">
                <a:latin typeface="한컴 말랑말랑 Regular"/>
                <a:cs typeface="한컴 말랑말랑 Regular"/>
              </a:rPr>
              <a:t> </a:t>
            </a:r>
            <a:r>
              <a:rPr dirty="0" sz="1500" spc="75">
                <a:latin typeface="한컴 말랑말랑 Regular"/>
                <a:cs typeface="한컴 말랑말랑 Regular"/>
              </a:rPr>
              <a:t>보석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32287" y="5041843"/>
            <a:ext cx="118427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45">
                <a:latin typeface="한컴 말랑말랑 Regular"/>
                <a:cs typeface="한컴 말랑말랑 Regular"/>
              </a:rPr>
              <a:t>속도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50">
                <a:latin typeface="한컴 말랑말랑 Regular"/>
                <a:cs typeface="한컴 말랑말랑 Regular"/>
              </a:rPr>
              <a:t>하락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75">
                <a:latin typeface="한컴 말랑말랑 Regular"/>
                <a:cs typeface="한컴 말랑말랑 Regular"/>
              </a:rPr>
              <a:t>보석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19188" y="7887620"/>
            <a:ext cx="7804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">
                <a:latin typeface="한컴 말랑말랑 Regular"/>
                <a:cs typeface="한컴 말랑말랑 Regular"/>
              </a:rPr>
              <a:t>메인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25">
                <a:latin typeface="한컴 말랑말랑 Regular"/>
                <a:cs typeface="한컴 말랑말랑 Regular"/>
              </a:rPr>
              <a:t>화면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832096" y="8108079"/>
            <a:ext cx="7804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">
                <a:latin typeface="한컴 말랑말랑 Regular"/>
                <a:cs typeface="한컴 말랑말랑 Regular"/>
              </a:rPr>
              <a:t>게임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25">
                <a:latin typeface="한컴 말랑말랑 Regular"/>
                <a:cs typeface="한컴 말랑말랑 Regular"/>
              </a:rPr>
              <a:t>화면</a:t>
            </a:r>
            <a:endParaRPr sz="1500">
              <a:latin typeface="한컴 말랑말랑 Regular"/>
              <a:cs typeface="한컴 말랑말랑 Regular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87917" y="10135137"/>
            <a:ext cx="7804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50">
                <a:latin typeface="한컴 말랑말랑 Regular"/>
                <a:cs typeface="한컴 말랑말랑 Regular"/>
              </a:rPr>
              <a:t>랭킹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25">
                <a:latin typeface="한컴 말랑말랑 Regular"/>
                <a:cs typeface="한컴 말랑말랑 Regular"/>
              </a:rPr>
              <a:t>화면</a:t>
            </a:r>
            <a:endParaRPr sz="1500">
              <a:latin typeface="한컴 말랑말랑 Regular"/>
              <a:cs typeface="한컴 말랑말랑 Regular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88890" y="5725895"/>
            <a:ext cx="165099" cy="174624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388066" y="4735609"/>
            <a:ext cx="3997325" cy="120015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763270">
              <a:lnSpc>
                <a:spcPct val="100000"/>
              </a:lnSpc>
              <a:spcBef>
                <a:spcPts val="640"/>
              </a:spcBef>
              <a:tabLst>
                <a:tab pos="2585720" algn="l"/>
              </a:tabLst>
            </a:pPr>
            <a:r>
              <a:rPr dirty="0" sz="1800" spc="60">
                <a:latin typeface="한컴 말랑말랑 Regular"/>
                <a:cs typeface="한컴 말랑말랑 Regular"/>
              </a:rPr>
              <a:t>메인</a:t>
            </a:r>
            <a:r>
              <a:rPr dirty="0" sz="1800" spc="-35">
                <a:latin typeface="한컴 말랑말랑 Regular"/>
                <a:cs typeface="한컴 말랑말랑 Regular"/>
              </a:rPr>
              <a:t> </a:t>
            </a:r>
            <a:r>
              <a:rPr dirty="0" sz="1800" spc="35">
                <a:latin typeface="한컴 말랑말랑 Regular"/>
                <a:cs typeface="한컴 말랑말랑 Regular"/>
              </a:rPr>
              <a:t>화면</a:t>
            </a:r>
            <a:r>
              <a:rPr dirty="0" sz="1800">
                <a:latin typeface="한컴 말랑말랑 Regular"/>
                <a:cs typeface="한컴 말랑말랑 Regular"/>
              </a:rPr>
              <a:t>	</a:t>
            </a:r>
            <a:r>
              <a:rPr dirty="0" sz="1800" spc="60">
                <a:latin typeface="한컴 말랑말랑 Regular"/>
                <a:cs typeface="한컴 말랑말랑 Regular"/>
              </a:rPr>
              <a:t>게임</a:t>
            </a:r>
            <a:r>
              <a:rPr dirty="0" sz="1800" spc="-40">
                <a:latin typeface="한컴 말랑말랑 Regular"/>
                <a:cs typeface="한컴 말랑말랑 Regular"/>
              </a:rPr>
              <a:t> </a:t>
            </a:r>
            <a:r>
              <a:rPr dirty="0" sz="1800" spc="120">
                <a:latin typeface="한컴 말랑말랑 Regular"/>
                <a:cs typeface="한컴 말랑말랑 Regular"/>
              </a:rPr>
              <a:t>오버</a:t>
            </a:r>
            <a:r>
              <a:rPr dirty="0" sz="1800" spc="-35">
                <a:latin typeface="한컴 말랑말랑 Regular"/>
                <a:cs typeface="한컴 말랑말랑 Regular"/>
              </a:rPr>
              <a:t> </a:t>
            </a:r>
            <a:r>
              <a:rPr dirty="0" sz="1800" spc="35">
                <a:latin typeface="한컴 말랑말랑 Regular"/>
                <a:cs typeface="한컴 말랑말랑 Regular"/>
              </a:rPr>
              <a:t>화면</a:t>
            </a:r>
            <a:endParaRPr sz="1800">
              <a:latin typeface="한컴 말랑말랑 Regular"/>
              <a:cs typeface="한컴 말랑말랑 Regular"/>
            </a:endParaRPr>
          </a:p>
          <a:p>
            <a:pPr marL="12700">
              <a:lnSpc>
                <a:spcPts val="3810"/>
              </a:lnSpc>
              <a:spcBef>
                <a:spcPts val="965"/>
              </a:spcBef>
            </a:pPr>
            <a:r>
              <a:rPr dirty="0" sz="3200" spc="-275">
                <a:latin typeface="Arial Black"/>
                <a:cs typeface="Arial Black"/>
              </a:rPr>
              <a:t>CleanMatch</a:t>
            </a:r>
            <a:endParaRPr sz="3200">
              <a:latin typeface="Arial Black"/>
              <a:cs typeface="Arial Black"/>
            </a:endParaRPr>
          </a:p>
          <a:p>
            <a:pPr marL="143510">
              <a:lnSpc>
                <a:spcPts val="1770"/>
              </a:lnSpc>
              <a:tabLst>
                <a:tab pos="722630" algn="l"/>
              </a:tabLst>
            </a:pPr>
            <a:r>
              <a:rPr dirty="0" sz="1500" spc="65">
                <a:latin typeface="한컴 말랑말랑 Regular"/>
                <a:cs typeface="한컴 말랑말랑 Regular"/>
              </a:rPr>
              <a:t>동영</a:t>
            </a:r>
            <a:r>
              <a:rPr dirty="0" sz="1500">
                <a:latin typeface="한컴 말랑말랑 Regular"/>
                <a:cs typeface="한컴 말랑말랑 Regular"/>
              </a:rPr>
              <a:t>	</a:t>
            </a:r>
            <a:r>
              <a:rPr dirty="0" sz="1500" spc="90">
                <a:latin typeface="한컴 말랑말랑 Regular"/>
                <a:cs typeface="한컴 말랑말랑 Regular"/>
              </a:rPr>
              <a:t>링크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140">
                <a:latin typeface="한컴 말랑말랑 Regular"/>
                <a:cs typeface="한컴 말랑말랑 Regular"/>
              </a:rPr>
              <a:t>:</a:t>
            </a:r>
            <a:r>
              <a:rPr dirty="0" sz="1500" spc="-25">
                <a:latin typeface="한컴 말랑말랑 Regular"/>
                <a:cs typeface="한컴 말랑말랑 Regular"/>
              </a:rPr>
              <a:t> </a:t>
            </a:r>
            <a:r>
              <a:rPr dirty="0" sz="1500" spc="-10">
                <a:latin typeface="한컴 말랑말랑 Regular"/>
                <a:cs typeface="한컴 말랑말랑 Regular"/>
              </a:rPr>
              <a:t>https://youtu.be/rXuYCemLFug</a:t>
            </a:r>
            <a:endParaRPr sz="1500">
              <a:latin typeface="한컴 말랑말랑 Regular"/>
              <a:cs typeface="한컴 말랑말랑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1212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김탁건</dc:creator>
  <cp:keywords>DAHGEU_VL-s,BAGmP9qyolQ,0</cp:keywords>
  <dc:title>30906김탁건_포트폴리오.pdf</dc:title>
  <dcterms:created xsi:type="dcterms:W3CDTF">2026-04-15T02:32:42Z</dcterms:created>
  <dcterms:modified xsi:type="dcterms:W3CDTF">2026-04-15T02:32:42Z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2026-04-15T00:00:00Z</vt:filetime>
  </property>
  <property fmtid="{D5CDD505-2E9C-101B-9397-08002B2CF9AE}" pid="5" name="Producer">
    <vt:lpwstr>Canva</vt:lpwstr>
  </property>
</Properties>
</file>