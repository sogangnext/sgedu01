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4400" y="411480"/>
            <a:ext cx="16459200" cy="1645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0.jpg"/><Relationship Id="rId3" Type="http://schemas.openxmlformats.org/officeDocument/2006/relationships/image" Target="../media/image12.pn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Relationship Id="rId13" Type="http://schemas.openxmlformats.org/officeDocument/2006/relationships/image" Target="../media/image30.png"/><Relationship Id="rId14" Type="http://schemas.openxmlformats.org/officeDocument/2006/relationships/image" Target="../media/image31.png"/><Relationship Id="rId15" Type="http://schemas.openxmlformats.org/officeDocument/2006/relationships/image" Target="../media/image32.png"/><Relationship Id="rId16" Type="http://schemas.openxmlformats.org/officeDocument/2006/relationships/image" Target="../media/image33.png"/><Relationship Id="rId17" Type="http://schemas.openxmlformats.org/officeDocument/2006/relationships/image" Target="../media/image34.png"/><Relationship Id="rId18" Type="http://schemas.openxmlformats.org/officeDocument/2006/relationships/image" Target="../media/image35.png"/><Relationship Id="rId19" Type="http://schemas.openxmlformats.org/officeDocument/2006/relationships/image" Target="../media/image36.png"/><Relationship Id="rId20" Type="http://schemas.openxmlformats.org/officeDocument/2006/relationships/image" Target="../media/image37.png"/><Relationship Id="rId21" Type="http://schemas.openxmlformats.org/officeDocument/2006/relationships/image" Target="../media/image38.png"/><Relationship Id="rId22" Type="http://schemas.openxmlformats.org/officeDocument/2006/relationships/image" Target="../media/image39.png"/><Relationship Id="rId23" Type="http://schemas.openxmlformats.org/officeDocument/2006/relationships/image" Target="../media/image40.png"/><Relationship Id="rId24" Type="http://schemas.openxmlformats.org/officeDocument/2006/relationships/image" Target="../media/image4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jpg"/><Relationship Id="rId3" Type="http://schemas.openxmlformats.org/officeDocument/2006/relationships/image" Target="../media/image12.png"/><Relationship Id="rId4" Type="http://schemas.openxmlformats.org/officeDocument/2006/relationships/image" Target="../media/image43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jpg"/><Relationship Id="rId6" Type="http://schemas.openxmlformats.org/officeDocument/2006/relationships/image" Target="../media/image47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49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2780093" y="3158108"/>
            <a:ext cx="1223010" cy="1796414"/>
          </a:xfrm>
          <a:custGeom>
            <a:avLst/>
            <a:gdLst/>
            <a:ahLst/>
            <a:cxnLst/>
            <a:rect l="l" t="t" r="r" b="b"/>
            <a:pathLst>
              <a:path w="1223010" h="1796414">
                <a:moveTo>
                  <a:pt x="0" y="0"/>
                </a:moveTo>
                <a:lnTo>
                  <a:pt x="0" y="1796198"/>
                </a:lnTo>
                <a:lnTo>
                  <a:pt x="222770" y="1796198"/>
                </a:lnTo>
                <a:lnTo>
                  <a:pt x="222770" y="1143673"/>
                </a:lnTo>
                <a:lnTo>
                  <a:pt x="613934" y="1143673"/>
                </a:lnTo>
                <a:lnTo>
                  <a:pt x="672038" y="1141963"/>
                </a:lnTo>
                <a:lnTo>
                  <a:pt x="727086" y="1136915"/>
                </a:lnTo>
                <a:lnTo>
                  <a:pt x="779101" y="1128653"/>
                </a:lnTo>
                <a:lnTo>
                  <a:pt x="828105" y="1117298"/>
                </a:lnTo>
                <a:lnTo>
                  <a:pt x="874122" y="1102974"/>
                </a:lnTo>
                <a:lnTo>
                  <a:pt x="917174" y="1085803"/>
                </a:lnTo>
                <a:lnTo>
                  <a:pt x="957283" y="1065908"/>
                </a:lnTo>
                <a:lnTo>
                  <a:pt x="994473" y="1043411"/>
                </a:lnTo>
                <a:lnTo>
                  <a:pt x="1028766" y="1018436"/>
                </a:lnTo>
                <a:lnTo>
                  <a:pt x="1060185" y="991105"/>
                </a:lnTo>
                <a:lnTo>
                  <a:pt x="1088753" y="961541"/>
                </a:lnTo>
                <a:lnTo>
                  <a:pt x="1114492" y="929867"/>
                </a:lnTo>
                <a:lnTo>
                  <a:pt x="1137425" y="896205"/>
                </a:lnTo>
                <a:lnTo>
                  <a:pt x="1157575" y="860678"/>
                </a:lnTo>
                <a:lnTo>
                  <a:pt x="1174965" y="823409"/>
                </a:lnTo>
                <a:lnTo>
                  <a:pt x="1189617" y="784520"/>
                </a:lnTo>
                <a:lnTo>
                  <a:pt x="1201554" y="744135"/>
                </a:lnTo>
                <a:lnTo>
                  <a:pt x="1210799" y="702376"/>
                </a:lnTo>
                <a:lnTo>
                  <a:pt x="1217374" y="659366"/>
                </a:lnTo>
                <a:lnTo>
                  <a:pt x="1221302" y="615227"/>
                </a:lnTo>
                <a:lnTo>
                  <a:pt x="1222607" y="570082"/>
                </a:lnTo>
                <a:lnTo>
                  <a:pt x="1221302" y="524961"/>
                </a:lnTo>
                <a:lnTo>
                  <a:pt x="1217371" y="480888"/>
                </a:lnTo>
                <a:lnTo>
                  <a:pt x="1210788" y="437983"/>
                </a:lnTo>
                <a:lnTo>
                  <a:pt x="1201530" y="396362"/>
                </a:lnTo>
                <a:lnTo>
                  <a:pt x="1189570" y="356146"/>
                </a:lnTo>
                <a:lnTo>
                  <a:pt x="1174883" y="317451"/>
                </a:lnTo>
                <a:lnTo>
                  <a:pt x="1157445" y="280396"/>
                </a:lnTo>
                <a:lnTo>
                  <a:pt x="1137231" y="245099"/>
                </a:lnTo>
                <a:lnTo>
                  <a:pt x="1114216" y="211678"/>
                </a:lnTo>
                <a:lnTo>
                  <a:pt x="1088374" y="180252"/>
                </a:lnTo>
                <a:lnTo>
                  <a:pt x="1059681" y="150938"/>
                </a:lnTo>
                <a:lnTo>
                  <a:pt x="1028112" y="123855"/>
                </a:lnTo>
                <a:lnTo>
                  <a:pt x="993641" y="99122"/>
                </a:lnTo>
                <a:lnTo>
                  <a:pt x="956244" y="76855"/>
                </a:lnTo>
                <a:lnTo>
                  <a:pt x="915895" y="57174"/>
                </a:lnTo>
                <a:lnTo>
                  <a:pt x="872570" y="40196"/>
                </a:lnTo>
                <a:lnTo>
                  <a:pt x="826244" y="26041"/>
                </a:lnTo>
                <a:lnTo>
                  <a:pt x="776892" y="14825"/>
                </a:lnTo>
                <a:lnTo>
                  <a:pt x="724488" y="6667"/>
                </a:lnTo>
                <a:lnTo>
                  <a:pt x="669008" y="1686"/>
                </a:lnTo>
                <a:lnTo>
                  <a:pt x="610426" y="0"/>
                </a:lnTo>
                <a:lnTo>
                  <a:pt x="0" y="0"/>
                </a:lnTo>
                <a:close/>
              </a:path>
              <a:path w="1223010" h="1796414">
                <a:moveTo>
                  <a:pt x="222770" y="945460"/>
                </a:moveTo>
                <a:lnTo>
                  <a:pt x="222770" y="198213"/>
                </a:lnTo>
                <a:lnTo>
                  <a:pt x="601656" y="198213"/>
                </a:lnTo>
                <a:lnTo>
                  <a:pt x="660638" y="200592"/>
                </a:lnTo>
                <a:lnTo>
                  <a:pt x="714388" y="207582"/>
                </a:lnTo>
                <a:lnTo>
                  <a:pt x="763046" y="218959"/>
                </a:lnTo>
                <a:lnTo>
                  <a:pt x="806747" y="234502"/>
                </a:lnTo>
                <a:lnTo>
                  <a:pt x="845631" y="253987"/>
                </a:lnTo>
                <a:lnTo>
                  <a:pt x="879836" y="277193"/>
                </a:lnTo>
                <a:lnTo>
                  <a:pt x="909500" y="303897"/>
                </a:lnTo>
                <a:lnTo>
                  <a:pt x="934761" y="333877"/>
                </a:lnTo>
                <a:lnTo>
                  <a:pt x="955756" y="366909"/>
                </a:lnTo>
                <a:lnTo>
                  <a:pt x="972625" y="402773"/>
                </a:lnTo>
                <a:lnTo>
                  <a:pt x="985504" y="441244"/>
                </a:lnTo>
                <a:lnTo>
                  <a:pt x="994533" y="482101"/>
                </a:lnTo>
                <a:lnTo>
                  <a:pt x="999849" y="525121"/>
                </a:lnTo>
                <a:lnTo>
                  <a:pt x="1001590" y="570082"/>
                </a:lnTo>
                <a:lnTo>
                  <a:pt x="999850" y="615094"/>
                </a:lnTo>
                <a:lnTo>
                  <a:pt x="994538" y="658258"/>
                </a:lnTo>
                <a:lnTo>
                  <a:pt x="985522" y="699335"/>
                </a:lnTo>
                <a:lnTo>
                  <a:pt x="972666" y="738087"/>
                </a:lnTo>
                <a:lnTo>
                  <a:pt x="955836" y="774278"/>
                </a:lnTo>
                <a:lnTo>
                  <a:pt x="934899" y="807668"/>
                </a:lnTo>
                <a:lnTo>
                  <a:pt x="909719" y="838021"/>
                </a:lnTo>
                <a:lnTo>
                  <a:pt x="880164" y="865098"/>
                </a:lnTo>
                <a:lnTo>
                  <a:pt x="846098" y="888662"/>
                </a:lnTo>
                <a:lnTo>
                  <a:pt x="807387" y="908475"/>
                </a:lnTo>
                <a:lnTo>
                  <a:pt x="763896" y="924299"/>
                </a:lnTo>
                <a:lnTo>
                  <a:pt x="715493" y="935897"/>
                </a:lnTo>
                <a:lnTo>
                  <a:pt x="662042" y="943029"/>
                </a:lnTo>
                <a:lnTo>
                  <a:pt x="603410" y="945460"/>
                </a:lnTo>
                <a:lnTo>
                  <a:pt x="222770" y="945460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193968" y="3133551"/>
            <a:ext cx="1589405" cy="1845310"/>
          </a:xfrm>
          <a:custGeom>
            <a:avLst/>
            <a:gdLst/>
            <a:ahLst/>
            <a:cxnLst/>
            <a:rect l="l" t="t" r="r" b="b"/>
            <a:pathLst>
              <a:path w="1589404" h="1845310">
                <a:moveTo>
                  <a:pt x="1589214" y="922656"/>
                </a:moveTo>
                <a:lnTo>
                  <a:pt x="1588105" y="866542"/>
                </a:lnTo>
                <a:lnTo>
                  <a:pt x="1584809" y="811885"/>
                </a:lnTo>
                <a:lnTo>
                  <a:pt x="1579373" y="758718"/>
                </a:lnTo>
                <a:lnTo>
                  <a:pt x="1571844" y="707071"/>
                </a:lnTo>
                <a:lnTo>
                  <a:pt x="1562269" y="656975"/>
                </a:lnTo>
                <a:lnTo>
                  <a:pt x="1550694" y="608462"/>
                </a:lnTo>
                <a:lnTo>
                  <a:pt x="1537166" y="561562"/>
                </a:lnTo>
                <a:lnTo>
                  <a:pt x="1521732" y="516308"/>
                </a:lnTo>
                <a:lnTo>
                  <a:pt x="1504438" y="472729"/>
                </a:lnTo>
                <a:lnTo>
                  <a:pt x="1485332" y="430858"/>
                </a:lnTo>
                <a:lnTo>
                  <a:pt x="1464460" y="390726"/>
                </a:lnTo>
                <a:lnTo>
                  <a:pt x="1441869" y="352363"/>
                </a:lnTo>
                <a:lnTo>
                  <a:pt x="1417606" y="315801"/>
                </a:lnTo>
                <a:lnTo>
                  <a:pt x="1391718" y="281071"/>
                </a:lnTo>
                <a:lnTo>
                  <a:pt x="1364251" y="248205"/>
                </a:lnTo>
                <a:lnTo>
                  <a:pt x="1335251" y="217232"/>
                </a:lnTo>
                <a:lnTo>
                  <a:pt x="1304767" y="188186"/>
                </a:lnTo>
                <a:lnTo>
                  <a:pt x="1272844" y="161096"/>
                </a:lnTo>
                <a:lnTo>
                  <a:pt x="1239530" y="135994"/>
                </a:lnTo>
                <a:lnTo>
                  <a:pt x="1204871" y="112912"/>
                </a:lnTo>
                <a:lnTo>
                  <a:pt x="1168914" y="91879"/>
                </a:lnTo>
                <a:lnTo>
                  <a:pt x="1131706" y="72929"/>
                </a:lnTo>
                <a:lnTo>
                  <a:pt x="1093293" y="56090"/>
                </a:lnTo>
                <a:lnTo>
                  <a:pt x="1053722" y="41396"/>
                </a:lnTo>
                <a:lnTo>
                  <a:pt x="1013041" y="28877"/>
                </a:lnTo>
                <a:lnTo>
                  <a:pt x="971295" y="18564"/>
                </a:lnTo>
                <a:lnTo>
                  <a:pt x="928532" y="10489"/>
                </a:lnTo>
                <a:lnTo>
                  <a:pt x="884798" y="4682"/>
                </a:lnTo>
                <a:lnTo>
                  <a:pt x="840141" y="1175"/>
                </a:lnTo>
                <a:lnTo>
                  <a:pt x="794607" y="0"/>
                </a:lnTo>
                <a:lnTo>
                  <a:pt x="748908" y="1175"/>
                </a:lnTo>
                <a:lnTo>
                  <a:pt x="704109" y="4682"/>
                </a:lnTo>
                <a:lnTo>
                  <a:pt x="660255" y="10489"/>
                </a:lnTo>
                <a:lnTo>
                  <a:pt x="617391" y="18564"/>
                </a:lnTo>
                <a:lnTo>
                  <a:pt x="575563" y="28877"/>
                </a:lnTo>
                <a:lnTo>
                  <a:pt x="534817" y="41396"/>
                </a:lnTo>
                <a:lnTo>
                  <a:pt x="495199" y="56090"/>
                </a:lnTo>
                <a:lnTo>
                  <a:pt x="456753" y="72929"/>
                </a:lnTo>
                <a:lnTo>
                  <a:pt x="419526" y="91879"/>
                </a:lnTo>
                <a:lnTo>
                  <a:pt x="383563" y="112912"/>
                </a:lnTo>
                <a:lnTo>
                  <a:pt x="348909" y="135994"/>
                </a:lnTo>
                <a:lnTo>
                  <a:pt x="315611" y="161096"/>
                </a:lnTo>
                <a:lnTo>
                  <a:pt x="283714" y="188186"/>
                </a:lnTo>
                <a:lnTo>
                  <a:pt x="253263" y="217232"/>
                </a:lnTo>
                <a:lnTo>
                  <a:pt x="224305" y="248205"/>
                </a:lnTo>
                <a:lnTo>
                  <a:pt x="196884" y="281071"/>
                </a:lnTo>
                <a:lnTo>
                  <a:pt x="171047" y="315801"/>
                </a:lnTo>
                <a:lnTo>
                  <a:pt x="146839" y="352363"/>
                </a:lnTo>
                <a:lnTo>
                  <a:pt x="124305" y="390726"/>
                </a:lnTo>
                <a:lnTo>
                  <a:pt x="103491" y="430858"/>
                </a:lnTo>
                <a:lnTo>
                  <a:pt x="84444" y="472729"/>
                </a:lnTo>
                <a:lnTo>
                  <a:pt x="67207" y="516308"/>
                </a:lnTo>
                <a:lnTo>
                  <a:pt x="51828" y="561562"/>
                </a:lnTo>
                <a:lnTo>
                  <a:pt x="38351" y="608462"/>
                </a:lnTo>
                <a:lnTo>
                  <a:pt x="26823" y="656975"/>
                </a:lnTo>
                <a:lnTo>
                  <a:pt x="17288" y="707071"/>
                </a:lnTo>
                <a:lnTo>
                  <a:pt x="9793" y="758718"/>
                </a:lnTo>
                <a:lnTo>
                  <a:pt x="4382" y="811885"/>
                </a:lnTo>
                <a:lnTo>
                  <a:pt x="1103" y="866542"/>
                </a:lnTo>
                <a:lnTo>
                  <a:pt x="0" y="922656"/>
                </a:lnTo>
                <a:lnTo>
                  <a:pt x="1103" y="978770"/>
                </a:lnTo>
                <a:lnTo>
                  <a:pt x="4382" y="1033427"/>
                </a:lnTo>
                <a:lnTo>
                  <a:pt x="9793" y="1086594"/>
                </a:lnTo>
                <a:lnTo>
                  <a:pt x="17288" y="1138241"/>
                </a:lnTo>
                <a:lnTo>
                  <a:pt x="26823" y="1188337"/>
                </a:lnTo>
                <a:lnTo>
                  <a:pt x="38351" y="1236850"/>
                </a:lnTo>
                <a:lnTo>
                  <a:pt x="51828" y="1283750"/>
                </a:lnTo>
                <a:lnTo>
                  <a:pt x="67207" y="1329004"/>
                </a:lnTo>
                <a:lnTo>
                  <a:pt x="84444" y="1372583"/>
                </a:lnTo>
                <a:lnTo>
                  <a:pt x="103491" y="1414454"/>
                </a:lnTo>
                <a:lnTo>
                  <a:pt x="124305" y="1454586"/>
                </a:lnTo>
                <a:lnTo>
                  <a:pt x="146839" y="1492949"/>
                </a:lnTo>
                <a:lnTo>
                  <a:pt x="171047" y="1529511"/>
                </a:lnTo>
                <a:lnTo>
                  <a:pt x="196884" y="1564241"/>
                </a:lnTo>
                <a:lnTo>
                  <a:pt x="224305" y="1597107"/>
                </a:lnTo>
                <a:lnTo>
                  <a:pt x="253263" y="1628080"/>
                </a:lnTo>
                <a:lnTo>
                  <a:pt x="283714" y="1657126"/>
                </a:lnTo>
                <a:lnTo>
                  <a:pt x="315611" y="1684216"/>
                </a:lnTo>
                <a:lnTo>
                  <a:pt x="348909" y="1709318"/>
                </a:lnTo>
                <a:lnTo>
                  <a:pt x="383563" y="1732400"/>
                </a:lnTo>
                <a:lnTo>
                  <a:pt x="419526" y="1753433"/>
                </a:lnTo>
                <a:lnTo>
                  <a:pt x="456753" y="1772384"/>
                </a:lnTo>
                <a:lnTo>
                  <a:pt x="495199" y="1789222"/>
                </a:lnTo>
                <a:lnTo>
                  <a:pt x="534817" y="1803916"/>
                </a:lnTo>
                <a:lnTo>
                  <a:pt x="575563" y="1816435"/>
                </a:lnTo>
                <a:lnTo>
                  <a:pt x="617391" y="1826748"/>
                </a:lnTo>
                <a:lnTo>
                  <a:pt x="660255" y="1834823"/>
                </a:lnTo>
                <a:lnTo>
                  <a:pt x="704109" y="1840630"/>
                </a:lnTo>
                <a:lnTo>
                  <a:pt x="748908" y="1844137"/>
                </a:lnTo>
                <a:lnTo>
                  <a:pt x="794607" y="1845312"/>
                </a:lnTo>
                <a:lnTo>
                  <a:pt x="840141" y="1844137"/>
                </a:lnTo>
                <a:lnTo>
                  <a:pt x="884798" y="1840630"/>
                </a:lnTo>
                <a:lnTo>
                  <a:pt x="928532" y="1834823"/>
                </a:lnTo>
                <a:lnTo>
                  <a:pt x="971295" y="1826748"/>
                </a:lnTo>
                <a:lnTo>
                  <a:pt x="1013041" y="1816435"/>
                </a:lnTo>
                <a:lnTo>
                  <a:pt x="1053722" y="1803916"/>
                </a:lnTo>
                <a:lnTo>
                  <a:pt x="1093293" y="1789222"/>
                </a:lnTo>
                <a:lnTo>
                  <a:pt x="1131706" y="1772384"/>
                </a:lnTo>
                <a:lnTo>
                  <a:pt x="1168914" y="1753433"/>
                </a:lnTo>
                <a:lnTo>
                  <a:pt x="1204871" y="1732400"/>
                </a:lnTo>
                <a:lnTo>
                  <a:pt x="1239530" y="1709318"/>
                </a:lnTo>
                <a:lnTo>
                  <a:pt x="1272844" y="1684216"/>
                </a:lnTo>
                <a:lnTo>
                  <a:pt x="1304767" y="1657126"/>
                </a:lnTo>
                <a:lnTo>
                  <a:pt x="1335251" y="1628080"/>
                </a:lnTo>
                <a:lnTo>
                  <a:pt x="1364251" y="1597107"/>
                </a:lnTo>
                <a:lnTo>
                  <a:pt x="1391718" y="1564241"/>
                </a:lnTo>
                <a:lnTo>
                  <a:pt x="1417606" y="1529511"/>
                </a:lnTo>
                <a:lnTo>
                  <a:pt x="1441869" y="1492949"/>
                </a:lnTo>
                <a:lnTo>
                  <a:pt x="1464460" y="1454586"/>
                </a:lnTo>
                <a:lnTo>
                  <a:pt x="1485332" y="1414454"/>
                </a:lnTo>
                <a:lnTo>
                  <a:pt x="1504438" y="1372583"/>
                </a:lnTo>
                <a:lnTo>
                  <a:pt x="1521732" y="1329004"/>
                </a:lnTo>
                <a:lnTo>
                  <a:pt x="1537166" y="1283750"/>
                </a:lnTo>
                <a:lnTo>
                  <a:pt x="1550694" y="1236850"/>
                </a:lnTo>
                <a:lnTo>
                  <a:pt x="1562269" y="1188337"/>
                </a:lnTo>
                <a:lnTo>
                  <a:pt x="1571844" y="1138241"/>
                </a:lnTo>
                <a:lnTo>
                  <a:pt x="1579373" y="1086594"/>
                </a:lnTo>
                <a:lnTo>
                  <a:pt x="1584809" y="1033427"/>
                </a:lnTo>
                <a:lnTo>
                  <a:pt x="1588105" y="978770"/>
                </a:lnTo>
                <a:lnTo>
                  <a:pt x="1589214" y="922656"/>
                </a:lnTo>
                <a:close/>
              </a:path>
              <a:path w="1589404" h="1845310">
                <a:moveTo>
                  <a:pt x="1371706" y="922656"/>
                </a:moveTo>
                <a:lnTo>
                  <a:pt x="1370288" y="981851"/>
                </a:lnTo>
                <a:lnTo>
                  <a:pt x="1366095" y="1038620"/>
                </a:lnTo>
                <a:lnTo>
                  <a:pt x="1359214" y="1092943"/>
                </a:lnTo>
                <a:lnTo>
                  <a:pt x="1349737" y="1144803"/>
                </a:lnTo>
                <a:lnTo>
                  <a:pt x="1337750" y="1194178"/>
                </a:lnTo>
                <a:lnTo>
                  <a:pt x="1323345" y="1241051"/>
                </a:lnTo>
                <a:lnTo>
                  <a:pt x="1306608" y="1285403"/>
                </a:lnTo>
                <a:lnTo>
                  <a:pt x="1287631" y="1327214"/>
                </a:lnTo>
                <a:lnTo>
                  <a:pt x="1266502" y="1366465"/>
                </a:lnTo>
                <a:lnTo>
                  <a:pt x="1243309" y="1403138"/>
                </a:lnTo>
                <a:lnTo>
                  <a:pt x="1218142" y="1437214"/>
                </a:lnTo>
                <a:lnTo>
                  <a:pt x="1191091" y="1468672"/>
                </a:lnTo>
                <a:lnTo>
                  <a:pt x="1162244" y="1497495"/>
                </a:lnTo>
                <a:lnTo>
                  <a:pt x="1131690" y="1523663"/>
                </a:lnTo>
                <a:lnTo>
                  <a:pt x="1099519" y="1547158"/>
                </a:lnTo>
                <a:lnTo>
                  <a:pt x="1065819" y="1567959"/>
                </a:lnTo>
                <a:lnTo>
                  <a:pt x="1030680" y="1586049"/>
                </a:lnTo>
                <a:lnTo>
                  <a:pt x="994190" y="1601408"/>
                </a:lnTo>
                <a:lnTo>
                  <a:pt x="956439" y="1614017"/>
                </a:lnTo>
                <a:lnTo>
                  <a:pt x="917517" y="1623858"/>
                </a:lnTo>
                <a:lnTo>
                  <a:pt x="877511" y="1630910"/>
                </a:lnTo>
                <a:lnTo>
                  <a:pt x="836511" y="1635155"/>
                </a:lnTo>
                <a:lnTo>
                  <a:pt x="794607" y="1636575"/>
                </a:lnTo>
                <a:lnTo>
                  <a:pt x="752702" y="1635155"/>
                </a:lnTo>
                <a:lnTo>
                  <a:pt x="711702" y="1630910"/>
                </a:lnTo>
                <a:lnTo>
                  <a:pt x="671697" y="1623858"/>
                </a:lnTo>
                <a:lnTo>
                  <a:pt x="632774" y="1614017"/>
                </a:lnTo>
                <a:lnTo>
                  <a:pt x="595023" y="1601408"/>
                </a:lnTo>
                <a:lnTo>
                  <a:pt x="558534" y="1586049"/>
                </a:lnTo>
                <a:lnTo>
                  <a:pt x="523395" y="1567959"/>
                </a:lnTo>
                <a:lnTo>
                  <a:pt x="489695" y="1547158"/>
                </a:lnTo>
                <a:lnTo>
                  <a:pt x="457523" y="1523663"/>
                </a:lnTo>
                <a:lnTo>
                  <a:pt x="426970" y="1497495"/>
                </a:lnTo>
                <a:lnTo>
                  <a:pt x="398123" y="1468672"/>
                </a:lnTo>
                <a:lnTo>
                  <a:pt x="371071" y="1437214"/>
                </a:lnTo>
                <a:lnTo>
                  <a:pt x="345905" y="1403138"/>
                </a:lnTo>
                <a:lnTo>
                  <a:pt x="322712" y="1366465"/>
                </a:lnTo>
                <a:lnTo>
                  <a:pt x="301583" y="1327214"/>
                </a:lnTo>
                <a:lnTo>
                  <a:pt x="282605" y="1285403"/>
                </a:lnTo>
                <a:lnTo>
                  <a:pt x="265869" y="1241051"/>
                </a:lnTo>
                <a:lnTo>
                  <a:pt x="251463" y="1194178"/>
                </a:lnTo>
                <a:lnTo>
                  <a:pt x="239477" y="1144803"/>
                </a:lnTo>
                <a:lnTo>
                  <a:pt x="229999" y="1092943"/>
                </a:lnTo>
                <a:lnTo>
                  <a:pt x="223119" y="1038620"/>
                </a:lnTo>
                <a:lnTo>
                  <a:pt x="218926" y="981851"/>
                </a:lnTo>
                <a:lnTo>
                  <a:pt x="217508" y="922656"/>
                </a:lnTo>
                <a:lnTo>
                  <a:pt x="218926" y="863461"/>
                </a:lnTo>
                <a:lnTo>
                  <a:pt x="223119" y="806692"/>
                </a:lnTo>
                <a:lnTo>
                  <a:pt x="229999" y="752368"/>
                </a:lnTo>
                <a:lnTo>
                  <a:pt x="239477" y="700509"/>
                </a:lnTo>
                <a:lnTo>
                  <a:pt x="251463" y="651134"/>
                </a:lnTo>
                <a:lnTo>
                  <a:pt x="265869" y="604261"/>
                </a:lnTo>
                <a:lnTo>
                  <a:pt x="282605" y="559909"/>
                </a:lnTo>
                <a:lnTo>
                  <a:pt x="301583" y="518098"/>
                </a:lnTo>
                <a:lnTo>
                  <a:pt x="322712" y="478847"/>
                </a:lnTo>
                <a:lnTo>
                  <a:pt x="345905" y="442174"/>
                </a:lnTo>
                <a:lnTo>
                  <a:pt x="371071" y="408098"/>
                </a:lnTo>
                <a:lnTo>
                  <a:pt x="398123" y="376640"/>
                </a:lnTo>
                <a:lnTo>
                  <a:pt x="426970" y="347817"/>
                </a:lnTo>
                <a:lnTo>
                  <a:pt x="457523" y="321649"/>
                </a:lnTo>
                <a:lnTo>
                  <a:pt x="489695" y="298154"/>
                </a:lnTo>
                <a:lnTo>
                  <a:pt x="523395" y="277353"/>
                </a:lnTo>
                <a:lnTo>
                  <a:pt x="558534" y="259263"/>
                </a:lnTo>
                <a:lnTo>
                  <a:pt x="595023" y="243904"/>
                </a:lnTo>
                <a:lnTo>
                  <a:pt x="632774" y="231295"/>
                </a:lnTo>
                <a:lnTo>
                  <a:pt x="671697" y="221454"/>
                </a:lnTo>
                <a:lnTo>
                  <a:pt x="711702" y="214402"/>
                </a:lnTo>
                <a:lnTo>
                  <a:pt x="752702" y="210157"/>
                </a:lnTo>
                <a:lnTo>
                  <a:pt x="794607" y="208737"/>
                </a:lnTo>
                <a:lnTo>
                  <a:pt x="836511" y="210157"/>
                </a:lnTo>
                <a:lnTo>
                  <a:pt x="877511" y="214402"/>
                </a:lnTo>
                <a:lnTo>
                  <a:pt x="917517" y="221454"/>
                </a:lnTo>
                <a:lnTo>
                  <a:pt x="956439" y="231295"/>
                </a:lnTo>
                <a:lnTo>
                  <a:pt x="994190" y="243904"/>
                </a:lnTo>
                <a:lnTo>
                  <a:pt x="1030680" y="259263"/>
                </a:lnTo>
                <a:lnTo>
                  <a:pt x="1065819" y="277353"/>
                </a:lnTo>
                <a:lnTo>
                  <a:pt x="1099519" y="298154"/>
                </a:lnTo>
                <a:lnTo>
                  <a:pt x="1131690" y="321649"/>
                </a:lnTo>
                <a:lnTo>
                  <a:pt x="1162244" y="347817"/>
                </a:lnTo>
                <a:lnTo>
                  <a:pt x="1191091" y="376640"/>
                </a:lnTo>
                <a:lnTo>
                  <a:pt x="1218142" y="408098"/>
                </a:lnTo>
                <a:lnTo>
                  <a:pt x="1243309" y="442174"/>
                </a:lnTo>
                <a:lnTo>
                  <a:pt x="1266502" y="478847"/>
                </a:lnTo>
                <a:lnTo>
                  <a:pt x="1287631" y="518098"/>
                </a:lnTo>
                <a:lnTo>
                  <a:pt x="1306608" y="559909"/>
                </a:lnTo>
                <a:lnTo>
                  <a:pt x="1323345" y="604261"/>
                </a:lnTo>
                <a:lnTo>
                  <a:pt x="1337750" y="651134"/>
                </a:lnTo>
                <a:lnTo>
                  <a:pt x="1349737" y="700509"/>
                </a:lnTo>
                <a:lnTo>
                  <a:pt x="1359214" y="752368"/>
                </a:lnTo>
                <a:lnTo>
                  <a:pt x="1366095" y="806692"/>
                </a:lnTo>
                <a:lnTo>
                  <a:pt x="1370288" y="863461"/>
                </a:lnTo>
                <a:lnTo>
                  <a:pt x="1371706" y="922656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058646" y="3158108"/>
            <a:ext cx="1292860" cy="1796414"/>
          </a:xfrm>
          <a:custGeom>
            <a:avLst/>
            <a:gdLst/>
            <a:ahLst/>
            <a:cxnLst/>
            <a:rect l="l" t="t" r="r" b="b"/>
            <a:pathLst>
              <a:path w="1292859" h="1796414">
                <a:moveTo>
                  <a:pt x="887574" y="1056845"/>
                </a:moveTo>
                <a:lnTo>
                  <a:pt x="934591" y="1038300"/>
                </a:lnTo>
                <a:lnTo>
                  <a:pt x="977933" y="1016575"/>
                </a:lnTo>
                <a:lnTo>
                  <a:pt x="1017632" y="991793"/>
                </a:lnTo>
                <a:lnTo>
                  <a:pt x="1053717" y="964077"/>
                </a:lnTo>
                <a:lnTo>
                  <a:pt x="1086221" y="933550"/>
                </a:lnTo>
                <a:lnTo>
                  <a:pt x="1115172" y="900334"/>
                </a:lnTo>
                <a:lnTo>
                  <a:pt x="1140603" y="864552"/>
                </a:lnTo>
                <a:lnTo>
                  <a:pt x="1162543" y="826326"/>
                </a:lnTo>
                <a:lnTo>
                  <a:pt x="1181024" y="785781"/>
                </a:lnTo>
                <a:lnTo>
                  <a:pt x="1196076" y="743037"/>
                </a:lnTo>
                <a:lnTo>
                  <a:pt x="1207729" y="698219"/>
                </a:lnTo>
                <a:lnTo>
                  <a:pt x="1216015" y="651448"/>
                </a:lnTo>
                <a:lnTo>
                  <a:pt x="1220964" y="602848"/>
                </a:lnTo>
                <a:lnTo>
                  <a:pt x="1222607" y="552541"/>
                </a:lnTo>
                <a:lnTo>
                  <a:pt x="1221302" y="507535"/>
                </a:lnTo>
                <a:lnTo>
                  <a:pt x="1217371" y="463794"/>
                </a:lnTo>
                <a:lnTo>
                  <a:pt x="1210788" y="421413"/>
                </a:lnTo>
                <a:lnTo>
                  <a:pt x="1201530" y="380488"/>
                </a:lnTo>
                <a:lnTo>
                  <a:pt x="1189570" y="341115"/>
                </a:lnTo>
                <a:lnTo>
                  <a:pt x="1174883" y="303387"/>
                </a:lnTo>
                <a:lnTo>
                  <a:pt x="1157445" y="267403"/>
                </a:lnTo>
                <a:lnTo>
                  <a:pt x="1137231" y="233255"/>
                </a:lnTo>
                <a:lnTo>
                  <a:pt x="1114216" y="201041"/>
                </a:lnTo>
                <a:lnTo>
                  <a:pt x="1088374" y="170855"/>
                </a:lnTo>
                <a:lnTo>
                  <a:pt x="1059681" y="142794"/>
                </a:lnTo>
                <a:lnTo>
                  <a:pt x="1028112" y="116952"/>
                </a:lnTo>
                <a:lnTo>
                  <a:pt x="993641" y="93424"/>
                </a:lnTo>
                <a:lnTo>
                  <a:pt x="956244" y="72307"/>
                </a:lnTo>
                <a:lnTo>
                  <a:pt x="915895" y="53697"/>
                </a:lnTo>
                <a:lnTo>
                  <a:pt x="872571" y="37687"/>
                </a:lnTo>
                <a:lnTo>
                  <a:pt x="826244" y="24374"/>
                </a:lnTo>
                <a:lnTo>
                  <a:pt x="776892" y="13853"/>
                </a:lnTo>
                <a:lnTo>
                  <a:pt x="724488" y="6220"/>
                </a:lnTo>
                <a:lnTo>
                  <a:pt x="669008" y="1571"/>
                </a:lnTo>
                <a:lnTo>
                  <a:pt x="610426" y="0"/>
                </a:lnTo>
                <a:lnTo>
                  <a:pt x="0" y="0"/>
                </a:lnTo>
                <a:lnTo>
                  <a:pt x="0" y="1796198"/>
                </a:lnTo>
                <a:lnTo>
                  <a:pt x="222770" y="1796198"/>
                </a:lnTo>
                <a:lnTo>
                  <a:pt x="222770" y="1098066"/>
                </a:lnTo>
                <a:lnTo>
                  <a:pt x="613934" y="1098066"/>
                </a:lnTo>
                <a:lnTo>
                  <a:pt x="624582" y="1098052"/>
                </a:lnTo>
                <a:lnTo>
                  <a:pt x="635312" y="1097957"/>
                </a:lnTo>
                <a:lnTo>
                  <a:pt x="645878" y="1097696"/>
                </a:lnTo>
                <a:lnTo>
                  <a:pt x="656033" y="1097189"/>
                </a:lnTo>
                <a:lnTo>
                  <a:pt x="1033164" y="1796198"/>
                </a:lnTo>
                <a:lnTo>
                  <a:pt x="1292771" y="1796198"/>
                </a:lnTo>
                <a:lnTo>
                  <a:pt x="887574" y="1056845"/>
                </a:lnTo>
                <a:close/>
              </a:path>
              <a:path w="1292859" h="1796414">
                <a:moveTo>
                  <a:pt x="601656" y="198213"/>
                </a:moveTo>
                <a:lnTo>
                  <a:pt x="664957" y="200674"/>
                </a:lnTo>
                <a:lnTo>
                  <a:pt x="722202" y="207934"/>
                </a:lnTo>
                <a:lnTo>
                  <a:pt x="773565" y="219813"/>
                </a:lnTo>
                <a:lnTo>
                  <a:pt x="819218" y="236128"/>
                </a:lnTo>
                <a:lnTo>
                  <a:pt x="859333" y="256696"/>
                </a:lnTo>
                <a:lnTo>
                  <a:pt x="894083" y="281337"/>
                </a:lnTo>
                <a:lnTo>
                  <a:pt x="923640" y="309867"/>
                </a:lnTo>
                <a:lnTo>
                  <a:pt x="948177" y="342105"/>
                </a:lnTo>
                <a:lnTo>
                  <a:pt x="967866" y="377869"/>
                </a:lnTo>
                <a:lnTo>
                  <a:pt x="982879" y="416977"/>
                </a:lnTo>
                <a:lnTo>
                  <a:pt x="993389" y="459246"/>
                </a:lnTo>
                <a:lnTo>
                  <a:pt x="999569" y="504495"/>
                </a:lnTo>
                <a:lnTo>
                  <a:pt x="1001591" y="552541"/>
                </a:lnTo>
                <a:lnTo>
                  <a:pt x="999570" y="600411"/>
                </a:lnTo>
                <a:lnTo>
                  <a:pt x="993396" y="645166"/>
                </a:lnTo>
                <a:lnTo>
                  <a:pt x="982901" y="686683"/>
                </a:lnTo>
                <a:lnTo>
                  <a:pt x="967917" y="724838"/>
                </a:lnTo>
                <a:lnTo>
                  <a:pt x="948277" y="759504"/>
                </a:lnTo>
                <a:lnTo>
                  <a:pt x="923813" y="790559"/>
                </a:lnTo>
                <a:lnTo>
                  <a:pt x="894357" y="817877"/>
                </a:lnTo>
                <a:lnTo>
                  <a:pt x="859742" y="841335"/>
                </a:lnTo>
                <a:lnTo>
                  <a:pt x="819800" y="860806"/>
                </a:lnTo>
                <a:lnTo>
                  <a:pt x="774364" y="876167"/>
                </a:lnTo>
                <a:lnTo>
                  <a:pt x="723265" y="887294"/>
                </a:lnTo>
                <a:lnTo>
                  <a:pt x="666336" y="894061"/>
                </a:lnTo>
                <a:lnTo>
                  <a:pt x="603410" y="896345"/>
                </a:lnTo>
                <a:lnTo>
                  <a:pt x="222770" y="896345"/>
                </a:lnTo>
                <a:lnTo>
                  <a:pt x="222770" y="198213"/>
                </a:lnTo>
                <a:lnTo>
                  <a:pt x="601656" y="198213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454979" y="3158108"/>
            <a:ext cx="1352550" cy="1796414"/>
          </a:xfrm>
          <a:custGeom>
            <a:avLst/>
            <a:gdLst/>
            <a:ahLst/>
            <a:cxnLst/>
            <a:rect l="l" t="t" r="r" b="b"/>
            <a:pathLst>
              <a:path w="1352550" h="1796414">
                <a:moveTo>
                  <a:pt x="564820" y="198213"/>
                </a:moveTo>
                <a:lnTo>
                  <a:pt x="564820" y="1796198"/>
                </a:lnTo>
                <a:lnTo>
                  <a:pt x="789344" y="1796198"/>
                </a:lnTo>
                <a:lnTo>
                  <a:pt x="789344" y="198213"/>
                </a:lnTo>
                <a:lnTo>
                  <a:pt x="1352411" y="198213"/>
                </a:lnTo>
                <a:lnTo>
                  <a:pt x="1352411" y="0"/>
                </a:lnTo>
                <a:lnTo>
                  <a:pt x="0" y="0"/>
                </a:lnTo>
                <a:lnTo>
                  <a:pt x="0" y="198213"/>
                </a:lnTo>
                <a:lnTo>
                  <a:pt x="564820" y="198213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054789" y="3158108"/>
            <a:ext cx="1080770" cy="1796414"/>
          </a:xfrm>
          <a:custGeom>
            <a:avLst/>
            <a:gdLst/>
            <a:ahLst/>
            <a:cxnLst/>
            <a:rect l="l" t="t" r="r" b="b"/>
            <a:pathLst>
              <a:path w="1080770" h="1796414">
                <a:moveTo>
                  <a:pt x="222770" y="1796198"/>
                </a:moveTo>
                <a:lnTo>
                  <a:pt x="222770" y="994574"/>
                </a:lnTo>
                <a:lnTo>
                  <a:pt x="999836" y="994574"/>
                </a:lnTo>
                <a:lnTo>
                  <a:pt x="999836" y="798115"/>
                </a:lnTo>
                <a:lnTo>
                  <a:pt x="222770" y="798115"/>
                </a:lnTo>
                <a:lnTo>
                  <a:pt x="222770" y="198213"/>
                </a:lnTo>
                <a:lnTo>
                  <a:pt x="1080525" y="198213"/>
                </a:lnTo>
                <a:lnTo>
                  <a:pt x="1080525" y="0"/>
                </a:lnTo>
                <a:lnTo>
                  <a:pt x="0" y="0"/>
                </a:lnTo>
                <a:lnTo>
                  <a:pt x="0" y="1796198"/>
                </a:lnTo>
                <a:lnTo>
                  <a:pt x="222770" y="1796198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347631" y="3133551"/>
            <a:ext cx="1589405" cy="1845310"/>
          </a:xfrm>
          <a:custGeom>
            <a:avLst/>
            <a:gdLst/>
            <a:ahLst/>
            <a:cxnLst/>
            <a:rect l="l" t="t" r="r" b="b"/>
            <a:pathLst>
              <a:path w="1589404" h="1845310">
                <a:moveTo>
                  <a:pt x="1589214" y="922656"/>
                </a:moveTo>
                <a:lnTo>
                  <a:pt x="1588105" y="866542"/>
                </a:lnTo>
                <a:lnTo>
                  <a:pt x="1584809" y="811885"/>
                </a:lnTo>
                <a:lnTo>
                  <a:pt x="1579374" y="758718"/>
                </a:lnTo>
                <a:lnTo>
                  <a:pt x="1571845" y="707071"/>
                </a:lnTo>
                <a:lnTo>
                  <a:pt x="1562269" y="656975"/>
                </a:lnTo>
                <a:lnTo>
                  <a:pt x="1550694" y="608462"/>
                </a:lnTo>
                <a:lnTo>
                  <a:pt x="1537166" y="561562"/>
                </a:lnTo>
                <a:lnTo>
                  <a:pt x="1521732" y="516308"/>
                </a:lnTo>
                <a:lnTo>
                  <a:pt x="1504438" y="472729"/>
                </a:lnTo>
                <a:lnTo>
                  <a:pt x="1485332" y="430858"/>
                </a:lnTo>
                <a:lnTo>
                  <a:pt x="1464461" y="390726"/>
                </a:lnTo>
                <a:lnTo>
                  <a:pt x="1441870" y="352363"/>
                </a:lnTo>
                <a:lnTo>
                  <a:pt x="1417607" y="315801"/>
                </a:lnTo>
                <a:lnTo>
                  <a:pt x="1391718" y="281071"/>
                </a:lnTo>
                <a:lnTo>
                  <a:pt x="1364251" y="248205"/>
                </a:lnTo>
                <a:lnTo>
                  <a:pt x="1335252" y="217232"/>
                </a:lnTo>
                <a:lnTo>
                  <a:pt x="1304767" y="188186"/>
                </a:lnTo>
                <a:lnTo>
                  <a:pt x="1272845" y="161096"/>
                </a:lnTo>
                <a:lnTo>
                  <a:pt x="1239530" y="135994"/>
                </a:lnTo>
                <a:lnTo>
                  <a:pt x="1204871" y="112912"/>
                </a:lnTo>
                <a:lnTo>
                  <a:pt x="1168914" y="91879"/>
                </a:lnTo>
                <a:lnTo>
                  <a:pt x="1131706" y="72929"/>
                </a:lnTo>
                <a:lnTo>
                  <a:pt x="1093293" y="56090"/>
                </a:lnTo>
                <a:lnTo>
                  <a:pt x="1053723" y="41396"/>
                </a:lnTo>
                <a:lnTo>
                  <a:pt x="1013041" y="28877"/>
                </a:lnTo>
                <a:lnTo>
                  <a:pt x="971295" y="18564"/>
                </a:lnTo>
                <a:lnTo>
                  <a:pt x="928532" y="10489"/>
                </a:lnTo>
                <a:lnTo>
                  <a:pt x="884799" y="4682"/>
                </a:lnTo>
                <a:lnTo>
                  <a:pt x="840141" y="1175"/>
                </a:lnTo>
                <a:lnTo>
                  <a:pt x="794607" y="0"/>
                </a:lnTo>
                <a:lnTo>
                  <a:pt x="748908" y="1175"/>
                </a:lnTo>
                <a:lnTo>
                  <a:pt x="704109" y="4682"/>
                </a:lnTo>
                <a:lnTo>
                  <a:pt x="660255" y="10489"/>
                </a:lnTo>
                <a:lnTo>
                  <a:pt x="617391" y="18564"/>
                </a:lnTo>
                <a:lnTo>
                  <a:pt x="575563" y="28877"/>
                </a:lnTo>
                <a:lnTo>
                  <a:pt x="534817" y="41396"/>
                </a:lnTo>
                <a:lnTo>
                  <a:pt x="495199" y="56090"/>
                </a:lnTo>
                <a:lnTo>
                  <a:pt x="456753" y="72929"/>
                </a:lnTo>
                <a:lnTo>
                  <a:pt x="419526" y="91879"/>
                </a:lnTo>
                <a:lnTo>
                  <a:pt x="383562" y="112912"/>
                </a:lnTo>
                <a:lnTo>
                  <a:pt x="348909" y="135994"/>
                </a:lnTo>
                <a:lnTo>
                  <a:pt x="315611" y="161096"/>
                </a:lnTo>
                <a:lnTo>
                  <a:pt x="283714" y="188186"/>
                </a:lnTo>
                <a:lnTo>
                  <a:pt x="253263" y="217232"/>
                </a:lnTo>
                <a:lnTo>
                  <a:pt x="224305" y="248205"/>
                </a:lnTo>
                <a:lnTo>
                  <a:pt x="196884" y="281071"/>
                </a:lnTo>
                <a:lnTo>
                  <a:pt x="171047" y="315801"/>
                </a:lnTo>
                <a:lnTo>
                  <a:pt x="146839" y="352363"/>
                </a:lnTo>
                <a:lnTo>
                  <a:pt x="124305" y="390726"/>
                </a:lnTo>
                <a:lnTo>
                  <a:pt x="103491" y="430858"/>
                </a:lnTo>
                <a:lnTo>
                  <a:pt x="84444" y="472729"/>
                </a:lnTo>
                <a:lnTo>
                  <a:pt x="67207" y="516308"/>
                </a:lnTo>
                <a:lnTo>
                  <a:pt x="51828" y="561562"/>
                </a:lnTo>
                <a:lnTo>
                  <a:pt x="38351" y="608462"/>
                </a:lnTo>
                <a:lnTo>
                  <a:pt x="26823" y="656975"/>
                </a:lnTo>
                <a:lnTo>
                  <a:pt x="17288" y="707071"/>
                </a:lnTo>
                <a:lnTo>
                  <a:pt x="9793" y="758718"/>
                </a:lnTo>
                <a:lnTo>
                  <a:pt x="4382" y="811885"/>
                </a:lnTo>
                <a:lnTo>
                  <a:pt x="1103" y="866542"/>
                </a:lnTo>
                <a:lnTo>
                  <a:pt x="0" y="922656"/>
                </a:lnTo>
                <a:lnTo>
                  <a:pt x="1103" y="978770"/>
                </a:lnTo>
                <a:lnTo>
                  <a:pt x="4382" y="1033427"/>
                </a:lnTo>
                <a:lnTo>
                  <a:pt x="9793" y="1086594"/>
                </a:lnTo>
                <a:lnTo>
                  <a:pt x="17288" y="1138241"/>
                </a:lnTo>
                <a:lnTo>
                  <a:pt x="26823" y="1188337"/>
                </a:lnTo>
                <a:lnTo>
                  <a:pt x="38351" y="1236850"/>
                </a:lnTo>
                <a:lnTo>
                  <a:pt x="51828" y="1283750"/>
                </a:lnTo>
                <a:lnTo>
                  <a:pt x="67207" y="1329004"/>
                </a:lnTo>
                <a:lnTo>
                  <a:pt x="84444" y="1372583"/>
                </a:lnTo>
                <a:lnTo>
                  <a:pt x="103491" y="1414454"/>
                </a:lnTo>
                <a:lnTo>
                  <a:pt x="124305" y="1454586"/>
                </a:lnTo>
                <a:lnTo>
                  <a:pt x="146839" y="1492949"/>
                </a:lnTo>
                <a:lnTo>
                  <a:pt x="171047" y="1529511"/>
                </a:lnTo>
                <a:lnTo>
                  <a:pt x="196884" y="1564241"/>
                </a:lnTo>
                <a:lnTo>
                  <a:pt x="224305" y="1597107"/>
                </a:lnTo>
                <a:lnTo>
                  <a:pt x="253263" y="1628080"/>
                </a:lnTo>
                <a:lnTo>
                  <a:pt x="283714" y="1657126"/>
                </a:lnTo>
                <a:lnTo>
                  <a:pt x="315611" y="1684216"/>
                </a:lnTo>
                <a:lnTo>
                  <a:pt x="348909" y="1709318"/>
                </a:lnTo>
                <a:lnTo>
                  <a:pt x="383562" y="1732400"/>
                </a:lnTo>
                <a:lnTo>
                  <a:pt x="419526" y="1753433"/>
                </a:lnTo>
                <a:lnTo>
                  <a:pt x="456753" y="1772384"/>
                </a:lnTo>
                <a:lnTo>
                  <a:pt x="495199" y="1789222"/>
                </a:lnTo>
                <a:lnTo>
                  <a:pt x="534817" y="1803916"/>
                </a:lnTo>
                <a:lnTo>
                  <a:pt x="575563" y="1816435"/>
                </a:lnTo>
                <a:lnTo>
                  <a:pt x="617391" y="1826748"/>
                </a:lnTo>
                <a:lnTo>
                  <a:pt x="660255" y="1834823"/>
                </a:lnTo>
                <a:lnTo>
                  <a:pt x="704109" y="1840630"/>
                </a:lnTo>
                <a:lnTo>
                  <a:pt x="748908" y="1844137"/>
                </a:lnTo>
                <a:lnTo>
                  <a:pt x="794607" y="1845312"/>
                </a:lnTo>
                <a:lnTo>
                  <a:pt x="840141" y="1844137"/>
                </a:lnTo>
                <a:lnTo>
                  <a:pt x="884799" y="1840630"/>
                </a:lnTo>
                <a:lnTo>
                  <a:pt x="928532" y="1834823"/>
                </a:lnTo>
                <a:lnTo>
                  <a:pt x="971295" y="1826748"/>
                </a:lnTo>
                <a:lnTo>
                  <a:pt x="1013041" y="1816435"/>
                </a:lnTo>
                <a:lnTo>
                  <a:pt x="1053723" y="1803916"/>
                </a:lnTo>
                <a:lnTo>
                  <a:pt x="1093293" y="1789222"/>
                </a:lnTo>
                <a:lnTo>
                  <a:pt x="1131706" y="1772384"/>
                </a:lnTo>
                <a:lnTo>
                  <a:pt x="1168914" y="1753433"/>
                </a:lnTo>
                <a:lnTo>
                  <a:pt x="1204871" y="1732400"/>
                </a:lnTo>
                <a:lnTo>
                  <a:pt x="1239530" y="1709318"/>
                </a:lnTo>
                <a:lnTo>
                  <a:pt x="1272845" y="1684216"/>
                </a:lnTo>
                <a:lnTo>
                  <a:pt x="1304767" y="1657126"/>
                </a:lnTo>
                <a:lnTo>
                  <a:pt x="1335252" y="1628080"/>
                </a:lnTo>
                <a:lnTo>
                  <a:pt x="1364251" y="1597107"/>
                </a:lnTo>
                <a:lnTo>
                  <a:pt x="1391718" y="1564241"/>
                </a:lnTo>
                <a:lnTo>
                  <a:pt x="1417607" y="1529511"/>
                </a:lnTo>
                <a:lnTo>
                  <a:pt x="1441870" y="1492949"/>
                </a:lnTo>
                <a:lnTo>
                  <a:pt x="1464461" y="1454586"/>
                </a:lnTo>
                <a:lnTo>
                  <a:pt x="1485332" y="1414454"/>
                </a:lnTo>
                <a:lnTo>
                  <a:pt x="1504438" y="1372583"/>
                </a:lnTo>
                <a:lnTo>
                  <a:pt x="1521732" y="1329004"/>
                </a:lnTo>
                <a:lnTo>
                  <a:pt x="1537166" y="1283750"/>
                </a:lnTo>
                <a:lnTo>
                  <a:pt x="1550694" y="1236850"/>
                </a:lnTo>
                <a:lnTo>
                  <a:pt x="1562269" y="1188337"/>
                </a:lnTo>
                <a:lnTo>
                  <a:pt x="1571845" y="1138241"/>
                </a:lnTo>
                <a:lnTo>
                  <a:pt x="1579374" y="1086594"/>
                </a:lnTo>
                <a:lnTo>
                  <a:pt x="1584809" y="1033427"/>
                </a:lnTo>
                <a:lnTo>
                  <a:pt x="1588105" y="978770"/>
                </a:lnTo>
                <a:lnTo>
                  <a:pt x="1589214" y="922656"/>
                </a:lnTo>
                <a:close/>
              </a:path>
              <a:path w="1589404" h="1845310">
                <a:moveTo>
                  <a:pt x="1371705" y="922656"/>
                </a:moveTo>
                <a:lnTo>
                  <a:pt x="1370288" y="981851"/>
                </a:lnTo>
                <a:lnTo>
                  <a:pt x="1366094" y="1038620"/>
                </a:lnTo>
                <a:lnTo>
                  <a:pt x="1359214" y="1092943"/>
                </a:lnTo>
                <a:lnTo>
                  <a:pt x="1349736" y="1144803"/>
                </a:lnTo>
                <a:lnTo>
                  <a:pt x="1337750" y="1194178"/>
                </a:lnTo>
                <a:lnTo>
                  <a:pt x="1323344" y="1241051"/>
                </a:lnTo>
                <a:lnTo>
                  <a:pt x="1306608" y="1285403"/>
                </a:lnTo>
                <a:lnTo>
                  <a:pt x="1287631" y="1327214"/>
                </a:lnTo>
                <a:lnTo>
                  <a:pt x="1266501" y="1366465"/>
                </a:lnTo>
                <a:lnTo>
                  <a:pt x="1243309" y="1403138"/>
                </a:lnTo>
                <a:lnTo>
                  <a:pt x="1218142" y="1437214"/>
                </a:lnTo>
                <a:lnTo>
                  <a:pt x="1191091" y="1468672"/>
                </a:lnTo>
                <a:lnTo>
                  <a:pt x="1162244" y="1497495"/>
                </a:lnTo>
                <a:lnTo>
                  <a:pt x="1131690" y="1523663"/>
                </a:lnTo>
                <a:lnTo>
                  <a:pt x="1099519" y="1547158"/>
                </a:lnTo>
                <a:lnTo>
                  <a:pt x="1065819" y="1567959"/>
                </a:lnTo>
                <a:lnTo>
                  <a:pt x="1030680" y="1586049"/>
                </a:lnTo>
                <a:lnTo>
                  <a:pt x="994190" y="1601408"/>
                </a:lnTo>
                <a:lnTo>
                  <a:pt x="956439" y="1614017"/>
                </a:lnTo>
                <a:lnTo>
                  <a:pt x="917517" y="1623858"/>
                </a:lnTo>
                <a:lnTo>
                  <a:pt x="877511" y="1630910"/>
                </a:lnTo>
                <a:lnTo>
                  <a:pt x="836511" y="1635155"/>
                </a:lnTo>
                <a:lnTo>
                  <a:pt x="794607" y="1636575"/>
                </a:lnTo>
                <a:lnTo>
                  <a:pt x="752702" y="1635155"/>
                </a:lnTo>
                <a:lnTo>
                  <a:pt x="711702" y="1630910"/>
                </a:lnTo>
                <a:lnTo>
                  <a:pt x="671697" y="1623858"/>
                </a:lnTo>
                <a:lnTo>
                  <a:pt x="632774" y="1614017"/>
                </a:lnTo>
                <a:lnTo>
                  <a:pt x="595023" y="1601408"/>
                </a:lnTo>
                <a:lnTo>
                  <a:pt x="558533" y="1586049"/>
                </a:lnTo>
                <a:lnTo>
                  <a:pt x="523394" y="1567959"/>
                </a:lnTo>
                <a:lnTo>
                  <a:pt x="489694" y="1547158"/>
                </a:lnTo>
                <a:lnTo>
                  <a:pt x="457523" y="1523663"/>
                </a:lnTo>
                <a:lnTo>
                  <a:pt x="426969" y="1497495"/>
                </a:lnTo>
                <a:lnTo>
                  <a:pt x="398122" y="1468672"/>
                </a:lnTo>
                <a:lnTo>
                  <a:pt x="371070" y="1437214"/>
                </a:lnTo>
                <a:lnTo>
                  <a:pt x="345904" y="1403138"/>
                </a:lnTo>
                <a:lnTo>
                  <a:pt x="322711" y="1366465"/>
                </a:lnTo>
                <a:lnTo>
                  <a:pt x="301582" y="1327214"/>
                </a:lnTo>
                <a:lnTo>
                  <a:pt x="282604" y="1285403"/>
                </a:lnTo>
                <a:lnTo>
                  <a:pt x="265868" y="1241051"/>
                </a:lnTo>
                <a:lnTo>
                  <a:pt x="251462" y="1194178"/>
                </a:lnTo>
                <a:lnTo>
                  <a:pt x="239476" y="1144803"/>
                </a:lnTo>
                <a:lnTo>
                  <a:pt x="229998" y="1092943"/>
                </a:lnTo>
                <a:lnTo>
                  <a:pt x="223118" y="1038620"/>
                </a:lnTo>
                <a:lnTo>
                  <a:pt x="218925" y="981851"/>
                </a:lnTo>
                <a:lnTo>
                  <a:pt x="217507" y="922656"/>
                </a:lnTo>
                <a:lnTo>
                  <a:pt x="218925" y="863461"/>
                </a:lnTo>
                <a:lnTo>
                  <a:pt x="223118" y="806692"/>
                </a:lnTo>
                <a:lnTo>
                  <a:pt x="229998" y="752368"/>
                </a:lnTo>
                <a:lnTo>
                  <a:pt x="239476" y="700509"/>
                </a:lnTo>
                <a:lnTo>
                  <a:pt x="251462" y="651134"/>
                </a:lnTo>
                <a:lnTo>
                  <a:pt x="265868" y="604261"/>
                </a:lnTo>
                <a:lnTo>
                  <a:pt x="282604" y="559909"/>
                </a:lnTo>
                <a:lnTo>
                  <a:pt x="301582" y="518098"/>
                </a:lnTo>
                <a:lnTo>
                  <a:pt x="322711" y="478847"/>
                </a:lnTo>
                <a:lnTo>
                  <a:pt x="345904" y="442174"/>
                </a:lnTo>
                <a:lnTo>
                  <a:pt x="371070" y="408098"/>
                </a:lnTo>
                <a:lnTo>
                  <a:pt x="398122" y="376640"/>
                </a:lnTo>
                <a:lnTo>
                  <a:pt x="426969" y="347817"/>
                </a:lnTo>
                <a:lnTo>
                  <a:pt x="457523" y="321649"/>
                </a:lnTo>
                <a:lnTo>
                  <a:pt x="489694" y="298154"/>
                </a:lnTo>
                <a:lnTo>
                  <a:pt x="523394" y="277353"/>
                </a:lnTo>
                <a:lnTo>
                  <a:pt x="558533" y="259263"/>
                </a:lnTo>
                <a:lnTo>
                  <a:pt x="595023" y="243904"/>
                </a:lnTo>
                <a:lnTo>
                  <a:pt x="632774" y="231295"/>
                </a:lnTo>
                <a:lnTo>
                  <a:pt x="671697" y="221454"/>
                </a:lnTo>
                <a:lnTo>
                  <a:pt x="711702" y="214402"/>
                </a:lnTo>
                <a:lnTo>
                  <a:pt x="752702" y="210157"/>
                </a:lnTo>
                <a:lnTo>
                  <a:pt x="794607" y="208737"/>
                </a:lnTo>
                <a:lnTo>
                  <a:pt x="836511" y="210157"/>
                </a:lnTo>
                <a:lnTo>
                  <a:pt x="877511" y="214402"/>
                </a:lnTo>
                <a:lnTo>
                  <a:pt x="917517" y="221454"/>
                </a:lnTo>
                <a:lnTo>
                  <a:pt x="956439" y="231295"/>
                </a:lnTo>
                <a:lnTo>
                  <a:pt x="994190" y="243904"/>
                </a:lnTo>
                <a:lnTo>
                  <a:pt x="1030680" y="259263"/>
                </a:lnTo>
                <a:lnTo>
                  <a:pt x="1065819" y="277353"/>
                </a:lnTo>
                <a:lnTo>
                  <a:pt x="1099519" y="298154"/>
                </a:lnTo>
                <a:lnTo>
                  <a:pt x="1131690" y="321649"/>
                </a:lnTo>
                <a:lnTo>
                  <a:pt x="1162244" y="347817"/>
                </a:lnTo>
                <a:lnTo>
                  <a:pt x="1191091" y="376640"/>
                </a:lnTo>
                <a:lnTo>
                  <a:pt x="1218142" y="408098"/>
                </a:lnTo>
                <a:lnTo>
                  <a:pt x="1243309" y="442174"/>
                </a:lnTo>
                <a:lnTo>
                  <a:pt x="1266501" y="478847"/>
                </a:lnTo>
                <a:lnTo>
                  <a:pt x="1287631" y="518098"/>
                </a:lnTo>
                <a:lnTo>
                  <a:pt x="1306608" y="559909"/>
                </a:lnTo>
                <a:lnTo>
                  <a:pt x="1323344" y="604261"/>
                </a:lnTo>
                <a:lnTo>
                  <a:pt x="1337750" y="651134"/>
                </a:lnTo>
                <a:lnTo>
                  <a:pt x="1349736" y="700509"/>
                </a:lnTo>
                <a:lnTo>
                  <a:pt x="1359214" y="752368"/>
                </a:lnTo>
                <a:lnTo>
                  <a:pt x="1366094" y="806692"/>
                </a:lnTo>
                <a:lnTo>
                  <a:pt x="1370288" y="863461"/>
                </a:lnTo>
                <a:lnTo>
                  <a:pt x="1371705" y="922656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2212308" y="3158108"/>
            <a:ext cx="1056005" cy="1796414"/>
          </a:xfrm>
          <a:custGeom>
            <a:avLst/>
            <a:gdLst/>
            <a:ahLst/>
            <a:cxnLst/>
            <a:rect l="l" t="t" r="r" b="b"/>
            <a:pathLst>
              <a:path w="1056005" h="1796414">
                <a:moveTo>
                  <a:pt x="1055968" y="1796198"/>
                </a:moveTo>
                <a:lnTo>
                  <a:pt x="1055968" y="1597984"/>
                </a:lnTo>
                <a:lnTo>
                  <a:pt x="222770" y="1597984"/>
                </a:lnTo>
                <a:lnTo>
                  <a:pt x="222770" y="0"/>
                </a:lnTo>
                <a:lnTo>
                  <a:pt x="0" y="0"/>
                </a:lnTo>
                <a:lnTo>
                  <a:pt x="0" y="1796198"/>
                </a:lnTo>
                <a:lnTo>
                  <a:pt x="1055968" y="1796198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515675" y="3158108"/>
            <a:ext cx="222885" cy="1796414"/>
          </a:xfrm>
          <a:custGeom>
            <a:avLst/>
            <a:gdLst/>
            <a:ahLst/>
            <a:cxnLst/>
            <a:rect l="l" t="t" r="r" b="b"/>
            <a:pathLst>
              <a:path w="222884" h="1796414">
                <a:moveTo>
                  <a:pt x="0" y="0"/>
                </a:moveTo>
                <a:lnTo>
                  <a:pt x="0" y="1796198"/>
                </a:lnTo>
                <a:lnTo>
                  <a:pt x="222771" y="1796198"/>
                </a:lnTo>
                <a:lnTo>
                  <a:pt x="222771" y="0"/>
                </a:lnTo>
                <a:lnTo>
                  <a:pt x="0" y="0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4013908" y="3133551"/>
            <a:ext cx="1589405" cy="1845310"/>
          </a:xfrm>
          <a:custGeom>
            <a:avLst/>
            <a:gdLst/>
            <a:ahLst/>
            <a:cxnLst/>
            <a:rect l="l" t="t" r="r" b="b"/>
            <a:pathLst>
              <a:path w="1589405" h="1845310">
                <a:moveTo>
                  <a:pt x="1589214" y="922656"/>
                </a:moveTo>
                <a:lnTo>
                  <a:pt x="1588105" y="866542"/>
                </a:lnTo>
                <a:lnTo>
                  <a:pt x="1584809" y="811885"/>
                </a:lnTo>
                <a:lnTo>
                  <a:pt x="1579374" y="758718"/>
                </a:lnTo>
                <a:lnTo>
                  <a:pt x="1571845" y="707071"/>
                </a:lnTo>
                <a:lnTo>
                  <a:pt x="1562269" y="656975"/>
                </a:lnTo>
                <a:lnTo>
                  <a:pt x="1550694" y="608462"/>
                </a:lnTo>
                <a:lnTo>
                  <a:pt x="1537166" y="561562"/>
                </a:lnTo>
                <a:lnTo>
                  <a:pt x="1521732" y="516308"/>
                </a:lnTo>
                <a:lnTo>
                  <a:pt x="1504438" y="472729"/>
                </a:lnTo>
                <a:lnTo>
                  <a:pt x="1485332" y="430858"/>
                </a:lnTo>
                <a:lnTo>
                  <a:pt x="1464461" y="390726"/>
                </a:lnTo>
                <a:lnTo>
                  <a:pt x="1441870" y="352363"/>
                </a:lnTo>
                <a:lnTo>
                  <a:pt x="1417607" y="315801"/>
                </a:lnTo>
                <a:lnTo>
                  <a:pt x="1391718" y="281071"/>
                </a:lnTo>
                <a:lnTo>
                  <a:pt x="1364251" y="248205"/>
                </a:lnTo>
                <a:lnTo>
                  <a:pt x="1335252" y="217232"/>
                </a:lnTo>
                <a:lnTo>
                  <a:pt x="1304767" y="188186"/>
                </a:lnTo>
                <a:lnTo>
                  <a:pt x="1272845" y="161096"/>
                </a:lnTo>
                <a:lnTo>
                  <a:pt x="1239530" y="135994"/>
                </a:lnTo>
                <a:lnTo>
                  <a:pt x="1204871" y="112912"/>
                </a:lnTo>
                <a:lnTo>
                  <a:pt x="1168914" y="91879"/>
                </a:lnTo>
                <a:lnTo>
                  <a:pt x="1131706" y="72929"/>
                </a:lnTo>
                <a:lnTo>
                  <a:pt x="1093293" y="56090"/>
                </a:lnTo>
                <a:lnTo>
                  <a:pt x="1053723" y="41396"/>
                </a:lnTo>
                <a:lnTo>
                  <a:pt x="1013041" y="28877"/>
                </a:lnTo>
                <a:lnTo>
                  <a:pt x="971295" y="18564"/>
                </a:lnTo>
                <a:lnTo>
                  <a:pt x="928532" y="10489"/>
                </a:lnTo>
                <a:lnTo>
                  <a:pt x="884799" y="4682"/>
                </a:lnTo>
                <a:lnTo>
                  <a:pt x="840141" y="1175"/>
                </a:lnTo>
                <a:lnTo>
                  <a:pt x="794607" y="0"/>
                </a:lnTo>
                <a:lnTo>
                  <a:pt x="748908" y="1175"/>
                </a:lnTo>
                <a:lnTo>
                  <a:pt x="704109" y="4682"/>
                </a:lnTo>
                <a:lnTo>
                  <a:pt x="660255" y="10489"/>
                </a:lnTo>
                <a:lnTo>
                  <a:pt x="617391" y="18564"/>
                </a:lnTo>
                <a:lnTo>
                  <a:pt x="575564" y="28877"/>
                </a:lnTo>
                <a:lnTo>
                  <a:pt x="534818" y="41396"/>
                </a:lnTo>
                <a:lnTo>
                  <a:pt x="495199" y="56090"/>
                </a:lnTo>
                <a:lnTo>
                  <a:pt x="456753" y="72929"/>
                </a:lnTo>
                <a:lnTo>
                  <a:pt x="419526" y="91879"/>
                </a:lnTo>
                <a:lnTo>
                  <a:pt x="383563" y="112912"/>
                </a:lnTo>
                <a:lnTo>
                  <a:pt x="348910" y="135994"/>
                </a:lnTo>
                <a:lnTo>
                  <a:pt x="315611" y="161096"/>
                </a:lnTo>
                <a:lnTo>
                  <a:pt x="283714" y="188186"/>
                </a:lnTo>
                <a:lnTo>
                  <a:pt x="253264" y="217232"/>
                </a:lnTo>
                <a:lnTo>
                  <a:pt x="224305" y="248205"/>
                </a:lnTo>
                <a:lnTo>
                  <a:pt x="196885" y="281071"/>
                </a:lnTo>
                <a:lnTo>
                  <a:pt x="171047" y="315801"/>
                </a:lnTo>
                <a:lnTo>
                  <a:pt x="146839" y="352363"/>
                </a:lnTo>
                <a:lnTo>
                  <a:pt x="124305" y="390726"/>
                </a:lnTo>
                <a:lnTo>
                  <a:pt x="103492" y="430858"/>
                </a:lnTo>
                <a:lnTo>
                  <a:pt x="84444" y="472729"/>
                </a:lnTo>
                <a:lnTo>
                  <a:pt x="67207" y="516308"/>
                </a:lnTo>
                <a:lnTo>
                  <a:pt x="51828" y="561562"/>
                </a:lnTo>
                <a:lnTo>
                  <a:pt x="38351" y="608462"/>
                </a:lnTo>
                <a:lnTo>
                  <a:pt x="26823" y="656975"/>
                </a:lnTo>
                <a:lnTo>
                  <a:pt x="17288" y="707071"/>
                </a:lnTo>
                <a:lnTo>
                  <a:pt x="9793" y="758718"/>
                </a:lnTo>
                <a:lnTo>
                  <a:pt x="4382" y="811885"/>
                </a:lnTo>
                <a:lnTo>
                  <a:pt x="1103" y="866542"/>
                </a:lnTo>
                <a:lnTo>
                  <a:pt x="0" y="922656"/>
                </a:lnTo>
                <a:lnTo>
                  <a:pt x="1103" y="978770"/>
                </a:lnTo>
                <a:lnTo>
                  <a:pt x="4382" y="1033427"/>
                </a:lnTo>
                <a:lnTo>
                  <a:pt x="9793" y="1086594"/>
                </a:lnTo>
                <a:lnTo>
                  <a:pt x="17288" y="1138241"/>
                </a:lnTo>
                <a:lnTo>
                  <a:pt x="26823" y="1188337"/>
                </a:lnTo>
                <a:lnTo>
                  <a:pt x="38351" y="1236850"/>
                </a:lnTo>
                <a:lnTo>
                  <a:pt x="51828" y="1283750"/>
                </a:lnTo>
                <a:lnTo>
                  <a:pt x="67207" y="1329004"/>
                </a:lnTo>
                <a:lnTo>
                  <a:pt x="84444" y="1372583"/>
                </a:lnTo>
                <a:lnTo>
                  <a:pt x="103492" y="1414454"/>
                </a:lnTo>
                <a:lnTo>
                  <a:pt x="124305" y="1454586"/>
                </a:lnTo>
                <a:lnTo>
                  <a:pt x="146839" y="1492949"/>
                </a:lnTo>
                <a:lnTo>
                  <a:pt x="171047" y="1529511"/>
                </a:lnTo>
                <a:lnTo>
                  <a:pt x="196885" y="1564241"/>
                </a:lnTo>
                <a:lnTo>
                  <a:pt x="224305" y="1597107"/>
                </a:lnTo>
                <a:lnTo>
                  <a:pt x="253264" y="1628080"/>
                </a:lnTo>
                <a:lnTo>
                  <a:pt x="283714" y="1657126"/>
                </a:lnTo>
                <a:lnTo>
                  <a:pt x="315611" y="1684216"/>
                </a:lnTo>
                <a:lnTo>
                  <a:pt x="348910" y="1709318"/>
                </a:lnTo>
                <a:lnTo>
                  <a:pt x="383563" y="1732400"/>
                </a:lnTo>
                <a:lnTo>
                  <a:pt x="419526" y="1753433"/>
                </a:lnTo>
                <a:lnTo>
                  <a:pt x="456753" y="1772384"/>
                </a:lnTo>
                <a:lnTo>
                  <a:pt x="495199" y="1789222"/>
                </a:lnTo>
                <a:lnTo>
                  <a:pt x="534818" y="1803916"/>
                </a:lnTo>
                <a:lnTo>
                  <a:pt x="575564" y="1816435"/>
                </a:lnTo>
                <a:lnTo>
                  <a:pt x="617391" y="1826748"/>
                </a:lnTo>
                <a:lnTo>
                  <a:pt x="660255" y="1834823"/>
                </a:lnTo>
                <a:lnTo>
                  <a:pt x="704109" y="1840630"/>
                </a:lnTo>
                <a:lnTo>
                  <a:pt x="748908" y="1844137"/>
                </a:lnTo>
                <a:lnTo>
                  <a:pt x="794607" y="1845312"/>
                </a:lnTo>
                <a:lnTo>
                  <a:pt x="840141" y="1844137"/>
                </a:lnTo>
                <a:lnTo>
                  <a:pt x="884799" y="1840630"/>
                </a:lnTo>
                <a:lnTo>
                  <a:pt x="928532" y="1834823"/>
                </a:lnTo>
                <a:lnTo>
                  <a:pt x="971295" y="1826748"/>
                </a:lnTo>
                <a:lnTo>
                  <a:pt x="1013041" y="1816435"/>
                </a:lnTo>
                <a:lnTo>
                  <a:pt x="1053723" y="1803916"/>
                </a:lnTo>
                <a:lnTo>
                  <a:pt x="1093293" y="1789222"/>
                </a:lnTo>
                <a:lnTo>
                  <a:pt x="1131706" y="1772384"/>
                </a:lnTo>
                <a:lnTo>
                  <a:pt x="1168914" y="1753433"/>
                </a:lnTo>
                <a:lnTo>
                  <a:pt x="1204871" y="1732400"/>
                </a:lnTo>
                <a:lnTo>
                  <a:pt x="1239530" y="1709318"/>
                </a:lnTo>
                <a:lnTo>
                  <a:pt x="1272845" y="1684216"/>
                </a:lnTo>
                <a:lnTo>
                  <a:pt x="1304767" y="1657126"/>
                </a:lnTo>
                <a:lnTo>
                  <a:pt x="1335252" y="1628080"/>
                </a:lnTo>
                <a:lnTo>
                  <a:pt x="1364251" y="1597107"/>
                </a:lnTo>
                <a:lnTo>
                  <a:pt x="1391718" y="1564241"/>
                </a:lnTo>
                <a:lnTo>
                  <a:pt x="1417607" y="1529511"/>
                </a:lnTo>
                <a:lnTo>
                  <a:pt x="1441870" y="1492949"/>
                </a:lnTo>
                <a:lnTo>
                  <a:pt x="1464461" y="1454586"/>
                </a:lnTo>
                <a:lnTo>
                  <a:pt x="1485332" y="1414454"/>
                </a:lnTo>
                <a:lnTo>
                  <a:pt x="1504438" y="1372583"/>
                </a:lnTo>
                <a:lnTo>
                  <a:pt x="1521732" y="1329004"/>
                </a:lnTo>
                <a:lnTo>
                  <a:pt x="1537166" y="1283750"/>
                </a:lnTo>
                <a:lnTo>
                  <a:pt x="1550694" y="1236850"/>
                </a:lnTo>
                <a:lnTo>
                  <a:pt x="1562269" y="1188337"/>
                </a:lnTo>
                <a:lnTo>
                  <a:pt x="1571845" y="1138241"/>
                </a:lnTo>
                <a:lnTo>
                  <a:pt x="1579374" y="1086594"/>
                </a:lnTo>
                <a:lnTo>
                  <a:pt x="1584809" y="1033427"/>
                </a:lnTo>
                <a:lnTo>
                  <a:pt x="1588105" y="978770"/>
                </a:lnTo>
                <a:lnTo>
                  <a:pt x="1589214" y="922656"/>
                </a:lnTo>
                <a:close/>
              </a:path>
              <a:path w="1589405" h="1845310">
                <a:moveTo>
                  <a:pt x="1371705" y="922656"/>
                </a:moveTo>
                <a:lnTo>
                  <a:pt x="1370288" y="981851"/>
                </a:lnTo>
                <a:lnTo>
                  <a:pt x="1366094" y="1038620"/>
                </a:lnTo>
                <a:lnTo>
                  <a:pt x="1359214" y="1092943"/>
                </a:lnTo>
                <a:lnTo>
                  <a:pt x="1349736" y="1144803"/>
                </a:lnTo>
                <a:lnTo>
                  <a:pt x="1337750" y="1194178"/>
                </a:lnTo>
                <a:lnTo>
                  <a:pt x="1323344" y="1241051"/>
                </a:lnTo>
                <a:lnTo>
                  <a:pt x="1306608" y="1285403"/>
                </a:lnTo>
                <a:lnTo>
                  <a:pt x="1287631" y="1327214"/>
                </a:lnTo>
                <a:lnTo>
                  <a:pt x="1266501" y="1366465"/>
                </a:lnTo>
                <a:lnTo>
                  <a:pt x="1243309" y="1403138"/>
                </a:lnTo>
                <a:lnTo>
                  <a:pt x="1218142" y="1437214"/>
                </a:lnTo>
                <a:lnTo>
                  <a:pt x="1191091" y="1468672"/>
                </a:lnTo>
                <a:lnTo>
                  <a:pt x="1162244" y="1497495"/>
                </a:lnTo>
                <a:lnTo>
                  <a:pt x="1131690" y="1523663"/>
                </a:lnTo>
                <a:lnTo>
                  <a:pt x="1099519" y="1547158"/>
                </a:lnTo>
                <a:lnTo>
                  <a:pt x="1065819" y="1567959"/>
                </a:lnTo>
                <a:lnTo>
                  <a:pt x="1030680" y="1586049"/>
                </a:lnTo>
                <a:lnTo>
                  <a:pt x="994190" y="1601408"/>
                </a:lnTo>
                <a:lnTo>
                  <a:pt x="956439" y="1614017"/>
                </a:lnTo>
                <a:lnTo>
                  <a:pt x="917517" y="1623858"/>
                </a:lnTo>
                <a:lnTo>
                  <a:pt x="877511" y="1630910"/>
                </a:lnTo>
                <a:lnTo>
                  <a:pt x="836511" y="1635155"/>
                </a:lnTo>
                <a:lnTo>
                  <a:pt x="794607" y="1636575"/>
                </a:lnTo>
                <a:lnTo>
                  <a:pt x="752702" y="1635155"/>
                </a:lnTo>
                <a:lnTo>
                  <a:pt x="711703" y="1630910"/>
                </a:lnTo>
                <a:lnTo>
                  <a:pt x="671697" y="1623858"/>
                </a:lnTo>
                <a:lnTo>
                  <a:pt x="632774" y="1614017"/>
                </a:lnTo>
                <a:lnTo>
                  <a:pt x="595024" y="1601408"/>
                </a:lnTo>
                <a:lnTo>
                  <a:pt x="558534" y="1586049"/>
                </a:lnTo>
                <a:lnTo>
                  <a:pt x="523395" y="1567959"/>
                </a:lnTo>
                <a:lnTo>
                  <a:pt x="489695" y="1547158"/>
                </a:lnTo>
                <a:lnTo>
                  <a:pt x="457524" y="1523663"/>
                </a:lnTo>
                <a:lnTo>
                  <a:pt x="426970" y="1497495"/>
                </a:lnTo>
                <a:lnTo>
                  <a:pt x="398123" y="1468672"/>
                </a:lnTo>
                <a:lnTo>
                  <a:pt x="371071" y="1437214"/>
                </a:lnTo>
                <a:lnTo>
                  <a:pt x="345905" y="1403138"/>
                </a:lnTo>
                <a:lnTo>
                  <a:pt x="322712" y="1366465"/>
                </a:lnTo>
                <a:lnTo>
                  <a:pt x="301583" y="1327214"/>
                </a:lnTo>
                <a:lnTo>
                  <a:pt x="282605" y="1285403"/>
                </a:lnTo>
                <a:lnTo>
                  <a:pt x="265869" y="1241051"/>
                </a:lnTo>
                <a:lnTo>
                  <a:pt x="251464" y="1194178"/>
                </a:lnTo>
                <a:lnTo>
                  <a:pt x="239477" y="1144803"/>
                </a:lnTo>
                <a:lnTo>
                  <a:pt x="230000" y="1092943"/>
                </a:lnTo>
                <a:lnTo>
                  <a:pt x="223119" y="1038620"/>
                </a:lnTo>
                <a:lnTo>
                  <a:pt x="218926" y="981851"/>
                </a:lnTo>
                <a:lnTo>
                  <a:pt x="217508" y="922656"/>
                </a:lnTo>
                <a:lnTo>
                  <a:pt x="218926" y="863461"/>
                </a:lnTo>
                <a:lnTo>
                  <a:pt x="223119" y="806692"/>
                </a:lnTo>
                <a:lnTo>
                  <a:pt x="230000" y="752368"/>
                </a:lnTo>
                <a:lnTo>
                  <a:pt x="239477" y="700509"/>
                </a:lnTo>
                <a:lnTo>
                  <a:pt x="251464" y="651134"/>
                </a:lnTo>
                <a:lnTo>
                  <a:pt x="265869" y="604261"/>
                </a:lnTo>
                <a:lnTo>
                  <a:pt x="282605" y="559909"/>
                </a:lnTo>
                <a:lnTo>
                  <a:pt x="301583" y="518098"/>
                </a:lnTo>
                <a:lnTo>
                  <a:pt x="322712" y="478847"/>
                </a:lnTo>
                <a:lnTo>
                  <a:pt x="345905" y="442174"/>
                </a:lnTo>
                <a:lnTo>
                  <a:pt x="371071" y="408098"/>
                </a:lnTo>
                <a:lnTo>
                  <a:pt x="398123" y="376640"/>
                </a:lnTo>
                <a:lnTo>
                  <a:pt x="426970" y="347817"/>
                </a:lnTo>
                <a:lnTo>
                  <a:pt x="457524" y="321649"/>
                </a:lnTo>
                <a:lnTo>
                  <a:pt x="489695" y="298154"/>
                </a:lnTo>
                <a:lnTo>
                  <a:pt x="523395" y="277353"/>
                </a:lnTo>
                <a:lnTo>
                  <a:pt x="558534" y="259263"/>
                </a:lnTo>
                <a:lnTo>
                  <a:pt x="595024" y="243904"/>
                </a:lnTo>
                <a:lnTo>
                  <a:pt x="632774" y="231295"/>
                </a:lnTo>
                <a:lnTo>
                  <a:pt x="671697" y="221454"/>
                </a:lnTo>
                <a:lnTo>
                  <a:pt x="711703" y="214402"/>
                </a:lnTo>
                <a:lnTo>
                  <a:pt x="752702" y="210157"/>
                </a:lnTo>
                <a:lnTo>
                  <a:pt x="794607" y="208737"/>
                </a:lnTo>
                <a:lnTo>
                  <a:pt x="836511" y="210157"/>
                </a:lnTo>
                <a:lnTo>
                  <a:pt x="877511" y="214402"/>
                </a:lnTo>
                <a:lnTo>
                  <a:pt x="917517" y="221454"/>
                </a:lnTo>
                <a:lnTo>
                  <a:pt x="956439" y="231295"/>
                </a:lnTo>
                <a:lnTo>
                  <a:pt x="994190" y="243904"/>
                </a:lnTo>
                <a:lnTo>
                  <a:pt x="1030680" y="259263"/>
                </a:lnTo>
                <a:lnTo>
                  <a:pt x="1065819" y="277353"/>
                </a:lnTo>
                <a:lnTo>
                  <a:pt x="1099519" y="298154"/>
                </a:lnTo>
                <a:lnTo>
                  <a:pt x="1131690" y="321649"/>
                </a:lnTo>
                <a:lnTo>
                  <a:pt x="1162244" y="347817"/>
                </a:lnTo>
                <a:lnTo>
                  <a:pt x="1191091" y="376640"/>
                </a:lnTo>
                <a:lnTo>
                  <a:pt x="1218142" y="408098"/>
                </a:lnTo>
                <a:lnTo>
                  <a:pt x="1243309" y="442174"/>
                </a:lnTo>
                <a:lnTo>
                  <a:pt x="1266501" y="478847"/>
                </a:lnTo>
                <a:lnTo>
                  <a:pt x="1287631" y="518098"/>
                </a:lnTo>
                <a:lnTo>
                  <a:pt x="1306608" y="559909"/>
                </a:lnTo>
                <a:lnTo>
                  <a:pt x="1323344" y="604261"/>
                </a:lnTo>
                <a:lnTo>
                  <a:pt x="1337750" y="651134"/>
                </a:lnTo>
                <a:lnTo>
                  <a:pt x="1349736" y="700509"/>
                </a:lnTo>
                <a:lnTo>
                  <a:pt x="1359214" y="752368"/>
                </a:lnTo>
                <a:lnTo>
                  <a:pt x="1366094" y="806692"/>
                </a:lnTo>
                <a:lnTo>
                  <a:pt x="1370288" y="863461"/>
                </a:lnTo>
                <a:lnTo>
                  <a:pt x="1371705" y="922656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2754694" y="3132708"/>
            <a:ext cx="1273810" cy="1847214"/>
            <a:chOff x="2754694" y="3132708"/>
            <a:chExt cx="1273810" cy="1847214"/>
          </a:xfrm>
        </p:grpSpPr>
        <p:sp>
          <p:nvSpPr>
            <p:cNvPr id="12" name="object 12" descr=""/>
            <p:cNvSpPr/>
            <p:nvPr/>
          </p:nvSpPr>
          <p:spPr>
            <a:xfrm>
              <a:off x="2780093" y="3158108"/>
              <a:ext cx="1223010" cy="1796414"/>
            </a:xfrm>
            <a:custGeom>
              <a:avLst/>
              <a:gdLst/>
              <a:ahLst/>
              <a:cxnLst/>
              <a:rect l="l" t="t" r="r" b="b"/>
              <a:pathLst>
                <a:path w="1223010" h="1796414">
                  <a:moveTo>
                    <a:pt x="610426" y="0"/>
                  </a:moveTo>
                  <a:lnTo>
                    <a:pt x="0" y="0"/>
                  </a:lnTo>
                  <a:lnTo>
                    <a:pt x="0" y="1796198"/>
                  </a:lnTo>
                  <a:lnTo>
                    <a:pt x="222770" y="1796198"/>
                  </a:lnTo>
                  <a:lnTo>
                    <a:pt x="222770" y="1143673"/>
                  </a:lnTo>
                  <a:lnTo>
                    <a:pt x="613934" y="1143673"/>
                  </a:lnTo>
                  <a:lnTo>
                    <a:pt x="672038" y="1141963"/>
                  </a:lnTo>
                  <a:lnTo>
                    <a:pt x="727086" y="1136915"/>
                  </a:lnTo>
                  <a:lnTo>
                    <a:pt x="779101" y="1128653"/>
                  </a:lnTo>
                  <a:lnTo>
                    <a:pt x="828105" y="1117298"/>
                  </a:lnTo>
                  <a:lnTo>
                    <a:pt x="874122" y="1102974"/>
                  </a:lnTo>
                  <a:lnTo>
                    <a:pt x="917174" y="1085803"/>
                  </a:lnTo>
                  <a:lnTo>
                    <a:pt x="957283" y="1065908"/>
                  </a:lnTo>
                  <a:lnTo>
                    <a:pt x="994473" y="1043411"/>
                  </a:lnTo>
                  <a:lnTo>
                    <a:pt x="1028766" y="1018436"/>
                  </a:lnTo>
                  <a:lnTo>
                    <a:pt x="1060185" y="991105"/>
                  </a:lnTo>
                  <a:lnTo>
                    <a:pt x="1088753" y="961541"/>
                  </a:lnTo>
                  <a:lnTo>
                    <a:pt x="1101821" y="945460"/>
                  </a:lnTo>
                  <a:lnTo>
                    <a:pt x="222770" y="945460"/>
                  </a:lnTo>
                  <a:lnTo>
                    <a:pt x="222770" y="198213"/>
                  </a:lnTo>
                  <a:lnTo>
                    <a:pt x="1103144" y="198213"/>
                  </a:lnTo>
                  <a:lnTo>
                    <a:pt x="1088374" y="180252"/>
                  </a:lnTo>
                  <a:lnTo>
                    <a:pt x="1059681" y="150938"/>
                  </a:lnTo>
                  <a:lnTo>
                    <a:pt x="1028112" y="123855"/>
                  </a:lnTo>
                  <a:lnTo>
                    <a:pt x="993641" y="99122"/>
                  </a:lnTo>
                  <a:lnTo>
                    <a:pt x="956244" y="76855"/>
                  </a:lnTo>
                  <a:lnTo>
                    <a:pt x="915895" y="57174"/>
                  </a:lnTo>
                  <a:lnTo>
                    <a:pt x="872570" y="40196"/>
                  </a:lnTo>
                  <a:lnTo>
                    <a:pt x="826244" y="26041"/>
                  </a:lnTo>
                  <a:lnTo>
                    <a:pt x="776892" y="14825"/>
                  </a:lnTo>
                  <a:lnTo>
                    <a:pt x="724488" y="6667"/>
                  </a:lnTo>
                  <a:lnTo>
                    <a:pt x="669008" y="1686"/>
                  </a:lnTo>
                  <a:lnTo>
                    <a:pt x="610426" y="0"/>
                  </a:lnTo>
                  <a:close/>
                </a:path>
                <a:path w="1223010" h="1796414">
                  <a:moveTo>
                    <a:pt x="1103144" y="198213"/>
                  </a:moveTo>
                  <a:lnTo>
                    <a:pt x="601656" y="198213"/>
                  </a:lnTo>
                  <a:lnTo>
                    <a:pt x="660638" y="200592"/>
                  </a:lnTo>
                  <a:lnTo>
                    <a:pt x="714389" y="207582"/>
                  </a:lnTo>
                  <a:lnTo>
                    <a:pt x="763046" y="218959"/>
                  </a:lnTo>
                  <a:lnTo>
                    <a:pt x="806747" y="234502"/>
                  </a:lnTo>
                  <a:lnTo>
                    <a:pt x="845632" y="253987"/>
                  </a:lnTo>
                  <a:lnTo>
                    <a:pt x="879836" y="277193"/>
                  </a:lnTo>
                  <a:lnTo>
                    <a:pt x="909500" y="303897"/>
                  </a:lnTo>
                  <a:lnTo>
                    <a:pt x="934761" y="333877"/>
                  </a:lnTo>
                  <a:lnTo>
                    <a:pt x="955756" y="366909"/>
                  </a:lnTo>
                  <a:lnTo>
                    <a:pt x="972625" y="402773"/>
                  </a:lnTo>
                  <a:lnTo>
                    <a:pt x="985504" y="441244"/>
                  </a:lnTo>
                  <a:lnTo>
                    <a:pt x="994533" y="482101"/>
                  </a:lnTo>
                  <a:lnTo>
                    <a:pt x="999829" y="524961"/>
                  </a:lnTo>
                  <a:lnTo>
                    <a:pt x="1001590" y="570082"/>
                  </a:lnTo>
                  <a:lnTo>
                    <a:pt x="999850" y="615094"/>
                  </a:lnTo>
                  <a:lnTo>
                    <a:pt x="994538" y="658258"/>
                  </a:lnTo>
                  <a:lnTo>
                    <a:pt x="985522" y="699335"/>
                  </a:lnTo>
                  <a:lnTo>
                    <a:pt x="972666" y="738087"/>
                  </a:lnTo>
                  <a:lnTo>
                    <a:pt x="955836" y="774278"/>
                  </a:lnTo>
                  <a:lnTo>
                    <a:pt x="934899" y="807668"/>
                  </a:lnTo>
                  <a:lnTo>
                    <a:pt x="909719" y="838021"/>
                  </a:lnTo>
                  <a:lnTo>
                    <a:pt x="880164" y="865098"/>
                  </a:lnTo>
                  <a:lnTo>
                    <a:pt x="846098" y="888662"/>
                  </a:lnTo>
                  <a:lnTo>
                    <a:pt x="807387" y="908475"/>
                  </a:lnTo>
                  <a:lnTo>
                    <a:pt x="763897" y="924299"/>
                  </a:lnTo>
                  <a:lnTo>
                    <a:pt x="715493" y="935897"/>
                  </a:lnTo>
                  <a:lnTo>
                    <a:pt x="662042" y="943029"/>
                  </a:lnTo>
                  <a:lnTo>
                    <a:pt x="603410" y="945460"/>
                  </a:lnTo>
                  <a:lnTo>
                    <a:pt x="1101821" y="945460"/>
                  </a:lnTo>
                  <a:lnTo>
                    <a:pt x="1137425" y="896205"/>
                  </a:lnTo>
                  <a:lnTo>
                    <a:pt x="1157575" y="860678"/>
                  </a:lnTo>
                  <a:lnTo>
                    <a:pt x="1174965" y="823409"/>
                  </a:lnTo>
                  <a:lnTo>
                    <a:pt x="1189617" y="784520"/>
                  </a:lnTo>
                  <a:lnTo>
                    <a:pt x="1201554" y="744135"/>
                  </a:lnTo>
                  <a:lnTo>
                    <a:pt x="1210799" y="702376"/>
                  </a:lnTo>
                  <a:lnTo>
                    <a:pt x="1217374" y="659366"/>
                  </a:lnTo>
                  <a:lnTo>
                    <a:pt x="1221302" y="615227"/>
                  </a:lnTo>
                  <a:lnTo>
                    <a:pt x="1222607" y="570082"/>
                  </a:lnTo>
                  <a:lnTo>
                    <a:pt x="1221307" y="525121"/>
                  </a:lnTo>
                  <a:lnTo>
                    <a:pt x="1217479" y="482101"/>
                  </a:lnTo>
                  <a:lnTo>
                    <a:pt x="1210788" y="437983"/>
                  </a:lnTo>
                  <a:lnTo>
                    <a:pt x="1201530" y="396362"/>
                  </a:lnTo>
                  <a:lnTo>
                    <a:pt x="1189570" y="356146"/>
                  </a:lnTo>
                  <a:lnTo>
                    <a:pt x="1174883" y="317451"/>
                  </a:lnTo>
                  <a:lnTo>
                    <a:pt x="1157445" y="280396"/>
                  </a:lnTo>
                  <a:lnTo>
                    <a:pt x="1137231" y="245099"/>
                  </a:lnTo>
                  <a:lnTo>
                    <a:pt x="1114216" y="211678"/>
                  </a:lnTo>
                  <a:lnTo>
                    <a:pt x="1103144" y="198213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780093" y="3158108"/>
              <a:ext cx="1223010" cy="1796414"/>
            </a:xfrm>
            <a:custGeom>
              <a:avLst/>
              <a:gdLst/>
              <a:ahLst/>
              <a:cxnLst/>
              <a:rect l="l" t="t" r="r" b="b"/>
              <a:pathLst>
                <a:path w="1223010" h="1796414">
                  <a:moveTo>
                    <a:pt x="0" y="0"/>
                  </a:moveTo>
                  <a:lnTo>
                    <a:pt x="0" y="1796198"/>
                  </a:lnTo>
                  <a:lnTo>
                    <a:pt x="222770" y="1796198"/>
                  </a:lnTo>
                  <a:lnTo>
                    <a:pt x="222770" y="1143673"/>
                  </a:lnTo>
                  <a:lnTo>
                    <a:pt x="613934" y="1143673"/>
                  </a:lnTo>
                  <a:lnTo>
                    <a:pt x="672038" y="1141963"/>
                  </a:lnTo>
                  <a:lnTo>
                    <a:pt x="727086" y="1136915"/>
                  </a:lnTo>
                  <a:lnTo>
                    <a:pt x="779101" y="1128653"/>
                  </a:lnTo>
                  <a:lnTo>
                    <a:pt x="828105" y="1117298"/>
                  </a:lnTo>
                  <a:lnTo>
                    <a:pt x="874122" y="1102974"/>
                  </a:lnTo>
                  <a:lnTo>
                    <a:pt x="917174" y="1085803"/>
                  </a:lnTo>
                  <a:lnTo>
                    <a:pt x="957283" y="1065908"/>
                  </a:lnTo>
                  <a:lnTo>
                    <a:pt x="994473" y="1043411"/>
                  </a:lnTo>
                  <a:lnTo>
                    <a:pt x="1028766" y="1018436"/>
                  </a:lnTo>
                  <a:lnTo>
                    <a:pt x="1060185" y="991105"/>
                  </a:lnTo>
                  <a:lnTo>
                    <a:pt x="1088753" y="961541"/>
                  </a:lnTo>
                  <a:lnTo>
                    <a:pt x="1114492" y="929867"/>
                  </a:lnTo>
                  <a:lnTo>
                    <a:pt x="1137425" y="896205"/>
                  </a:lnTo>
                  <a:lnTo>
                    <a:pt x="1157575" y="860678"/>
                  </a:lnTo>
                  <a:lnTo>
                    <a:pt x="1174965" y="823409"/>
                  </a:lnTo>
                  <a:lnTo>
                    <a:pt x="1189617" y="784520"/>
                  </a:lnTo>
                  <a:lnTo>
                    <a:pt x="1201554" y="744135"/>
                  </a:lnTo>
                  <a:lnTo>
                    <a:pt x="1210799" y="702376"/>
                  </a:lnTo>
                  <a:lnTo>
                    <a:pt x="1217374" y="659366"/>
                  </a:lnTo>
                  <a:lnTo>
                    <a:pt x="1221302" y="615227"/>
                  </a:lnTo>
                  <a:lnTo>
                    <a:pt x="1222607" y="570082"/>
                  </a:lnTo>
                  <a:lnTo>
                    <a:pt x="1221302" y="524961"/>
                  </a:lnTo>
                  <a:lnTo>
                    <a:pt x="1217371" y="480888"/>
                  </a:lnTo>
                  <a:lnTo>
                    <a:pt x="1210788" y="437983"/>
                  </a:lnTo>
                  <a:lnTo>
                    <a:pt x="1201530" y="396362"/>
                  </a:lnTo>
                  <a:lnTo>
                    <a:pt x="1189570" y="356146"/>
                  </a:lnTo>
                  <a:lnTo>
                    <a:pt x="1174883" y="317451"/>
                  </a:lnTo>
                  <a:lnTo>
                    <a:pt x="1157445" y="280396"/>
                  </a:lnTo>
                  <a:lnTo>
                    <a:pt x="1137231" y="245099"/>
                  </a:lnTo>
                  <a:lnTo>
                    <a:pt x="1114216" y="211678"/>
                  </a:lnTo>
                  <a:lnTo>
                    <a:pt x="1088374" y="180252"/>
                  </a:lnTo>
                  <a:lnTo>
                    <a:pt x="1059681" y="150938"/>
                  </a:lnTo>
                  <a:lnTo>
                    <a:pt x="1028112" y="123855"/>
                  </a:lnTo>
                  <a:lnTo>
                    <a:pt x="993641" y="99122"/>
                  </a:lnTo>
                  <a:lnTo>
                    <a:pt x="956244" y="76855"/>
                  </a:lnTo>
                  <a:lnTo>
                    <a:pt x="915895" y="57174"/>
                  </a:lnTo>
                  <a:lnTo>
                    <a:pt x="872570" y="40196"/>
                  </a:lnTo>
                  <a:lnTo>
                    <a:pt x="826244" y="26041"/>
                  </a:lnTo>
                  <a:lnTo>
                    <a:pt x="776892" y="14825"/>
                  </a:lnTo>
                  <a:lnTo>
                    <a:pt x="724488" y="6667"/>
                  </a:lnTo>
                  <a:lnTo>
                    <a:pt x="669008" y="1686"/>
                  </a:lnTo>
                  <a:lnTo>
                    <a:pt x="610426" y="0"/>
                  </a:lnTo>
                  <a:lnTo>
                    <a:pt x="0" y="0"/>
                  </a:lnTo>
                  <a:close/>
                </a:path>
                <a:path w="1223010" h="1796414">
                  <a:moveTo>
                    <a:pt x="222770" y="945460"/>
                  </a:moveTo>
                  <a:lnTo>
                    <a:pt x="222770" y="198213"/>
                  </a:lnTo>
                  <a:lnTo>
                    <a:pt x="601656" y="198213"/>
                  </a:lnTo>
                  <a:lnTo>
                    <a:pt x="660638" y="200592"/>
                  </a:lnTo>
                  <a:lnTo>
                    <a:pt x="714388" y="207582"/>
                  </a:lnTo>
                  <a:lnTo>
                    <a:pt x="763046" y="218959"/>
                  </a:lnTo>
                  <a:lnTo>
                    <a:pt x="806747" y="234502"/>
                  </a:lnTo>
                  <a:lnTo>
                    <a:pt x="845631" y="253987"/>
                  </a:lnTo>
                  <a:lnTo>
                    <a:pt x="879836" y="277193"/>
                  </a:lnTo>
                  <a:lnTo>
                    <a:pt x="909500" y="303897"/>
                  </a:lnTo>
                  <a:lnTo>
                    <a:pt x="934761" y="333877"/>
                  </a:lnTo>
                  <a:lnTo>
                    <a:pt x="955756" y="366909"/>
                  </a:lnTo>
                  <a:lnTo>
                    <a:pt x="972625" y="402773"/>
                  </a:lnTo>
                  <a:lnTo>
                    <a:pt x="985504" y="441244"/>
                  </a:lnTo>
                  <a:lnTo>
                    <a:pt x="994533" y="482101"/>
                  </a:lnTo>
                  <a:lnTo>
                    <a:pt x="999849" y="525121"/>
                  </a:lnTo>
                  <a:lnTo>
                    <a:pt x="1001590" y="570082"/>
                  </a:lnTo>
                  <a:lnTo>
                    <a:pt x="999850" y="615094"/>
                  </a:lnTo>
                  <a:lnTo>
                    <a:pt x="994538" y="658258"/>
                  </a:lnTo>
                  <a:lnTo>
                    <a:pt x="985522" y="699335"/>
                  </a:lnTo>
                  <a:lnTo>
                    <a:pt x="972666" y="738087"/>
                  </a:lnTo>
                  <a:lnTo>
                    <a:pt x="955836" y="774278"/>
                  </a:lnTo>
                  <a:lnTo>
                    <a:pt x="934899" y="807668"/>
                  </a:lnTo>
                  <a:lnTo>
                    <a:pt x="909719" y="838021"/>
                  </a:lnTo>
                  <a:lnTo>
                    <a:pt x="880164" y="865098"/>
                  </a:lnTo>
                  <a:lnTo>
                    <a:pt x="846098" y="888662"/>
                  </a:lnTo>
                  <a:lnTo>
                    <a:pt x="807387" y="908475"/>
                  </a:lnTo>
                  <a:lnTo>
                    <a:pt x="763896" y="924299"/>
                  </a:lnTo>
                  <a:lnTo>
                    <a:pt x="715493" y="935897"/>
                  </a:lnTo>
                  <a:lnTo>
                    <a:pt x="662042" y="943029"/>
                  </a:lnTo>
                  <a:lnTo>
                    <a:pt x="603410" y="945460"/>
                  </a:lnTo>
                  <a:lnTo>
                    <a:pt x="222770" y="945460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4168568" y="3108151"/>
            <a:ext cx="1640205" cy="1896110"/>
            <a:chOff x="4168568" y="3108151"/>
            <a:chExt cx="1640205" cy="1896110"/>
          </a:xfrm>
        </p:grpSpPr>
        <p:sp>
          <p:nvSpPr>
            <p:cNvPr id="15" name="object 15" descr=""/>
            <p:cNvSpPr/>
            <p:nvPr/>
          </p:nvSpPr>
          <p:spPr>
            <a:xfrm>
              <a:off x="4193968" y="3133550"/>
              <a:ext cx="1589405" cy="1845310"/>
            </a:xfrm>
            <a:custGeom>
              <a:avLst/>
              <a:gdLst/>
              <a:ahLst/>
              <a:cxnLst/>
              <a:rect l="l" t="t" r="r" b="b"/>
              <a:pathLst>
                <a:path w="1589404" h="1845310">
                  <a:moveTo>
                    <a:pt x="794607" y="0"/>
                  </a:moveTo>
                  <a:lnTo>
                    <a:pt x="748908" y="1175"/>
                  </a:lnTo>
                  <a:lnTo>
                    <a:pt x="704109" y="4682"/>
                  </a:lnTo>
                  <a:lnTo>
                    <a:pt x="660255" y="10489"/>
                  </a:lnTo>
                  <a:lnTo>
                    <a:pt x="617391" y="18564"/>
                  </a:lnTo>
                  <a:lnTo>
                    <a:pt x="575563" y="28877"/>
                  </a:lnTo>
                  <a:lnTo>
                    <a:pt x="534817" y="41396"/>
                  </a:lnTo>
                  <a:lnTo>
                    <a:pt x="495199" y="56090"/>
                  </a:lnTo>
                  <a:lnTo>
                    <a:pt x="456753" y="72929"/>
                  </a:lnTo>
                  <a:lnTo>
                    <a:pt x="419526" y="91879"/>
                  </a:lnTo>
                  <a:lnTo>
                    <a:pt x="383563" y="112912"/>
                  </a:lnTo>
                  <a:lnTo>
                    <a:pt x="348909" y="135994"/>
                  </a:lnTo>
                  <a:lnTo>
                    <a:pt x="315611" y="161096"/>
                  </a:lnTo>
                  <a:lnTo>
                    <a:pt x="283714" y="188186"/>
                  </a:lnTo>
                  <a:lnTo>
                    <a:pt x="253263" y="217232"/>
                  </a:lnTo>
                  <a:lnTo>
                    <a:pt x="224305" y="248205"/>
                  </a:lnTo>
                  <a:lnTo>
                    <a:pt x="196884" y="281071"/>
                  </a:lnTo>
                  <a:lnTo>
                    <a:pt x="171047" y="315801"/>
                  </a:lnTo>
                  <a:lnTo>
                    <a:pt x="146839" y="352363"/>
                  </a:lnTo>
                  <a:lnTo>
                    <a:pt x="124305" y="390726"/>
                  </a:lnTo>
                  <a:lnTo>
                    <a:pt x="103491" y="430858"/>
                  </a:lnTo>
                  <a:lnTo>
                    <a:pt x="84444" y="472729"/>
                  </a:lnTo>
                  <a:lnTo>
                    <a:pt x="67207" y="516308"/>
                  </a:lnTo>
                  <a:lnTo>
                    <a:pt x="51828" y="561562"/>
                  </a:lnTo>
                  <a:lnTo>
                    <a:pt x="38351" y="608462"/>
                  </a:lnTo>
                  <a:lnTo>
                    <a:pt x="26823" y="656975"/>
                  </a:lnTo>
                  <a:lnTo>
                    <a:pt x="17288" y="707071"/>
                  </a:lnTo>
                  <a:lnTo>
                    <a:pt x="9793" y="758718"/>
                  </a:lnTo>
                  <a:lnTo>
                    <a:pt x="4382" y="811885"/>
                  </a:lnTo>
                  <a:lnTo>
                    <a:pt x="1103" y="866542"/>
                  </a:lnTo>
                  <a:lnTo>
                    <a:pt x="0" y="922656"/>
                  </a:lnTo>
                  <a:lnTo>
                    <a:pt x="1103" y="978770"/>
                  </a:lnTo>
                  <a:lnTo>
                    <a:pt x="4382" y="1033427"/>
                  </a:lnTo>
                  <a:lnTo>
                    <a:pt x="9793" y="1086594"/>
                  </a:lnTo>
                  <a:lnTo>
                    <a:pt x="17288" y="1138241"/>
                  </a:lnTo>
                  <a:lnTo>
                    <a:pt x="26823" y="1188337"/>
                  </a:lnTo>
                  <a:lnTo>
                    <a:pt x="38351" y="1236850"/>
                  </a:lnTo>
                  <a:lnTo>
                    <a:pt x="51828" y="1283750"/>
                  </a:lnTo>
                  <a:lnTo>
                    <a:pt x="67207" y="1329004"/>
                  </a:lnTo>
                  <a:lnTo>
                    <a:pt x="84444" y="1372583"/>
                  </a:lnTo>
                  <a:lnTo>
                    <a:pt x="103491" y="1414454"/>
                  </a:lnTo>
                  <a:lnTo>
                    <a:pt x="124305" y="1454586"/>
                  </a:lnTo>
                  <a:lnTo>
                    <a:pt x="146839" y="1492949"/>
                  </a:lnTo>
                  <a:lnTo>
                    <a:pt x="171047" y="1529511"/>
                  </a:lnTo>
                  <a:lnTo>
                    <a:pt x="196884" y="1564241"/>
                  </a:lnTo>
                  <a:lnTo>
                    <a:pt x="224305" y="1597107"/>
                  </a:lnTo>
                  <a:lnTo>
                    <a:pt x="253263" y="1628080"/>
                  </a:lnTo>
                  <a:lnTo>
                    <a:pt x="283714" y="1657126"/>
                  </a:lnTo>
                  <a:lnTo>
                    <a:pt x="315611" y="1684216"/>
                  </a:lnTo>
                  <a:lnTo>
                    <a:pt x="348909" y="1709318"/>
                  </a:lnTo>
                  <a:lnTo>
                    <a:pt x="383563" y="1732400"/>
                  </a:lnTo>
                  <a:lnTo>
                    <a:pt x="419526" y="1753433"/>
                  </a:lnTo>
                  <a:lnTo>
                    <a:pt x="456753" y="1772384"/>
                  </a:lnTo>
                  <a:lnTo>
                    <a:pt x="495199" y="1789222"/>
                  </a:lnTo>
                  <a:lnTo>
                    <a:pt x="534817" y="1803916"/>
                  </a:lnTo>
                  <a:lnTo>
                    <a:pt x="575563" y="1816435"/>
                  </a:lnTo>
                  <a:lnTo>
                    <a:pt x="617391" y="1826748"/>
                  </a:lnTo>
                  <a:lnTo>
                    <a:pt x="660255" y="1834823"/>
                  </a:lnTo>
                  <a:lnTo>
                    <a:pt x="704109" y="1840630"/>
                  </a:lnTo>
                  <a:lnTo>
                    <a:pt x="748908" y="1844137"/>
                  </a:lnTo>
                  <a:lnTo>
                    <a:pt x="794607" y="1845312"/>
                  </a:lnTo>
                  <a:lnTo>
                    <a:pt x="840141" y="1844137"/>
                  </a:lnTo>
                  <a:lnTo>
                    <a:pt x="884798" y="1840630"/>
                  </a:lnTo>
                  <a:lnTo>
                    <a:pt x="928532" y="1834823"/>
                  </a:lnTo>
                  <a:lnTo>
                    <a:pt x="971295" y="1826748"/>
                  </a:lnTo>
                  <a:lnTo>
                    <a:pt x="1013041" y="1816435"/>
                  </a:lnTo>
                  <a:lnTo>
                    <a:pt x="1053722" y="1803916"/>
                  </a:lnTo>
                  <a:lnTo>
                    <a:pt x="1093293" y="1789222"/>
                  </a:lnTo>
                  <a:lnTo>
                    <a:pt x="1131706" y="1772384"/>
                  </a:lnTo>
                  <a:lnTo>
                    <a:pt x="1168914" y="1753433"/>
                  </a:lnTo>
                  <a:lnTo>
                    <a:pt x="1204871" y="1732400"/>
                  </a:lnTo>
                  <a:lnTo>
                    <a:pt x="1239530" y="1709318"/>
                  </a:lnTo>
                  <a:lnTo>
                    <a:pt x="1272844" y="1684216"/>
                  </a:lnTo>
                  <a:lnTo>
                    <a:pt x="1304767" y="1657126"/>
                  </a:lnTo>
                  <a:lnTo>
                    <a:pt x="1326336" y="1636575"/>
                  </a:lnTo>
                  <a:lnTo>
                    <a:pt x="794607" y="1636575"/>
                  </a:lnTo>
                  <a:lnTo>
                    <a:pt x="752702" y="1635155"/>
                  </a:lnTo>
                  <a:lnTo>
                    <a:pt x="711702" y="1630910"/>
                  </a:lnTo>
                  <a:lnTo>
                    <a:pt x="671697" y="1623858"/>
                  </a:lnTo>
                  <a:lnTo>
                    <a:pt x="632774" y="1614017"/>
                  </a:lnTo>
                  <a:lnTo>
                    <a:pt x="595023" y="1601408"/>
                  </a:lnTo>
                  <a:lnTo>
                    <a:pt x="558534" y="1586049"/>
                  </a:lnTo>
                  <a:lnTo>
                    <a:pt x="523395" y="1567959"/>
                  </a:lnTo>
                  <a:lnTo>
                    <a:pt x="489695" y="1547158"/>
                  </a:lnTo>
                  <a:lnTo>
                    <a:pt x="457523" y="1523663"/>
                  </a:lnTo>
                  <a:lnTo>
                    <a:pt x="426970" y="1497495"/>
                  </a:lnTo>
                  <a:lnTo>
                    <a:pt x="398123" y="1468672"/>
                  </a:lnTo>
                  <a:lnTo>
                    <a:pt x="371071" y="1437214"/>
                  </a:lnTo>
                  <a:lnTo>
                    <a:pt x="345905" y="1403138"/>
                  </a:lnTo>
                  <a:lnTo>
                    <a:pt x="322712" y="1366465"/>
                  </a:lnTo>
                  <a:lnTo>
                    <a:pt x="301583" y="1327214"/>
                  </a:lnTo>
                  <a:lnTo>
                    <a:pt x="282605" y="1285403"/>
                  </a:lnTo>
                  <a:lnTo>
                    <a:pt x="265869" y="1241051"/>
                  </a:lnTo>
                  <a:lnTo>
                    <a:pt x="251463" y="1194178"/>
                  </a:lnTo>
                  <a:lnTo>
                    <a:pt x="239477" y="1144803"/>
                  </a:lnTo>
                  <a:lnTo>
                    <a:pt x="229999" y="1092943"/>
                  </a:lnTo>
                  <a:lnTo>
                    <a:pt x="223119" y="1038620"/>
                  </a:lnTo>
                  <a:lnTo>
                    <a:pt x="218926" y="981851"/>
                  </a:lnTo>
                  <a:lnTo>
                    <a:pt x="217508" y="922656"/>
                  </a:lnTo>
                  <a:lnTo>
                    <a:pt x="218852" y="866542"/>
                  </a:lnTo>
                  <a:lnTo>
                    <a:pt x="218926" y="863461"/>
                  </a:lnTo>
                  <a:lnTo>
                    <a:pt x="223119" y="806692"/>
                  </a:lnTo>
                  <a:lnTo>
                    <a:pt x="229999" y="752369"/>
                  </a:lnTo>
                  <a:lnTo>
                    <a:pt x="239477" y="700509"/>
                  </a:lnTo>
                  <a:lnTo>
                    <a:pt x="251463" y="651134"/>
                  </a:lnTo>
                  <a:lnTo>
                    <a:pt x="265869" y="604261"/>
                  </a:lnTo>
                  <a:lnTo>
                    <a:pt x="282605" y="559909"/>
                  </a:lnTo>
                  <a:lnTo>
                    <a:pt x="301583" y="518098"/>
                  </a:lnTo>
                  <a:lnTo>
                    <a:pt x="322712" y="478847"/>
                  </a:lnTo>
                  <a:lnTo>
                    <a:pt x="345905" y="442174"/>
                  </a:lnTo>
                  <a:lnTo>
                    <a:pt x="371071" y="408098"/>
                  </a:lnTo>
                  <a:lnTo>
                    <a:pt x="398123" y="376640"/>
                  </a:lnTo>
                  <a:lnTo>
                    <a:pt x="426970" y="347817"/>
                  </a:lnTo>
                  <a:lnTo>
                    <a:pt x="457523" y="321649"/>
                  </a:lnTo>
                  <a:lnTo>
                    <a:pt x="489695" y="298154"/>
                  </a:lnTo>
                  <a:lnTo>
                    <a:pt x="523395" y="277353"/>
                  </a:lnTo>
                  <a:lnTo>
                    <a:pt x="558534" y="259263"/>
                  </a:lnTo>
                  <a:lnTo>
                    <a:pt x="595023" y="243904"/>
                  </a:lnTo>
                  <a:lnTo>
                    <a:pt x="632774" y="231295"/>
                  </a:lnTo>
                  <a:lnTo>
                    <a:pt x="671697" y="221454"/>
                  </a:lnTo>
                  <a:lnTo>
                    <a:pt x="711702" y="214402"/>
                  </a:lnTo>
                  <a:lnTo>
                    <a:pt x="752702" y="210157"/>
                  </a:lnTo>
                  <a:lnTo>
                    <a:pt x="794607" y="208737"/>
                  </a:lnTo>
                  <a:lnTo>
                    <a:pt x="1326336" y="208737"/>
                  </a:lnTo>
                  <a:lnTo>
                    <a:pt x="1304767" y="188186"/>
                  </a:lnTo>
                  <a:lnTo>
                    <a:pt x="1272844" y="161096"/>
                  </a:lnTo>
                  <a:lnTo>
                    <a:pt x="1239530" y="135994"/>
                  </a:lnTo>
                  <a:lnTo>
                    <a:pt x="1204871" y="112912"/>
                  </a:lnTo>
                  <a:lnTo>
                    <a:pt x="1168914" y="91879"/>
                  </a:lnTo>
                  <a:lnTo>
                    <a:pt x="1131706" y="72929"/>
                  </a:lnTo>
                  <a:lnTo>
                    <a:pt x="1093293" y="56090"/>
                  </a:lnTo>
                  <a:lnTo>
                    <a:pt x="1053722" y="41396"/>
                  </a:lnTo>
                  <a:lnTo>
                    <a:pt x="1013041" y="28877"/>
                  </a:lnTo>
                  <a:lnTo>
                    <a:pt x="971295" y="18564"/>
                  </a:lnTo>
                  <a:lnTo>
                    <a:pt x="928532" y="10489"/>
                  </a:lnTo>
                  <a:lnTo>
                    <a:pt x="884798" y="4682"/>
                  </a:lnTo>
                  <a:lnTo>
                    <a:pt x="840141" y="1175"/>
                  </a:lnTo>
                  <a:lnTo>
                    <a:pt x="794607" y="0"/>
                  </a:lnTo>
                  <a:close/>
                </a:path>
                <a:path w="1589404" h="1845310">
                  <a:moveTo>
                    <a:pt x="1326336" y="208737"/>
                  </a:moveTo>
                  <a:lnTo>
                    <a:pt x="794607" y="208737"/>
                  </a:lnTo>
                  <a:lnTo>
                    <a:pt x="836511" y="210157"/>
                  </a:lnTo>
                  <a:lnTo>
                    <a:pt x="877511" y="214402"/>
                  </a:lnTo>
                  <a:lnTo>
                    <a:pt x="917517" y="221454"/>
                  </a:lnTo>
                  <a:lnTo>
                    <a:pt x="956439" y="231295"/>
                  </a:lnTo>
                  <a:lnTo>
                    <a:pt x="994190" y="243904"/>
                  </a:lnTo>
                  <a:lnTo>
                    <a:pt x="1030680" y="259263"/>
                  </a:lnTo>
                  <a:lnTo>
                    <a:pt x="1065819" y="277353"/>
                  </a:lnTo>
                  <a:lnTo>
                    <a:pt x="1099519" y="298154"/>
                  </a:lnTo>
                  <a:lnTo>
                    <a:pt x="1131690" y="321649"/>
                  </a:lnTo>
                  <a:lnTo>
                    <a:pt x="1162244" y="347817"/>
                  </a:lnTo>
                  <a:lnTo>
                    <a:pt x="1191091" y="376640"/>
                  </a:lnTo>
                  <a:lnTo>
                    <a:pt x="1218143" y="408098"/>
                  </a:lnTo>
                  <a:lnTo>
                    <a:pt x="1243309" y="442174"/>
                  </a:lnTo>
                  <a:lnTo>
                    <a:pt x="1266502" y="478847"/>
                  </a:lnTo>
                  <a:lnTo>
                    <a:pt x="1287631" y="518098"/>
                  </a:lnTo>
                  <a:lnTo>
                    <a:pt x="1306608" y="559909"/>
                  </a:lnTo>
                  <a:lnTo>
                    <a:pt x="1323345" y="604261"/>
                  </a:lnTo>
                  <a:lnTo>
                    <a:pt x="1337750" y="651134"/>
                  </a:lnTo>
                  <a:lnTo>
                    <a:pt x="1349737" y="700509"/>
                  </a:lnTo>
                  <a:lnTo>
                    <a:pt x="1359214" y="752369"/>
                  </a:lnTo>
                  <a:lnTo>
                    <a:pt x="1366095" y="806692"/>
                  </a:lnTo>
                  <a:lnTo>
                    <a:pt x="1370288" y="863461"/>
                  </a:lnTo>
                  <a:lnTo>
                    <a:pt x="1371706" y="922656"/>
                  </a:lnTo>
                  <a:lnTo>
                    <a:pt x="1370362" y="978770"/>
                  </a:lnTo>
                  <a:lnTo>
                    <a:pt x="1366095" y="1038620"/>
                  </a:lnTo>
                  <a:lnTo>
                    <a:pt x="1359214" y="1092943"/>
                  </a:lnTo>
                  <a:lnTo>
                    <a:pt x="1349737" y="1144803"/>
                  </a:lnTo>
                  <a:lnTo>
                    <a:pt x="1337750" y="1194178"/>
                  </a:lnTo>
                  <a:lnTo>
                    <a:pt x="1323345" y="1241051"/>
                  </a:lnTo>
                  <a:lnTo>
                    <a:pt x="1306608" y="1285403"/>
                  </a:lnTo>
                  <a:lnTo>
                    <a:pt x="1287631" y="1327214"/>
                  </a:lnTo>
                  <a:lnTo>
                    <a:pt x="1266502" y="1366465"/>
                  </a:lnTo>
                  <a:lnTo>
                    <a:pt x="1243309" y="1403138"/>
                  </a:lnTo>
                  <a:lnTo>
                    <a:pt x="1218143" y="1437214"/>
                  </a:lnTo>
                  <a:lnTo>
                    <a:pt x="1191091" y="1468672"/>
                  </a:lnTo>
                  <a:lnTo>
                    <a:pt x="1162244" y="1497495"/>
                  </a:lnTo>
                  <a:lnTo>
                    <a:pt x="1131690" y="1523663"/>
                  </a:lnTo>
                  <a:lnTo>
                    <a:pt x="1099519" y="1547158"/>
                  </a:lnTo>
                  <a:lnTo>
                    <a:pt x="1065819" y="1567959"/>
                  </a:lnTo>
                  <a:lnTo>
                    <a:pt x="1030680" y="1586049"/>
                  </a:lnTo>
                  <a:lnTo>
                    <a:pt x="994190" y="1601408"/>
                  </a:lnTo>
                  <a:lnTo>
                    <a:pt x="956439" y="1614017"/>
                  </a:lnTo>
                  <a:lnTo>
                    <a:pt x="917517" y="1623858"/>
                  </a:lnTo>
                  <a:lnTo>
                    <a:pt x="877511" y="1630910"/>
                  </a:lnTo>
                  <a:lnTo>
                    <a:pt x="836511" y="1635155"/>
                  </a:lnTo>
                  <a:lnTo>
                    <a:pt x="794607" y="1636575"/>
                  </a:lnTo>
                  <a:lnTo>
                    <a:pt x="1326336" y="1636575"/>
                  </a:lnTo>
                  <a:lnTo>
                    <a:pt x="1364251" y="1597107"/>
                  </a:lnTo>
                  <a:lnTo>
                    <a:pt x="1391718" y="1564241"/>
                  </a:lnTo>
                  <a:lnTo>
                    <a:pt x="1417606" y="1529511"/>
                  </a:lnTo>
                  <a:lnTo>
                    <a:pt x="1441870" y="1492949"/>
                  </a:lnTo>
                  <a:lnTo>
                    <a:pt x="1464460" y="1454586"/>
                  </a:lnTo>
                  <a:lnTo>
                    <a:pt x="1485332" y="1414454"/>
                  </a:lnTo>
                  <a:lnTo>
                    <a:pt x="1504438" y="1372583"/>
                  </a:lnTo>
                  <a:lnTo>
                    <a:pt x="1521732" y="1329004"/>
                  </a:lnTo>
                  <a:lnTo>
                    <a:pt x="1537166" y="1283750"/>
                  </a:lnTo>
                  <a:lnTo>
                    <a:pt x="1550694" y="1236850"/>
                  </a:lnTo>
                  <a:lnTo>
                    <a:pt x="1562269" y="1188337"/>
                  </a:lnTo>
                  <a:lnTo>
                    <a:pt x="1571844" y="1138241"/>
                  </a:lnTo>
                  <a:lnTo>
                    <a:pt x="1579373" y="1086594"/>
                  </a:lnTo>
                  <a:lnTo>
                    <a:pt x="1584809" y="1033427"/>
                  </a:lnTo>
                  <a:lnTo>
                    <a:pt x="1588105" y="978770"/>
                  </a:lnTo>
                  <a:lnTo>
                    <a:pt x="1589214" y="922656"/>
                  </a:lnTo>
                  <a:lnTo>
                    <a:pt x="1588105" y="866542"/>
                  </a:lnTo>
                  <a:lnTo>
                    <a:pt x="1584809" y="811885"/>
                  </a:lnTo>
                  <a:lnTo>
                    <a:pt x="1579373" y="758718"/>
                  </a:lnTo>
                  <a:lnTo>
                    <a:pt x="1571844" y="707071"/>
                  </a:lnTo>
                  <a:lnTo>
                    <a:pt x="1562269" y="656975"/>
                  </a:lnTo>
                  <a:lnTo>
                    <a:pt x="1550694" y="608462"/>
                  </a:lnTo>
                  <a:lnTo>
                    <a:pt x="1537166" y="561562"/>
                  </a:lnTo>
                  <a:lnTo>
                    <a:pt x="1521732" y="516308"/>
                  </a:lnTo>
                  <a:lnTo>
                    <a:pt x="1504438" y="472729"/>
                  </a:lnTo>
                  <a:lnTo>
                    <a:pt x="1485332" y="430858"/>
                  </a:lnTo>
                  <a:lnTo>
                    <a:pt x="1464460" y="390726"/>
                  </a:lnTo>
                  <a:lnTo>
                    <a:pt x="1441870" y="352363"/>
                  </a:lnTo>
                  <a:lnTo>
                    <a:pt x="1417606" y="315801"/>
                  </a:lnTo>
                  <a:lnTo>
                    <a:pt x="1391718" y="281071"/>
                  </a:lnTo>
                  <a:lnTo>
                    <a:pt x="1364251" y="248205"/>
                  </a:lnTo>
                  <a:lnTo>
                    <a:pt x="1335251" y="217232"/>
                  </a:lnTo>
                  <a:lnTo>
                    <a:pt x="1326336" y="208737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193968" y="3133551"/>
              <a:ext cx="1589405" cy="1845310"/>
            </a:xfrm>
            <a:custGeom>
              <a:avLst/>
              <a:gdLst/>
              <a:ahLst/>
              <a:cxnLst/>
              <a:rect l="l" t="t" r="r" b="b"/>
              <a:pathLst>
                <a:path w="1589404" h="1845310">
                  <a:moveTo>
                    <a:pt x="1589214" y="922656"/>
                  </a:moveTo>
                  <a:lnTo>
                    <a:pt x="1588105" y="866542"/>
                  </a:lnTo>
                  <a:lnTo>
                    <a:pt x="1584809" y="811885"/>
                  </a:lnTo>
                  <a:lnTo>
                    <a:pt x="1579373" y="758718"/>
                  </a:lnTo>
                  <a:lnTo>
                    <a:pt x="1571844" y="707071"/>
                  </a:lnTo>
                  <a:lnTo>
                    <a:pt x="1562269" y="656975"/>
                  </a:lnTo>
                  <a:lnTo>
                    <a:pt x="1550694" y="608462"/>
                  </a:lnTo>
                  <a:lnTo>
                    <a:pt x="1537166" y="561562"/>
                  </a:lnTo>
                  <a:lnTo>
                    <a:pt x="1521732" y="516308"/>
                  </a:lnTo>
                  <a:lnTo>
                    <a:pt x="1504438" y="472729"/>
                  </a:lnTo>
                  <a:lnTo>
                    <a:pt x="1485332" y="430858"/>
                  </a:lnTo>
                  <a:lnTo>
                    <a:pt x="1464460" y="390726"/>
                  </a:lnTo>
                  <a:lnTo>
                    <a:pt x="1441869" y="352363"/>
                  </a:lnTo>
                  <a:lnTo>
                    <a:pt x="1417606" y="315801"/>
                  </a:lnTo>
                  <a:lnTo>
                    <a:pt x="1391718" y="281071"/>
                  </a:lnTo>
                  <a:lnTo>
                    <a:pt x="1364251" y="248205"/>
                  </a:lnTo>
                  <a:lnTo>
                    <a:pt x="1335251" y="217232"/>
                  </a:lnTo>
                  <a:lnTo>
                    <a:pt x="1304767" y="188186"/>
                  </a:lnTo>
                  <a:lnTo>
                    <a:pt x="1272844" y="161096"/>
                  </a:lnTo>
                  <a:lnTo>
                    <a:pt x="1239530" y="135994"/>
                  </a:lnTo>
                  <a:lnTo>
                    <a:pt x="1204871" y="112912"/>
                  </a:lnTo>
                  <a:lnTo>
                    <a:pt x="1168914" y="91879"/>
                  </a:lnTo>
                  <a:lnTo>
                    <a:pt x="1131706" y="72929"/>
                  </a:lnTo>
                  <a:lnTo>
                    <a:pt x="1093293" y="56090"/>
                  </a:lnTo>
                  <a:lnTo>
                    <a:pt x="1053722" y="41396"/>
                  </a:lnTo>
                  <a:lnTo>
                    <a:pt x="1013041" y="28877"/>
                  </a:lnTo>
                  <a:lnTo>
                    <a:pt x="971295" y="18564"/>
                  </a:lnTo>
                  <a:lnTo>
                    <a:pt x="928532" y="10489"/>
                  </a:lnTo>
                  <a:lnTo>
                    <a:pt x="884798" y="4682"/>
                  </a:lnTo>
                  <a:lnTo>
                    <a:pt x="840141" y="1175"/>
                  </a:lnTo>
                  <a:lnTo>
                    <a:pt x="794607" y="0"/>
                  </a:lnTo>
                  <a:lnTo>
                    <a:pt x="748908" y="1175"/>
                  </a:lnTo>
                  <a:lnTo>
                    <a:pt x="704109" y="4682"/>
                  </a:lnTo>
                  <a:lnTo>
                    <a:pt x="660255" y="10489"/>
                  </a:lnTo>
                  <a:lnTo>
                    <a:pt x="617391" y="18564"/>
                  </a:lnTo>
                  <a:lnTo>
                    <a:pt x="575563" y="28877"/>
                  </a:lnTo>
                  <a:lnTo>
                    <a:pt x="534817" y="41396"/>
                  </a:lnTo>
                  <a:lnTo>
                    <a:pt x="495199" y="56090"/>
                  </a:lnTo>
                  <a:lnTo>
                    <a:pt x="456753" y="72929"/>
                  </a:lnTo>
                  <a:lnTo>
                    <a:pt x="419526" y="91879"/>
                  </a:lnTo>
                  <a:lnTo>
                    <a:pt x="383563" y="112912"/>
                  </a:lnTo>
                  <a:lnTo>
                    <a:pt x="348909" y="135994"/>
                  </a:lnTo>
                  <a:lnTo>
                    <a:pt x="315611" y="161096"/>
                  </a:lnTo>
                  <a:lnTo>
                    <a:pt x="283714" y="188186"/>
                  </a:lnTo>
                  <a:lnTo>
                    <a:pt x="253263" y="217232"/>
                  </a:lnTo>
                  <a:lnTo>
                    <a:pt x="224305" y="248205"/>
                  </a:lnTo>
                  <a:lnTo>
                    <a:pt x="196884" y="281071"/>
                  </a:lnTo>
                  <a:lnTo>
                    <a:pt x="171047" y="315801"/>
                  </a:lnTo>
                  <a:lnTo>
                    <a:pt x="146839" y="352363"/>
                  </a:lnTo>
                  <a:lnTo>
                    <a:pt x="124305" y="390726"/>
                  </a:lnTo>
                  <a:lnTo>
                    <a:pt x="103491" y="430858"/>
                  </a:lnTo>
                  <a:lnTo>
                    <a:pt x="84444" y="472729"/>
                  </a:lnTo>
                  <a:lnTo>
                    <a:pt x="67207" y="516308"/>
                  </a:lnTo>
                  <a:lnTo>
                    <a:pt x="51828" y="561562"/>
                  </a:lnTo>
                  <a:lnTo>
                    <a:pt x="38351" y="608462"/>
                  </a:lnTo>
                  <a:lnTo>
                    <a:pt x="26823" y="656975"/>
                  </a:lnTo>
                  <a:lnTo>
                    <a:pt x="17288" y="707071"/>
                  </a:lnTo>
                  <a:lnTo>
                    <a:pt x="9793" y="758718"/>
                  </a:lnTo>
                  <a:lnTo>
                    <a:pt x="4382" y="811885"/>
                  </a:lnTo>
                  <a:lnTo>
                    <a:pt x="1103" y="866542"/>
                  </a:lnTo>
                  <a:lnTo>
                    <a:pt x="0" y="922656"/>
                  </a:lnTo>
                  <a:lnTo>
                    <a:pt x="1103" y="978770"/>
                  </a:lnTo>
                  <a:lnTo>
                    <a:pt x="4382" y="1033427"/>
                  </a:lnTo>
                  <a:lnTo>
                    <a:pt x="9793" y="1086594"/>
                  </a:lnTo>
                  <a:lnTo>
                    <a:pt x="17288" y="1138241"/>
                  </a:lnTo>
                  <a:lnTo>
                    <a:pt x="26823" y="1188337"/>
                  </a:lnTo>
                  <a:lnTo>
                    <a:pt x="38351" y="1236850"/>
                  </a:lnTo>
                  <a:lnTo>
                    <a:pt x="51828" y="1283750"/>
                  </a:lnTo>
                  <a:lnTo>
                    <a:pt x="67207" y="1329004"/>
                  </a:lnTo>
                  <a:lnTo>
                    <a:pt x="84444" y="1372583"/>
                  </a:lnTo>
                  <a:lnTo>
                    <a:pt x="103491" y="1414454"/>
                  </a:lnTo>
                  <a:lnTo>
                    <a:pt x="124305" y="1454586"/>
                  </a:lnTo>
                  <a:lnTo>
                    <a:pt x="146839" y="1492949"/>
                  </a:lnTo>
                  <a:lnTo>
                    <a:pt x="171047" y="1529511"/>
                  </a:lnTo>
                  <a:lnTo>
                    <a:pt x="196884" y="1564241"/>
                  </a:lnTo>
                  <a:lnTo>
                    <a:pt x="224305" y="1597107"/>
                  </a:lnTo>
                  <a:lnTo>
                    <a:pt x="253263" y="1628080"/>
                  </a:lnTo>
                  <a:lnTo>
                    <a:pt x="283714" y="1657126"/>
                  </a:lnTo>
                  <a:lnTo>
                    <a:pt x="315611" y="1684216"/>
                  </a:lnTo>
                  <a:lnTo>
                    <a:pt x="348909" y="1709318"/>
                  </a:lnTo>
                  <a:lnTo>
                    <a:pt x="383563" y="1732400"/>
                  </a:lnTo>
                  <a:lnTo>
                    <a:pt x="419526" y="1753433"/>
                  </a:lnTo>
                  <a:lnTo>
                    <a:pt x="456753" y="1772384"/>
                  </a:lnTo>
                  <a:lnTo>
                    <a:pt x="495199" y="1789222"/>
                  </a:lnTo>
                  <a:lnTo>
                    <a:pt x="534817" y="1803916"/>
                  </a:lnTo>
                  <a:lnTo>
                    <a:pt x="575563" y="1816435"/>
                  </a:lnTo>
                  <a:lnTo>
                    <a:pt x="617391" y="1826748"/>
                  </a:lnTo>
                  <a:lnTo>
                    <a:pt x="660255" y="1834823"/>
                  </a:lnTo>
                  <a:lnTo>
                    <a:pt x="704109" y="1840630"/>
                  </a:lnTo>
                  <a:lnTo>
                    <a:pt x="748908" y="1844137"/>
                  </a:lnTo>
                  <a:lnTo>
                    <a:pt x="794607" y="1845312"/>
                  </a:lnTo>
                  <a:lnTo>
                    <a:pt x="840141" y="1844137"/>
                  </a:lnTo>
                  <a:lnTo>
                    <a:pt x="884798" y="1840630"/>
                  </a:lnTo>
                  <a:lnTo>
                    <a:pt x="928532" y="1834823"/>
                  </a:lnTo>
                  <a:lnTo>
                    <a:pt x="971295" y="1826748"/>
                  </a:lnTo>
                  <a:lnTo>
                    <a:pt x="1013041" y="1816435"/>
                  </a:lnTo>
                  <a:lnTo>
                    <a:pt x="1053722" y="1803916"/>
                  </a:lnTo>
                  <a:lnTo>
                    <a:pt x="1093293" y="1789222"/>
                  </a:lnTo>
                  <a:lnTo>
                    <a:pt x="1131706" y="1772384"/>
                  </a:lnTo>
                  <a:lnTo>
                    <a:pt x="1168914" y="1753433"/>
                  </a:lnTo>
                  <a:lnTo>
                    <a:pt x="1204871" y="1732400"/>
                  </a:lnTo>
                  <a:lnTo>
                    <a:pt x="1239530" y="1709318"/>
                  </a:lnTo>
                  <a:lnTo>
                    <a:pt x="1272844" y="1684216"/>
                  </a:lnTo>
                  <a:lnTo>
                    <a:pt x="1304767" y="1657126"/>
                  </a:lnTo>
                  <a:lnTo>
                    <a:pt x="1335251" y="1628080"/>
                  </a:lnTo>
                  <a:lnTo>
                    <a:pt x="1364251" y="1597107"/>
                  </a:lnTo>
                  <a:lnTo>
                    <a:pt x="1391718" y="1564241"/>
                  </a:lnTo>
                  <a:lnTo>
                    <a:pt x="1417606" y="1529511"/>
                  </a:lnTo>
                  <a:lnTo>
                    <a:pt x="1441869" y="1492949"/>
                  </a:lnTo>
                  <a:lnTo>
                    <a:pt x="1464460" y="1454586"/>
                  </a:lnTo>
                  <a:lnTo>
                    <a:pt x="1485332" y="1414454"/>
                  </a:lnTo>
                  <a:lnTo>
                    <a:pt x="1504438" y="1372583"/>
                  </a:lnTo>
                  <a:lnTo>
                    <a:pt x="1521732" y="1329004"/>
                  </a:lnTo>
                  <a:lnTo>
                    <a:pt x="1537166" y="1283750"/>
                  </a:lnTo>
                  <a:lnTo>
                    <a:pt x="1550694" y="1236850"/>
                  </a:lnTo>
                  <a:lnTo>
                    <a:pt x="1562269" y="1188337"/>
                  </a:lnTo>
                  <a:lnTo>
                    <a:pt x="1571844" y="1138241"/>
                  </a:lnTo>
                  <a:lnTo>
                    <a:pt x="1579373" y="1086594"/>
                  </a:lnTo>
                  <a:lnTo>
                    <a:pt x="1584809" y="1033427"/>
                  </a:lnTo>
                  <a:lnTo>
                    <a:pt x="1588105" y="978770"/>
                  </a:lnTo>
                  <a:lnTo>
                    <a:pt x="1589214" y="922656"/>
                  </a:lnTo>
                  <a:close/>
                </a:path>
                <a:path w="1589404" h="1845310">
                  <a:moveTo>
                    <a:pt x="1371706" y="922656"/>
                  </a:moveTo>
                  <a:lnTo>
                    <a:pt x="1370288" y="981851"/>
                  </a:lnTo>
                  <a:lnTo>
                    <a:pt x="1366095" y="1038620"/>
                  </a:lnTo>
                  <a:lnTo>
                    <a:pt x="1359214" y="1092943"/>
                  </a:lnTo>
                  <a:lnTo>
                    <a:pt x="1349737" y="1144803"/>
                  </a:lnTo>
                  <a:lnTo>
                    <a:pt x="1337750" y="1194178"/>
                  </a:lnTo>
                  <a:lnTo>
                    <a:pt x="1323345" y="1241051"/>
                  </a:lnTo>
                  <a:lnTo>
                    <a:pt x="1306608" y="1285403"/>
                  </a:lnTo>
                  <a:lnTo>
                    <a:pt x="1287631" y="1327214"/>
                  </a:lnTo>
                  <a:lnTo>
                    <a:pt x="1266502" y="1366465"/>
                  </a:lnTo>
                  <a:lnTo>
                    <a:pt x="1243309" y="1403138"/>
                  </a:lnTo>
                  <a:lnTo>
                    <a:pt x="1218142" y="1437214"/>
                  </a:lnTo>
                  <a:lnTo>
                    <a:pt x="1191091" y="1468672"/>
                  </a:lnTo>
                  <a:lnTo>
                    <a:pt x="1162244" y="1497495"/>
                  </a:lnTo>
                  <a:lnTo>
                    <a:pt x="1131690" y="1523663"/>
                  </a:lnTo>
                  <a:lnTo>
                    <a:pt x="1099519" y="1547158"/>
                  </a:lnTo>
                  <a:lnTo>
                    <a:pt x="1065819" y="1567959"/>
                  </a:lnTo>
                  <a:lnTo>
                    <a:pt x="1030680" y="1586049"/>
                  </a:lnTo>
                  <a:lnTo>
                    <a:pt x="994190" y="1601408"/>
                  </a:lnTo>
                  <a:lnTo>
                    <a:pt x="956439" y="1614017"/>
                  </a:lnTo>
                  <a:lnTo>
                    <a:pt x="917517" y="1623858"/>
                  </a:lnTo>
                  <a:lnTo>
                    <a:pt x="877511" y="1630910"/>
                  </a:lnTo>
                  <a:lnTo>
                    <a:pt x="836511" y="1635155"/>
                  </a:lnTo>
                  <a:lnTo>
                    <a:pt x="794607" y="1636575"/>
                  </a:lnTo>
                  <a:lnTo>
                    <a:pt x="752702" y="1635155"/>
                  </a:lnTo>
                  <a:lnTo>
                    <a:pt x="711702" y="1630910"/>
                  </a:lnTo>
                  <a:lnTo>
                    <a:pt x="671697" y="1623858"/>
                  </a:lnTo>
                  <a:lnTo>
                    <a:pt x="632774" y="1614017"/>
                  </a:lnTo>
                  <a:lnTo>
                    <a:pt x="595023" y="1601408"/>
                  </a:lnTo>
                  <a:lnTo>
                    <a:pt x="558534" y="1586049"/>
                  </a:lnTo>
                  <a:lnTo>
                    <a:pt x="523395" y="1567959"/>
                  </a:lnTo>
                  <a:lnTo>
                    <a:pt x="489695" y="1547158"/>
                  </a:lnTo>
                  <a:lnTo>
                    <a:pt x="457523" y="1523663"/>
                  </a:lnTo>
                  <a:lnTo>
                    <a:pt x="426970" y="1497495"/>
                  </a:lnTo>
                  <a:lnTo>
                    <a:pt x="398123" y="1468672"/>
                  </a:lnTo>
                  <a:lnTo>
                    <a:pt x="371071" y="1437214"/>
                  </a:lnTo>
                  <a:lnTo>
                    <a:pt x="345905" y="1403138"/>
                  </a:lnTo>
                  <a:lnTo>
                    <a:pt x="322712" y="1366465"/>
                  </a:lnTo>
                  <a:lnTo>
                    <a:pt x="301583" y="1327214"/>
                  </a:lnTo>
                  <a:lnTo>
                    <a:pt x="282605" y="1285403"/>
                  </a:lnTo>
                  <a:lnTo>
                    <a:pt x="265869" y="1241051"/>
                  </a:lnTo>
                  <a:lnTo>
                    <a:pt x="251463" y="1194178"/>
                  </a:lnTo>
                  <a:lnTo>
                    <a:pt x="239477" y="1144803"/>
                  </a:lnTo>
                  <a:lnTo>
                    <a:pt x="229999" y="1092943"/>
                  </a:lnTo>
                  <a:lnTo>
                    <a:pt x="223119" y="1038620"/>
                  </a:lnTo>
                  <a:lnTo>
                    <a:pt x="218926" y="981851"/>
                  </a:lnTo>
                  <a:lnTo>
                    <a:pt x="217508" y="922656"/>
                  </a:lnTo>
                  <a:lnTo>
                    <a:pt x="218926" y="863461"/>
                  </a:lnTo>
                  <a:lnTo>
                    <a:pt x="223119" y="806692"/>
                  </a:lnTo>
                  <a:lnTo>
                    <a:pt x="229999" y="752368"/>
                  </a:lnTo>
                  <a:lnTo>
                    <a:pt x="239477" y="700509"/>
                  </a:lnTo>
                  <a:lnTo>
                    <a:pt x="251463" y="651134"/>
                  </a:lnTo>
                  <a:lnTo>
                    <a:pt x="265869" y="604261"/>
                  </a:lnTo>
                  <a:lnTo>
                    <a:pt x="282605" y="559909"/>
                  </a:lnTo>
                  <a:lnTo>
                    <a:pt x="301583" y="518098"/>
                  </a:lnTo>
                  <a:lnTo>
                    <a:pt x="322712" y="478847"/>
                  </a:lnTo>
                  <a:lnTo>
                    <a:pt x="345905" y="442174"/>
                  </a:lnTo>
                  <a:lnTo>
                    <a:pt x="371071" y="408098"/>
                  </a:lnTo>
                  <a:lnTo>
                    <a:pt x="398123" y="376640"/>
                  </a:lnTo>
                  <a:lnTo>
                    <a:pt x="426970" y="347817"/>
                  </a:lnTo>
                  <a:lnTo>
                    <a:pt x="457523" y="321649"/>
                  </a:lnTo>
                  <a:lnTo>
                    <a:pt x="489695" y="298154"/>
                  </a:lnTo>
                  <a:lnTo>
                    <a:pt x="523395" y="277353"/>
                  </a:lnTo>
                  <a:lnTo>
                    <a:pt x="558534" y="259263"/>
                  </a:lnTo>
                  <a:lnTo>
                    <a:pt x="595023" y="243904"/>
                  </a:lnTo>
                  <a:lnTo>
                    <a:pt x="632774" y="231295"/>
                  </a:lnTo>
                  <a:lnTo>
                    <a:pt x="671697" y="221454"/>
                  </a:lnTo>
                  <a:lnTo>
                    <a:pt x="711702" y="214402"/>
                  </a:lnTo>
                  <a:lnTo>
                    <a:pt x="752702" y="210157"/>
                  </a:lnTo>
                  <a:lnTo>
                    <a:pt x="794607" y="208737"/>
                  </a:lnTo>
                  <a:lnTo>
                    <a:pt x="836511" y="210157"/>
                  </a:lnTo>
                  <a:lnTo>
                    <a:pt x="877511" y="214402"/>
                  </a:lnTo>
                  <a:lnTo>
                    <a:pt x="917517" y="221454"/>
                  </a:lnTo>
                  <a:lnTo>
                    <a:pt x="956439" y="231295"/>
                  </a:lnTo>
                  <a:lnTo>
                    <a:pt x="994190" y="243904"/>
                  </a:lnTo>
                  <a:lnTo>
                    <a:pt x="1030680" y="259263"/>
                  </a:lnTo>
                  <a:lnTo>
                    <a:pt x="1065819" y="277353"/>
                  </a:lnTo>
                  <a:lnTo>
                    <a:pt x="1099519" y="298154"/>
                  </a:lnTo>
                  <a:lnTo>
                    <a:pt x="1131690" y="321649"/>
                  </a:lnTo>
                  <a:lnTo>
                    <a:pt x="1162244" y="347817"/>
                  </a:lnTo>
                  <a:lnTo>
                    <a:pt x="1191091" y="376640"/>
                  </a:lnTo>
                  <a:lnTo>
                    <a:pt x="1218142" y="408098"/>
                  </a:lnTo>
                  <a:lnTo>
                    <a:pt x="1243309" y="442174"/>
                  </a:lnTo>
                  <a:lnTo>
                    <a:pt x="1266502" y="478847"/>
                  </a:lnTo>
                  <a:lnTo>
                    <a:pt x="1287631" y="518098"/>
                  </a:lnTo>
                  <a:lnTo>
                    <a:pt x="1306608" y="559909"/>
                  </a:lnTo>
                  <a:lnTo>
                    <a:pt x="1323345" y="604261"/>
                  </a:lnTo>
                  <a:lnTo>
                    <a:pt x="1337750" y="651134"/>
                  </a:lnTo>
                  <a:lnTo>
                    <a:pt x="1349737" y="700509"/>
                  </a:lnTo>
                  <a:lnTo>
                    <a:pt x="1359214" y="752368"/>
                  </a:lnTo>
                  <a:lnTo>
                    <a:pt x="1366095" y="806692"/>
                  </a:lnTo>
                  <a:lnTo>
                    <a:pt x="1370288" y="863461"/>
                  </a:lnTo>
                  <a:lnTo>
                    <a:pt x="1371706" y="922656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6033247" y="3132708"/>
            <a:ext cx="1343660" cy="1847214"/>
            <a:chOff x="6033247" y="3132708"/>
            <a:chExt cx="1343660" cy="1847214"/>
          </a:xfrm>
        </p:grpSpPr>
        <p:sp>
          <p:nvSpPr>
            <p:cNvPr id="18" name="object 18" descr=""/>
            <p:cNvSpPr/>
            <p:nvPr/>
          </p:nvSpPr>
          <p:spPr>
            <a:xfrm>
              <a:off x="6058646" y="3158108"/>
              <a:ext cx="1292860" cy="1796414"/>
            </a:xfrm>
            <a:custGeom>
              <a:avLst/>
              <a:gdLst/>
              <a:ahLst/>
              <a:cxnLst/>
              <a:rect l="l" t="t" r="r" b="b"/>
              <a:pathLst>
                <a:path w="1292859" h="1796414">
                  <a:moveTo>
                    <a:pt x="610426" y="0"/>
                  </a:moveTo>
                  <a:lnTo>
                    <a:pt x="0" y="0"/>
                  </a:lnTo>
                  <a:lnTo>
                    <a:pt x="0" y="1796198"/>
                  </a:lnTo>
                  <a:lnTo>
                    <a:pt x="222770" y="1796198"/>
                  </a:lnTo>
                  <a:lnTo>
                    <a:pt x="222770" y="1098066"/>
                  </a:lnTo>
                  <a:lnTo>
                    <a:pt x="630864" y="1098066"/>
                  </a:lnTo>
                  <a:lnTo>
                    <a:pt x="645878" y="1097696"/>
                  </a:lnTo>
                  <a:lnTo>
                    <a:pt x="656033" y="1097189"/>
                  </a:lnTo>
                  <a:lnTo>
                    <a:pt x="909684" y="1097189"/>
                  </a:lnTo>
                  <a:lnTo>
                    <a:pt x="887574" y="1056845"/>
                  </a:lnTo>
                  <a:lnTo>
                    <a:pt x="934591" y="1038300"/>
                  </a:lnTo>
                  <a:lnTo>
                    <a:pt x="977933" y="1016575"/>
                  </a:lnTo>
                  <a:lnTo>
                    <a:pt x="1017632" y="991793"/>
                  </a:lnTo>
                  <a:lnTo>
                    <a:pt x="1053717" y="964077"/>
                  </a:lnTo>
                  <a:lnTo>
                    <a:pt x="1086221" y="933550"/>
                  </a:lnTo>
                  <a:lnTo>
                    <a:pt x="1115172" y="900334"/>
                  </a:lnTo>
                  <a:lnTo>
                    <a:pt x="1118007" y="896345"/>
                  </a:lnTo>
                  <a:lnTo>
                    <a:pt x="222770" y="896345"/>
                  </a:lnTo>
                  <a:lnTo>
                    <a:pt x="222770" y="198213"/>
                  </a:lnTo>
                  <a:lnTo>
                    <a:pt x="1111795" y="198213"/>
                  </a:lnTo>
                  <a:lnTo>
                    <a:pt x="1088374" y="170855"/>
                  </a:lnTo>
                  <a:lnTo>
                    <a:pt x="1059681" y="142794"/>
                  </a:lnTo>
                  <a:lnTo>
                    <a:pt x="1028112" y="116952"/>
                  </a:lnTo>
                  <a:lnTo>
                    <a:pt x="993641" y="93424"/>
                  </a:lnTo>
                  <a:lnTo>
                    <a:pt x="956244" y="72307"/>
                  </a:lnTo>
                  <a:lnTo>
                    <a:pt x="915895" y="53697"/>
                  </a:lnTo>
                  <a:lnTo>
                    <a:pt x="872571" y="37687"/>
                  </a:lnTo>
                  <a:lnTo>
                    <a:pt x="826244" y="24374"/>
                  </a:lnTo>
                  <a:lnTo>
                    <a:pt x="776892" y="13853"/>
                  </a:lnTo>
                  <a:lnTo>
                    <a:pt x="724488" y="6220"/>
                  </a:lnTo>
                  <a:lnTo>
                    <a:pt x="669008" y="1571"/>
                  </a:lnTo>
                  <a:lnTo>
                    <a:pt x="610426" y="0"/>
                  </a:lnTo>
                  <a:close/>
                </a:path>
                <a:path w="1292859" h="1796414">
                  <a:moveTo>
                    <a:pt x="909684" y="1097189"/>
                  </a:moveTo>
                  <a:lnTo>
                    <a:pt x="656033" y="1097189"/>
                  </a:lnTo>
                  <a:lnTo>
                    <a:pt x="1033164" y="1796198"/>
                  </a:lnTo>
                  <a:lnTo>
                    <a:pt x="1292771" y="1796198"/>
                  </a:lnTo>
                  <a:lnTo>
                    <a:pt x="909684" y="1097189"/>
                  </a:lnTo>
                  <a:close/>
                </a:path>
                <a:path w="1292859" h="1796414">
                  <a:moveTo>
                    <a:pt x="1111795" y="198213"/>
                  </a:moveTo>
                  <a:lnTo>
                    <a:pt x="601656" y="198213"/>
                  </a:lnTo>
                  <a:lnTo>
                    <a:pt x="664957" y="200674"/>
                  </a:lnTo>
                  <a:lnTo>
                    <a:pt x="722202" y="207934"/>
                  </a:lnTo>
                  <a:lnTo>
                    <a:pt x="773565" y="219813"/>
                  </a:lnTo>
                  <a:lnTo>
                    <a:pt x="819218" y="236128"/>
                  </a:lnTo>
                  <a:lnTo>
                    <a:pt x="859334" y="256696"/>
                  </a:lnTo>
                  <a:lnTo>
                    <a:pt x="894083" y="281337"/>
                  </a:lnTo>
                  <a:lnTo>
                    <a:pt x="923640" y="309867"/>
                  </a:lnTo>
                  <a:lnTo>
                    <a:pt x="948177" y="342105"/>
                  </a:lnTo>
                  <a:lnTo>
                    <a:pt x="967866" y="377869"/>
                  </a:lnTo>
                  <a:lnTo>
                    <a:pt x="982879" y="416977"/>
                  </a:lnTo>
                  <a:lnTo>
                    <a:pt x="993389" y="459246"/>
                  </a:lnTo>
                  <a:lnTo>
                    <a:pt x="999569" y="504495"/>
                  </a:lnTo>
                  <a:lnTo>
                    <a:pt x="1001591" y="552541"/>
                  </a:lnTo>
                  <a:lnTo>
                    <a:pt x="999570" y="600411"/>
                  </a:lnTo>
                  <a:lnTo>
                    <a:pt x="993396" y="645166"/>
                  </a:lnTo>
                  <a:lnTo>
                    <a:pt x="982901" y="686683"/>
                  </a:lnTo>
                  <a:lnTo>
                    <a:pt x="967917" y="724838"/>
                  </a:lnTo>
                  <a:lnTo>
                    <a:pt x="948277" y="759504"/>
                  </a:lnTo>
                  <a:lnTo>
                    <a:pt x="923813" y="790559"/>
                  </a:lnTo>
                  <a:lnTo>
                    <a:pt x="894357" y="817877"/>
                  </a:lnTo>
                  <a:lnTo>
                    <a:pt x="859742" y="841335"/>
                  </a:lnTo>
                  <a:lnTo>
                    <a:pt x="819800" y="860806"/>
                  </a:lnTo>
                  <a:lnTo>
                    <a:pt x="774364" y="876167"/>
                  </a:lnTo>
                  <a:lnTo>
                    <a:pt x="723265" y="887294"/>
                  </a:lnTo>
                  <a:lnTo>
                    <a:pt x="666336" y="894061"/>
                  </a:lnTo>
                  <a:lnTo>
                    <a:pt x="603410" y="896345"/>
                  </a:lnTo>
                  <a:lnTo>
                    <a:pt x="1118007" y="896345"/>
                  </a:lnTo>
                  <a:lnTo>
                    <a:pt x="1140603" y="864552"/>
                  </a:lnTo>
                  <a:lnTo>
                    <a:pt x="1162543" y="826326"/>
                  </a:lnTo>
                  <a:lnTo>
                    <a:pt x="1181024" y="785781"/>
                  </a:lnTo>
                  <a:lnTo>
                    <a:pt x="1196076" y="743038"/>
                  </a:lnTo>
                  <a:lnTo>
                    <a:pt x="1207729" y="698219"/>
                  </a:lnTo>
                  <a:lnTo>
                    <a:pt x="1216015" y="651448"/>
                  </a:lnTo>
                  <a:lnTo>
                    <a:pt x="1220964" y="602848"/>
                  </a:lnTo>
                  <a:lnTo>
                    <a:pt x="1222607" y="552541"/>
                  </a:lnTo>
                  <a:lnTo>
                    <a:pt x="1221302" y="507535"/>
                  </a:lnTo>
                  <a:lnTo>
                    <a:pt x="1217371" y="463794"/>
                  </a:lnTo>
                  <a:lnTo>
                    <a:pt x="1210788" y="421413"/>
                  </a:lnTo>
                  <a:lnTo>
                    <a:pt x="1201530" y="380488"/>
                  </a:lnTo>
                  <a:lnTo>
                    <a:pt x="1189570" y="341115"/>
                  </a:lnTo>
                  <a:lnTo>
                    <a:pt x="1174883" y="303387"/>
                  </a:lnTo>
                  <a:lnTo>
                    <a:pt x="1157445" y="267403"/>
                  </a:lnTo>
                  <a:lnTo>
                    <a:pt x="1137231" y="233255"/>
                  </a:lnTo>
                  <a:lnTo>
                    <a:pt x="1114216" y="201041"/>
                  </a:lnTo>
                  <a:lnTo>
                    <a:pt x="1111795" y="198213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6058646" y="3158108"/>
              <a:ext cx="1292860" cy="1796414"/>
            </a:xfrm>
            <a:custGeom>
              <a:avLst/>
              <a:gdLst/>
              <a:ahLst/>
              <a:cxnLst/>
              <a:rect l="l" t="t" r="r" b="b"/>
              <a:pathLst>
                <a:path w="1292859" h="1796414">
                  <a:moveTo>
                    <a:pt x="887574" y="1056845"/>
                  </a:moveTo>
                  <a:lnTo>
                    <a:pt x="934591" y="1038300"/>
                  </a:lnTo>
                  <a:lnTo>
                    <a:pt x="977933" y="1016575"/>
                  </a:lnTo>
                  <a:lnTo>
                    <a:pt x="1017632" y="991793"/>
                  </a:lnTo>
                  <a:lnTo>
                    <a:pt x="1053717" y="964077"/>
                  </a:lnTo>
                  <a:lnTo>
                    <a:pt x="1086221" y="933550"/>
                  </a:lnTo>
                  <a:lnTo>
                    <a:pt x="1115172" y="900334"/>
                  </a:lnTo>
                  <a:lnTo>
                    <a:pt x="1140603" y="864552"/>
                  </a:lnTo>
                  <a:lnTo>
                    <a:pt x="1162543" y="826326"/>
                  </a:lnTo>
                  <a:lnTo>
                    <a:pt x="1181024" y="785781"/>
                  </a:lnTo>
                  <a:lnTo>
                    <a:pt x="1196076" y="743037"/>
                  </a:lnTo>
                  <a:lnTo>
                    <a:pt x="1207729" y="698219"/>
                  </a:lnTo>
                  <a:lnTo>
                    <a:pt x="1216015" y="651448"/>
                  </a:lnTo>
                  <a:lnTo>
                    <a:pt x="1220964" y="602848"/>
                  </a:lnTo>
                  <a:lnTo>
                    <a:pt x="1222607" y="552541"/>
                  </a:lnTo>
                  <a:lnTo>
                    <a:pt x="1221302" y="507535"/>
                  </a:lnTo>
                  <a:lnTo>
                    <a:pt x="1217371" y="463794"/>
                  </a:lnTo>
                  <a:lnTo>
                    <a:pt x="1210788" y="421413"/>
                  </a:lnTo>
                  <a:lnTo>
                    <a:pt x="1201530" y="380488"/>
                  </a:lnTo>
                  <a:lnTo>
                    <a:pt x="1189570" y="341115"/>
                  </a:lnTo>
                  <a:lnTo>
                    <a:pt x="1174883" y="303387"/>
                  </a:lnTo>
                  <a:lnTo>
                    <a:pt x="1157445" y="267403"/>
                  </a:lnTo>
                  <a:lnTo>
                    <a:pt x="1137231" y="233255"/>
                  </a:lnTo>
                  <a:lnTo>
                    <a:pt x="1114216" y="201041"/>
                  </a:lnTo>
                  <a:lnTo>
                    <a:pt x="1088374" y="170855"/>
                  </a:lnTo>
                  <a:lnTo>
                    <a:pt x="1059681" y="142794"/>
                  </a:lnTo>
                  <a:lnTo>
                    <a:pt x="1028112" y="116952"/>
                  </a:lnTo>
                  <a:lnTo>
                    <a:pt x="993641" y="93424"/>
                  </a:lnTo>
                  <a:lnTo>
                    <a:pt x="956244" y="72307"/>
                  </a:lnTo>
                  <a:lnTo>
                    <a:pt x="915895" y="53697"/>
                  </a:lnTo>
                  <a:lnTo>
                    <a:pt x="872571" y="37687"/>
                  </a:lnTo>
                  <a:lnTo>
                    <a:pt x="826244" y="24374"/>
                  </a:lnTo>
                  <a:lnTo>
                    <a:pt x="776892" y="13853"/>
                  </a:lnTo>
                  <a:lnTo>
                    <a:pt x="724488" y="6220"/>
                  </a:lnTo>
                  <a:lnTo>
                    <a:pt x="669008" y="1571"/>
                  </a:lnTo>
                  <a:lnTo>
                    <a:pt x="610426" y="0"/>
                  </a:lnTo>
                  <a:lnTo>
                    <a:pt x="0" y="0"/>
                  </a:lnTo>
                  <a:lnTo>
                    <a:pt x="0" y="1796198"/>
                  </a:lnTo>
                  <a:lnTo>
                    <a:pt x="222770" y="1796198"/>
                  </a:lnTo>
                  <a:lnTo>
                    <a:pt x="222770" y="1098066"/>
                  </a:lnTo>
                  <a:lnTo>
                    <a:pt x="613934" y="1098066"/>
                  </a:lnTo>
                  <a:lnTo>
                    <a:pt x="624582" y="1098052"/>
                  </a:lnTo>
                  <a:lnTo>
                    <a:pt x="635312" y="1097957"/>
                  </a:lnTo>
                  <a:lnTo>
                    <a:pt x="645878" y="1097696"/>
                  </a:lnTo>
                  <a:lnTo>
                    <a:pt x="656033" y="1097189"/>
                  </a:lnTo>
                  <a:lnTo>
                    <a:pt x="1033164" y="1796198"/>
                  </a:lnTo>
                  <a:lnTo>
                    <a:pt x="1292771" y="1796198"/>
                  </a:lnTo>
                  <a:lnTo>
                    <a:pt x="887574" y="1056845"/>
                  </a:lnTo>
                  <a:close/>
                </a:path>
                <a:path w="1292859" h="1796414">
                  <a:moveTo>
                    <a:pt x="601656" y="198213"/>
                  </a:moveTo>
                  <a:lnTo>
                    <a:pt x="664957" y="200674"/>
                  </a:lnTo>
                  <a:lnTo>
                    <a:pt x="722202" y="207934"/>
                  </a:lnTo>
                  <a:lnTo>
                    <a:pt x="773565" y="219813"/>
                  </a:lnTo>
                  <a:lnTo>
                    <a:pt x="819218" y="236128"/>
                  </a:lnTo>
                  <a:lnTo>
                    <a:pt x="859333" y="256696"/>
                  </a:lnTo>
                  <a:lnTo>
                    <a:pt x="894083" y="281337"/>
                  </a:lnTo>
                  <a:lnTo>
                    <a:pt x="923640" y="309867"/>
                  </a:lnTo>
                  <a:lnTo>
                    <a:pt x="948177" y="342105"/>
                  </a:lnTo>
                  <a:lnTo>
                    <a:pt x="967866" y="377869"/>
                  </a:lnTo>
                  <a:lnTo>
                    <a:pt x="982879" y="416977"/>
                  </a:lnTo>
                  <a:lnTo>
                    <a:pt x="993389" y="459246"/>
                  </a:lnTo>
                  <a:lnTo>
                    <a:pt x="999569" y="504495"/>
                  </a:lnTo>
                  <a:lnTo>
                    <a:pt x="1001591" y="552541"/>
                  </a:lnTo>
                  <a:lnTo>
                    <a:pt x="999570" y="600411"/>
                  </a:lnTo>
                  <a:lnTo>
                    <a:pt x="993396" y="645166"/>
                  </a:lnTo>
                  <a:lnTo>
                    <a:pt x="982901" y="686683"/>
                  </a:lnTo>
                  <a:lnTo>
                    <a:pt x="967917" y="724838"/>
                  </a:lnTo>
                  <a:lnTo>
                    <a:pt x="948277" y="759504"/>
                  </a:lnTo>
                  <a:lnTo>
                    <a:pt x="923813" y="790559"/>
                  </a:lnTo>
                  <a:lnTo>
                    <a:pt x="894357" y="817877"/>
                  </a:lnTo>
                  <a:lnTo>
                    <a:pt x="859742" y="841335"/>
                  </a:lnTo>
                  <a:lnTo>
                    <a:pt x="819800" y="860806"/>
                  </a:lnTo>
                  <a:lnTo>
                    <a:pt x="774364" y="876167"/>
                  </a:lnTo>
                  <a:lnTo>
                    <a:pt x="723265" y="887294"/>
                  </a:lnTo>
                  <a:lnTo>
                    <a:pt x="666336" y="894061"/>
                  </a:lnTo>
                  <a:lnTo>
                    <a:pt x="603410" y="896345"/>
                  </a:lnTo>
                  <a:lnTo>
                    <a:pt x="222770" y="896345"/>
                  </a:lnTo>
                  <a:lnTo>
                    <a:pt x="222770" y="198213"/>
                  </a:lnTo>
                  <a:lnTo>
                    <a:pt x="601656" y="198213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7429580" y="3132708"/>
            <a:ext cx="1403350" cy="1847214"/>
            <a:chOff x="7429580" y="3132708"/>
            <a:chExt cx="1403350" cy="1847214"/>
          </a:xfrm>
        </p:grpSpPr>
        <p:sp>
          <p:nvSpPr>
            <p:cNvPr id="21" name="object 21" descr=""/>
            <p:cNvSpPr/>
            <p:nvPr/>
          </p:nvSpPr>
          <p:spPr>
            <a:xfrm>
              <a:off x="7454976" y="3158489"/>
              <a:ext cx="1352550" cy="1795780"/>
            </a:xfrm>
            <a:custGeom>
              <a:avLst/>
              <a:gdLst/>
              <a:ahLst/>
              <a:cxnLst/>
              <a:rect l="l" t="t" r="r" b="b"/>
              <a:pathLst>
                <a:path w="1352550" h="1795779">
                  <a:moveTo>
                    <a:pt x="1352410" y="0"/>
                  </a:moveTo>
                  <a:lnTo>
                    <a:pt x="0" y="0"/>
                  </a:lnTo>
                  <a:lnTo>
                    <a:pt x="0" y="198120"/>
                  </a:lnTo>
                  <a:lnTo>
                    <a:pt x="564819" y="198120"/>
                  </a:lnTo>
                  <a:lnTo>
                    <a:pt x="564819" y="1795780"/>
                  </a:lnTo>
                  <a:lnTo>
                    <a:pt x="789343" y="1795780"/>
                  </a:lnTo>
                  <a:lnTo>
                    <a:pt x="789343" y="198120"/>
                  </a:lnTo>
                  <a:lnTo>
                    <a:pt x="1352410" y="198120"/>
                  </a:lnTo>
                  <a:lnTo>
                    <a:pt x="1352410" y="0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454979" y="3158108"/>
              <a:ext cx="1352550" cy="1796414"/>
            </a:xfrm>
            <a:custGeom>
              <a:avLst/>
              <a:gdLst/>
              <a:ahLst/>
              <a:cxnLst/>
              <a:rect l="l" t="t" r="r" b="b"/>
              <a:pathLst>
                <a:path w="1352550" h="1796414">
                  <a:moveTo>
                    <a:pt x="564820" y="198213"/>
                  </a:moveTo>
                  <a:lnTo>
                    <a:pt x="564820" y="1796198"/>
                  </a:lnTo>
                  <a:lnTo>
                    <a:pt x="789344" y="1796198"/>
                  </a:lnTo>
                  <a:lnTo>
                    <a:pt x="789344" y="198213"/>
                  </a:lnTo>
                  <a:lnTo>
                    <a:pt x="1352411" y="198213"/>
                  </a:lnTo>
                  <a:lnTo>
                    <a:pt x="1352411" y="0"/>
                  </a:lnTo>
                  <a:lnTo>
                    <a:pt x="0" y="0"/>
                  </a:lnTo>
                  <a:lnTo>
                    <a:pt x="0" y="198213"/>
                  </a:lnTo>
                  <a:lnTo>
                    <a:pt x="564820" y="198213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3" name="object 23" descr=""/>
          <p:cNvGrpSpPr/>
          <p:nvPr/>
        </p:nvGrpSpPr>
        <p:grpSpPr>
          <a:xfrm>
            <a:off x="9029389" y="3132708"/>
            <a:ext cx="1131570" cy="1847214"/>
            <a:chOff x="9029389" y="3132708"/>
            <a:chExt cx="1131570" cy="1847214"/>
          </a:xfrm>
        </p:grpSpPr>
        <p:sp>
          <p:nvSpPr>
            <p:cNvPr id="24" name="object 24" descr=""/>
            <p:cNvSpPr/>
            <p:nvPr/>
          </p:nvSpPr>
          <p:spPr>
            <a:xfrm>
              <a:off x="9054783" y="3158489"/>
              <a:ext cx="1080770" cy="1795780"/>
            </a:xfrm>
            <a:custGeom>
              <a:avLst/>
              <a:gdLst/>
              <a:ahLst/>
              <a:cxnLst/>
              <a:rect l="l" t="t" r="r" b="b"/>
              <a:pathLst>
                <a:path w="1080770" h="1795779">
                  <a:moveTo>
                    <a:pt x="1080528" y="0"/>
                  </a:moveTo>
                  <a:lnTo>
                    <a:pt x="0" y="0"/>
                  </a:lnTo>
                  <a:lnTo>
                    <a:pt x="0" y="198120"/>
                  </a:lnTo>
                  <a:lnTo>
                    <a:pt x="0" y="797560"/>
                  </a:lnTo>
                  <a:lnTo>
                    <a:pt x="0" y="994410"/>
                  </a:lnTo>
                  <a:lnTo>
                    <a:pt x="0" y="1795780"/>
                  </a:lnTo>
                  <a:lnTo>
                    <a:pt x="222770" y="1795780"/>
                  </a:lnTo>
                  <a:lnTo>
                    <a:pt x="222770" y="994410"/>
                  </a:lnTo>
                  <a:lnTo>
                    <a:pt x="999832" y="994410"/>
                  </a:lnTo>
                  <a:lnTo>
                    <a:pt x="999832" y="797560"/>
                  </a:lnTo>
                  <a:lnTo>
                    <a:pt x="222770" y="797560"/>
                  </a:lnTo>
                  <a:lnTo>
                    <a:pt x="222770" y="198120"/>
                  </a:lnTo>
                  <a:lnTo>
                    <a:pt x="1080528" y="198120"/>
                  </a:lnTo>
                  <a:lnTo>
                    <a:pt x="1080528" y="0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054789" y="3158108"/>
              <a:ext cx="1080770" cy="1796414"/>
            </a:xfrm>
            <a:custGeom>
              <a:avLst/>
              <a:gdLst/>
              <a:ahLst/>
              <a:cxnLst/>
              <a:rect l="l" t="t" r="r" b="b"/>
              <a:pathLst>
                <a:path w="1080770" h="1796414">
                  <a:moveTo>
                    <a:pt x="222770" y="1796198"/>
                  </a:moveTo>
                  <a:lnTo>
                    <a:pt x="222770" y="994574"/>
                  </a:lnTo>
                  <a:lnTo>
                    <a:pt x="999836" y="994574"/>
                  </a:lnTo>
                  <a:lnTo>
                    <a:pt x="999836" y="798115"/>
                  </a:lnTo>
                  <a:lnTo>
                    <a:pt x="222770" y="798115"/>
                  </a:lnTo>
                  <a:lnTo>
                    <a:pt x="222770" y="198213"/>
                  </a:lnTo>
                  <a:lnTo>
                    <a:pt x="1080525" y="198213"/>
                  </a:lnTo>
                  <a:lnTo>
                    <a:pt x="1080525" y="0"/>
                  </a:lnTo>
                  <a:lnTo>
                    <a:pt x="0" y="0"/>
                  </a:lnTo>
                  <a:lnTo>
                    <a:pt x="0" y="1796198"/>
                  </a:lnTo>
                  <a:lnTo>
                    <a:pt x="222770" y="1796198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6" name="object 26" descr=""/>
          <p:cNvGrpSpPr/>
          <p:nvPr/>
        </p:nvGrpSpPr>
        <p:grpSpPr>
          <a:xfrm>
            <a:off x="10322231" y="3108151"/>
            <a:ext cx="1640205" cy="1896110"/>
            <a:chOff x="10322231" y="3108151"/>
            <a:chExt cx="1640205" cy="1896110"/>
          </a:xfrm>
        </p:grpSpPr>
        <p:sp>
          <p:nvSpPr>
            <p:cNvPr id="27" name="object 27" descr=""/>
            <p:cNvSpPr/>
            <p:nvPr/>
          </p:nvSpPr>
          <p:spPr>
            <a:xfrm>
              <a:off x="10347631" y="3133550"/>
              <a:ext cx="1589405" cy="1845310"/>
            </a:xfrm>
            <a:custGeom>
              <a:avLst/>
              <a:gdLst/>
              <a:ahLst/>
              <a:cxnLst/>
              <a:rect l="l" t="t" r="r" b="b"/>
              <a:pathLst>
                <a:path w="1589404" h="1845310">
                  <a:moveTo>
                    <a:pt x="794607" y="0"/>
                  </a:moveTo>
                  <a:lnTo>
                    <a:pt x="748908" y="1175"/>
                  </a:lnTo>
                  <a:lnTo>
                    <a:pt x="704109" y="4682"/>
                  </a:lnTo>
                  <a:lnTo>
                    <a:pt x="660255" y="10489"/>
                  </a:lnTo>
                  <a:lnTo>
                    <a:pt x="617391" y="18564"/>
                  </a:lnTo>
                  <a:lnTo>
                    <a:pt x="575563" y="28877"/>
                  </a:lnTo>
                  <a:lnTo>
                    <a:pt x="534817" y="41396"/>
                  </a:lnTo>
                  <a:lnTo>
                    <a:pt x="495199" y="56090"/>
                  </a:lnTo>
                  <a:lnTo>
                    <a:pt x="456753" y="72929"/>
                  </a:lnTo>
                  <a:lnTo>
                    <a:pt x="419526" y="91879"/>
                  </a:lnTo>
                  <a:lnTo>
                    <a:pt x="383562" y="112912"/>
                  </a:lnTo>
                  <a:lnTo>
                    <a:pt x="348909" y="135994"/>
                  </a:lnTo>
                  <a:lnTo>
                    <a:pt x="315611" y="161096"/>
                  </a:lnTo>
                  <a:lnTo>
                    <a:pt x="283714" y="188186"/>
                  </a:lnTo>
                  <a:lnTo>
                    <a:pt x="253263" y="217232"/>
                  </a:lnTo>
                  <a:lnTo>
                    <a:pt x="224305" y="248205"/>
                  </a:lnTo>
                  <a:lnTo>
                    <a:pt x="196884" y="281071"/>
                  </a:lnTo>
                  <a:lnTo>
                    <a:pt x="171047" y="315801"/>
                  </a:lnTo>
                  <a:lnTo>
                    <a:pt x="146839" y="352363"/>
                  </a:lnTo>
                  <a:lnTo>
                    <a:pt x="124305" y="390726"/>
                  </a:lnTo>
                  <a:lnTo>
                    <a:pt x="103491" y="430858"/>
                  </a:lnTo>
                  <a:lnTo>
                    <a:pt x="84444" y="472729"/>
                  </a:lnTo>
                  <a:lnTo>
                    <a:pt x="67207" y="516308"/>
                  </a:lnTo>
                  <a:lnTo>
                    <a:pt x="51828" y="561562"/>
                  </a:lnTo>
                  <a:lnTo>
                    <a:pt x="38351" y="608462"/>
                  </a:lnTo>
                  <a:lnTo>
                    <a:pt x="26823" y="656975"/>
                  </a:lnTo>
                  <a:lnTo>
                    <a:pt x="17288" y="707071"/>
                  </a:lnTo>
                  <a:lnTo>
                    <a:pt x="9793" y="758718"/>
                  </a:lnTo>
                  <a:lnTo>
                    <a:pt x="4382" y="811885"/>
                  </a:lnTo>
                  <a:lnTo>
                    <a:pt x="1103" y="866542"/>
                  </a:lnTo>
                  <a:lnTo>
                    <a:pt x="0" y="922656"/>
                  </a:lnTo>
                  <a:lnTo>
                    <a:pt x="1103" y="978770"/>
                  </a:lnTo>
                  <a:lnTo>
                    <a:pt x="4382" y="1033427"/>
                  </a:lnTo>
                  <a:lnTo>
                    <a:pt x="9793" y="1086594"/>
                  </a:lnTo>
                  <a:lnTo>
                    <a:pt x="17288" y="1138241"/>
                  </a:lnTo>
                  <a:lnTo>
                    <a:pt x="26823" y="1188337"/>
                  </a:lnTo>
                  <a:lnTo>
                    <a:pt x="38351" y="1236850"/>
                  </a:lnTo>
                  <a:lnTo>
                    <a:pt x="51828" y="1283750"/>
                  </a:lnTo>
                  <a:lnTo>
                    <a:pt x="67207" y="1329004"/>
                  </a:lnTo>
                  <a:lnTo>
                    <a:pt x="84444" y="1372583"/>
                  </a:lnTo>
                  <a:lnTo>
                    <a:pt x="103491" y="1414454"/>
                  </a:lnTo>
                  <a:lnTo>
                    <a:pt x="124305" y="1454586"/>
                  </a:lnTo>
                  <a:lnTo>
                    <a:pt x="146839" y="1492949"/>
                  </a:lnTo>
                  <a:lnTo>
                    <a:pt x="171047" y="1529511"/>
                  </a:lnTo>
                  <a:lnTo>
                    <a:pt x="196884" y="1564241"/>
                  </a:lnTo>
                  <a:lnTo>
                    <a:pt x="224305" y="1597107"/>
                  </a:lnTo>
                  <a:lnTo>
                    <a:pt x="253263" y="1628080"/>
                  </a:lnTo>
                  <a:lnTo>
                    <a:pt x="283714" y="1657126"/>
                  </a:lnTo>
                  <a:lnTo>
                    <a:pt x="315611" y="1684216"/>
                  </a:lnTo>
                  <a:lnTo>
                    <a:pt x="348909" y="1709318"/>
                  </a:lnTo>
                  <a:lnTo>
                    <a:pt x="383562" y="1732400"/>
                  </a:lnTo>
                  <a:lnTo>
                    <a:pt x="419526" y="1753433"/>
                  </a:lnTo>
                  <a:lnTo>
                    <a:pt x="456753" y="1772384"/>
                  </a:lnTo>
                  <a:lnTo>
                    <a:pt x="495199" y="1789222"/>
                  </a:lnTo>
                  <a:lnTo>
                    <a:pt x="534817" y="1803916"/>
                  </a:lnTo>
                  <a:lnTo>
                    <a:pt x="575563" y="1816435"/>
                  </a:lnTo>
                  <a:lnTo>
                    <a:pt x="617391" y="1826748"/>
                  </a:lnTo>
                  <a:lnTo>
                    <a:pt x="660255" y="1834823"/>
                  </a:lnTo>
                  <a:lnTo>
                    <a:pt x="704109" y="1840630"/>
                  </a:lnTo>
                  <a:lnTo>
                    <a:pt x="748908" y="1844137"/>
                  </a:lnTo>
                  <a:lnTo>
                    <a:pt x="794607" y="1845312"/>
                  </a:lnTo>
                  <a:lnTo>
                    <a:pt x="840141" y="1844137"/>
                  </a:lnTo>
                  <a:lnTo>
                    <a:pt x="884799" y="1840630"/>
                  </a:lnTo>
                  <a:lnTo>
                    <a:pt x="928532" y="1834823"/>
                  </a:lnTo>
                  <a:lnTo>
                    <a:pt x="971295" y="1826748"/>
                  </a:lnTo>
                  <a:lnTo>
                    <a:pt x="1013041" y="1816435"/>
                  </a:lnTo>
                  <a:lnTo>
                    <a:pt x="1053723" y="1803916"/>
                  </a:lnTo>
                  <a:lnTo>
                    <a:pt x="1093293" y="1789222"/>
                  </a:lnTo>
                  <a:lnTo>
                    <a:pt x="1131706" y="1772384"/>
                  </a:lnTo>
                  <a:lnTo>
                    <a:pt x="1168914" y="1753433"/>
                  </a:lnTo>
                  <a:lnTo>
                    <a:pt x="1204871" y="1732400"/>
                  </a:lnTo>
                  <a:lnTo>
                    <a:pt x="1239530" y="1709318"/>
                  </a:lnTo>
                  <a:lnTo>
                    <a:pt x="1272845" y="1684216"/>
                  </a:lnTo>
                  <a:lnTo>
                    <a:pt x="1304767" y="1657126"/>
                  </a:lnTo>
                  <a:lnTo>
                    <a:pt x="1326336" y="1636575"/>
                  </a:lnTo>
                  <a:lnTo>
                    <a:pt x="794607" y="1636575"/>
                  </a:lnTo>
                  <a:lnTo>
                    <a:pt x="752702" y="1635155"/>
                  </a:lnTo>
                  <a:lnTo>
                    <a:pt x="711702" y="1630910"/>
                  </a:lnTo>
                  <a:lnTo>
                    <a:pt x="671697" y="1623858"/>
                  </a:lnTo>
                  <a:lnTo>
                    <a:pt x="632774" y="1614017"/>
                  </a:lnTo>
                  <a:lnTo>
                    <a:pt x="595023" y="1601408"/>
                  </a:lnTo>
                  <a:lnTo>
                    <a:pt x="558533" y="1586049"/>
                  </a:lnTo>
                  <a:lnTo>
                    <a:pt x="523394" y="1567959"/>
                  </a:lnTo>
                  <a:lnTo>
                    <a:pt x="489694" y="1547158"/>
                  </a:lnTo>
                  <a:lnTo>
                    <a:pt x="457523" y="1523663"/>
                  </a:lnTo>
                  <a:lnTo>
                    <a:pt x="426969" y="1497495"/>
                  </a:lnTo>
                  <a:lnTo>
                    <a:pt x="398122" y="1468672"/>
                  </a:lnTo>
                  <a:lnTo>
                    <a:pt x="371070" y="1437214"/>
                  </a:lnTo>
                  <a:lnTo>
                    <a:pt x="345904" y="1403138"/>
                  </a:lnTo>
                  <a:lnTo>
                    <a:pt x="322711" y="1366465"/>
                  </a:lnTo>
                  <a:lnTo>
                    <a:pt x="301582" y="1327214"/>
                  </a:lnTo>
                  <a:lnTo>
                    <a:pt x="282604" y="1285403"/>
                  </a:lnTo>
                  <a:lnTo>
                    <a:pt x="265868" y="1241051"/>
                  </a:lnTo>
                  <a:lnTo>
                    <a:pt x="251462" y="1194178"/>
                  </a:lnTo>
                  <a:lnTo>
                    <a:pt x="239476" y="1144803"/>
                  </a:lnTo>
                  <a:lnTo>
                    <a:pt x="229998" y="1092943"/>
                  </a:lnTo>
                  <a:lnTo>
                    <a:pt x="223118" y="1038620"/>
                  </a:lnTo>
                  <a:lnTo>
                    <a:pt x="218925" y="981851"/>
                  </a:lnTo>
                  <a:lnTo>
                    <a:pt x="217507" y="922656"/>
                  </a:lnTo>
                  <a:lnTo>
                    <a:pt x="218851" y="866542"/>
                  </a:lnTo>
                  <a:lnTo>
                    <a:pt x="218925" y="863461"/>
                  </a:lnTo>
                  <a:lnTo>
                    <a:pt x="223118" y="806692"/>
                  </a:lnTo>
                  <a:lnTo>
                    <a:pt x="229998" y="752369"/>
                  </a:lnTo>
                  <a:lnTo>
                    <a:pt x="239476" y="700509"/>
                  </a:lnTo>
                  <a:lnTo>
                    <a:pt x="251462" y="651134"/>
                  </a:lnTo>
                  <a:lnTo>
                    <a:pt x="265868" y="604261"/>
                  </a:lnTo>
                  <a:lnTo>
                    <a:pt x="282604" y="559909"/>
                  </a:lnTo>
                  <a:lnTo>
                    <a:pt x="301582" y="518098"/>
                  </a:lnTo>
                  <a:lnTo>
                    <a:pt x="322711" y="478847"/>
                  </a:lnTo>
                  <a:lnTo>
                    <a:pt x="345904" y="442174"/>
                  </a:lnTo>
                  <a:lnTo>
                    <a:pt x="371070" y="408098"/>
                  </a:lnTo>
                  <a:lnTo>
                    <a:pt x="398122" y="376640"/>
                  </a:lnTo>
                  <a:lnTo>
                    <a:pt x="426969" y="347817"/>
                  </a:lnTo>
                  <a:lnTo>
                    <a:pt x="457523" y="321649"/>
                  </a:lnTo>
                  <a:lnTo>
                    <a:pt x="489694" y="298154"/>
                  </a:lnTo>
                  <a:lnTo>
                    <a:pt x="523394" y="277353"/>
                  </a:lnTo>
                  <a:lnTo>
                    <a:pt x="558533" y="259263"/>
                  </a:lnTo>
                  <a:lnTo>
                    <a:pt x="595023" y="243904"/>
                  </a:lnTo>
                  <a:lnTo>
                    <a:pt x="632774" y="231295"/>
                  </a:lnTo>
                  <a:lnTo>
                    <a:pt x="671697" y="221454"/>
                  </a:lnTo>
                  <a:lnTo>
                    <a:pt x="711702" y="214402"/>
                  </a:lnTo>
                  <a:lnTo>
                    <a:pt x="752702" y="210157"/>
                  </a:lnTo>
                  <a:lnTo>
                    <a:pt x="794607" y="208737"/>
                  </a:lnTo>
                  <a:lnTo>
                    <a:pt x="1326336" y="208737"/>
                  </a:lnTo>
                  <a:lnTo>
                    <a:pt x="1304767" y="188186"/>
                  </a:lnTo>
                  <a:lnTo>
                    <a:pt x="1272845" y="161096"/>
                  </a:lnTo>
                  <a:lnTo>
                    <a:pt x="1239530" y="135994"/>
                  </a:lnTo>
                  <a:lnTo>
                    <a:pt x="1204871" y="112912"/>
                  </a:lnTo>
                  <a:lnTo>
                    <a:pt x="1168914" y="91879"/>
                  </a:lnTo>
                  <a:lnTo>
                    <a:pt x="1131706" y="72929"/>
                  </a:lnTo>
                  <a:lnTo>
                    <a:pt x="1093293" y="56090"/>
                  </a:lnTo>
                  <a:lnTo>
                    <a:pt x="1053723" y="41396"/>
                  </a:lnTo>
                  <a:lnTo>
                    <a:pt x="1013041" y="28877"/>
                  </a:lnTo>
                  <a:lnTo>
                    <a:pt x="971295" y="18564"/>
                  </a:lnTo>
                  <a:lnTo>
                    <a:pt x="928532" y="10489"/>
                  </a:lnTo>
                  <a:lnTo>
                    <a:pt x="884799" y="4682"/>
                  </a:lnTo>
                  <a:lnTo>
                    <a:pt x="840141" y="1175"/>
                  </a:lnTo>
                  <a:lnTo>
                    <a:pt x="794607" y="0"/>
                  </a:lnTo>
                  <a:close/>
                </a:path>
                <a:path w="1589404" h="1845310">
                  <a:moveTo>
                    <a:pt x="1326336" y="208737"/>
                  </a:moveTo>
                  <a:lnTo>
                    <a:pt x="794607" y="208737"/>
                  </a:lnTo>
                  <a:lnTo>
                    <a:pt x="836511" y="210157"/>
                  </a:lnTo>
                  <a:lnTo>
                    <a:pt x="877511" y="214402"/>
                  </a:lnTo>
                  <a:lnTo>
                    <a:pt x="917517" y="221454"/>
                  </a:lnTo>
                  <a:lnTo>
                    <a:pt x="956439" y="231295"/>
                  </a:lnTo>
                  <a:lnTo>
                    <a:pt x="994190" y="243904"/>
                  </a:lnTo>
                  <a:lnTo>
                    <a:pt x="1030680" y="259263"/>
                  </a:lnTo>
                  <a:lnTo>
                    <a:pt x="1065819" y="277353"/>
                  </a:lnTo>
                  <a:lnTo>
                    <a:pt x="1099519" y="298154"/>
                  </a:lnTo>
                  <a:lnTo>
                    <a:pt x="1131690" y="321649"/>
                  </a:lnTo>
                  <a:lnTo>
                    <a:pt x="1162244" y="347817"/>
                  </a:lnTo>
                  <a:lnTo>
                    <a:pt x="1191091" y="376640"/>
                  </a:lnTo>
                  <a:lnTo>
                    <a:pt x="1218142" y="408098"/>
                  </a:lnTo>
                  <a:lnTo>
                    <a:pt x="1243309" y="442174"/>
                  </a:lnTo>
                  <a:lnTo>
                    <a:pt x="1266501" y="478847"/>
                  </a:lnTo>
                  <a:lnTo>
                    <a:pt x="1287631" y="518098"/>
                  </a:lnTo>
                  <a:lnTo>
                    <a:pt x="1306608" y="559909"/>
                  </a:lnTo>
                  <a:lnTo>
                    <a:pt x="1323344" y="604261"/>
                  </a:lnTo>
                  <a:lnTo>
                    <a:pt x="1337750" y="651134"/>
                  </a:lnTo>
                  <a:lnTo>
                    <a:pt x="1349736" y="700509"/>
                  </a:lnTo>
                  <a:lnTo>
                    <a:pt x="1359214" y="752369"/>
                  </a:lnTo>
                  <a:lnTo>
                    <a:pt x="1366094" y="806692"/>
                  </a:lnTo>
                  <a:lnTo>
                    <a:pt x="1370288" y="863461"/>
                  </a:lnTo>
                  <a:lnTo>
                    <a:pt x="1371705" y="922656"/>
                  </a:lnTo>
                  <a:lnTo>
                    <a:pt x="1370362" y="978770"/>
                  </a:lnTo>
                  <a:lnTo>
                    <a:pt x="1366094" y="1038620"/>
                  </a:lnTo>
                  <a:lnTo>
                    <a:pt x="1359214" y="1092943"/>
                  </a:lnTo>
                  <a:lnTo>
                    <a:pt x="1349736" y="1144803"/>
                  </a:lnTo>
                  <a:lnTo>
                    <a:pt x="1337750" y="1194178"/>
                  </a:lnTo>
                  <a:lnTo>
                    <a:pt x="1323344" y="1241051"/>
                  </a:lnTo>
                  <a:lnTo>
                    <a:pt x="1306608" y="1285403"/>
                  </a:lnTo>
                  <a:lnTo>
                    <a:pt x="1287631" y="1327214"/>
                  </a:lnTo>
                  <a:lnTo>
                    <a:pt x="1266501" y="1366465"/>
                  </a:lnTo>
                  <a:lnTo>
                    <a:pt x="1243309" y="1403138"/>
                  </a:lnTo>
                  <a:lnTo>
                    <a:pt x="1218142" y="1437214"/>
                  </a:lnTo>
                  <a:lnTo>
                    <a:pt x="1191091" y="1468672"/>
                  </a:lnTo>
                  <a:lnTo>
                    <a:pt x="1162244" y="1497495"/>
                  </a:lnTo>
                  <a:lnTo>
                    <a:pt x="1131690" y="1523663"/>
                  </a:lnTo>
                  <a:lnTo>
                    <a:pt x="1099519" y="1547158"/>
                  </a:lnTo>
                  <a:lnTo>
                    <a:pt x="1065819" y="1567959"/>
                  </a:lnTo>
                  <a:lnTo>
                    <a:pt x="1030680" y="1586049"/>
                  </a:lnTo>
                  <a:lnTo>
                    <a:pt x="994190" y="1601408"/>
                  </a:lnTo>
                  <a:lnTo>
                    <a:pt x="956439" y="1614017"/>
                  </a:lnTo>
                  <a:lnTo>
                    <a:pt x="917517" y="1623858"/>
                  </a:lnTo>
                  <a:lnTo>
                    <a:pt x="877511" y="1630910"/>
                  </a:lnTo>
                  <a:lnTo>
                    <a:pt x="836511" y="1635155"/>
                  </a:lnTo>
                  <a:lnTo>
                    <a:pt x="794607" y="1636575"/>
                  </a:lnTo>
                  <a:lnTo>
                    <a:pt x="1326336" y="1636575"/>
                  </a:lnTo>
                  <a:lnTo>
                    <a:pt x="1364251" y="1597107"/>
                  </a:lnTo>
                  <a:lnTo>
                    <a:pt x="1391718" y="1564241"/>
                  </a:lnTo>
                  <a:lnTo>
                    <a:pt x="1417607" y="1529511"/>
                  </a:lnTo>
                  <a:lnTo>
                    <a:pt x="1441870" y="1492949"/>
                  </a:lnTo>
                  <a:lnTo>
                    <a:pt x="1464461" y="1454586"/>
                  </a:lnTo>
                  <a:lnTo>
                    <a:pt x="1485332" y="1414454"/>
                  </a:lnTo>
                  <a:lnTo>
                    <a:pt x="1504439" y="1372583"/>
                  </a:lnTo>
                  <a:lnTo>
                    <a:pt x="1521732" y="1329004"/>
                  </a:lnTo>
                  <a:lnTo>
                    <a:pt x="1537166" y="1283750"/>
                  </a:lnTo>
                  <a:lnTo>
                    <a:pt x="1550694" y="1236850"/>
                  </a:lnTo>
                  <a:lnTo>
                    <a:pt x="1562269" y="1188337"/>
                  </a:lnTo>
                  <a:lnTo>
                    <a:pt x="1571845" y="1138241"/>
                  </a:lnTo>
                  <a:lnTo>
                    <a:pt x="1579374" y="1086594"/>
                  </a:lnTo>
                  <a:lnTo>
                    <a:pt x="1584809" y="1033427"/>
                  </a:lnTo>
                  <a:lnTo>
                    <a:pt x="1588105" y="978770"/>
                  </a:lnTo>
                  <a:lnTo>
                    <a:pt x="1589214" y="922656"/>
                  </a:lnTo>
                  <a:lnTo>
                    <a:pt x="1588105" y="866542"/>
                  </a:lnTo>
                  <a:lnTo>
                    <a:pt x="1584809" y="811885"/>
                  </a:lnTo>
                  <a:lnTo>
                    <a:pt x="1579374" y="758718"/>
                  </a:lnTo>
                  <a:lnTo>
                    <a:pt x="1571845" y="707071"/>
                  </a:lnTo>
                  <a:lnTo>
                    <a:pt x="1562269" y="656975"/>
                  </a:lnTo>
                  <a:lnTo>
                    <a:pt x="1550694" y="608462"/>
                  </a:lnTo>
                  <a:lnTo>
                    <a:pt x="1537166" y="561562"/>
                  </a:lnTo>
                  <a:lnTo>
                    <a:pt x="1521732" y="516308"/>
                  </a:lnTo>
                  <a:lnTo>
                    <a:pt x="1504439" y="472729"/>
                  </a:lnTo>
                  <a:lnTo>
                    <a:pt x="1485332" y="430858"/>
                  </a:lnTo>
                  <a:lnTo>
                    <a:pt x="1464461" y="390726"/>
                  </a:lnTo>
                  <a:lnTo>
                    <a:pt x="1441870" y="352363"/>
                  </a:lnTo>
                  <a:lnTo>
                    <a:pt x="1417607" y="315801"/>
                  </a:lnTo>
                  <a:lnTo>
                    <a:pt x="1391718" y="281071"/>
                  </a:lnTo>
                  <a:lnTo>
                    <a:pt x="1364251" y="248205"/>
                  </a:lnTo>
                  <a:lnTo>
                    <a:pt x="1335252" y="217232"/>
                  </a:lnTo>
                  <a:lnTo>
                    <a:pt x="1326336" y="208737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347631" y="3133551"/>
              <a:ext cx="1589405" cy="1845310"/>
            </a:xfrm>
            <a:custGeom>
              <a:avLst/>
              <a:gdLst/>
              <a:ahLst/>
              <a:cxnLst/>
              <a:rect l="l" t="t" r="r" b="b"/>
              <a:pathLst>
                <a:path w="1589404" h="1845310">
                  <a:moveTo>
                    <a:pt x="1589214" y="922656"/>
                  </a:moveTo>
                  <a:lnTo>
                    <a:pt x="1588105" y="866542"/>
                  </a:lnTo>
                  <a:lnTo>
                    <a:pt x="1584809" y="811885"/>
                  </a:lnTo>
                  <a:lnTo>
                    <a:pt x="1579374" y="758718"/>
                  </a:lnTo>
                  <a:lnTo>
                    <a:pt x="1571845" y="707071"/>
                  </a:lnTo>
                  <a:lnTo>
                    <a:pt x="1562269" y="656975"/>
                  </a:lnTo>
                  <a:lnTo>
                    <a:pt x="1550694" y="608462"/>
                  </a:lnTo>
                  <a:lnTo>
                    <a:pt x="1537166" y="561562"/>
                  </a:lnTo>
                  <a:lnTo>
                    <a:pt x="1521732" y="516308"/>
                  </a:lnTo>
                  <a:lnTo>
                    <a:pt x="1504438" y="472729"/>
                  </a:lnTo>
                  <a:lnTo>
                    <a:pt x="1485332" y="430858"/>
                  </a:lnTo>
                  <a:lnTo>
                    <a:pt x="1464461" y="390726"/>
                  </a:lnTo>
                  <a:lnTo>
                    <a:pt x="1441870" y="352363"/>
                  </a:lnTo>
                  <a:lnTo>
                    <a:pt x="1417607" y="315801"/>
                  </a:lnTo>
                  <a:lnTo>
                    <a:pt x="1391718" y="281071"/>
                  </a:lnTo>
                  <a:lnTo>
                    <a:pt x="1364251" y="248205"/>
                  </a:lnTo>
                  <a:lnTo>
                    <a:pt x="1335252" y="217232"/>
                  </a:lnTo>
                  <a:lnTo>
                    <a:pt x="1304767" y="188186"/>
                  </a:lnTo>
                  <a:lnTo>
                    <a:pt x="1272845" y="161096"/>
                  </a:lnTo>
                  <a:lnTo>
                    <a:pt x="1239530" y="135994"/>
                  </a:lnTo>
                  <a:lnTo>
                    <a:pt x="1204871" y="112912"/>
                  </a:lnTo>
                  <a:lnTo>
                    <a:pt x="1168914" y="91879"/>
                  </a:lnTo>
                  <a:lnTo>
                    <a:pt x="1131706" y="72929"/>
                  </a:lnTo>
                  <a:lnTo>
                    <a:pt x="1093293" y="56090"/>
                  </a:lnTo>
                  <a:lnTo>
                    <a:pt x="1053723" y="41396"/>
                  </a:lnTo>
                  <a:lnTo>
                    <a:pt x="1013041" y="28877"/>
                  </a:lnTo>
                  <a:lnTo>
                    <a:pt x="971295" y="18564"/>
                  </a:lnTo>
                  <a:lnTo>
                    <a:pt x="928532" y="10489"/>
                  </a:lnTo>
                  <a:lnTo>
                    <a:pt x="884799" y="4682"/>
                  </a:lnTo>
                  <a:lnTo>
                    <a:pt x="840141" y="1175"/>
                  </a:lnTo>
                  <a:lnTo>
                    <a:pt x="794607" y="0"/>
                  </a:lnTo>
                  <a:lnTo>
                    <a:pt x="748908" y="1175"/>
                  </a:lnTo>
                  <a:lnTo>
                    <a:pt x="704109" y="4682"/>
                  </a:lnTo>
                  <a:lnTo>
                    <a:pt x="660255" y="10489"/>
                  </a:lnTo>
                  <a:lnTo>
                    <a:pt x="617391" y="18564"/>
                  </a:lnTo>
                  <a:lnTo>
                    <a:pt x="575563" y="28877"/>
                  </a:lnTo>
                  <a:lnTo>
                    <a:pt x="534817" y="41396"/>
                  </a:lnTo>
                  <a:lnTo>
                    <a:pt x="495199" y="56090"/>
                  </a:lnTo>
                  <a:lnTo>
                    <a:pt x="456753" y="72929"/>
                  </a:lnTo>
                  <a:lnTo>
                    <a:pt x="419526" y="91879"/>
                  </a:lnTo>
                  <a:lnTo>
                    <a:pt x="383562" y="112912"/>
                  </a:lnTo>
                  <a:lnTo>
                    <a:pt x="348909" y="135994"/>
                  </a:lnTo>
                  <a:lnTo>
                    <a:pt x="315611" y="161096"/>
                  </a:lnTo>
                  <a:lnTo>
                    <a:pt x="283714" y="188186"/>
                  </a:lnTo>
                  <a:lnTo>
                    <a:pt x="253263" y="217232"/>
                  </a:lnTo>
                  <a:lnTo>
                    <a:pt x="224305" y="248205"/>
                  </a:lnTo>
                  <a:lnTo>
                    <a:pt x="196884" y="281071"/>
                  </a:lnTo>
                  <a:lnTo>
                    <a:pt x="171047" y="315801"/>
                  </a:lnTo>
                  <a:lnTo>
                    <a:pt x="146839" y="352363"/>
                  </a:lnTo>
                  <a:lnTo>
                    <a:pt x="124305" y="390726"/>
                  </a:lnTo>
                  <a:lnTo>
                    <a:pt x="103491" y="430858"/>
                  </a:lnTo>
                  <a:lnTo>
                    <a:pt x="84444" y="472729"/>
                  </a:lnTo>
                  <a:lnTo>
                    <a:pt x="67207" y="516308"/>
                  </a:lnTo>
                  <a:lnTo>
                    <a:pt x="51828" y="561562"/>
                  </a:lnTo>
                  <a:lnTo>
                    <a:pt x="38351" y="608462"/>
                  </a:lnTo>
                  <a:lnTo>
                    <a:pt x="26823" y="656975"/>
                  </a:lnTo>
                  <a:lnTo>
                    <a:pt x="17288" y="707071"/>
                  </a:lnTo>
                  <a:lnTo>
                    <a:pt x="9793" y="758718"/>
                  </a:lnTo>
                  <a:lnTo>
                    <a:pt x="4382" y="811885"/>
                  </a:lnTo>
                  <a:lnTo>
                    <a:pt x="1103" y="866542"/>
                  </a:lnTo>
                  <a:lnTo>
                    <a:pt x="0" y="922656"/>
                  </a:lnTo>
                  <a:lnTo>
                    <a:pt x="1103" y="978770"/>
                  </a:lnTo>
                  <a:lnTo>
                    <a:pt x="4382" y="1033427"/>
                  </a:lnTo>
                  <a:lnTo>
                    <a:pt x="9793" y="1086594"/>
                  </a:lnTo>
                  <a:lnTo>
                    <a:pt x="17288" y="1138241"/>
                  </a:lnTo>
                  <a:lnTo>
                    <a:pt x="26823" y="1188337"/>
                  </a:lnTo>
                  <a:lnTo>
                    <a:pt x="38351" y="1236850"/>
                  </a:lnTo>
                  <a:lnTo>
                    <a:pt x="51828" y="1283750"/>
                  </a:lnTo>
                  <a:lnTo>
                    <a:pt x="67207" y="1329004"/>
                  </a:lnTo>
                  <a:lnTo>
                    <a:pt x="84444" y="1372583"/>
                  </a:lnTo>
                  <a:lnTo>
                    <a:pt x="103491" y="1414454"/>
                  </a:lnTo>
                  <a:lnTo>
                    <a:pt x="124305" y="1454586"/>
                  </a:lnTo>
                  <a:lnTo>
                    <a:pt x="146839" y="1492949"/>
                  </a:lnTo>
                  <a:lnTo>
                    <a:pt x="171047" y="1529511"/>
                  </a:lnTo>
                  <a:lnTo>
                    <a:pt x="196884" y="1564241"/>
                  </a:lnTo>
                  <a:lnTo>
                    <a:pt x="224305" y="1597107"/>
                  </a:lnTo>
                  <a:lnTo>
                    <a:pt x="253263" y="1628080"/>
                  </a:lnTo>
                  <a:lnTo>
                    <a:pt x="283714" y="1657126"/>
                  </a:lnTo>
                  <a:lnTo>
                    <a:pt x="315611" y="1684216"/>
                  </a:lnTo>
                  <a:lnTo>
                    <a:pt x="348909" y="1709318"/>
                  </a:lnTo>
                  <a:lnTo>
                    <a:pt x="383562" y="1732400"/>
                  </a:lnTo>
                  <a:lnTo>
                    <a:pt x="419526" y="1753433"/>
                  </a:lnTo>
                  <a:lnTo>
                    <a:pt x="456753" y="1772384"/>
                  </a:lnTo>
                  <a:lnTo>
                    <a:pt x="495199" y="1789222"/>
                  </a:lnTo>
                  <a:lnTo>
                    <a:pt x="534817" y="1803916"/>
                  </a:lnTo>
                  <a:lnTo>
                    <a:pt x="575563" y="1816435"/>
                  </a:lnTo>
                  <a:lnTo>
                    <a:pt x="617391" y="1826748"/>
                  </a:lnTo>
                  <a:lnTo>
                    <a:pt x="660255" y="1834823"/>
                  </a:lnTo>
                  <a:lnTo>
                    <a:pt x="704109" y="1840630"/>
                  </a:lnTo>
                  <a:lnTo>
                    <a:pt x="748908" y="1844137"/>
                  </a:lnTo>
                  <a:lnTo>
                    <a:pt x="794607" y="1845312"/>
                  </a:lnTo>
                  <a:lnTo>
                    <a:pt x="840141" y="1844137"/>
                  </a:lnTo>
                  <a:lnTo>
                    <a:pt x="884799" y="1840630"/>
                  </a:lnTo>
                  <a:lnTo>
                    <a:pt x="928532" y="1834823"/>
                  </a:lnTo>
                  <a:lnTo>
                    <a:pt x="971295" y="1826748"/>
                  </a:lnTo>
                  <a:lnTo>
                    <a:pt x="1013041" y="1816435"/>
                  </a:lnTo>
                  <a:lnTo>
                    <a:pt x="1053723" y="1803916"/>
                  </a:lnTo>
                  <a:lnTo>
                    <a:pt x="1093293" y="1789222"/>
                  </a:lnTo>
                  <a:lnTo>
                    <a:pt x="1131706" y="1772384"/>
                  </a:lnTo>
                  <a:lnTo>
                    <a:pt x="1168914" y="1753433"/>
                  </a:lnTo>
                  <a:lnTo>
                    <a:pt x="1204871" y="1732400"/>
                  </a:lnTo>
                  <a:lnTo>
                    <a:pt x="1239530" y="1709318"/>
                  </a:lnTo>
                  <a:lnTo>
                    <a:pt x="1272845" y="1684216"/>
                  </a:lnTo>
                  <a:lnTo>
                    <a:pt x="1304767" y="1657126"/>
                  </a:lnTo>
                  <a:lnTo>
                    <a:pt x="1335252" y="1628080"/>
                  </a:lnTo>
                  <a:lnTo>
                    <a:pt x="1364251" y="1597107"/>
                  </a:lnTo>
                  <a:lnTo>
                    <a:pt x="1391718" y="1564241"/>
                  </a:lnTo>
                  <a:lnTo>
                    <a:pt x="1417607" y="1529511"/>
                  </a:lnTo>
                  <a:lnTo>
                    <a:pt x="1441870" y="1492949"/>
                  </a:lnTo>
                  <a:lnTo>
                    <a:pt x="1464461" y="1454586"/>
                  </a:lnTo>
                  <a:lnTo>
                    <a:pt x="1485332" y="1414454"/>
                  </a:lnTo>
                  <a:lnTo>
                    <a:pt x="1504438" y="1372583"/>
                  </a:lnTo>
                  <a:lnTo>
                    <a:pt x="1521732" y="1329004"/>
                  </a:lnTo>
                  <a:lnTo>
                    <a:pt x="1537166" y="1283750"/>
                  </a:lnTo>
                  <a:lnTo>
                    <a:pt x="1550694" y="1236850"/>
                  </a:lnTo>
                  <a:lnTo>
                    <a:pt x="1562269" y="1188337"/>
                  </a:lnTo>
                  <a:lnTo>
                    <a:pt x="1571845" y="1138241"/>
                  </a:lnTo>
                  <a:lnTo>
                    <a:pt x="1579374" y="1086594"/>
                  </a:lnTo>
                  <a:lnTo>
                    <a:pt x="1584809" y="1033427"/>
                  </a:lnTo>
                  <a:lnTo>
                    <a:pt x="1588105" y="978770"/>
                  </a:lnTo>
                  <a:lnTo>
                    <a:pt x="1589214" y="922656"/>
                  </a:lnTo>
                  <a:close/>
                </a:path>
                <a:path w="1589404" h="1845310">
                  <a:moveTo>
                    <a:pt x="1371705" y="922656"/>
                  </a:moveTo>
                  <a:lnTo>
                    <a:pt x="1370288" y="981851"/>
                  </a:lnTo>
                  <a:lnTo>
                    <a:pt x="1366094" y="1038620"/>
                  </a:lnTo>
                  <a:lnTo>
                    <a:pt x="1359214" y="1092943"/>
                  </a:lnTo>
                  <a:lnTo>
                    <a:pt x="1349736" y="1144803"/>
                  </a:lnTo>
                  <a:lnTo>
                    <a:pt x="1337750" y="1194178"/>
                  </a:lnTo>
                  <a:lnTo>
                    <a:pt x="1323344" y="1241051"/>
                  </a:lnTo>
                  <a:lnTo>
                    <a:pt x="1306608" y="1285403"/>
                  </a:lnTo>
                  <a:lnTo>
                    <a:pt x="1287631" y="1327214"/>
                  </a:lnTo>
                  <a:lnTo>
                    <a:pt x="1266501" y="1366465"/>
                  </a:lnTo>
                  <a:lnTo>
                    <a:pt x="1243309" y="1403138"/>
                  </a:lnTo>
                  <a:lnTo>
                    <a:pt x="1218142" y="1437214"/>
                  </a:lnTo>
                  <a:lnTo>
                    <a:pt x="1191091" y="1468672"/>
                  </a:lnTo>
                  <a:lnTo>
                    <a:pt x="1162244" y="1497495"/>
                  </a:lnTo>
                  <a:lnTo>
                    <a:pt x="1131690" y="1523663"/>
                  </a:lnTo>
                  <a:lnTo>
                    <a:pt x="1099519" y="1547158"/>
                  </a:lnTo>
                  <a:lnTo>
                    <a:pt x="1065819" y="1567959"/>
                  </a:lnTo>
                  <a:lnTo>
                    <a:pt x="1030680" y="1586049"/>
                  </a:lnTo>
                  <a:lnTo>
                    <a:pt x="994190" y="1601408"/>
                  </a:lnTo>
                  <a:lnTo>
                    <a:pt x="956439" y="1614017"/>
                  </a:lnTo>
                  <a:lnTo>
                    <a:pt x="917517" y="1623858"/>
                  </a:lnTo>
                  <a:lnTo>
                    <a:pt x="877511" y="1630910"/>
                  </a:lnTo>
                  <a:lnTo>
                    <a:pt x="836511" y="1635155"/>
                  </a:lnTo>
                  <a:lnTo>
                    <a:pt x="794607" y="1636575"/>
                  </a:lnTo>
                  <a:lnTo>
                    <a:pt x="752702" y="1635155"/>
                  </a:lnTo>
                  <a:lnTo>
                    <a:pt x="711702" y="1630910"/>
                  </a:lnTo>
                  <a:lnTo>
                    <a:pt x="671697" y="1623858"/>
                  </a:lnTo>
                  <a:lnTo>
                    <a:pt x="632774" y="1614017"/>
                  </a:lnTo>
                  <a:lnTo>
                    <a:pt x="595023" y="1601408"/>
                  </a:lnTo>
                  <a:lnTo>
                    <a:pt x="558533" y="1586049"/>
                  </a:lnTo>
                  <a:lnTo>
                    <a:pt x="523394" y="1567959"/>
                  </a:lnTo>
                  <a:lnTo>
                    <a:pt x="489694" y="1547158"/>
                  </a:lnTo>
                  <a:lnTo>
                    <a:pt x="457523" y="1523663"/>
                  </a:lnTo>
                  <a:lnTo>
                    <a:pt x="426969" y="1497495"/>
                  </a:lnTo>
                  <a:lnTo>
                    <a:pt x="398122" y="1468672"/>
                  </a:lnTo>
                  <a:lnTo>
                    <a:pt x="371070" y="1437214"/>
                  </a:lnTo>
                  <a:lnTo>
                    <a:pt x="345904" y="1403138"/>
                  </a:lnTo>
                  <a:lnTo>
                    <a:pt x="322711" y="1366465"/>
                  </a:lnTo>
                  <a:lnTo>
                    <a:pt x="301582" y="1327214"/>
                  </a:lnTo>
                  <a:lnTo>
                    <a:pt x="282604" y="1285403"/>
                  </a:lnTo>
                  <a:lnTo>
                    <a:pt x="265868" y="1241051"/>
                  </a:lnTo>
                  <a:lnTo>
                    <a:pt x="251462" y="1194178"/>
                  </a:lnTo>
                  <a:lnTo>
                    <a:pt x="239476" y="1144803"/>
                  </a:lnTo>
                  <a:lnTo>
                    <a:pt x="229998" y="1092943"/>
                  </a:lnTo>
                  <a:lnTo>
                    <a:pt x="223118" y="1038620"/>
                  </a:lnTo>
                  <a:lnTo>
                    <a:pt x="218925" y="981851"/>
                  </a:lnTo>
                  <a:lnTo>
                    <a:pt x="217507" y="922656"/>
                  </a:lnTo>
                  <a:lnTo>
                    <a:pt x="218925" y="863461"/>
                  </a:lnTo>
                  <a:lnTo>
                    <a:pt x="223118" y="806692"/>
                  </a:lnTo>
                  <a:lnTo>
                    <a:pt x="229998" y="752368"/>
                  </a:lnTo>
                  <a:lnTo>
                    <a:pt x="239476" y="700509"/>
                  </a:lnTo>
                  <a:lnTo>
                    <a:pt x="251462" y="651134"/>
                  </a:lnTo>
                  <a:lnTo>
                    <a:pt x="265868" y="604261"/>
                  </a:lnTo>
                  <a:lnTo>
                    <a:pt x="282604" y="559909"/>
                  </a:lnTo>
                  <a:lnTo>
                    <a:pt x="301582" y="518098"/>
                  </a:lnTo>
                  <a:lnTo>
                    <a:pt x="322711" y="478847"/>
                  </a:lnTo>
                  <a:lnTo>
                    <a:pt x="345904" y="442174"/>
                  </a:lnTo>
                  <a:lnTo>
                    <a:pt x="371070" y="408098"/>
                  </a:lnTo>
                  <a:lnTo>
                    <a:pt x="398122" y="376640"/>
                  </a:lnTo>
                  <a:lnTo>
                    <a:pt x="426969" y="347817"/>
                  </a:lnTo>
                  <a:lnTo>
                    <a:pt x="457523" y="321649"/>
                  </a:lnTo>
                  <a:lnTo>
                    <a:pt x="489694" y="298154"/>
                  </a:lnTo>
                  <a:lnTo>
                    <a:pt x="523394" y="277353"/>
                  </a:lnTo>
                  <a:lnTo>
                    <a:pt x="558533" y="259263"/>
                  </a:lnTo>
                  <a:lnTo>
                    <a:pt x="595023" y="243904"/>
                  </a:lnTo>
                  <a:lnTo>
                    <a:pt x="632774" y="231295"/>
                  </a:lnTo>
                  <a:lnTo>
                    <a:pt x="671697" y="221454"/>
                  </a:lnTo>
                  <a:lnTo>
                    <a:pt x="711702" y="214402"/>
                  </a:lnTo>
                  <a:lnTo>
                    <a:pt x="752702" y="210157"/>
                  </a:lnTo>
                  <a:lnTo>
                    <a:pt x="794607" y="208737"/>
                  </a:lnTo>
                  <a:lnTo>
                    <a:pt x="836511" y="210157"/>
                  </a:lnTo>
                  <a:lnTo>
                    <a:pt x="877511" y="214402"/>
                  </a:lnTo>
                  <a:lnTo>
                    <a:pt x="917517" y="221454"/>
                  </a:lnTo>
                  <a:lnTo>
                    <a:pt x="956439" y="231295"/>
                  </a:lnTo>
                  <a:lnTo>
                    <a:pt x="994190" y="243904"/>
                  </a:lnTo>
                  <a:lnTo>
                    <a:pt x="1030680" y="259263"/>
                  </a:lnTo>
                  <a:lnTo>
                    <a:pt x="1065819" y="277353"/>
                  </a:lnTo>
                  <a:lnTo>
                    <a:pt x="1099519" y="298154"/>
                  </a:lnTo>
                  <a:lnTo>
                    <a:pt x="1131690" y="321649"/>
                  </a:lnTo>
                  <a:lnTo>
                    <a:pt x="1162244" y="347817"/>
                  </a:lnTo>
                  <a:lnTo>
                    <a:pt x="1191091" y="376640"/>
                  </a:lnTo>
                  <a:lnTo>
                    <a:pt x="1218142" y="408098"/>
                  </a:lnTo>
                  <a:lnTo>
                    <a:pt x="1243309" y="442174"/>
                  </a:lnTo>
                  <a:lnTo>
                    <a:pt x="1266501" y="478847"/>
                  </a:lnTo>
                  <a:lnTo>
                    <a:pt x="1287631" y="518098"/>
                  </a:lnTo>
                  <a:lnTo>
                    <a:pt x="1306608" y="559909"/>
                  </a:lnTo>
                  <a:lnTo>
                    <a:pt x="1323344" y="604261"/>
                  </a:lnTo>
                  <a:lnTo>
                    <a:pt x="1337750" y="651134"/>
                  </a:lnTo>
                  <a:lnTo>
                    <a:pt x="1349736" y="700509"/>
                  </a:lnTo>
                  <a:lnTo>
                    <a:pt x="1359214" y="752368"/>
                  </a:lnTo>
                  <a:lnTo>
                    <a:pt x="1366094" y="806692"/>
                  </a:lnTo>
                  <a:lnTo>
                    <a:pt x="1370288" y="863461"/>
                  </a:lnTo>
                  <a:lnTo>
                    <a:pt x="1371705" y="922656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9" name="object 29" descr=""/>
          <p:cNvGrpSpPr/>
          <p:nvPr/>
        </p:nvGrpSpPr>
        <p:grpSpPr>
          <a:xfrm>
            <a:off x="12186909" y="3132708"/>
            <a:ext cx="1106805" cy="1847214"/>
            <a:chOff x="12186909" y="3132708"/>
            <a:chExt cx="1106805" cy="1847214"/>
          </a:xfrm>
        </p:grpSpPr>
        <p:sp>
          <p:nvSpPr>
            <p:cNvPr id="30" name="object 30" descr=""/>
            <p:cNvSpPr/>
            <p:nvPr/>
          </p:nvSpPr>
          <p:spPr>
            <a:xfrm>
              <a:off x="12212307" y="3158489"/>
              <a:ext cx="1056005" cy="1795780"/>
            </a:xfrm>
            <a:custGeom>
              <a:avLst/>
              <a:gdLst/>
              <a:ahLst/>
              <a:cxnLst/>
              <a:rect l="l" t="t" r="r" b="b"/>
              <a:pathLst>
                <a:path w="1056005" h="1795779">
                  <a:moveTo>
                    <a:pt x="1055966" y="1597660"/>
                  </a:moveTo>
                  <a:lnTo>
                    <a:pt x="222770" y="1597660"/>
                  </a:lnTo>
                  <a:lnTo>
                    <a:pt x="222770" y="0"/>
                  </a:lnTo>
                  <a:lnTo>
                    <a:pt x="0" y="0"/>
                  </a:lnTo>
                  <a:lnTo>
                    <a:pt x="0" y="1597660"/>
                  </a:lnTo>
                  <a:lnTo>
                    <a:pt x="0" y="1795780"/>
                  </a:lnTo>
                  <a:lnTo>
                    <a:pt x="1055966" y="1795780"/>
                  </a:lnTo>
                  <a:lnTo>
                    <a:pt x="1055966" y="1597660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12212308" y="3158108"/>
              <a:ext cx="1056005" cy="1796414"/>
            </a:xfrm>
            <a:custGeom>
              <a:avLst/>
              <a:gdLst/>
              <a:ahLst/>
              <a:cxnLst/>
              <a:rect l="l" t="t" r="r" b="b"/>
              <a:pathLst>
                <a:path w="1056005" h="1796414">
                  <a:moveTo>
                    <a:pt x="1055968" y="1796198"/>
                  </a:moveTo>
                  <a:lnTo>
                    <a:pt x="1055968" y="1597984"/>
                  </a:lnTo>
                  <a:lnTo>
                    <a:pt x="222770" y="1597984"/>
                  </a:lnTo>
                  <a:lnTo>
                    <a:pt x="222770" y="0"/>
                  </a:lnTo>
                  <a:lnTo>
                    <a:pt x="0" y="0"/>
                  </a:lnTo>
                  <a:lnTo>
                    <a:pt x="0" y="1796198"/>
                  </a:lnTo>
                  <a:lnTo>
                    <a:pt x="1055968" y="1796198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2" name="object 32" descr=""/>
          <p:cNvGrpSpPr/>
          <p:nvPr/>
        </p:nvGrpSpPr>
        <p:grpSpPr>
          <a:xfrm>
            <a:off x="13490275" y="3132708"/>
            <a:ext cx="273685" cy="1847214"/>
            <a:chOff x="13490275" y="3132708"/>
            <a:chExt cx="273685" cy="1847214"/>
          </a:xfrm>
        </p:grpSpPr>
        <p:sp>
          <p:nvSpPr>
            <p:cNvPr id="33" name="object 33" descr=""/>
            <p:cNvSpPr/>
            <p:nvPr/>
          </p:nvSpPr>
          <p:spPr>
            <a:xfrm>
              <a:off x="13515675" y="3158108"/>
              <a:ext cx="222885" cy="1796414"/>
            </a:xfrm>
            <a:custGeom>
              <a:avLst/>
              <a:gdLst/>
              <a:ahLst/>
              <a:cxnLst/>
              <a:rect l="l" t="t" r="r" b="b"/>
              <a:pathLst>
                <a:path w="222884" h="1796414">
                  <a:moveTo>
                    <a:pt x="222771" y="0"/>
                  </a:moveTo>
                  <a:lnTo>
                    <a:pt x="0" y="0"/>
                  </a:lnTo>
                  <a:lnTo>
                    <a:pt x="0" y="1796198"/>
                  </a:lnTo>
                  <a:lnTo>
                    <a:pt x="222771" y="1796198"/>
                  </a:lnTo>
                  <a:lnTo>
                    <a:pt x="222771" y="0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13515675" y="3158108"/>
              <a:ext cx="222885" cy="1796414"/>
            </a:xfrm>
            <a:custGeom>
              <a:avLst/>
              <a:gdLst/>
              <a:ahLst/>
              <a:cxnLst/>
              <a:rect l="l" t="t" r="r" b="b"/>
              <a:pathLst>
                <a:path w="222884" h="1796414">
                  <a:moveTo>
                    <a:pt x="0" y="0"/>
                  </a:moveTo>
                  <a:lnTo>
                    <a:pt x="0" y="1796198"/>
                  </a:lnTo>
                  <a:lnTo>
                    <a:pt x="222771" y="1796198"/>
                  </a:lnTo>
                  <a:lnTo>
                    <a:pt x="222771" y="0"/>
                  </a:lnTo>
                  <a:lnTo>
                    <a:pt x="0" y="0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13988510" y="3108151"/>
            <a:ext cx="1640205" cy="1896110"/>
            <a:chOff x="13988510" y="3108151"/>
            <a:chExt cx="1640205" cy="1896110"/>
          </a:xfrm>
        </p:grpSpPr>
        <p:sp>
          <p:nvSpPr>
            <p:cNvPr id="36" name="object 36" descr=""/>
            <p:cNvSpPr/>
            <p:nvPr/>
          </p:nvSpPr>
          <p:spPr>
            <a:xfrm>
              <a:off x="14013910" y="3133550"/>
              <a:ext cx="1589405" cy="1845310"/>
            </a:xfrm>
            <a:custGeom>
              <a:avLst/>
              <a:gdLst/>
              <a:ahLst/>
              <a:cxnLst/>
              <a:rect l="l" t="t" r="r" b="b"/>
              <a:pathLst>
                <a:path w="1589405" h="1845310">
                  <a:moveTo>
                    <a:pt x="794607" y="0"/>
                  </a:moveTo>
                  <a:lnTo>
                    <a:pt x="748908" y="1175"/>
                  </a:lnTo>
                  <a:lnTo>
                    <a:pt x="704109" y="4682"/>
                  </a:lnTo>
                  <a:lnTo>
                    <a:pt x="660255" y="10489"/>
                  </a:lnTo>
                  <a:lnTo>
                    <a:pt x="617391" y="18564"/>
                  </a:lnTo>
                  <a:lnTo>
                    <a:pt x="575564" y="28877"/>
                  </a:lnTo>
                  <a:lnTo>
                    <a:pt x="534818" y="41396"/>
                  </a:lnTo>
                  <a:lnTo>
                    <a:pt x="495199" y="56090"/>
                  </a:lnTo>
                  <a:lnTo>
                    <a:pt x="456753" y="72929"/>
                  </a:lnTo>
                  <a:lnTo>
                    <a:pt x="419526" y="91879"/>
                  </a:lnTo>
                  <a:lnTo>
                    <a:pt x="383563" y="112912"/>
                  </a:lnTo>
                  <a:lnTo>
                    <a:pt x="348910" y="135994"/>
                  </a:lnTo>
                  <a:lnTo>
                    <a:pt x="315611" y="161096"/>
                  </a:lnTo>
                  <a:lnTo>
                    <a:pt x="283714" y="188186"/>
                  </a:lnTo>
                  <a:lnTo>
                    <a:pt x="253264" y="217232"/>
                  </a:lnTo>
                  <a:lnTo>
                    <a:pt x="224305" y="248205"/>
                  </a:lnTo>
                  <a:lnTo>
                    <a:pt x="196885" y="281071"/>
                  </a:lnTo>
                  <a:lnTo>
                    <a:pt x="171047" y="315801"/>
                  </a:lnTo>
                  <a:lnTo>
                    <a:pt x="146839" y="352363"/>
                  </a:lnTo>
                  <a:lnTo>
                    <a:pt x="124305" y="390726"/>
                  </a:lnTo>
                  <a:lnTo>
                    <a:pt x="103492" y="430858"/>
                  </a:lnTo>
                  <a:lnTo>
                    <a:pt x="84444" y="472729"/>
                  </a:lnTo>
                  <a:lnTo>
                    <a:pt x="67207" y="516308"/>
                  </a:lnTo>
                  <a:lnTo>
                    <a:pt x="51828" y="561562"/>
                  </a:lnTo>
                  <a:lnTo>
                    <a:pt x="38351" y="608462"/>
                  </a:lnTo>
                  <a:lnTo>
                    <a:pt x="26823" y="656975"/>
                  </a:lnTo>
                  <a:lnTo>
                    <a:pt x="17288" y="707071"/>
                  </a:lnTo>
                  <a:lnTo>
                    <a:pt x="9793" y="758718"/>
                  </a:lnTo>
                  <a:lnTo>
                    <a:pt x="4382" y="811885"/>
                  </a:lnTo>
                  <a:lnTo>
                    <a:pt x="1103" y="866542"/>
                  </a:lnTo>
                  <a:lnTo>
                    <a:pt x="0" y="922656"/>
                  </a:lnTo>
                  <a:lnTo>
                    <a:pt x="1103" y="978770"/>
                  </a:lnTo>
                  <a:lnTo>
                    <a:pt x="4382" y="1033427"/>
                  </a:lnTo>
                  <a:lnTo>
                    <a:pt x="9793" y="1086594"/>
                  </a:lnTo>
                  <a:lnTo>
                    <a:pt x="17288" y="1138241"/>
                  </a:lnTo>
                  <a:lnTo>
                    <a:pt x="26823" y="1188337"/>
                  </a:lnTo>
                  <a:lnTo>
                    <a:pt x="38351" y="1236850"/>
                  </a:lnTo>
                  <a:lnTo>
                    <a:pt x="51828" y="1283750"/>
                  </a:lnTo>
                  <a:lnTo>
                    <a:pt x="67207" y="1329004"/>
                  </a:lnTo>
                  <a:lnTo>
                    <a:pt x="84444" y="1372583"/>
                  </a:lnTo>
                  <a:lnTo>
                    <a:pt x="103492" y="1414454"/>
                  </a:lnTo>
                  <a:lnTo>
                    <a:pt x="124305" y="1454586"/>
                  </a:lnTo>
                  <a:lnTo>
                    <a:pt x="146839" y="1492949"/>
                  </a:lnTo>
                  <a:lnTo>
                    <a:pt x="171047" y="1529511"/>
                  </a:lnTo>
                  <a:lnTo>
                    <a:pt x="196885" y="1564241"/>
                  </a:lnTo>
                  <a:lnTo>
                    <a:pt x="224305" y="1597107"/>
                  </a:lnTo>
                  <a:lnTo>
                    <a:pt x="253264" y="1628080"/>
                  </a:lnTo>
                  <a:lnTo>
                    <a:pt x="283714" y="1657126"/>
                  </a:lnTo>
                  <a:lnTo>
                    <a:pt x="315611" y="1684216"/>
                  </a:lnTo>
                  <a:lnTo>
                    <a:pt x="348910" y="1709318"/>
                  </a:lnTo>
                  <a:lnTo>
                    <a:pt x="383563" y="1732400"/>
                  </a:lnTo>
                  <a:lnTo>
                    <a:pt x="419526" y="1753433"/>
                  </a:lnTo>
                  <a:lnTo>
                    <a:pt x="456753" y="1772384"/>
                  </a:lnTo>
                  <a:lnTo>
                    <a:pt x="495199" y="1789222"/>
                  </a:lnTo>
                  <a:lnTo>
                    <a:pt x="534818" y="1803916"/>
                  </a:lnTo>
                  <a:lnTo>
                    <a:pt x="575564" y="1816435"/>
                  </a:lnTo>
                  <a:lnTo>
                    <a:pt x="617391" y="1826748"/>
                  </a:lnTo>
                  <a:lnTo>
                    <a:pt x="660255" y="1834823"/>
                  </a:lnTo>
                  <a:lnTo>
                    <a:pt x="704109" y="1840630"/>
                  </a:lnTo>
                  <a:lnTo>
                    <a:pt x="748908" y="1844137"/>
                  </a:lnTo>
                  <a:lnTo>
                    <a:pt x="794607" y="1845312"/>
                  </a:lnTo>
                  <a:lnTo>
                    <a:pt x="840141" y="1844137"/>
                  </a:lnTo>
                  <a:lnTo>
                    <a:pt x="884799" y="1840630"/>
                  </a:lnTo>
                  <a:lnTo>
                    <a:pt x="928532" y="1834823"/>
                  </a:lnTo>
                  <a:lnTo>
                    <a:pt x="971295" y="1826748"/>
                  </a:lnTo>
                  <a:lnTo>
                    <a:pt x="1013041" y="1816435"/>
                  </a:lnTo>
                  <a:lnTo>
                    <a:pt x="1053723" y="1803916"/>
                  </a:lnTo>
                  <a:lnTo>
                    <a:pt x="1093293" y="1789222"/>
                  </a:lnTo>
                  <a:lnTo>
                    <a:pt x="1131706" y="1772384"/>
                  </a:lnTo>
                  <a:lnTo>
                    <a:pt x="1168914" y="1753433"/>
                  </a:lnTo>
                  <a:lnTo>
                    <a:pt x="1204871" y="1732400"/>
                  </a:lnTo>
                  <a:lnTo>
                    <a:pt x="1239530" y="1709318"/>
                  </a:lnTo>
                  <a:lnTo>
                    <a:pt x="1272845" y="1684216"/>
                  </a:lnTo>
                  <a:lnTo>
                    <a:pt x="1304767" y="1657126"/>
                  </a:lnTo>
                  <a:lnTo>
                    <a:pt x="1326336" y="1636575"/>
                  </a:lnTo>
                  <a:lnTo>
                    <a:pt x="794607" y="1636575"/>
                  </a:lnTo>
                  <a:lnTo>
                    <a:pt x="752702" y="1635155"/>
                  </a:lnTo>
                  <a:lnTo>
                    <a:pt x="711703" y="1630910"/>
                  </a:lnTo>
                  <a:lnTo>
                    <a:pt x="671697" y="1623858"/>
                  </a:lnTo>
                  <a:lnTo>
                    <a:pt x="632774" y="1614017"/>
                  </a:lnTo>
                  <a:lnTo>
                    <a:pt x="595024" y="1601408"/>
                  </a:lnTo>
                  <a:lnTo>
                    <a:pt x="558534" y="1586049"/>
                  </a:lnTo>
                  <a:lnTo>
                    <a:pt x="523395" y="1567959"/>
                  </a:lnTo>
                  <a:lnTo>
                    <a:pt x="489695" y="1547158"/>
                  </a:lnTo>
                  <a:lnTo>
                    <a:pt x="457524" y="1523663"/>
                  </a:lnTo>
                  <a:lnTo>
                    <a:pt x="426970" y="1497495"/>
                  </a:lnTo>
                  <a:lnTo>
                    <a:pt x="398123" y="1468672"/>
                  </a:lnTo>
                  <a:lnTo>
                    <a:pt x="371071" y="1437214"/>
                  </a:lnTo>
                  <a:lnTo>
                    <a:pt x="345905" y="1403138"/>
                  </a:lnTo>
                  <a:lnTo>
                    <a:pt x="322712" y="1366465"/>
                  </a:lnTo>
                  <a:lnTo>
                    <a:pt x="301583" y="1327214"/>
                  </a:lnTo>
                  <a:lnTo>
                    <a:pt x="282605" y="1285403"/>
                  </a:lnTo>
                  <a:lnTo>
                    <a:pt x="265869" y="1241051"/>
                  </a:lnTo>
                  <a:lnTo>
                    <a:pt x="251464" y="1194178"/>
                  </a:lnTo>
                  <a:lnTo>
                    <a:pt x="239477" y="1144803"/>
                  </a:lnTo>
                  <a:lnTo>
                    <a:pt x="230000" y="1092943"/>
                  </a:lnTo>
                  <a:lnTo>
                    <a:pt x="223119" y="1038620"/>
                  </a:lnTo>
                  <a:lnTo>
                    <a:pt x="218926" y="981851"/>
                  </a:lnTo>
                  <a:lnTo>
                    <a:pt x="217508" y="922656"/>
                  </a:lnTo>
                  <a:lnTo>
                    <a:pt x="218852" y="866542"/>
                  </a:lnTo>
                  <a:lnTo>
                    <a:pt x="218926" y="863461"/>
                  </a:lnTo>
                  <a:lnTo>
                    <a:pt x="223119" y="806692"/>
                  </a:lnTo>
                  <a:lnTo>
                    <a:pt x="230000" y="752369"/>
                  </a:lnTo>
                  <a:lnTo>
                    <a:pt x="239477" y="700509"/>
                  </a:lnTo>
                  <a:lnTo>
                    <a:pt x="251464" y="651134"/>
                  </a:lnTo>
                  <a:lnTo>
                    <a:pt x="265869" y="604261"/>
                  </a:lnTo>
                  <a:lnTo>
                    <a:pt x="282605" y="559909"/>
                  </a:lnTo>
                  <a:lnTo>
                    <a:pt x="301583" y="518098"/>
                  </a:lnTo>
                  <a:lnTo>
                    <a:pt x="322712" y="478847"/>
                  </a:lnTo>
                  <a:lnTo>
                    <a:pt x="345905" y="442174"/>
                  </a:lnTo>
                  <a:lnTo>
                    <a:pt x="371071" y="408098"/>
                  </a:lnTo>
                  <a:lnTo>
                    <a:pt x="398123" y="376640"/>
                  </a:lnTo>
                  <a:lnTo>
                    <a:pt x="426970" y="347817"/>
                  </a:lnTo>
                  <a:lnTo>
                    <a:pt x="457524" y="321649"/>
                  </a:lnTo>
                  <a:lnTo>
                    <a:pt x="489695" y="298154"/>
                  </a:lnTo>
                  <a:lnTo>
                    <a:pt x="523395" y="277353"/>
                  </a:lnTo>
                  <a:lnTo>
                    <a:pt x="558534" y="259263"/>
                  </a:lnTo>
                  <a:lnTo>
                    <a:pt x="595024" y="243904"/>
                  </a:lnTo>
                  <a:lnTo>
                    <a:pt x="632774" y="231295"/>
                  </a:lnTo>
                  <a:lnTo>
                    <a:pt x="671697" y="221454"/>
                  </a:lnTo>
                  <a:lnTo>
                    <a:pt x="711703" y="214402"/>
                  </a:lnTo>
                  <a:lnTo>
                    <a:pt x="752702" y="210157"/>
                  </a:lnTo>
                  <a:lnTo>
                    <a:pt x="794607" y="208737"/>
                  </a:lnTo>
                  <a:lnTo>
                    <a:pt x="1326336" y="208737"/>
                  </a:lnTo>
                  <a:lnTo>
                    <a:pt x="1304767" y="188186"/>
                  </a:lnTo>
                  <a:lnTo>
                    <a:pt x="1272845" y="161096"/>
                  </a:lnTo>
                  <a:lnTo>
                    <a:pt x="1239530" y="135994"/>
                  </a:lnTo>
                  <a:lnTo>
                    <a:pt x="1204871" y="112912"/>
                  </a:lnTo>
                  <a:lnTo>
                    <a:pt x="1168914" y="91879"/>
                  </a:lnTo>
                  <a:lnTo>
                    <a:pt x="1131706" y="72929"/>
                  </a:lnTo>
                  <a:lnTo>
                    <a:pt x="1093293" y="56090"/>
                  </a:lnTo>
                  <a:lnTo>
                    <a:pt x="1053723" y="41396"/>
                  </a:lnTo>
                  <a:lnTo>
                    <a:pt x="1013041" y="28877"/>
                  </a:lnTo>
                  <a:lnTo>
                    <a:pt x="971295" y="18564"/>
                  </a:lnTo>
                  <a:lnTo>
                    <a:pt x="928532" y="10489"/>
                  </a:lnTo>
                  <a:lnTo>
                    <a:pt x="884799" y="4682"/>
                  </a:lnTo>
                  <a:lnTo>
                    <a:pt x="840141" y="1175"/>
                  </a:lnTo>
                  <a:lnTo>
                    <a:pt x="794607" y="0"/>
                  </a:lnTo>
                  <a:close/>
                </a:path>
                <a:path w="1589405" h="1845310">
                  <a:moveTo>
                    <a:pt x="1326336" y="208737"/>
                  </a:moveTo>
                  <a:lnTo>
                    <a:pt x="794607" y="208737"/>
                  </a:lnTo>
                  <a:lnTo>
                    <a:pt x="836511" y="210157"/>
                  </a:lnTo>
                  <a:lnTo>
                    <a:pt x="877511" y="214402"/>
                  </a:lnTo>
                  <a:lnTo>
                    <a:pt x="917517" y="221454"/>
                  </a:lnTo>
                  <a:lnTo>
                    <a:pt x="956439" y="231295"/>
                  </a:lnTo>
                  <a:lnTo>
                    <a:pt x="994190" y="243904"/>
                  </a:lnTo>
                  <a:lnTo>
                    <a:pt x="1030680" y="259263"/>
                  </a:lnTo>
                  <a:lnTo>
                    <a:pt x="1065819" y="277353"/>
                  </a:lnTo>
                  <a:lnTo>
                    <a:pt x="1099519" y="298154"/>
                  </a:lnTo>
                  <a:lnTo>
                    <a:pt x="1131690" y="321649"/>
                  </a:lnTo>
                  <a:lnTo>
                    <a:pt x="1162244" y="347817"/>
                  </a:lnTo>
                  <a:lnTo>
                    <a:pt x="1191091" y="376640"/>
                  </a:lnTo>
                  <a:lnTo>
                    <a:pt x="1218142" y="408098"/>
                  </a:lnTo>
                  <a:lnTo>
                    <a:pt x="1243309" y="442174"/>
                  </a:lnTo>
                  <a:lnTo>
                    <a:pt x="1266501" y="478847"/>
                  </a:lnTo>
                  <a:lnTo>
                    <a:pt x="1287631" y="518098"/>
                  </a:lnTo>
                  <a:lnTo>
                    <a:pt x="1306608" y="559909"/>
                  </a:lnTo>
                  <a:lnTo>
                    <a:pt x="1323344" y="604261"/>
                  </a:lnTo>
                  <a:lnTo>
                    <a:pt x="1337750" y="651134"/>
                  </a:lnTo>
                  <a:lnTo>
                    <a:pt x="1349736" y="700509"/>
                  </a:lnTo>
                  <a:lnTo>
                    <a:pt x="1359214" y="752369"/>
                  </a:lnTo>
                  <a:lnTo>
                    <a:pt x="1366094" y="806692"/>
                  </a:lnTo>
                  <a:lnTo>
                    <a:pt x="1370288" y="863461"/>
                  </a:lnTo>
                  <a:lnTo>
                    <a:pt x="1371705" y="922656"/>
                  </a:lnTo>
                  <a:lnTo>
                    <a:pt x="1370362" y="978770"/>
                  </a:lnTo>
                  <a:lnTo>
                    <a:pt x="1370288" y="981851"/>
                  </a:lnTo>
                  <a:lnTo>
                    <a:pt x="1366094" y="1038620"/>
                  </a:lnTo>
                  <a:lnTo>
                    <a:pt x="1359214" y="1092943"/>
                  </a:lnTo>
                  <a:lnTo>
                    <a:pt x="1349736" y="1144803"/>
                  </a:lnTo>
                  <a:lnTo>
                    <a:pt x="1337750" y="1194178"/>
                  </a:lnTo>
                  <a:lnTo>
                    <a:pt x="1323344" y="1241051"/>
                  </a:lnTo>
                  <a:lnTo>
                    <a:pt x="1306608" y="1285403"/>
                  </a:lnTo>
                  <a:lnTo>
                    <a:pt x="1287631" y="1327214"/>
                  </a:lnTo>
                  <a:lnTo>
                    <a:pt x="1266501" y="1366465"/>
                  </a:lnTo>
                  <a:lnTo>
                    <a:pt x="1243309" y="1403138"/>
                  </a:lnTo>
                  <a:lnTo>
                    <a:pt x="1218142" y="1437214"/>
                  </a:lnTo>
                  <a:lnTo>
                    <a:pt x="1191091" y="1468672"/>
                  </a:lnTo>
                  <a:lnTo>
                    <a:pt x="1162244" y="1497495"/>
                  </a:lnTo>
                  <a:lnTo>
                    <a:pt x="1131690" y="1523663"/>
                  </a:lnTo>
                  <a:lnTo>
                    <a:pt x="1099519" y="1547158"/>
                  </a:lnTo>
                  <a:lnTo>
                    <a:pt x="1065819" y="1567959"/>
                  </a:lnTo>
                  <a:lnTo>
                    <a:pt x="1030680" y="1586049"/>
                  </a:lnTo>
                  <a:lnTo>
                    <a:pt x="994190" y="1601408"/>
                  </a:lnTo>
                  <a:lnTo>
                    <a:pt x="956439" y="1614017"/>
                  </a:lnTo>
                  <a:lnTo>
                    <a:pt x="917517" y="1623858"/>
                  </a:lnTo>
                  <a:lnTo>
                    <a:pt x="877511" y="1630910"/>
                  </a:lnTo>
                  <a:lnTo>
                    <a:pt x="836511" y="1635155"/>
                  </a:lnTo>
                  <a:lnTo>
                    <a:pt x="794607" y="1636575"/>
                  </a:lnTo>
                  <a:lnTo>
                    <a:pt x="1326336" y="1636575"/>
                  </a:lnTo>
                  <a:lnTo>
                    <a:pt x="1364251" y="1597107"/>
                  </a:lnTo>
                  <a:lnTo>
                    <a:pt x="1391718" y="1564241"/>
                  </a:lnTo>
                  <a:lnTo>
                    <a:pt x="1417607" y="1529511"/>
                  </a:lnTo>
                  <a:lnTo>
                    <a:pt x="1441870" y="1492949"/>
                  </a:lnTo>
                  <a:lnTo>
                    <a:pt x="1464461" y="1454586"/>
                  </a:lnTo>
                  <a:lnTo>
                    <a:pt x="1485332" y="1414454"/>
                  </a:lnTo>
                  <a:lnTo>
                    <a:pt x="1504439" y="1372583"/>
                  </a:lnTo>
                  <a:lnTo>
                    <a:pt x="1521732" y="1329004"/>
                  </a:lnTo>
                  <a:lnTo>
                    <a:pt x="1537166" y="1283750"/>
                  </a:lnTo>
                  <a:lnTo>
                    <a:pt x="1550694" y="1236850"/>
                  </a:lnTo>
                  <a:lnTo>
                    <a:pt x="1562269" y="1188337"/>
                  </a:lnTo>
                  <a:lnTo>
                    <a:pt x="1571845" y="1138241"/>
                  </a:lnTo>
                  <a:lnTo>
                    <a:pt x="1579374" y="1086594"/>
                  </a:lnTo>
                  <a:lnTo>
                    <a:pt x="1584809" y="1033427"/>
                  </a:lnTo>
                  <a:lnTo>
                    <a:pt x="1588105" y="978770"/>
                  </a:lnTo>
                  <a:lnTo>
                    <a:pt x="1589214" y="922656"/>
                  </a:lnTo>
                  <a:lnTo>
                    <a:pt x="1588105" y="866542"/>
                  </a:lnTo>
                  <a:lnTo>
                    <a:pt x="1584809" y="811885"/>
                  </a:lnTo>
                  <a:lnTo>
                    <a:pt x="1579374" y="758718"/>
                  </a:lnTo>
                  <a:lnTo>
                    <a:pt x="1571845" y="707071"/>
                  </a:lnTo>
                  <a:lnTo>
                    <a:pt x="1562269" y="656975"/>
                  </a:lnTo>
                  <a:lnTo>
                    <a:pt x="1550694" y="608462"/>
                  </a:lnTo>
                  <a:lnTo>
                    <a:pt x="1537166" y="561562"/>
                  </a:lnTo>
                  <a:lnTo>
                    <a:pt x="1521732" y="516308"/>
                  </a:lnTo>
                  <a:lnTo>
                    <a:pt x="1504439" y="472729"/>
                  </a:lnTo>
                  <a:lnTo>
                    <a:pt x="1485332" y="430858"/>
                  </a:lnTo>
                  <a:lnTo>
                    <a:pt x="1464461" y="390726"/>
                  </a:lnTo>
                  <a:lnTo>
                    <a:pt x="1441870" y="352363"/>
                  </a:lnTo>
                  <a:lnTo>
                    <a:pt x="1417607" y="315801"/>
                  </a:lnTo>
                  <a:lnTo>
                    <a:pt x="1391718" y="281071"/>
                  </a:lnTo>
                  <a:lnTo>
                    <a:pt x="1364251" y="248205"/>
                  </a:lnTo>
                  <a:lnTo>
                    <a:pt x="1335252" y="217232"/>
                  </a:lnTo>
                  <a:lnTo>
                    <a:pt x="1326336" y="208737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14013909" y="3133551"/>
              <a:ext cx="1589405" cy="1845310"/>
            </a:xfrm>
            <a:custGeom>
              <a:avLst/>
              <a:gdLst/>
              <a:ahLst/>
              <a:cxnLst/>
              <a:rect l="l" t="t" r="r" b="b"/>
              <a:pathLst>
                <a:path w="1589405" h="1845310">
                  <a:moveTo>
                    <a:pt x="1589214" y="922656"/>
                  </a:moveTo>
                  <a:lnTo>
                    <a:pt x="1588105" y="866542"/>
                  </a:lnTo>
                  <a:lnTo>
                    <a:pt x="1584809" y="811885"/>
                  </a:lnTo>
                  <a:lnTo>
                    <a:pt x="1579374" y="758718"/>
                  </a:lnTo>
                  <a:lnTo>
                    <a:pt x="1571845" y="707071"/>
                  </a:lnTo>
                  <a:lnTo>
                    <a:pt x="1562269" y="656975"/>
                  </a:lnTo>
                  <a:lnTo>
                    <a:pt x="1550694" y="608462"/>
                  </a:lnTo>
                  <a:lnTo>
                    <a:pt x="1537166" y="561562"/>
                  </a:lnTo>
                  <a:lnTo>
                    <a:pt x="1521732" y="516308"/>
                  </a:lnTo>
                  <a:lnTo>
                    <a:pt x="1504438" y="472729"/>
                  </a:lnTo>
                  <a:lnTo>
                    <a:pt x="1485332" y="430858"/>
                  </a:lnTo>
                  <a:lnTo>
                    <a:pt x="1464461" y="390726"/>
                  </a:lnTo>
                  <a:lnTo>
                    <a:pt x="1441870" y="352363"/>
                  </a:lnTo>
                  <a:lnTo>
                    <a:pt x="1417607" y="315801"/>
                  </a:lnTo>
                  <a:lnTo>
                    <a:pt x="1391718" y="281071"/>
                  </a:lnTo>
                  <a:lnTo>
                    <a:pt x="1364251" y="248205"/>
                  </a:lnTo>
                  <a:lnTo>
                    <a:pt x="1335252" y="217232"/>
                  </a:lnTo>
                  <a:lnTo>
                    <a:pt x="1304767" y="188186"/>
                  </a:lnTo>
                  <a:lnTo>
                    <a:pt x="1272845" y="161096"/>
                  </a:lnTo>
                  <a:lnTo>
                    <a:pt x="1239530" y="135994"/>
                  </a:lnTo>
                  <a:lnTo>
                    <a:pt x="1204871" y="112912"/>
                  </a:lnTo>
                  <a:lnTo>
                    <a:pt x="1168914" y="91879"/>
                  </a:lnTo>
                  <a:lnTo>
                    <a:pt x="1131706" y="72929"/>
                  </a:lnTo>
                  <a:lnTo>
                    <a:pt x="1093293" y="56090"/>
                  </a:lnTo>
                  <a:lnTo>
                    <a:pt x="1053723" y="41396"/>
                  </a:lnTo>
                  <a:lnTo>
                    <a:pt x="1013041" y="28877"/>
                  </a:lnTo>
                  <a:lnTo>
                    <a:pt x="971295" y="18564"/>
                  </a:lnTo>
                  <a:lnTo>
                    <a:pt x="928532" y="10489"/>
                  </a:lnTo>
                  <a:lnTo>
                    <a:pt x="884799" y="4682"/>
                  </a:lnTo>
                  <a:lnTo>
                    <a:pt x="840141" y="1175"/>
                  </a:lnTo>
                  <a:lnTo>
                    <a:pt x="794607" y="0"/>
                  </a:lnTo>
                  <a:lnTo>
                    <a:pt x="748908" y="1175"/>
                  </a:lnTo>
                  <a:lnTo>
                    <a:pt x="704109" y="4682"/>
                  </a:lnTo>
                  <a:lnTo>
                    <a:pt x="660255" y="10489"/>
                  </a:lnTo>
                  <a:lnTo>
                    <a:pt x="617391" y="18564"/>
                  </a:lnTo>
                  <a:lnTo>
                    <a:pt x="575564" y="28877"/>
                  </a:lnTo>
                  <a:lnTo>
                    <a:pt x="534818" y="41396"/>
                  </a:lnTo>
                  <a:lnTo>
                    <a:pt x="495199" y="56090"/>
                  </a:lnTo>
                  <a:lnTo>
                    <a:pt x="456753" y="72929"/>
                  </a:lnTo>
                  <a:lnTo>
                    <a:pt x="419526" y="91879"/>
                  </a:lnTo>
                  <a:lnTo>
                    <a:pt x="383563" y="112912"/>
                  </a:lnTo>
                  <a:lnTo>
                    <a:pt x="348910" y="135994"/>
                  </a:lnTo>
                  <a:lnTo>
                    <a:pt x="315611" y="161096"/>
                  </a:lnTo>
                  <a:lnTo>
                    <a:pt x="283714" y="188186"/>
                  </a:lnTo>
                  <a:lnTo>
                    <a:pt x="253264" y="217232"/>
                  </a:lnTo>
                  <a:lnTo>
                    <a:pt x="224305" y="248205"/>
                  </a:lnTo>
                  <a:lnTo>
                    <a:pt x="196885" y="281071"/>
                  </a:lnTo>
                  <a:lnTo>
                    <a:pt x="171047" y="315801"/>
                  </a:lnTo>
                  <a:lnTo>
                    <a:pt x="146839" y="352363"/>
                  </a:lnTo>
                  <a:lnTo>
                    <a:pt x="124305" y="390726"/>
                  </a:lnTo>
                  <a:lnTo>
                    <a:pt x="103492" y="430858"/>
                  </a:lnTo>
                  <a:lnTo>
                    <a:pt x="84444" y="472729"/>
                  </a:lnTo>
                  <a:lnTo>
                    <a:pt x="67207" y="516308"/>
                  </a:lnTo>
                  <a:lnTo>
                    <a:pt x="51828" y="561562"/>
                  </a:lnTo>
                  <a:lnTo>
                    <a:pt x="38351" y="608462"/>
                  </a:lnTo>
                  <a:lnTo>
                    <a:pt x="26823" y="656975"/>
                  </a:lnTo>
                  <a:lnTo>
                    <a:pt x="17288" y="707071"/>
                  </a:lnTo>
                  <a:lnTo>
                    <a:pt x="9793" y="758718"/>
                  </a:lnTo>
                  <a:lnTo>
                    <a:pt x="4382" y="811885"/>
                  </a:lnTo>
                  <a:lnTo>
                    <a:pt x="1103" y="866542"/>
                  </a:lnTo>
                  <a:lnTo>
                    <a:pt x="0" y="922656"/>
                  </a:lnTo>
                  <a:lnTo>
                    <a:pt x="1103" y="978770"/>
                  </a:lnTo>
                  <a:lnTo>
                    <a:pt x="4382" y="1033427"/>
                  </a:lnTo>
                  <a:lnTo>
                    <a:pt x="9793" y="1086594"/>
                  </a:lnTo>
                  <a:lnTo>
                    <a:pt x="17288" y="1138241"/>
                  </a:lnTo>
                  <a:lnTo>
                    <a:pt x="26823" y="1188337"/>
                  </a:lnTo>
                  <a:lnTo>
                    <a:pt x="38351" y="1236850"/>
                  </a:lnTo>
                  <a:lnTo>
                    <a:pt x="51828" y="1283750"/>
                  </a:lnTo>
                  <a:lnTo>
                    <a:pt x="67207" y="1329004"/>
                  </a:lnTo>
                  <a:lnTo>
                    <a:pt x="84444" y="1372583"/>
                  </a:lnTo>
                  <a:lnTo>
                    <a:pt x="103492" y="1414454"/>
                  </a:lnTo>
                  <a:lnTo>
                    <a:pt x="124305" y="1454586"/>
                  </a:lnTo>
                  <a:lnTo>
                    <a:pt x="146839" y="1492949"/>
                  </a:lnTo>
                  <a:lnTo>
                    <a:pt x="171047" y="1529511"/>
                  </a:lnTo>
                  <a:lnTo>
                    <a:pt x="196885" y="1564241"/>
                  </a:lnTo>
                  <a:lnTo>
                    <a:pt x="224305" y="1597107"/>
                  </a:lnTo>
                  <a:lnTo>
                    <a:pt x="253264" y="1628080"/>
                  </a:lnTo>
                  <a:lnTo>
                    <a:pt x="283714" y="1657126"/>
                  </a:lnTo>
                  <a:lnTo>
                    <a:pt x="315611" y="1684216"/>
                  </a:lnTo>
                  <a:lnTo>
                    <a:pt x="348910" y="1709318"/>
                  </a:lnTo>
                  <a:lnTo>
                    <a:pt x="383563" y="1732400"/>
                  </a:lnTo>
                  <a:lnTo>
                    <a:pt x="419526" y="1753433"/>
                  </a:lnTo>
                  <a:lnTo>
                    <a:pt x="456753" y="1772384"/>
                  </a:lnTo>
                  <a:lnTo>
                    <a:pt x="495199" y="1789222"/>
                  </a:lnTo>
                  <a:lnTo>
                    <a:pt x="534818" y="1803916"/>
                  </a:lnTo>
                  <a:lnTo>
                    <a:pt x="575564" y="1816435"/>
                  </a:lnTo>
                  <a:lnTo>
                    <a:pt x="617391" y="1826748"/>
                  </a:lnTo>
                  <a:lnTo>
                    <a:pt x="660255" y="1834823"/>
                  </a:lnTo>
                  <a:lnTo>
                    <a:pt x="704109" y="1840630"/>
                  </a:lnTo>
                  <a:lnTo>
                    <a:pt x="748908" y="1844137"/>
                  </a:lnTo>
                  <a:lnTo>
                    <a:pt x="794607" y="1845312"/>
                  </a:lnTo>
                  <a:lnTo>
                    <a:pt x="840141" y="1844137"/>
                  </a:lnTo>
                  <a:lnTo>
                    <a:pt x="884799" y="1840630"/>
                  </a:lnTo>
                  <a:lnTo>
                    <a:pt x="928532" y="1834823"/>
                  </a:lnTo>
                  <a:lnTo>
                    <a:pt x="971295" y="1826748"/>
                  </a:lnTo>
                  <a:lnTo>
                    <a:pt x="1013041" y="1816435"/>
                  </a:lnTo>
                  <a:lnTo>
                    <a:pt x="1053723" y="1803916"/>
                  </a:lnTo>
                  <a:lnTo>
                    <a:pt x="1093293" y="1789222"/>
                  </a:lnTo>
                  <a:lnTo>
                    <a:pt x="1131706" y="1772384"/>
                  </a:lnTo>
                  <a:lnTo>
                    <a:pt x="1168914" y="1753433"/>
                  </a:lnTo>
                  <a:lnTo>
                    <a:pt x="1204871" y="1732400"/>
                  </a:lnTo>
                  <a:lnTo>
                    <a:pt x="1239530" y="1709318"/>
                  </a:lnTo>
                  <a:lnTo>
                    <a:pt x="1272845" y="1684216"/>
                  </a:lnTo>
                  <a:lnTo>
                    <a:pt x="1304767" y="1657126"/>
                  </a:lnTo>
                  <a:lnTo>
                    <a:pt x="1335252" y="1628080"/>
                  </a:lnTo>
                  <a:lnTo>
                    <a:pt x="1364251" y="1597107"/>
                  </a:lnTo>
                  <a:lnTo>
                    <a:pt x="1391718" y="1564241"/>
                  </a:lnTo>
                  <a:lnTo>
                    <a:pt x="1417607" y="1529511"/>
                  </a:lnTo>
                  <a:lnTo>
                    <a:pt x="1441870" y="1492949"/>
                  </a:lnTo>
                  <a:lnTo>
                    <a:pt x="1464461" y="1454586"/>
                  </a:lnTo>
                  <a:lnTo>
                    <a:pt x="1485332" y="1414454"/>
                  </a:lnTo>
                  <a:lnTo>
                    <a:pt x="1504438" y="1372583"/>
                  </a:lnTo>
                  <a:lnTo>
                    <a:pt x="1521732" y="1329004"/>
                  </a:lnTo>
                  <a:lnTo>
                    <a:pt x="1537166" y="1283750"/>
                  </a:lnTo>
                  <a:lnTo>
                    <a:pt x="1550694" y="1236850"/>
                  </a:lnTo>
                  <a:lnTo>
                    <a:pt x="1562269" y="1188337"/>
                  </a:lnTo>
                  <a:lnTo>
                    <a:pt x="1571845" y="1138241"/>
                  </a:lnTo>
                  <a:lnTo>
                    <a:pt x="1579374" y="1086594"/>
                  </a:lnTo>
                  <a:lnTo>
                    <a:pt x="1584809" y="1033427"/>
                  </a:lnTo>
                  <a:lnTo>
                    <a:pt x="1588105" y="978770"/>
                  </a:lnTo>
                  <a:lnTo>
                    <a:pt x="1589214" y="922656"/>
                  </a:lnTo>
                  <a:close/>
                </a:path>
                <a:path w="1589405" h="1845310">
                  <a:moveTo>
                    <a:pt x="1371705" y="922656"/>
                  </a:moveTo>
                  <a:lnTo>
                    <a:pt x="1370288" y="981851"/>
                  </a:lnTo>
                  <a:lnTo>
                    <a:pt x="1366094" y="1038620"/>
                  </a:lnTo>
                  <a:lnTo>
                    <a:pt x="1359214" y="1092943"/>
                  </a:lnTo>
                  <a:lnTo>
                    <a:pt x="1349736" y="1144803"/>
                  </a:lnTo>
                  <a:lnTo>
                    <a:pt x="1337750" y="1194178"/>
                  </a:lnTo>
                  <a:lnTo>
                    <a:pt x="1323344" y="1241051"/>
                  </a:lnTo>
                  <a:lnTo>
                    <a:pt x="1306608" y="1285403"/>
                  </a:lnTo>
                  <a:lnTo>
                    <a:pt x="1287631" y="1327214"/>
                  </a:lnTo>
                  <a:lnTo>
                    <a:pt x="1266501" y="1366465"/>
                  </a:lnTo>
                  <a:lnTo>
                    <a:pt x="1243309" y="1403138"/>
                  </a:lnTo>
                  <a:lnTo>
                    <a:pt x="1218142" y="1437214"/>
                  </a:lnTo>
                  <a:lnTo>
                    <a:pt x="1191091" y="1468672"/>
                  </a:lnTo>
                  <a:lnTo>
                    <a:pt x="1162244" y="1497495"/>
                  </a:lnTo>
                  <a:lnTo>
                    <a:pt x="1131690" y="1523663"/>
                  </a:lnTo>
                  <a:lnTo>
                    <a:pt x="1099519" y="1547158"/>
                  </a:lnTo>
                  <a:lnTo>
                    <a:pt x="1065819" y="1567959"/>
                  </a:lnTo>
                  <a:lnTo>
                    <a:pt x="1030680" y="1586049"/>
                  </a:lnTo>
                  <a:lnTo>
                    <a:pt x="994190" y="1601408"/>
                  </a:lnTo>
                  <a:lnTo>
                    <a:pt x="956439" y="1614017"/>
                  </a:lnTo>
                  <a:lnTo>
                    <a:pt x="917517" y="1623858"/>
                  </a:lnTo>
                  <a:lnTo>
                    <a:pt x="877511" y="1630910"/>
                  </a:lnTo>
                  <a:lnTo>
                    <a:pt x="836511" y="1635155"/>
                  </a:lnTo>
                  <a:lnTo>
                    <a:pt x="794607" y="1636575"/>
                  </a:lnTo>
                  <a:lnTo>
                    <a:pt x="752702" y="1635155"/>
                  </a:lnTo>
                  <a:lnTo>
                    <a:pt x="711703" y="1630910"/>
                  </a:lnTo>
                  <a:lnTo>
                    <a:pt x="671697" y="1623858"/>
                  </a:lnTo>
                  <a:lnTo>
                    <a:pt x="632774" y="1614017"/>
                  </a:lnTo>
                  <a:lnTo>
                    <a:pt x="595024" y="1601408"/>
                  </a:lnTo>
                  <a:lnTo>
                    <a:pt x="558534" y="1586049"/>
                  </a:lnTo>
                  <a:lnTo>
                    <a:pt x="523395" y="1567959"/>
                  </a:lnTo>
                  <a:lnTo>
                    <a:pt x="489695" y="1547158"/>
                  </a:lnTo>
                  <a:lnTo>
                    <a:pt x="457524" y="1523663"/>
                  </a:lnTo>
                  <a:lnTo>
                    <a:pt x="426970" y="1497495"/>
                  </a:lnTo>
                  <a:lnTo>
                    <a:pt x="398123" y="1468672"/>
                  </a:lnTo>
                  <a:lnTo>
                    <a:pt x="371071" y="1437214"/>
                  </a:lnTo>
                  <a:lnTo>
                    <a:pt x="345905" y="1403138"/>
                  </a:lnTo>
                  <a:lnTo>
                    <a:pt x="322712" y="1366465"/>
                  </a:lnTo>
                  <a:lnTo>
                    <a:pt x="301583" y="1327214"/>
                  </a:lnTo>
                  <a:lnTo>
                    <a:pt x="282605" y="1285403"/>
                  </a:lnTo>
                  <a:lnTo>
                    <a:pt x="265869" y="1241051"/>
                  </a:lnTo>
                  <a:lnTo>
                    <a:pt x="251464" y="1194178"/>
                  </a:lnTo>
                  <a:lnTo>
                    <a:pt x="239477" y="1144803"/>
                  </a:lnTo>
                  <a:lnTo>
                    <a:pt x="230000" y="1092943"/>
                  </a:lnTo>
                  <a:lnTo>
                    <a:pt x="223119" y="1038620"/>
                  </a:lnTo>
                  <a:lnTo>
                    <a:pt x="218926" y="981851"/>
                  </a:lnTo>
                  <a:lnTo>
                    <a:pt x="217508" y="922656"/>
                  </a:lnTo>
                  <a:lnTo>
                    <a:pt x="218926" y="863461"/>
                  </a:lnTo>
                  <a:lnTo>
                    <a:pt x="223119" y="806692"/>
                  </a:lnTo>
                  <a:lnTo>
                    <a:pt x="230000" y="752368"/>
                  </a:lnTo>
                  <a:lnTo>
                    <a:pt x="239477" y="700509"/>
                  </a:lnTo>
                  <a:lnTo>
                    <a:pt x="251464" y="651134"/>
                  </a:lnTo>
                  <a:lnTo>
                    <a:pt x="265869" y="604261"/>
                  </a:lnTo>
                  <a:lnTo>
                    <a:pt x="282605" y="559909"/>
                  </a:lnTo>
                  <a:lnTo>
                    <a:pt x="301583" y="518098"/>
                  </a:lnTo>
                  <a:lnTo>
                    <a:pt x="322712" y="478847"/>
                  </a:lnTo>
                  <a:lnTo>
                    <a:pt x="345905" y="442174"/>
                  </a:lnTo>
                  <a:lnTo>
                    <a:pt x="371071" y="408098"/>
                  </a:lnTo>
                  <a:lnTo>
                    <a:pt x="398123" y="376640"/>
                  </a:lnTo>
                  <a:lnTo>
                    <a:pt x="426970" y="347817"/>
                  </a:lnTo>
                  <a:lnTo>
                    <a:pt x="457524" y="321649"/>
                  </a:lnTo>
                  <a:lnTo>
                    <a:pt x="489695" y="298154"/>
                  </a:lnTo>
                  <a:lnTo>
                    <a:pt x="523395" y="277353"/>
                  </a:lnTo>
                  <a:lnTo>
                    <a:pt x="558534" y="259263"/>
                  </a:lnTo>
                  <a:lnTo>
                    <a:pt x="595024" y="243904"/>
                  </a:lnTo>
                  <a:lnTo>
                    <a:pt x="632774" y="231295"/>
                  </a:lnTo>
                  <a:lnTo>
                    <a:pt x="671697" y="221454"/>
                  </a:lnTo>
                  <a:lnTo>
                    <a:pt x="711703" y="214402"/>
                  </a:lnTo>
                  <a:lnTo>
                    <a:pt x="752702" y="210157"/>
                  </a:lnTo>
                  <a:lnTo>
                    <a:pt x="794607" y="208737"/>
                  </a:lnTo>
                  <a:lnTo>
                    <a:pt x="836511" y="210157"/>
                  </a:lnTo>
                  <a:lnTo>
                    <a:pt x="877511" y="214402"/>
                  </a:lnTo>
                  <a:lnTo>
                    <a:pt x="917517" y="221454"/>
                  </a:lnTo>
                  <a:lnTo>
                    <a:pt x="956439" y="231295"/>
                  </a:lnTo>
                  <a:lnTo>
                    <a:pt x="994190" y="243904"/>
                  </a:lnTo>
                  <a:lnTo>
                    <a:pt x="1030680" y="259263"/>
                  </a:lnTo>
                  <a:lnTo>
                    <a:pt x="1065819" y="277353"/>
                  </a:lnTo>
                  <a:lnTo>
                    <a:pt x="1099519" y="298154"/>
                  </a:lnTo>
                  <a:lnTo>
                    <a:pt x="1131690" y="321649"/>
                  </a:lnTo>
                  <a:lnTo>
                    <a:pt x="1162244" y="347817"/>
                  </a:lnTo>
                  <a:lnTo>
                    <a:pt x="1191091" y="376640"/>
                  </a:lnTo>
                  <a:lnTo>
                    <a:pt x="1218142" y="408098"/>
                  </a:lnTo>
                  <a:lnTo>
                    <a:pt x="1243309" y="442174"/>
                  </a:lnTo>
                  <a:lnTo>
                    <a:pt x="1266501" y="478847"/>
                  </a:lnTo>
                  <a:lnTo>
                    <a:pt x="1287631" y="518098"/>
                  </a:lnTo>
                  <a:lnTo>
                    <a:pt x="1306608" y="559909"/>
                  </a:lnTo>
                  <a:lnTo>
                    <a:pt x="1323344" y="604261"/>
                  </a:lnTo>
                  <a:lnTo>
                    <a:pt x="1337750" y="651134"/>
                  </a:lnTo>
                  <a:lnTo>
                    <a:pt x="1349736" y="700509"/>
                  </a:lnTo>
                  <a:lnTo>
                    <a:pt x="1359214" y="752368"/>
                  </a:lnTo>
                  <a:lnTo>
                    <a:pt x="1366094" y="806692"/>
                  </a:lnTo>
                  <a:lnTo>
                    <a:pt x="1370288" y="863461"/>
                  </a:lnTo>
                  <a:lnTo>
                    <a:pt x="1371705" y="922656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8" name="object 3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6851" y="8017720"/>
            <a:ext cx="280025" cy="319703"/>
          </a:xfrm>
          <a:prstGeom prst="rect">
            <a:avLst/>
          </a:prstGeom>
        </p:spPr>
      </p:pic>
      <p:grpSp>
        <p:nvGrpSpPr>
          <p:cNvPr id="39" name="object 39" descr=""/>
          <p:cNvGrpSpPr/>
          <p:nvPr/>
        </p:nvGrpSpPr>
        <p:grpSpPr>
          <a:xfrm>
            <a:off x="8676851" y="8017466"/>
            <a:ext cx="908050" cy="327660"/>
            <a:chOff x="8676851" y="8017466"/>
            <a:chExt cx="908050" cy="327660"/>
          </a:xfrm>
        </p:grpSpPr>
        <p:sp>
          <p:nvSpPr>
            <p:cNvPr id="40" name="object 40" descr=""/>
            <p:cNvSpPr/>
            <p:nvPr/>
          </p:nvSpPr>
          <p:spPr>
            <a:xfrm>
              <a:off x="8996942" y="8021149"/>
              <a:ext cx="274955" cy="320040"/>
            </a:xfrm>
            <a:custGeom>
              <a:avLst/>
              <a:gdLst/>
              <a:ahLst/>
              <a:cxnLst/>
              <a:rect l="l" t="t" r="r" b="b"/>
              <a:pathLst>
                <a:path w="274954" h="320040">
                  <a:moveTo>
                    <a:pt x="247479" y="319713"/>
                  </a:moveTo>
                  <a:lnTo>
                    <a:pt x="274693" y="319713"/>
                  </a:lnTo>
                  <a:lnTo>
                    <a:pt x="274693" y="0"/>
                  </a:lnTo>
                  <a:lnTo>
                    <a:pt x="247479" y="0"/>
                  </a:lnTo>
                  <a:lnTo>
                    <a:pt x="247479" y="319713"/>
                  </a:lnTo>
                  <a:close/>
                </a:path>
                <a:path w="274954" h="320040">
                  <a:moveTo>
                    <a:pt x="143197" y="108351"/>
                  </a:moveTo>
                  <a:lnTo>
                    <a:pt x="143197" y="131751"/>
                  </a:lnTo>
                  <a:lnTo>
                    <a:pt x="188215" y="131751"/>
                  </a:lnTo>
                  <a:lnTo>
                    <a:pt x="188215" y="181348"/>
                  </a:lnTo>
                  <a:lnTo>
                    <a:pt x="146503" y="181348"/>
                  </a:lnTo>
                  <a:lnTo>
                    <a:pt x="146630" y="178932"/>
                  </a:lnTo>
                  <a:lnTo>
                    <a:pt x="146757" y="176516"/>
                  </a:lnTo>
                  <a:lnTo>
                    <a:pt x="146757" y="173972"/>
                  </a:lnTo>
                  <a:lnTo>
                    <a:pt x="141730" y="143991"/>
                  </a:lnTo>
                  <a:lnTo>
                    <a:pt x="127713" y="120687"/>
                  </a:lnTo>
                  <a:lnTo>
                    <a:pt x="106304" y="105585"/>
                  </a:lnTo>
                  <a:lnTo>
                    <a:pt x="79101" y="100212"/>
                  </a:lnTo>
                  <a:lnTo>
                    <a:pt x="52156" y="105585"/>
                  </a:lnTo>
                  <a:lnTo>
                    <a:pt x="30839" y="120687"/>
                  </a:lnTo>
                  <a:lnTo>
                    <a:pt x="16866" y="143991"/>
                  </a:lnTo>
                  <a:lnTo>
                    <a:pt x="11953" y="173972"/>
                  </a:lnTo>
                  <a:lnTo>
                    <a:pt x="16866" y="203846"/>
                  </a:lnTo>
                  <a:lnTo>
                    <a:pt x="30839" y="227163"/>
                  </a:lnTo>
                  <a:lnTo>
                    <a:pt x="52156" y="242324"/>
                  </a:lnTo>
                  <a:lnTo>
                    <a:pt x="79101" y="247733"/>
                  </a:lnTo>
                  <a:lnTo>
                    <a:pt x="99874" y="244675"/>
                  </a:lnTo>
                  <a:lnTo>
                    <a:pt x="117666" y="235953"/>
                  </a:lnTo>
                  <a:lnTo>
                    <a:pt x="131787" y="222249"/>
                  </a:lnTo>
                  <a:lnTo>
                    <a:pt x="141543" y="204240"/>
                  </a:lnTo>
                  <a:lnTo>
                    <a:pt x="188215" y="204240"/>
                  </a:lnTo>
                  <a:lnTo>
                    <a:pt x="188215" y="303689"/>
                  </a:lnTo>
                  <a:lnTo>
                    <a:pt x="214668" y="303689"/>
                  </a:lnTo>
                  <a:lnTo>
                    <a:pt x="214668" y="7121"/>
                  </a:lnTo>
                  <a:lnTo>
                    <a:pt x="188215" y="7121"/>
                  </a:lnTo>
                  <a:lnTo>
                    <a:pt x="188215" y="108351"/>
                  </a:lnTo>
                  <a:lnTo>
                    <a:pt x="143197" y="108351"/>
                  </a:lnTo>
                  <a:close/>
                </a:path>
                <a:path w="274954" h="320040">
                  <a:moveTo>
                    <a:pt x="93853" y="55193"/>
                  </a:moveTo>
                  <a:lnTo>
                    <a:pt x="93853" y="8647"/>
                  </a:lnTo>
                  <a:lnTo>
                    <a:pt x="65621" y="8647"/>
                  </a:lnTo>
                  <a:lnTo>
                    <a:pt x="65621" y="55193"/>
                  </a:lnTo>
                  <a:lnTo>
                    <a:pt x="0" y="55193"/>
                  </a:lnTo>
                  <a:lnTo>
                    <a:pt x="0" y="78338"/>
                  </a:lnTo>
                  <a:lnTo>
                    <a:pt x="159475" y="78338"/>
                  </a:lnTo>
                  <a:lnTo>
                    <a:pt x="159475" y="55193"/>
                  </a:lnTo>
                  <a:lnTo>
                    <a:pt x="93853" y="55193"/>
                  </a:lnTo>
                  <a:close/>
                </a:path>
              </a:pathLst>
            </a:custGeom>
            <a:ln w="73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9884" y="8141841"/>
              <a:ext cx="92826" cy="106306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12972" y="8017466"/>
              <a:ext cx="271886" cy="327079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8680534" y="8021403"/>
              <a:ext cx="273050" cy="312420"/>
            </a:xfrm>
            <a:custGeom>
              <a:avLst/>
              <a:gdLst/>
              <a:ahLst/>
              <a:cxnLst/>
              <a:rect l="l" t="t" r="r" b="b"/>
              <a:pathLst>
                <a:path w="273050" h="312420">
                  <a:moveTo>
                    <a:pt x="86732" y="213396"/>
                  </a:moveTo>
                  <a:lnTo>
                    <a:pt x="58499" y="213396"/>
                  </a:lnTo>
                  <a:lnTo>
                    <a:pt x="58499" y="312337"/>
                  </a:lnTo>
                  <a:lnTo>
                    <a:pt x="272659" y="312337"/>
                  </a:lnTo>
                  <a:lnTo>
                    <a:pt x="272659" y="288937"/>
                  </a:lnTo>
                  <a:lnTo>
                    <a:pt x="86732" y="288937"/>
                  </a:lnTo>
                  <a:lnTo>
                    <a:pt x="86732" y="213396"/>
                  </a:lnTo>
                  <a:close/>
                </a:path>
                <a:path w="273050" h="312420">
                  <a:moveTo>
                    <a:pt x="263757" y="0"/>
                  </a:moveTo>
                  <a:lnTo>
                    <a:pt x="235525" y="0"/>
                  </a:lnTo>
                  <a:lnTo>
                    <a:pt x="235525" y="88512"/>
                  </a:lnTo>
                  <a:lnTo>
                    <a:pt x="169649" y="88512"/>
                  </a:lnTo>
                  <a:lnTo>
                    <a:pt x="169649" y="111657"/>
                  </a:lnTo>
                  <a:lnTo>
                    <a:pt x="235525" y="111657"/>
                  </a:lnTo>
                  <a:lnTo>
                    <a:pt x="235525" y="234507"/>
                  </a:lnTo>
                  <a:lnTo>
                    <a:pt x="263757" y="234507"/>
                  </a:lnTo>
                  <a:lnTo>
                    <a:pt x="263757" y="0"/>
                  </a:lnTo>
                  <a:close/>
                </a:path>
                <a:path w="273050" h="312420">
                  <a:moveTo>
                    <a:pt x="109877" y="49343"/>
                  </a:moveTo>
                  <a:lnTo>
                    <a:pt x="81391" y="49343"/>
                  </a:lnTo>
                  <a:lnTo>
                    <a:pt x="81391" y="65875"/>
                  </a:lnTo>
                  <a:lnTo>
                    <a:pt x="75326" y="99199"/>
                  </a:lnTo>
                  <a:lnTo>
                    <a:pt x="58436" y="129112"/>
                  </a:lnTo>
                  <a:lnTo>
                    <a:pt x="32675" y="153541"/>
                  </a:lnTo>
                  <a:lnTo>
                    <a:pt x="0" y="170412"/>
                  </a:lnTo>
                  <a:lnTo>
                    <a:pt x="14752" y="193557"/>
                  </a:lnTo>
                  <a:lnTo>
                    <a:pt x="41561" y="180156"/>
                  </a:lnTo>
                  <a:lnTo>
                    <a:pt x="64508" y="161796"/>
                  </a:lnTo>
                  <a:lnTo>
                    <a:pt x="82924" y="139191"/>
                  </a:lnTo>
                  <a:lnTo>
                    <a:pt x="96142" y="113056"/>
                  </a:lnTo>
                  <a:lnTo>
                    <a:pt x="125385" y="113056"/>
                  </a:lnTo>
                  <a:lnTo>
                    <a:pt x="115616" y="96226"/>
                  </a:lnTo>
                  <a:lnTo>
                    <a:pt x="109877" y="65875"/>
                  </a:lnTo>
                  <a:lnTo>
                    <a:pt x="109877" y="49343"/>
                  </a:lnTo>
                  <a:close/>
                </a:path>
                <a:path w="273050" h="312420">
                  <a:moveTo>
                    <a:pt x="125385" y="113056"/>
                  </a:moveTo>
                  <a:lnTo>
                    <a:pt x="96142" y="113056"/>
                  </a:lnTo>
                  <a:lnTo>
                    <a:pt x="109073" y="136568"/>
                  </a:lnTo>
                  <a:lnTo>
                    <a:pt x="126712" y="157027"/>
                  </a:lnTo>
                  <a:lnTo>
                    <a:pt x="148524" y="173718"/>
                  </a:lnTo>
                  <a:lnTo>
                    <a:pt x="173973" y="185927"/>
                  </a:lnTo>
                  <a:lnTo>
                    <a:pt x="188725" y="163290"/>
                  </a:lnTo>
                  <a:lnTo>
                    <a:pt x="156661" y="147103"/>
                  </a:lnTo>
                  <a:lnTo>
                    <a:pt x="131751" y="124025"/>
                  </a:lnTo>
                  <a:lnTo>
                    <a:pt x="125385" y="113056"/>
                  </a:lnTo>
                  <a:close/>
                </a:path>
                <a:path w="273050" h="312420">
                  <a:moveTo>
                    <a:pt x="181349" y="25943"/>
                  </a:moveTo>
                  <a:lnTo>
                    <a:pt x="9156" y="25943"/>
                  </a:lnTo>
                  <a:lnTo>
                    <a:pt x="9156" y="49343"/>
                  </a:lnTo>
                  <a:lnTo>
                    <a:pt x="181349" y="49343"/>
                  </a:lnTo>
                  <a:lnTo>
                    <a:pt x="181349" y="259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6851" y="8017720"/>
              <a:ext cx="280025" cy="319703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8996942" y="8021149"/>
              <a:ext cx="274955" cy="320040"/>
            </a:xfrm>
            <a:custGeom>
              <a:avLst/>
              <a:gdLst/>
              <a:ahLst/>
              <a:cxnLst/>
              <a:rect l="l" t="t" r="r" b="b"/>
              <a:pathLst>
                <a:path w="274954" h="320040">
                  <a:moveTo>
                    <a:pt x="274693" y="0"/>
                  </a:moveTo>
                  <a:lnTo>
                    <a:pt x="247479" y="0"/>
                  </a:lnTo>
                  <a:lnTo>
                    <a:pt x="247479" y="319713"/>
                  </a:lnTo>
                  <a:lnTo>
                    <a:pt x="274693" y="319713"/>
                  </a:lnTo>
                  <a:lnTo>
                    <a:pt x="274693" y="0"/>
                  </a:lnTo>
                  <a:close/>
                </a:path>
                <a:path w="274954" h="320040">
                  <a:moveTo>
                    <a:pt x="214668" y="204240"/>
                  </a:moveTo>
                  <a:lnTo>
                    <a:pt x="188215" y="204240"/>
                  </a:lnTo>
                  <a:lnTo>
                    <a:pt x="188215" y="303689"/>
                  </a:lnTo>
                  <a:lnTo>
                    <a:pt x="214668" y="303689"/>
                  </a:lnTo>
                  <a:lnTo>
                    <a:pt x="214668" y="204240"/>
                  </a:lnTo>
                  <a:close/>
                </a:path>
                <a:path w="274954" h="320040">
                  <a:moveTo>
                    <a:pt x="79101" y="100212"/>
                  </a:moveTo>
                  <a:lnTo>
                    <a:pt x="52156" y="105585"/>
                  </a:lnTo>
                  <a:lnTo>
                    <a:pt x="30839" y="120687"/>
                  </a:lnTo>
                  <a:lnTo>
                    <a:pt x="16866" y="143991"/>
                  </a:lnTo>
                  <a:lnTo>
                    <a:pt x="11953" y="173972"/>
                  </a:lnTo>
                  <a:lnTo>
                    <a:pt x="16866" y="203846"/>
                  </a:lnTo>
                  <a:lnTo>
                    <a:pt x="30839" y="227163"/>
                  </a:lnTo>
                  <a:lnTo>
                    <a:pt x="52156" y="242324"/>
                  </a:lnTo>
                  <a:lnTo>
                    <a:pt x="79101" y="247733"/>
                  </a:lnTo>
                  <a:lnTo>
                    <a:pt x="99874" y="244675"/>
                  </a:lnTo>
                  <a:lnTo>
                    <a:pt x="117666" y="235953"/>
                  </a:lnTo>
                  <a:lnTo>
                    <a:pt x="130687" y="223316"/>
                  </a:lnTo>
                  <a:lnTo>
                    <a:pt x="79101" y="223316"/>
                  </a:lnTo>
                  <a:lnTo>
                    <a:pt x="62056" y="219648"/>
                  </a:lnTo>
                  <a:lnTo>
                    <a:pt x="48611" y="209422"/>
                  </a:lnTo>
                  <a:lnTo>
                    <a:pt x="39793" y="193808"/>
                  </a:lnTo>
                  <a:lnTo>
                    <a:pt x="36625" y="173972"/>
                  </a:lnTo>
                  <a:lnTo>
                    <a:pt x="39793" y="153919"/>
                  </a:lnTo>
                  <a:lnTo>
                    <a:pt x="48611" y="138300"/>
                  </a:lnTo>
                  <a:lnTo>
                    <a:pt x="62056" y="128119"/>
                  </a:lnTo>
                  <a:lnTo>
                    <a:pt x="79101" y="124375"/>
                  </a:lnTo>
                  <a:lnTo>
                    <a:pt x="129931" y="124375"/>
                  </a:lnTo>
                  <a:lnTo>
                    <a:pt x="127713" y="120687"/>
                  </a:lnTo>
                  <a:lnTo>
                    <a:pt x="106304" y="105585"/>
                  </a:lnTo>
                  <a:lnTo>
                    <a:pt x="79101" y="100212"/>
                  </a:lnTo>
                  <a:close/>
                </a:path>
                <a:path w="274954" h="320040">
                  <a:moveTo>
                    <a:pt x="129931" y="124375"/>
                  </a:moveTo>
                  <a:lnTo>
                    <a:pt x="79101" y="124375"/>
                  </a:lnTo>
                  <a:lnTo>
                    <a:pt x="96297" y="128119"/>
                  </a:lnTo>
                  <a:lnTo>
                    <a:pt x="109845" y="138300"/>
                  </a:lnTo>
                  <a:lnTo>
                    <a:pt x="118767" y="153919"/>
                  </a:lnTo>
                  <a:lnTo>
                    <a:pt x="122086" y="173972"/>
                  </a:lnTo>
                  <a:lnTo>
                    <a:pt x="118767" y="193808"/>
                  </a:lnTo>
                  <a:lnTo>
                    <a:pt x="109845" y="209422"/>
                  </a:lnTo>
                  <a:lnTo>
                    <a:pt x="96297" y="219648"/>
                  </a:lnTo>
                  <a:lnTo>
                    <a:pt x="79101" y="223316"/>
                  </a:lnTo>
                  <a:lnTo>
                    <a:pt x="130687" y="223316"/>
                  </a:lnTo>
                  <a:lnTo>
                    <a:pt x="131787" y="222249"/>
                  </a:lnTo>
                  <a:lnTo>
                    <a:pt x="141543" y="204240"/>
                  </a:lnTo>
                  <a:lnTo>
                    <a:pt x="214668" y="204240"/>
                  </a:lnTo>
                  <a:lnTo>
                    <a:pt x="214668" y="181348"/>
                  </a:lnTo>
                  <a:lnTo>
                    <a:pt x="146503" y="181348"/>
                  </a:lnTo>
                  <a:lnTo>
                    <a:pt x="146757" y="176516"/>
                  </a:lnTo>
                  <a:lnTo>
                    <a:pt x="146757" y="173972"/>
                  </a:lnTo>
                  <a:lnTo>
                    <a:pt x="141730" y="143991"/>
                  </a:lnTo>
                  <a:lnTo>
                    <a:pt x="129931" y="124375"/>
                  </a:lnTo>
                  <a:close/>
                </a:path>
                <a:path w="274954" h="320040">
                  <a:moveTo>
                    <a:pt x="214668" y="7121"/>
                  </a:moveTo>
                  <a:lnTo>
                    <a:pt x="188215" y="7121"/>
                  </a:lnTo>
                  <a:lnTo>
                    <a:pt x="188215" y="108351"/>
                  </a:lnTo>
                  <a:lnTo>
                    <a:pt x="143197" y="108351"/>
                  </a:lnTo>
                  <a:lnTo>
                    <a:pt x="143197" y="131751"/>
                  </a:lnTo>
                  <a:lnTo>
                    <a:pt x="188215" y="131751"/>
                  </a:lnTo>
                  <a:lnTo>
                    <a:pt x="188215" y="181348"/>
                  </a:lnTo>
                  <a:lnTo>
                    <a:pt x="214668" y="181348"/>
                  </a:lnTo>
                  <a:lnTo>
                    <a:pt x="214668" y="7121"/>
                  </a:lnTo>
                  <a:close/>
                </a:path>
                <a:path w="274954" h="320040">
                  <a:moveTo>
                    <a:pt x="159475" y="55193"/>
                  </a:moveTo>
                  <a:lnTo>
                    <a:pt x="0" y="55193"/>
                  </a:lnTo>
                  <a:lnTo>
                    <a:pt x="0" y="78338"/>
                  </a:lnTo>
                  <a:lnTo>
                    <a:pt x="159475" y="78338"/>
                  </a:lnTo>
                  <a:lnTo>
                    <a:pt x="159475" y="55193"/>
                  </a:lnTo>
                  <a:close/>
                </a:path>
                <a:path w="274954" h="320040">
                  <a:moveTo>
                    <a:pt x="93853" y="8647"/>
                  </a:moveTo>
                  <a:lnTo>
                    <a:pt x="65621" y="8647"/>
                  </a:lnTo>
                  <a:lnTo>
                    <a:pt x="65621" y="55193"/>
                  </a:lnTo>
                  <a:lnTo>
                    <a:pt x="93853" y="55193"/>
                  </a:lnTo>
                  <a:lnTo>
                    <a:pt x="93853" y="86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8996942" y="8021149"/>
              <a:ext cx="274955" cy="320040"/>
            </a:xfrm>
            <a:custGeom>
              <a:avLst/>
              <a:gdLst/>
              <a:ahLst/>
              <a:cxnLst/>
              <a:rect l="l" t="t" r="r" b="b"/>
              <a:pathLst>
                <a:path w="274954" h="320040">
                  <a:moveTo>
                    <a:pt x="247479" y="319713"/>
                  </a:moveTo>
                  <a:lnTo>
                    <a:pt x="274693" y="319713"/>
                  </a:lnTo>
                  <a:lnTo>
                    <a:pt x="274693" y="0"/>
                  </a:lnTo>
                  <a:lnTo>
                    <a:pt x="247479" y="0"/>
                  </a:lnTo>
                  <a:lnTo>
                    <a:pt x="247479" y="319713"/>
                  </a:lnTo>
                  <a:close/>
                </a:path>
                <a:path w="274954" h="320040">
                  <a:moveTo>
                    <a:pt x="143197" y="108351"/>
                  </a:moveTo>
                  <a:lnTo>
                    <a:pt x="143197" y="131751"/>
                  </a:lnTo>
                  <a:lnTo>
                    <a:pt x="188215" y="131751"/>
                  </a:lnTo>
                  <a:lnTo>
                    <a:pt x="188215" y="181348"/>
                  </a:lnTo>
                  <a:lnTo>
                    <a:pt x="146503" y="181348"/>
                  </a:lnTo>
                  <a:lnTo>
                    <a:pt x="146630" y="178932"/>
                  </a:lnTo>
                  <a:lnTo>
                    <a:pt x="146757" y="176516"/>
                  </a:lnTo>
                  <a:lnTo>
                    <a:pt x="146757" y="173972"/>
                  </a:lnTo>
                  <a:lnTo>
                    <a:pt x="141730" y="143991"/>
                  </a:lnTo>
                  <a:lnTo>
                    <a:pt x="127713" y="120687"/>
                  </a:lnTo>
                  <a:lnTo>
                    <a:pt x="106304" y="105585"/>
                  </a:lnTo>
                  <a:lnTo>
                    <a:pt x="79101" y="100212"/>
                  </a:lnTo>
                  <a:lnTo>
                    <a:pt x="52156" y="105585"/>
                  </a:lnTo>
                  <a:lnTo>
                    <a:pt x="30839" y="120687"/>
                  </a:lnTo>
                  <a:lnTo>
                    <a:pt x="16866" y="143991"/>
                  </a:lnTo>
                  <a:lnTo>
                    <a:pt x="11953" y="173972"/>
                  </a:lnTo>
                  <a:lnTo>
                    <a:pt x="16866" y="203846"/>
                  </a:lnTo>
                  <a:lnTo>
                    <a:pt x="30839" y="227163"/>
                  </a:lnTo>
                  <a:lnTo>
                    <a:pt x="52156" y="242324"/>
                  </a:lnTo>
                  <a:lnTo>
                    <a:pt x="79101" y="247733"/>
                  </a:lnTo>
                  <a:lnTo>
                    <a:pt x="99874" y="244675"/>
                  </a:lnTo>
                  <a:lnTo>
                    <a:pt x="117666" y="235953"/>
                  </a:lnTo>
                  <a:lnTo>
                    <a:pt x="131787" y="222249"/>
                  </a:lnTo>
                  <a:lnTo>
                    <a:pt x="141543" y="204240"/>
                  </a:lnTo>
                  <a:lnTo>
                    <a:pt x="188215" y="204240"/>
                  </a:lnTo>
                  <a:lnTo>
                    <a:pt x="188215" y="303689"/>
                  </a:lnTo>
                  <a:lnTo>
                    <a:pt x="214668" y="303689"/>
                  </a:lnTo>
                  <a:lnTo>
                    <a:pt x="214668" y="7121"/>
                  </a:lnTo>
                  <a:lnTo>
                    <a:pt x="188215" y="7121"/>
                  </a:lnTo>
                  <a:lnTo>
                    <a:pt x="188215" y="108351"/>
                  </a:lnTo>
                  <a:lnTo>
                    <a:pt x="143197" y="108351"/>
                  </a:lnTo>
                  <a:close/>
                </a:path>
                <a:path w="274954" h="320040">
                  <a:moveTo>
                    <a:pt x="93853" y="55193"/>
                  </a:moveTo>
                  <a:lnTo>
                    <a:pt x="93853" y="8647"/>
                  </a:lnTo>
                  <a:lnTo>
                    <a:pt x="65621" y="8647"/>
                  </a:lnTo>
                  <a:lnTo>
                    <a:pt x="65621" y="55193"/>
                  </a:lnTo>
                  <a:lnTo>
                    <a:pt x="0" y="55193"/>
                  </a:lnTo>
                  <a:lnTo>
                    <a:pt x="0" y="78338"/>
                  </a:lnTo>
                  <a:lnTo>
                    <a:pt x="159475" y="78338"/>
                  </a:lnTo>
                  <a:lnTo>
                    <a:pt x="159475" y="55193"/>
                  </a:lnTo>
                  <a:lnTo>
                    <a:pt x="93853" y="55193"/>
                  </a:lnTo>
                  <a:close/>
                </a:path>
              </a:pathLst>
            </a:custGeom>
            <a:ln w="73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29884" y="8141841"/>
              <a:ext cx="92826" cy="106306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9316655" y="8021149"/>
              <a:ext cx="264795" cy="320040"/>
            </a:xfrm>
            <a:custGeom>
              <a:avLst/>
              <a:gdLst/>
              <a:ahLst/>
              <a:cxnLst/>
              <a:rect l="l" t="t" r="r" b="b"/>
              <a:pathLst>
                <a:path w="264795" h="320040">
                  <a:moveTo>
                    <a:pt x="264520" y="0"/>
                  </a:moveTo>
                  <a:lnTo>
                    <a:pt x="236287" y="0"/>
                  </a:lnTo>
                  <a:lnTo>
                    <a:pt x="236287" y="67147"/>
                  </a:lnTo>
                  <a:lnTo>
                    <a:pt x="165070" y="67147"/>
                  </a:lnTo>
                  <a:lnTo>
                    <a:pt x="165070" y="90801"/>
                  </a:lnTo>
                  <a:lnTo>
                    <a:pt x="236287" y="90801"/>
                  </a:lnTo>
                  <a:lnTo>
                    <a:pt x="236287" y="188979"/>
                  </a:lnTo>
                  <a:lnTo>
                    <a:pt x="264520" y="188979"/>
                  </a:lnTo>
                  <a:lnTo>
                    <a:pt x="264520" y="0"/>
                  </a:lnTo>
                  <a:close/>
                </a:path>
                <a:path w="264795" h="320040">
                  <a:moveTo>
                    <a:pt x="108606" y="16278"/>
                  </a:moveTo>
                  <a:lnTo>
                    <a:pt x="80628" y="16278"/>
                  </a:lnTo>
                  <a:lnTo>
                    <a:pt x="80628" y="50106"/>
                  </a:lnTo>
                  <a:lnTo>
                    <a:pt x="74718" y="85500"/>
                  </a:lnTo>
                  <a:lnTo>
                    <a:pt x="58340" y="116554"/>
                  </a:lnTo>
                  <a:lnTo>
                    <a:pt x="32949" y="141599"/>
                  </a:lnTo>
                  <a:lnTo>
                    <a:pt x="0" y="158966"/>
                  </a:lnTo>
                  <a:lnTo>
                    <a:pt x="15260" y="182112"/>
                  </a:lnTo>
                  <a:lnTo>
                    <a:pt x="41653" y="168403"/>
                  </a:lnTo>
                  <a:lnTo>
                    <a:pt x="64158" y="149794"/>
                  </a:lnTo>
                  <a:lnTo>
                    <a:pt x="82181" y="126869"/>
                  </a:lnTo>
                  <a:lnTo>
                    <a:pt x="95125" y="100212"/>
                  </a:lnTo>
                  <a:lnTo>
                    <a:pt x="123808" y="100212"/>
                  </a:lnTo>
                  <a:lnTo>
                    <a:pt x="114312" y="83425"/>
                  </a:lnTo>
                  <a:lnTo>
                    <a:pt x="108606" y="51378"/>
                  </a:lnTo>
                  <a:lnTo>
                    <a:pt x="108606" y="16278"/>
                  </a:lnTo>
                  <a:close/>
                </a:path>
                <a:path w="264795" h="320040">
                  <a:moveTo>
                    <a:pt x="123808" y="100212"/>
                  </a:moveTo>
                  <a:lnTo>
                    <a:pt x="95125" y="100212"/>
                  </a:lnTo>
                  <a:lnTo>
                    <a:pt x="107954" y="124375"/>
                  </a:lnTo>
                  <a:lnTo>
                    <a:pt x="125456" y="145295"/>
                  </a:lnTo>
                  <a:lnTo>
                    <a:pt x="147060" y="162304"/>
                  </a:lnTo>
                  <a:lnTo>
                    <a:pt x="172192" y="174736"/>
                  </a:lnTo>
                  <a:lnTo>
                    <a:pt x="187707" y="152099"/>
                  </a:lnTo>
                  <a:lnTo>
                    <a:pt x="155675" y="135789"/>
                  </a:lnTo>
                  <a:lnTo>
                    <a:pt x="130606" y="112230"/>
                  </a:lnTo>
                  <a:lnTo>
                    <a:pt x="123808" y="100212"/>
                  </a:lnTo>
                  <a:close/>
                </a:path>
                <a:path w="264795" h="320040">
                  <a:moveTo>
                    <a:pt x="264520" y="206783"/>
                  </a:moveTo>
                  <a:lnTo>
                    <a:pt x="49343" y="206783"/>
                  </a:lnTo>
                  <a:lnTo>
                    <a:pt x="49343" y="229420"/>
                  </a:lnTo>
                  <a:lnTo>
                    <a:pt x="236287" y="229420"/>
                  </a:lnTo>
                  <a:lnTo>
                    <a:pt x="236287" y="319713"/>
                  </a:lnTo>
                  <a:lnTo>
                    <a:pt x="264520" y="319713"/>
                  </a:lnTo>
                  <a:lnTo>
                    <a:pt x="264520" y="2067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12972" y="8017466"/>
              <a:ext cx="271886" cy="327079"/>
            </a:xfrm>
            <a:prstGeom prst="rect">
              <a:avLst/>
            </a:prstGeom>
          </p:spPr>
        </p:pic>
      </p:grpSp>
      <p:pic>
        <p:nvPicPr>
          <p:cNvPr id="50" name="object 50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95560" y="8574051"/>
            <a:ext cx="1306678" cy="2046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57685" y="1060359"/>
            <a:ext cx="340360" cy="406400"/>
          </a:xfrm>
          <a:custGeom>
            <a:avLst/>
            <a:gdLst/>
            <a:ahLst/>
            <a:cxnLst/>
            <a:rect l="l" t="t" r="r" b="b"/>
            <a:pathLst>
              <a:path w="340359" h="406400">
                <a:moveTo>
                  <a:pt x="322949" y="338327"/>
                </a:moveTo>
                <a:lnTo>
                  <a:pt x="339815" y="353458"/>
                </a:lnTo>
                <a:lnTo>
                  <a:pt x="309508" y="376572"/>
                </a:lnTo>
                <a:lnTo>
                  <a:pt x="276627" y="393082"/>
                </a:lnTo>
                <a:lnTo>
                  <a:pt x="241173" y="402988"/>
                </a:lnTo>
                <a:lnTo>
                  <a:pt x="203145" y="406290"/>
                </a:lnTo>
                <a:lnTo>
                  <a:pt x="162536" y="402578"/>
                </a:lnTo>
                <a:lnTo>
                  <a:pt x="125043" y="391439"/>
                </a:lnTo>
                <a:lnTo>
                  <a:pt x="90666" y="372875"/>
                </a:lnTo>
                <a:lnTo>
                  <a:pt x="59405" y="346885"/>
                </a:lnTo>
                <a:lnTo>
                  <a:pt x="33415" y="315624"/>
                </a:lnTo>
                <a:lnTo>
                  <a:pt x="14851" y="281247"/>
                </a:lnTo>
                <a:lnTo>
                  <a:pt x="3712" y="243754"/>
                </a:lnTo>
                <a:lnTo>
                  <a:pt x="0" y="203145"/>
                </a:lnTo>
                <a:lnTo>
                  <a:pt x="3712" y="162637"/>
                </a:lnTo>
                <a:lnTo>
                  <a:pt x="14851" y="125198"/>
                </a:lnTo>
                <a:lnTo>
                  <a:pt x="33415" y="90829"/>
                </a:lnTo>
                <a:lnTo>
                  <a:pt x="59405" y="59530"/>
                </a:lnTo>
                <a:lnTo>
                  <a:pt x="90666" y="33485"/>
                </a:lnTo>
                <a:lnTo>
                  <a:pt x="125043" y="14882"/>
                </a:lnTo>
                <a:lnTo>
                  <a:pt x="162536" y="3720"/>
                </a:lnTo>
                <a:lnTo>
                  <a:pt x="203145" y="0"/>
                </a:lnTo>
                <a:lnTo>
                  <a:pt x="241173" y="3302"/>
                </a:lnTo>
                <a:lnTo>
                  <a:pt x="276627" y="13208"/>
                </a:lnTo>
                <a:lnTo>
                  <a:pt x="309508" y="29718"/>
                </a:lnTo>
                <a:lnTo>
                  <a:pt x="339815" y="52832"/>
                </a:lnTo>
                <a:lnTo>
                  <a:pt x="322949" y="68211"/>
                </a:lnTo>
                <a:lnTo>
                  <a:pt x="296300" y="48352"/>
                </a:lnTo>
                <a:lnTo>
                  <a:pt x="267449" y="34167"/>
                </a:lnTo>
                <a:lnTo>
                  <a:pt x="236398" y="25657"/>
                </a:lnTo>
                <a:lnTo>
                  <a:pt x="203145" y="22820"/>
                </a:lnTo>
                <a:lnTo>
                  <a:pt x="167179" y="26122"/>
                </a:lnTo>
                <a:lnTo>
                  <a:pt x="103432" y="52538"/>
                </a:lnTo>
                <a:lnTo>
                  <a:pt x="52538" y="103433"/>
                </a:lnTo>
                <a:lnTo>
                  <a:pt x="26121" y="167179"/>
                </a:lnTo>
                <a:lnTo>
                  <a:pt x="22819" y="203145"/>
                </a:lnTo>
                <a:lnTo>
                  <a:pt x="26121" y="239220"/>
                </a:lnTo>
                <a:lnTo>
                  <a:pt x="52538" y="303090"/>
                </a:lnTo>
                <a:lnTo>
                  <a:pt x="103432" y="354000"/>
                </a:lnTo>
                <a:lnTo>
                  <a:pt x="167179" y="380417"/>
                </a:lnTo>
                <a:lnTo>
                  <a:pt x="203145" y="383719"/>
                </a:lnTo>
                <a:lnTo>
                  <a:pt x="236398" y="380882"/>
                </a:lnTo>
                <a:lnTo>
                  <a:pt x="267449" y="372371"/>
                </a:lnTo>
                <a:lnTo>
                  <a:pt x="296300" y="358186"/>
                </a:lnTo>
                <a:lnTo>
                  <a:pt x="322949" y="338327"/>
                </a:lnTo>
                <a:close/>
              </a:path>
            </a:pathLst>
          </a:custGeom>
          <a:ln w="101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258390" y="1059367"/>
            <a:ext cx="407670" cy="407670"/>
          </a:xfrm>
          <a:custGeom>
            <a:avLst/>
            <a:gdLst/>
            <a:ahLst/>
            <a:cxnLst/>
            <a:rect l="l" t="t" r="r" b="b"/>
            <a:pathLst>
              <a:path w="407669" h="407669">
                <a:moveTo>
                  <a:pt x="203641" y="0"/>
                </a:moveTo>
                <a:lnTo>
                  <a:pt x="244265" y="3728"/>
                </a:lnTo>
                <a:lnTo>
                  <a:pt x="281805" y="14913"/>
                </a:lnTo>
                <a:lnTo>
                  <a:pt x="316259" y="33555"/>
                </a:lnTo>
                <a:lnTo>
                  <a:pt x="347629" y="59653"/>
                </a:lnTo>
                <a:lnTo>
                  <a:pt x="373727" y="91023"/>
                </a:lnTo>
                <a:lnTo>
                  <a:pt x="392369" y="125477"/>
                </a:lnTo>
                <a:lnTo>
                  <a:pt x="403554" y="163016"/>
                </a:lnTo>
                <a:lnTo>
                  <a:pt x="407282" y="203640"/>
                </a:lnTo>
                <a:lnTo>
                  <a:pt x="403554" y="244265"/>
                </a:lnTo>
                <a:lnTo>
                  <a:pt x="392369" y="281804"/>
                </a:lnTo>
                <a:lnTo>
                  <a:pt x="373727" y="316259"/>
                </a:lnTo>
                <a:lnTo>
                  <a:pt x="347629" y="347628"/>
                </a:lnTo>
                <a:lnTo>
                  <a:pt x="316259" y="373727"/>
                </a:lnTo>
                <a:lnTo>
                  <a:pt x="281805" y="392369"/>
                </a:lnTo>
                <a:lnTo>
                  <a:pt x="244265" y="403554"/>
                </a:lnTo>
                <a:lnTo>
                  <a:pt x="203641" y="407282"/>
                </a:lnTo>
                <a:lnTo>
                  <a:pt x="163017" y="403554"/>
                </a:lnTo>
                <a:lnTo>
                  <a:pt x="125477" y="392369"/>
                </a:lnTo>
                <a:lnTo>
                  <a:pt x="91023" y="373727"/>
                </a:lnTo>
                <a:lnTo>
                  <a:pt x="59653" y="347628"/>
                </a:lnTo>
                <a:lnTo>
                  <a:pt x="33555" y="316259"/>
                </a:lnTo>
                <a:lnTo>
                  <a:pt x="14913" y="281804"/>
                </a:lnTo>
                <a:lnTo>
                  <a:pt x="3728" y="244265"/>
                </a:lnTo>
                <a:lnTo>
                  <a:pt x="0" y="203640"/>
                </a:lnTo>
                <a:lnTo>
                  <a:pt x="3728" y="163016"/>
                </a:lnTo>
                <a:lnTo>
                  <a:pt x="14913" y="125477"/>
                </a:lnTo>
                <a:lnTo>
                  <a:pt x="33555" y="91023"/>
                </a:lnTo>
                <a:lnTo>
                  <a:pt x="59653" y="59653"/>
                </a:lnTo>
                <a:lnTo>
                  <a:pt x="91023" y="33555"/>
                </a:lnTo>
                <a:lnTo>
                  <a:pt x="125477" y="14913"/>
                </a:lnTo>
                <a:lnTo>
                  <a:pt x="163017" y="3728"/>
                </a:lnTo>
                <a:lnTo>
                  <a:pt x="203641" y="0"/>
                </a:lnTo>
                <a:close/>
              </a:path>
              <a:path w="407669" h="407669">
                <a:moveTo>
                  <a:pt x="203641" y="22819"/>
                </a:moveTo>
                <a:lnTo>
                  <a:pt x="134221" y="36058"/>
                </a:lnTo>
                <a:lnTo>
                  <a:pt x="75776" y="75776"/>
                </a:lnTo>
                <a:lnTo>
                  <a:pt x="36058" y="134220"/>
                </a:lnTo>
                <a:lnTo>
                  <a:pt x="22819" y="203640"/>
                </a:lnTo>
                <a:lnTo>
                  <a:pt x="26129" y="239730"/>
                </a:lnTo>
                <a:lnTo>
                  <a:pt x="52607" y="303725"/>
                </a:lnTo>
                <a:lnTo>
                  <a:pt x="103626" y="354852"/>
                </a:lnTo>
                <a:lnTo>
                  <a:pt x="167559" y="381393"/>
                </a:lnTo>
                <a:lnTo>
                  <a:pt x="203641" y="384710"/>
                </a:lnTo>
                <a:lnTo>
                  <a:pt x="239723" y="381393"/>
                </a:lnTo>
                <a:lnTo>
                  <a:pt x="303656" y="354852"/>
                </a:lnTo>
                <a:lnTo>
                  <a:pt x="354674" y="303725"/>
                </a:lnTo>
                <a:lnTo>
                  <a:pt x="381153" y="239730"/>
                </a:lnTo>
                <a:lnTo>
                  <a:pt x="384463" y="203640"/>
                </a:lnTo>
                <a:lnTo>
                  <a:pt x="381153" y="167558"/>
                </a:lnTo>
                <a:lnTo>
                  <a:pt x="354674" y="103626"/>
                </a:lnTo>
                <a:lnTo>
                  <a:pt x="303656" y="52607"/>
                </a:lnTo>
                <a:lnTo>
                  <a:pt x="239723" y="26129"/>
                </a:lnTo>
                <a:lnTo>
                  <a:pt x="203641" y="22819"/>
                </a:lnTo>
                <a:close/>
              </a:path>
            </a:pathLst>
          </a:custGeom>
          <a:ln w="101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738964" y="1065072"/>
            <a:ext cx="250825" cy="396875"/>
          </a:xfrm>
          <a:custGeom>
            <a:avLst/>
            <a:gdLst/>
            <a:ahLst/>
            <a:cxnLst/>
            <a:rect l="l" t="t" r="r" b="b"/>
            <a:pathLst>
              <a:path w="250825" h="396875">
                <a:moveTo>
                  <a:pt x="0" y="0"/>
                </a:moveTo>
                <a:lnTo>
                  <a:pt x="24556" y="0"/>
                </a:lnTo>
                <a:lnTo>
                  <a:pt x="228445" y="352961"/>
                </a:lnTo>
                <a:lnTo>
                  <a:pt x="228445" y="0"/>
                </a:lnTo>
                <a:lnTo>
                  <a:pt x="250769" y="0"/>
                </a:lnTo>
                <a:lnTo>
                  <a:pt x="250769" y="396864"/>
                </a:lnTo>
                <a:lnTo>
                  <a:pt x="228445" y="396864"/>
                </a:lnTo>
                <a:lnTo>
                  <a:pt x="22323" y="40430"/>
                </a:lnTo>
                <a:lnTo>
                  <a:pt x="22323" y="396864"/>
                </a:lnTo>
                <a:lnTo>
                  <a:pt x="0" y="396864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044421" y="1065072"/>
            <a:ext cx="223520" cy="396875"/>
          </a:xfrm>
          <a:custGeom>
            <a:avLst/>
            <a:gdLst/>
            <a:ahLst/>
            <a:cxnLst/>
            <a:rect l="l" t="t" r="r" b="b"/>
            <a:pathLst>
              <a:path w="223519" h="396875">
                <a:moveTo>
                  <a:pt x="122780" y="22323"/>
                </a:moveTo>
                <a:lnTo>
                  <a:pt x="122780" y="396864"/>
                </a:lnTo>
                <a:lnTo>
                  <a:pt x="100456" y="396864"/>
                </a:lnTo>
                <a:lnTo>
                  <a:pt x="100456" y="22323"/>
                </a:lnTo>
                <a:lnTo>
                  <a:pt x="0" y="22323"/>
                </a:lnTo>
                <a:lnTo>
                  <a:pt x="0" y="0"/>
                </a:lnTo>
                <a:lnTo>
                  <a:pt x="223236" y="0"/>
                </a:lnTo>
                <a:lnTo>
                  <a:pt x="223236" y="22323"/>
                </a:lnTo>
                <a:lnTo>
                  <a:pt x="122780" y="22323"/>
                </a:lnTo>
                <a:close/>
              </a:path>
            </a:pathLst>
          </a:custGeom>
          <a:ln w="101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322346" y="1065072"/>
            <a:ext cx="198755" cy="396875"/>
          </a:xfrm>
          <a:custGeom>
            <a:avLst/>
            <a:gdLst/>
            <a:ahLst/>
            <a:cxnLst/>
            <a:rect l="l" t="t" r="r" b="b"/>
            <a:pathLst>
              <a:path w="198755" h="396875">
                <a:moveTo>
                  <a:pt x="198432" y="0"/>
                </a:moveTo>
                <a:lnTo>
                  <a:pt x="198432" y="22323"/>
                </a:lnTo>
                <a:lnTo>
                  <a:pt x="22323" y="22323"/>
                </a:lnTo>
                <a:lnTo>
                  <a:pt x="22323" y="187270"/>
                </a:lnTo>
                <a:lnTo>
                  <a:pt x="198432" y="187270"/>
                </a:lnTo>
                <a:lnTo>
                  <a:pt x="198432" y="209594"/>
                </a:lnTo>
                <a:lnTo>
                  <a:pt x="22323" y="209594"/>
                </a:lnTo>
                <a:lnTo>
                  <a:pt x="22323" y="374541"/>
                </a:lnTo>
                <a:lnTo>
                  <a:pt x="198432" y="374541"/>
                </a:lnTo>
                <a:lnTo>
                  <a:pt x="198432" y="396864"/>
                </a:lnTo>
                <a:lnTo>
                  <a:pt x="0" y="396864"/>
                </a:lnTo>
                <a:lnTo>
                  <a:pt x="0" y="0"/>
                </a:lnTo>
                <a:lnTo>
                  <a:pt x="198432" y="0"/>
                </a:lnTo>
                <a:close/>
              </a:path>
            </a:pathLst>
          </a:custGeom>
          <a:ln w="101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594069" y="1065072"/>
            <a:ext cx="250825" cy="396875"/>
          </a:xfrm>
          <a:custGeom>
            <a:avLst/>
            <a:gdLst/>
            <a:ahLst/>
            <a:cxnLst/>
            <a:rect l="l" t="t" r="r" b="b"/>
            <a:pathLst>
              <a:path w="250825" h="396875">
                <a:moveTo>
                  <a:pt x="0" y="0"/>
                </a:moveTo>
                <a:lnTo>
                  <a:pt x="24555" y="0"/>
                </a:lnTo>
                <a:lnTo>
                  <a:pt x="228445" y="352961"/>
                </a:lnTo>
                <a:lnTo>
                  <a:pt x="228445" y="0"/>
                </a:lnTo>
                <a:lnTo>
                  <a:pt x="250769" y="0"/>
                </a:lnTo>
                <a:lnTo>
                  <a:pt x="250769" y="396864"/>
                </a:lnTo>
                <a:lnTo>
                  <a:pt x="228445" y="396864"/>
                </a:lnTo>
                <a:lnTo>
                  <a:pt x="22323" y="40430"/>
                </a:lnTo>
                <a:lnTo>
                  <a:pt x="22323" y="396864"/>
                </a:lnTo>
                <a:lnTo>
                  <a:pt x="0" y="396864"/>
                </a:lnTo>
                <a:lnTo>
                  <a:pt x="0" y="0"/>
                </a:lnTo>
                <a:close/>
              </a:path>
            </a:pathLst>
          </a:custGeom>
          <a:ln w="101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2899526" y="1060359"/>
            <a:ext cx="487045" cy="406400"/>
          </a:xfrm>
          <a:custGeom>
            <a:avLst/>
            <a:gdLst/>
            <a:ahLst/>
            <a:cxnLst/>
            <a:rect l="l" t="t" r="r" b="b"/>
            <a:pathLst>
              <a:path w="487045" h="406400">
                <a:moveTo>
                  <a:pt x="122780" y="27036"/>
                </a:moveTo>
                <a:lnTo>
                  <a:pt x="122780" y="401577"/>
                </a:lnTo>
                <a:lnTo>
                  <a:pt x="100456" y="401577"/>
                </a:lnTo>
                <a:lnTo>
                  <a:pt x="100456" y="27036"/>
                </a:lnTo>
                <a:lnTo>
                  <a:pt x="0" y="27036"/>
                </a:lnTo>
                <a:lnTo>
                  <a:pt x="0" y="4713"/>
                </a:lnTo>
                <a:lnTo>
                  <a:pt x="223236" y="4713"/>
                </a:lnTo>
                <a:lnTo>
                  <a:pt x="223236" y="27036"/>
                </a:lnTo>
                <a:lnTo>
                  <a:pt x="122780" y="27036"/>
                </a:lnTo>
                <a:close/>
              </a:path>
              <a:path w="487045" h="406400">
                <a:moveTo>
                  <a:pt x="376644" y="181813"/>
                </a:moveTo>
                <a:lnTo>
                  <a:pt x="338694" y="165071"/>
                </a:lnTo>
                <a:lnTo>
                  <a:pt x="298930" y="130190"/>
                </a:lnTo>
                <a:lnTo>
                  <a:pt x="285117" y="83589"/>
                </a:lnTo>
                <a:lnTo>
                  <a:pt x="286652" y="67071"/>
                </a:lnTo>
                <a:lnTo>
                  <a:pt x="309673" y="24680"/>
                </a:lnTo>
                <a:lnTo>
                  <a:pt x="352367" y="1542"/>
                </a:lnTo>
                <a:lnTo>
                  <a:pt x="369203" y="0"/>
                </a:lnTo>
                <a:lnTo>
                  <a:pt x="385946" y="1534"/>
                </a:lnTo>
                <a:lnTo>
                  <a:pt x="428733" y="24556"/>
                </a:lnTo>
                <a:lnTo>
                  <a:pt x="447584" y="54072"/>
                </a:lnTo>
                <a:lnTo>
                  <a:pt x="427493" y="62010"/>
                </a:lnTo>
                <a:lnTo>
                  <a:pt x="424904" y="56057"/>
                </a:lnTo>
                <a:lnTo>
                  <a:pt x="421602" y="50352"/>
                </a:lnTo>
                <a:lnTo>
                  <a:pt x="381512" y="22943"/>
                </a:lnTo>
                <a:lnTo>
                  <a:pt x="369203" y="21827"/>
                </a:lnTo>
                <a:lnTo>
                  <a:pt x="356894" y="22951"/>
                </a:lnTo>
                <a:lnTo>
                  <a:pt x="317626" y="49290"/>
                </a:lnTo>
                <a:lnTo>
                  <a:pt x="307441" y="83589"/>
                </a:lnTo>
                <a:lnTo>
                  <a:pt x="308573" y="95898"/>
                </a:lnTo>
                <a:lnTo>
                  <a:pt x="334788" y="135383"/>
                </a:lnTo>
                <a:lnTo>
                  <a:pt x="372180" y="157754"/>
                </a:lnTo>
                <a:lnTo>
                  <a:pt x="395046" y="166513"/>
                </a:lnTo>
                <a:lnTo>
                  <a:pt x="416021" y="177411"/>
                </a:lnTo>
                <a:lnTo>
                  <a:pt x="452297" y="205625"/>
                </a:lnTo>
                <a:lnTo>
                  <a:pt x="478155" y="243452"/>
                </a:lnTo>
                <a:lnTo>
                  <a:pt x="486774" y="288471"/>
                </a:lnTo>
                <a:lnTo>
                  <a:pt x="484620" y="312004"/>
                </a:lnTo>
                <a:lnTo>
                  <a:pt x="467381" y="353675"/>
                </a:lnTo>
                <a:lnTo>
                  <a:pt x="434174" y="386897"/>
                </a:lnTo>
                <a:lnTo>
                  <a:pt x="392627" y="404136"/>
                </a:lnTo>
                <a:lnTo>
                  <a:pt x="369203" y="406290"/>
                </a:lnTo>
                <a:lnTo>
                  <a:pt x="345779" y="404120"/>
                </a:lnTo>
                <a:lnTo>
                  <a:pt x="304232" y="386757"/>
                </a:lnTo>
                <a:lnTo>
                  <a:pt x="273723" y="357240"/>
                </a:lnTo>
                <a:lnTo>
                  <a:pt x="253120" y="307570"/>
                </a:lnTo>
                <a:lnTo>
                  <a:pt x="274204" y="299881"/>
                </a:lnTo>
                <a:lnTo>
                  <a:pt x="277227" y="315492"/>
                </a:lnTo>
                <a:lnTo>
                  <a:pt x="282823" y="330080"/>
                </a:lnTo>
                <a:lnTo>
                  <a:pt x="316464" y="368449"/>
                </a:lnTo>
                <a:lnTo>
                  <a:pt x="369203" y="384215"/>
                </a:lnTo>
                <a:lnTo>
                  <a:pt x="388318" y="382463"/>
                </a:lnTo>
                <a:lnTo>
                  <a:pt x="436918" y="356186"/>
                </a:lnTo>
                <a:lnTo>
                  <a:pt x="463195" y="307586"/>
                </a:lnTo>
                <a:lnTo>
                  <a:pt x="464947" y="288471"/>
                </a:lnTo>
                <a:lnTo>
                  <a:pt x="463195" y="269465"/>
                </a:lnTo>
                <a:lnTo>
                  <a:pt x="436918" y="221004"/>
                </a:lnTo>
                <a:lnTo>
                  <a:pt x="393806" y="189751"/>
                </a:lnTo>
                <a:lnTo>
                  <a:pt x="376644" y="181813"/>
                </a:lnTo>
                <a:close/>
              </a:path>
            </a:pathLst>
          </a:custGeom>
          <a:ln w="101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852605" y="1055279"/>
            <a:ext cx="350520" cy="416559"/>
            <a:chOff x="852605" y="1055279"/>
            <a:chExt cx="350520" cy="416559"/>
          </a:xfrm>
        </p:grpSpPr>
        <p:sp>
          <p:nvSpPr>
            <p:cNvPr id="10" name="object 10" descr=""/>
            <p:cNvSpPr/>
            <p:nvPr/>
          </p:nvSpPr>
          <p:spPr>
            <a:xfrm>
              <a:off x="857685" y="1060359"/>
              <a:ext cx="340360" cy="406400"/>
            </a:xfrm>
            <a:custGeom>
              <a:avLst/>
              <a:gdLst/>
              <a:ahLst/>
              <a:cxnLst/>
              <a:rect l="l" t="t" r="r" b="b"/>
              <a:pathLst>
                <a:path w="340359" h="406400">
                  <a:moveTo>
                    <a:pt x="203145" y="0"/>
                  </a:moveTo>
                  <a:lnTo>
                    <a:pt x="162536" y="3720"/>
                  </a:lnTo>
                  <a:lnTo>
                    <a:pt x="125043" y="14882"/>
                  </a:lnTo>
                  <a:lnTo>
                    <a:pt x="90666" y="33485"/>
                  </a:lnTo>
                  <a:lnTo>
                    <a:pt x="59405" y="59530"/>
                  </a:lnTo>
                  <a:lnTo>
                    <a:pt x="33415" y="90829"/>
                  </a:lnTo>
                  <a:lnTo>
                    <a:pt x="14851" y="125198"/>
                  </a:lnTo>
                  <a:lnTo>
                    <a:pt x="3712" y="162637"/>
                  </a:lnTo>
                  <a:lnTo>
                    <a:pt x="0" y="203145"/>
                  </a:lnTo>
                  <a:lnTo>
                    <a:pt x="3712" y="243754"/>
                  </a:lnTo>
                  <a:lnTo>
                    <a:pt x="14851" y="281247"/>
                  </a:lnTo>
                  <a:lnTo>
                    <a:pt x="33415" y="315624"/>
                  </a:lnTo>
                  <a:lnTo>
                    <a:pt x="59405" y="346885"/>
                  </a:lnTo>
                  <a:lnTo>
                    <a:pt x="90666" y="372875"/>
                  </a:lnTo>
                  <a:lnTo>
                    <a:pt x="125043" y="391439"/>
                  </a:lnTo>
                  <a:lnTo>
                    <a:pt x="162536" y="402578"/>
                  </a:lnTo>
                  <a:lnTo>
                    <a:pt x="203145" y="406290"/>
                  </a:lnTo>
                  <a:lnTo>
                    <a:pt x="241173" y="402988"/>
                  </a:lnTo>
                  <a:lnTo>
                    <a:pt x="276627" y="393082"/>
                  </a:lnTo>
                  <a:lnTo>
                    <a:pt x="309508" y="376572"/>
                  </a:lnTo>
                  <a:lnTo>
                    <a:pt x="339815" y="353458"/>
                  </a:lnTo>
                  <a:lnTo>
                    <a:pt x="322949" y="338327"/>
                  </a:lnTo>
                  <a:lnTo>
                    <a:pt x="296300" y="358186"/>
                  </a:lnTo>
                  <a:lnTo>
                    <a:pt x="267449" y="372371"/>
                  </a:lnTo>
                  <a:lnTo>
                    <a:pt x="236398" y="380882"/>
                  </a:lnTo>
                  <a:lnTo>
                    <a:pt x="203145" y="383719"/>
                  </a:lnTo>
                  <a:lnTo>
                    <a:pt x="167179" y="380417"/>
                  </a:lnTo>
                  <a:lnTo>
                    <a:pt x="103432" y="354000"/>
                  </a:lnTo>
                  <a:lnTo>
                    <a:pt x="52538" y="303090"/>
                  </a:lnTo>
                  <a:lnTo>
                    <a:pt x="26121" y="239220"/>
                  </a:lnTo>
                  <a:lnTo>
                    <a:pt x="22819" y="203145"/>
                  </a:lnTo>
                  <a:lnTo>
                    <a:pt x="26121" y="167179"/>
                  </a:lnTo>
                  <a:lnTo>
                    <a:pt x="52538" y="103433"/>
                  </a:lnTo>
                  <a:lnTo>
                    <a:pt x="103432" y="52538"/>
                  </a:lnTo>
                  <a:lnTo>
                    <a:pt x="167179" y="26122"/>
                  </a:lnTo>
                  <a:lnTo>
                    <a:pt x="203145" y="22820"/>
                  </a:lnTo>
                  <a:lnTo>
                    <a:pt x="236398" y="25657"/>
                  </a:lnTo>
                  <a:lnTo>
                    <a:pt x="267449" y="34167"/>
                  </a:lnTo>
                  <a:lnTo>
                    <a:pt x="296300" y="48352"/>
                  </a:lnTo>
                  <a:lnTo>
                    <a:pt x="322949" y="68211"/>
                  </a:lnTo>
                  <a:lnTo>
                    <a:pt x="339815" y="52832"/>
                  </a:lnTo>
                  <a:lnTo>
                    <a:pt x="309508" y="29718"/>
                  </a:lnTo>
                  <a:lnTo>
                    <a:pt x="276627" y="13208"/>
                  </a:lnTo>
                  <a:lnTo>
                    <a:pt x="241173" y="3302"/>
                  </a:lnTo>
                  <a:lnTo>
                    <a:pt x="203145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57685" y="1060359"/>
              <a:ext cx="340360" cy="406400"/>
            </a:xfrm>
            <a:custGeom>
              <a:avLst/>
              <a:gdLst/>
              <a:ahLst/>
              <a:cxnLst/>
              <a:rect l="l" t="t" r="r" b="b"/>
              <a:pathLst>
                <a:path w="340359" h="406400">
                  <a:moveTo>
                    <a:pt x="322949" y="338327"/>
                  </a:moveTo>
                  <a:lnTo>
                    <a:pt x="339815" y="353458"/>
                  </a:lnTo>
                  <a:lnTo>
                    <a:pt x="309508" y="376572"/>
                  </a:lnTo>
                  <a:lnTo>
                    <a:pt x="276627" y="393082"/>
                  </a:lnTo>
                  <a:lnTo>
                    <a:pt x="241173" y="402988"/>
                  </a:lnTo>
                  <a:lnTo>
                    <a:pt x="203145" y="406290"/>
                  </a:lnTo>
                  <a:lnTo>
                    <a:pt x="162536" y="402578"/>
                  </a:lnTo>
                  <a:lnTo>
                    <a:pt x="125043" y="391439"/>
                  </a:lnTo>
                  <a:lnTo>
                    <a:pt x="90666" y="372875"/>
                  </a:lnTo>
                  <a:lnTo>
                    <a:pt x="59405" y="346885"/>
                  </a:lnTo>
                  <a:lnTo>
                    <a:pt x="33415" y="315624"/>
                  </a:lnTo>
                  <a:lnTo>
                    <a:pt x="14851" y="281247"/>
                  </a:lnTo>
                  <a:lnTo>
                    <a:pt x="3712" y="243754"/>
                  </a:lnTo>
                  <a:lnTo>
                    <a:pt x="0" y="203145"/>
                  </a:lnTo>
                  <a:lnTo>
                    <a:pt x="3712" y="162637"/>
                  </a:lnTo>
                  <a:lnTo>
                    <a:pt x="14851" y="125198"/>
                  </a:lnTo>
                  <a:lnTo>
                    <a:pt x="33415" y="90829"/>
                  </a:lnTo>
                  <a:lnTo>
                    <a:pt x="59405" y="59530"/>
                  </a:lnTo>
                  <a:lnTo>
                    <a:pt x="90666" y="33485"/>
                  </a:lnTo>
                  <a:lnTo>
                    <a:pt x="125043" y="14882"/>
                  </a:lnTo>
                  <a:lnTo>
                    <a:pt x="162536" y="3720"/>
                  </a:lnTo>
                  <a:lnTo>
                    <a:pt x="203145" y="0"/>
                  </a:lnTo>
                  <a:lnTo>
                    <a:pt x="241173" y="3302"/>
                  </a:lnTo>
                  <a:lnTo>
                    <a:pt x="276627" y="13208"/>
                  </a:lnTo>
                  <a:lnTo>
                    <a:pt x="309508" y="29718"/>
                  </a:lnTo>
                  <a:lnTo>
                    <a:pt x="339815" y="52832"/>
                  </a:lnTo>
                  <a:lnTo>
                    <a:pt x="322949" y="68211"/>
                  </a:lnTo>
                  <a:lnTo>
                    <a:pt x="296300" y="48352"/>
                  </a:lnTo>
                  <a:lnTo>
                    <a:pt x="267449" y="34167"/>
                  </a:lnTo>
                  <a:lnTo>
                    <a:pt x="236398" y="25657"/>
                  </a:lnTo>
                  <a:lnTo>
                    <a:pt x="203145" y="22820"/>
                  </a:lnTo>
                  <a:lnTo>
                    <a:pt x="167179" y="26122"/>
                  </a:lnTo>
                  <a:lnTo>
                    <a:pt x="103432" y="52538"/>
                  </a:lnTo>
                  <a:lnTo>
                    <a:pt x="52538" y="103433"/>
                  </a:lnTo>
                  <a:lnTo>
                    <a:pt x="26121" y="167179"/>
                  </a:lnTo>
                  <a:lnTo>
                    <a:pt x="22819" y="203145"/>
                  </a:lnTo>
                  <a:lnTo>
                    <a:pt x="26121" y="239220"/>
                  </a:lnTo>
                  <a:lnTo>
                    <a:pt x="52538" y="303090"/>
                  </a:lnTo>
                  <a:lnTo>
                    <a:pt x="103432" y="354000"/>
                  </a:lnTo>
                  <a:lnTo>
                    <a:pt x="167179" y="380417"/>
                  </a:lnTo>
                  <a:lnTo>
                    <a:pt x="203145" y="383719"/>
                  </a:lnTo>
                  <a:lnTo>
                    <a:pt x="236398" y="380882"/>
                  </a:lnTo>
                  <a:lnTo>
                    <a:pt x="267449" y="372371"/>
                  </a:lnTo>
                  <a:lnTo>
                    <a:pt x="296300" y="358186"/>
                  </a:lnTo>
                  <a:lnTo>
                    <a:pt x="322949" y="338327"/>
                  </a:lnTo>
                  <a:close/>
                </a:path>
              </a:pathLst>
            </a:custGeom>
            <a:ln w="101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 descr=""/>
          <p:cNvGrpSpPr/>
          <p:nvPr/>
        </p:nvGrpSpPr>
        <p:grpSpPr>
          <a:xfrm>
            <a:off x="1253310" y="1054287"/>
            <a:ext cx="417830" cy="417830"/>
            <a:chOff x="1253310" y="1054287"/>
            <a:chExt cx="417830" cy="417830"/>
          </a:xfrm>
        </p:grpSpPr>
        <p:sp>
          <p:nvSpPr>
            <p:cNvPr id="13" name="object 13" descr=""/>
            <p:cNvSpPr/>
            <p:nvPr/>
          </p:nvSpPr>
          <p:spPr>
            <a:xfrm>
              <a:off x="1258390" y="1059367"/>
              <a:ext cx="407670" cy="407670"/>
            </a:xfrm>
            <a:custGeom>
              <a:avLst/>
              <a:gdLst/>
              <a:ahLst/>
              <a:cxnLst/>
              <a:rect l="l" t="t" r="r" b="b"/>
              <a:pathLst>
                <a:path w="407669" h="407669">
                  <a:moveTo>
                    <a:pt x="203641" y="0"/>
                  </a:moveTo>
                  <a:lnTo>
                    <a:pt x="163017" y="3728"/>
                  </a:lnTo>
                  <a:lnTo>
                    <a:pt x="125477" y="14913"/>
                  </a:lnTo>
                  <a:lnTo>
                    <a:pt x="91023" y="33555"/>
                  </a:lnTo>
                  <a:lnTo>
                    <a:pt x="59653" y="59653"/>
                  </a:lnTo>
                  <a:lnTo>
                    <a:pt x="33555" y="91023"/>
                  </a:lnTo>
                  <a:lnTo>
                    <a:pt x="14913" y="125477"/>
                  </a:lnTo>
                  <a:lnTo>
                    <a:pt x="3728" y="163016"/>
                  </a:lnTo>
                  <a:lnTo>
                    <a:pt x="0" y="203640"/>
                  </a:lnTo>
                  <a:lnTo>
                    <a:pt x="3728" y="244265"/>
                  </a:lnTo>
                  <a:lnTo>
                    <a:pt x="14913" y="281804"/>
                  </a:lnTo>
                  <a:lnTo>
                    <a:pt x="33555" y="316259"/>
                  </a:lnTo>
                  <a:lnTo>
                    <a:pt x="59653" y="347628"/>
                  </a:lnTo>
                  <a:lnTo>
                    <a:pt x="91023" y="373727"/>
                  </a:lnTo>
                  <a:lnTo>
                    <a:pt x="125477" y="392369"/>
                  </a:lnTo>
                  <a:lnTo>
                    <a:pt x="163017" y="403554"/>
                  </a:lnTo>
                  <a:lnTo>
                    <a:pt x="203641" y="407282"/>
                  </a:lnTo>
                  <a:lnTo>
                    <a:pt x="244265" y="403554"/>
                  </a:lnTo>
                  <a:lnTo>
                    <a:pt x="281805" y="392369"/>
                  </a:lnTo>
                  <a:lnTo>
                    <a:pt x="295959" y="384710"/>
                  </a:lnTo>
                  <a:lnTo>
                    <a:pt x="203641" y="384710"/>
                  </a:lnTo>
                  <a:lnTo>
                    <a:pt x="167559" y="381393"/>
                  </a:lnTo>
                  <a:lnTo>
                    <a:pt x="103626" y="354852"/>
                  </a:lnTo>
                  <a:lnTo>
                    <a:pt x="52607" y="303725"/>
                  </a:lnTo>
                  <a:lnTo>
                    <a:pt x="26129" y="239730"/>
                  </a:lnTo>
                  <a:lnTo>
                    <a:pt x="22819" y="203640"/>
                  </a:lnTo>
                  <a:lnTo>
                    <a:pt x="26129" y="167558"/>
                  </a:lnTo>
                  <a:lnTo>
                    <a:pt x="52607" y="103626"/>
                  </a:lnTo>
                  <a:lnTo>
                    <a:pt x="103626" y="52607"/>
                  </a:lnTo>
                  <a:lnTo>
                    <a:pt x="167559" y="26129"/>
                  </a:lnTo>
                  <a:lnTo>
                    <a:pt x="203641" y="22819"/>
                  </a:lnTo>
                  <a:lnTo>
                    <a:pt x="296417" y="22819"/>
                  </a:lnTo>
                  <a:lnTo>
                    <a:pt x="281805" y="14913"/>
                  </a:lnTo>
                  <a:lnTo>
                    <a:pt x="244265" y="3728"/>
                  </a:lnTo>
                  <a:lnTo>
                    <a:pt x="203641" y="0"/>
                  </a:lnTo>
                  <a:close/>
                </a:path>
                <a:path w="407669" h="407669">
                  <a:moveTo>
                    <a:pt x="296417" y="22819"/>
                  </a:moveTo>
                  <a:lnTo>
                    <a:pt x="203641" y="22819"/>
                  </a:lnTo>
                  <a:lnTo>
                    <a:pt x="239723" y="26129"/>
                  </a:lnTo>
                  <a:lnTo>
                    <a:pt x="273061" y="36058"/>
                  </a:lnTo>
                  <a:lnTo>
                    <a:pt x="331506" y="75776"/>
                  </a:lnTo>
                  <a:lnTo>
                    <a:pt x="371223" y="134220"/>
                  </a:lnTo>
                  <a:lnTo>
                    <a:pt x="384463" y="203640"/>
                  </a:lnTo>
                  <a:lnTo>
                    <a:pt x="381153" y="239730"/>
                  </a:lnTo>
                  <a:lnTo>
                    <a:pt x="354674" y="303725"/>
                  </a:lnTo>
                  <a:lnTo>
                    <a:pt x="303656" y="354852"/>
                  </a:lnTo>
                  <a:lnTo>
                    <a:pt x="239723" y="381393"/>
                  </a:lnTo>
                  <a:lnTo>
                    <a:pt x="203641" y="384710"/>
                  </a:lnTo>
                  <a:lnTo>
                    <a:pt x="295959" y="384710"/>
                  </a:lnTo>
                  <a:lnTo>
                    <a:pt x="347629" y="347628"/>
                  </a:lnTo>
                  <a:lnTo>
                    <a:pt x="373727" y="316259"/>
                  </a:lnTo>
                  <a:lnTo>
                    <a:pt x="392369" y="281804"/>
                  </a:lnTo>
                  <a:lnTo>
                    <a:pt x="403554" y="244265"/>
                  </a:lnTo>
                  <a:lnTo>
                    <a:pt x="407282" y="203640"/>
                  </a:lnTo>
                  <a:lnTo>
                    <a:pt x="403554" y="163016"/>
                  </a:lnTo>
                  <a:lnTo>
                    <a:pt x="392369" y="125477"/>
                  </a:lnTo>
                  <a:lnTo>
                    <a:pt x="373727" y="91023"/>
                  </a:lnTo>
                  <a:lnTo>
                    <a:pt x="347629" y="59653"/>
                  </a:lnTo>
                  <a:lnTo>
                    <a:pt x="316259" y="33555"/>
                  </a:lnTo>
                  <a:lnTo>
                    <a:pt x="296417" y="2281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258390" y="1059367"/>
              <a:ext cx="407670" cy="407670"/>
            </a:xfrm>
            <a:custGeom>
              <a:avLst/>
              <a:gdLst/>
              <a:ahLst/>
              <a:cxnLst/>
              <a:rect l="l" t="t" r="r" b="b"/>
              <a:pathLst>
                <a:path w="407669" h="407669">
                  <a:moveTo>
                    <a:pt x="203641" y="0"/>
                  </a:moveTo>
                  <a:lnTo>
                    <a:pt x="244265" y="3728"/>
                  </a:lnTo>
                  <a:lnTo>
                    <a:pt x="281805" y="14913"/>
                  </a:lnTo>
                  <a:lnTo>
                    <a:pt x="316259" y="33555"/>
                  </a:lnTo>
                  <a:lnTo>
                    <a:pt x="347629" y="59653"/>
                  </a:lnTo>
                  <a:lnTo>
                    <a:pt x="373727" y="91023"/>
                  </a:lnTo>
                  <a:lnTo>
                    <a:pt x="392369" y="125477"/>
                  </a:lnTo>
                  <a:lnTo>
                    <a:pt x="403554" y="163016"/>
                  </a:lnTo>
                  <a:lnTo>
                    <a:pt x="407282" y="203640"/>
                  </a:lnTo>
                  <a:lnTo>
                    <a:pt x="403554" y="244265"/>
                  </a:lnTo>
                  <a:lnTo>
                    <a:pt x="392369" y="281804"/>
                  </a:lnTo>
                  <a:lnTo>
                    <a:pt x="373727" y="316259"/>
                  </a:lnTo>
                  <a:lnTo>
                    <a:pt x="347629" y="347628"/>
                  </a:lnTo>
                  <a:lnTo>
                    <a:pt x="316259" y="373727"/>
                  </a:lnTo>
                  <a:lnTo>
                    <a:pt x="281805" y="392369"/>
                  </a:lnTo>
                  <a:lnTo>
                    <a:pt x="244265" y="403554"/>
                  </a:lnTo>
                  <a:lnTo>
                    <a:pt x="203641" y="407282"/>
                  </a:lnTo>
                  <a:lnTo>
                    <a:pt x="163017" y="403554"/>
                  </a:lnTo>
                  <a:lnTo>
                    <a:pt x="125477" y="392369"/>
                  </a:lnTo>
                  <a:lnTo>
                    <a:pt x="91023" y="373727"/>
                  </a:lnTo>
                  <a:lnTo>
                    <a:pt x="59653" y="347628"/>
                  </a:lnTo>
                  <a:lnTo>
                    <a:pt x="33555" y="316259"/>
                  </a:lnTo>
                  <a:lnTo>
                    <a:pt x="14913" y="281804"/>
                  </a:lnTo>
                  <a:lnTo>
                    <a:pt x="3728" y="244265"/>
                  </a:lnTo>
                  <a:lnTo>
                    <a:pt x="0" y="203640"/>
                  </a:lnTo>
                  <a:lnTo>
                    <a:pt x="3728" y="163016"/>
                  </a:lnTo>
                  <a:lnTo>
                    <a:pt x="14913" y="125477"/>
                  </a:lnTo>
                  <a:lnTo>
                    <a:pt x="33555" y="91023"/>
                  </a:lnTo>
                  <a:lnTo>
                    <a:pt x="59653" y="59653"/>
                  </a:lnTo>
                  <a:lnTo>
                    <a:pt x="91023" y="33555"/>
                  </a:lnTo>
                  <a:lnTo>
                    <a:pt x="125477" y="14913"/>
                  </a:lnTo>
                  <a:lnTo>
                    <a:pt x="163017" y="3728"/>
                  </a:lnTo>
                  <a:lnTo>
                    <a:pt x="203641" y="0"/>
                  </a:lnTo>
                  <a:close/>
                </a:path>
                <a:path w="407669" h="407669">
                  <a:moveTo>
                    <a:pt x="203641" y="22819"/>
                  </a:moveTo>
                  <a:lnTo>
                    <a:pt x="134221" y="36058"/>
                  </a:lnTo>
                  <a:lnTo>
                    <a:pt x="75776" y="75776"/>
                  </a:lnTo>
                  <a:lnTo>
                    <a:pt x="36058" y="134220"/>
                  </a:lnTo>
                  <a:lnTo>
                    <a:pt x="22819" y="203640"/>
                  </a:lnTo>
                  <a:lnTo>
                    <a:pt x="26129" y="239730"/>
                  </a:lnTo>
                  <a:lnTo>
                    <a:pt x="52607" y="303725"/>
                  </a:lnTo>
                  <a:lnTo>
                    <a:pt x="103626" y="354852"/>
                  </a:lnTo>
                  <a:lnTo>
                    <a:pt x="167559" y="381393"/>
                  </a:lnTo>
                  <a:lnTo>
                    <a:pt x="203641" y="384710"/>
                  </a:lnTo>
                  <a:lnTo>
                    <a:pt x="239723" y="381393"/>
                  </a:lnTo>
                  <a:lnTo>
                    <a:pt x="303656" y="354852"/>
                  </a:lnTo>
                  <a:lnTo>
                    <a:pt x="354674" y="303725"/>
                  </a:lnTo>
                  <a:lnTo>
                    <a:pt x="381153" y="239730"/>
                  </a:lnTo>
                  <a:lnTo>
                    <a:pt x="384463" y="203640"/>
                  </a:lnTo>
                  <a:lnTo>
                    <a:pt x="381153" y="167558"/>
                  </a:lnTo>
                  <a:lnTo>
                    <a:pt x="354674" y="103626"/>
                  </a:lnTo>
                  <a:lnTo>
                    <a:pt x="303656" y="52607"/>
                  </a:lnTo>
                  <a:lnTo>
                    <a:pt x="239723" y="26129"/>
                  </a:lnTo>
                  <a:lnTo>
                    <a:pt x="203641" y="22819"/>
                  </a:lnTo>
                  <a:close/>
                </a:path>
              </a:pathLst>
            </a:custGeom>
            <a:ln w="101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 descr=""/>
          <p:cNvGrpSpPr/>
          <p:nvPr/>
        </p:nvGrpSpPr>
        <p:grpSpPr>
          <a:xfrm>
            <a:off x="1733884" y="1059992"/>
            <a:ext cx="260985" cy="407034"/>
            <a:chOff x="1733884" y="1059992"/>
            <a:chExt cx="260985" cy="407034"/>
          </a:xfrm>
        </p:grpSpPr>
        <p:sp>
          <p:nvSpPr>
            <p:cNvPr id="16" name="object 16" descr=""/>
            <p:cNvSpPr/>
            <p:nvPr/>
          </p:nvSpPr>
          <p:spPr>
            <a:xfrm>
              <a:off x="1738964" y="1065072"/>
              <a:ext cx="250825" cy="396875"/>
            </a:xfrm>
            <a:custGeom>
              <a:avLst/>
              <a:gdLst/>
              <a:ahLst/>
              <a:cxnLst/>
              <a:rect l="l" t="t" r="r" b="b"/>
              <a:pathLst>
                <a:path w="250825" h="396875">
                  <a:moveTo>
                    <a:pt x="250769" y="0"/>
                  </a:moveTo>
                  <a:lnTo>
                    <a:pt x="228445" y="0"/>
                  </a:lnTo>
                  <a:lnTo>
                    <a:pt x="228445" y="352961"/>
                  </a:lnTo>
                  <a:lnTo>
                    <a:pt x="24556" y="0"/>
                  </a:lnTo>
                  <a:lnTo>
                    <a:pt x="0" y="0"/>
                  </a:lnTo>
                  <a:lnTo>
                    <a:pt x="0" y="396864"/>
                  </a:lnTo>
                  <a:lnTo>
                    <a:pt x="22323" y="396864"/>
                  </a:lnTo>
                  <a:lnTo>
                    <a:pt x="22323" y="40430"/>
                  </a:lnTo>
                  <a:lnTo>
                    <a:pt x="228445" y="396864"/>
                  </a:lnTo>
                  <a:lnTo>
                    <a:pt x="250769" y="396864"/>
                  </a:lnTo>
                  <a:lnTo>
                    <a:pt x="25076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738964" y="1065072"/>
              <a:ext cx="250825" cy="396875"/>
            </a:xfrm>
            <a:custGeom>
              <a:avLst/>
              <a:gdLst/>
              <a:ahLst/>
              <a:cxnLst/>
              <a:rect l="l" t="t" r="r" b="b"/>
              <a:pathLst>
                <a:path w="250825" h="396875">
                  <a:moveTo>
                    <a:pt x="0" y="0"/>
                  </a:moveTo>
                  <a:lnTo>
                    <a:pt x="24556" y="0"/>
                  </a:lnTo>
                  <a:lnTo>
                    <a:pt x="228445" y="352961"/>
                  </a:lnTo>
                  <a:lnTo>
                    <a:pt x="228445" y="0"/>
                  </a:lnTo>
                  <a:lnTo>
                    <a:pt x="250769" y="0"/>
                  </a:lnTo>
                  <a:lnTo>
                    <a:pt x="250769" y="396864"/>
                  </a:lnTo>
                  <a:lnTo>
                    <a:pt x="228445" y="396864"/>
                  </a:lnTo>
                  <a:lnTo>
                    <a:pt x="22323" y="40430"/>
                  </a:lnTo>
                  <a:lnTo>
                    <a:pt x="22323" y="396864"/>
                  </a:lnTo>
                  <a:lnTo>
                    <a:pt x="0" y="39686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 descr=""/>
          <p:cNvGrpSpPr/>
          <p:nvPr/>
        </p:nvGrpSpPr>
        <p:grpSpPr>
          <a:xfrm>
            <a:off x="2039341" y="1059992"/>
            <a:ext cx="233679" cy="407034"/>
            <a:chOff x="2039341" y="1059992"/>
            <a:chExt cx="233679" cy="407034"/>
          </a:xfrm>
        </p:grpSpPr>
        <p:sp>
          <p:nvSpPr>
            <p:cNvPr id="19" name="object 19" descr=""/>
            <p:cNvSpPr/>
            <p:nvPr/>
          </p:nvSpPr>
          <p:spPr>
            <a:xfrm>
              <a:off x="2044420" y="1065529"/>
              <a:ext cx="223520" cy="396240"/>
            </a:xfrm>
            <a:custGeom>
              <a:avLst/>
              <a:gdLst/>
              <a:ahLst/>
              <a:cxnLst/>
              <a:rect l="l" t="t" r="r" b="b"/>
              <a:pathLst>
                <a:path w="223519" h="396240">
                  <a:moveTo>
                    <a:pt x="223227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0457" y="21590"/>
                  </a:lnTo>
                  <a:lnTo>
                    <a:pt x="100457" y="396240"/>
                  </a:lnTo>
                  <a:lnTo>
                    <a:pt x="122770" y="396240"/>
                  </a:lnTo>
                  <a:lnTo>
                    <a:pt x="122770" y="21590"/>
                  </a:lnTo>
                  <a:lnTo>
                    <a:pt x="223227" y="21590"/>
                  </a:lnTo>
                  <a:lnTo>
                    <a:pt x="223227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044421" y="1065072"/>
              <a:ext cx="223520" cy="396875"/>
            </a:xfrm>
            <a:custGeom>
              <a:avLst/>
              <a:gdLst/>
              <a:ahLst/>
              <a:cxnLst/>
              <a:rect l="l" t="t" r="r" b="b"/>
              <a:pathLst>
                <a:path w="223519" h="396875">
                  <a:moveTo>
                    <a:pt x="122780" y="22323"/>
                  </a:moveTo>
                  <a:lnTo>
                    <a:pt x="122780" y="396864"/>
                  </a:lnTo>
                  <a:lnTo>
                    <a:pt x="100456" y="396864"/>
                  </a:lnTo>
                  <a:lnTo>
                    <a:pt x="100456" y="22323"/>
                  </a:lnTo>
                  <a:lnTo>
                    <a:pt x="0" y="22323"/>
                  </a:lnTo>
                  <a:lnTo>
                    <a:pt x="0" y="0"/>
                  </a:lnTo>
                  <a:lnTo>
                    <a:pt x="223236" y="0"/>
                  </a:lnTo>
                  <a:lnTo>
                    <a:pt x="223236" y="22323"/>
                  </a:lnTo>
                  <a:lnTo>
                    <a:pt x="122780" y="22323"/>
                  </a:lnTo>
                  <a:close/>
                </a:path>
              </a:pathLst>
            </a:custGeom>
            <a:ln w="101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1" name="object 21" descr=""/>
          <p:cNvGrpSpPr/>
          <p:nvPr/>
        </p:nvGrpSpPr>
        <p:grpSpPr>
          <a:xfrm>
            <a:off x="2317266" y="1059992"/>
            <a:ext cx="208915" cy="407034"/>
            <a:chOff x="2317266" y="1059992"/>
            <a:chExt cx="208915" cy="407034"/>
          </a:xfrm>
        </p:grpSpPr>
        <p:sp>
          <p:nvSpPr>
            <p:cNvPr id="22" name="object 22" descr=""/>
            <p:cNvSpPr/>
            <p:nvPr/>
          </p:nvSpPr>
          <p:spPr>
            <a:xfrm>
              <a:off x="2322334" y="1065529"/>
              <a:ext cx="198755" cy="396240"/>
            </a:xfrm>
            <a:custGeom>
              <a:avLst/>
              <a:gdLst/>
              <a:ahLst/>
              <a:cxnLst/>
              <a:rect l="l" t="t" r="r" b="b"/>
              <a:pathLst>
                <a:path w="198755" h="396240">
                  <a:moveTo>
                    <a:pt x="198437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86690"/>
                  </a:lnTo>
                  <a:lnTo>
                    <a:pt x="0" y="209550"/>
                  </a:lnTo>
                  <a:lnTo>
                    <a:pt x="0" y="374650"/>
                  </a:lnTo>
                  <a:lnTo>
                    <a:pt x="0" y="396240"/>
                  </a:lnTo>
                  <a:lnTo>
                    <a:pt x="198437" y="396240"/>
                  </a:lnTo>
                  <a:lnTo>
                    <a:pt x="198437" y="374650"/>
                  </a:lnTo>
                  <a:lnTo>
                    <a:pt x="22326" y="374650"/>
                  </a:lnTo>
                  <a:lnTo>
                    <a:pt x="22326" y="209550"/>
                  </a:lnTo>
                  <a:lnTo>
                    <a:pt x="198437" y="209550"/>
                  </a:lnTo>
                  <a:lnTo>
                    <a:pt x="198437" y="186690"/>
                  </a:lnTo>
                  <a:lnTo>
                    <a:pt x="22326" y="186690"/>
                  </a:lnTo>
                  <a:lnTo>
                    <a:pt x="22326" y="21590"/>
                  </a:lnTo>
                  <a:lnTo>
                    <a:pt x="198437" y="21590"/>
                  </a:lnTo>
                  <a:lnTo>
                    <a:pt x="198437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322346" y="1065072"/>
              <a:ext cx="198755" cy="396875"/>
            </a:xfrm>
            <a:custGeom>
              <a:avLst/>
              <a:gdLst/>
              <a:ahLst/>
              <a:cxnLst/>
              <a:rect l="l" t="t" r="r" b="b"/>
              <a:pathLst>
                <a:path w="198755" h="396875">
                  <a:moveTo>
                    <a:pt x="198432" y="0"/>
                  </a:moveTo>
                  <a:lnTo>
                    <a:pt x="198432" y="22323"/>
                  </a:lnTo>
                  <a:lnTo>
                    <a:pt x="22323" y="22323"/>
                  </a:lnTo>
                  <a:lnTo>
                    <a:pt x="22323" y="187270"/>
                  </a:lnTo>
                  <a:lnTo>
                    <a:pt x="198432" y="187270"/>
                  </a:lnTo>
                  <a:lnTo>
                    <a:pt x="198432" y="209594"/>
                  </a:lnTo>
                  <a:lnTo>
                    <a:pt x="22323" y="209594"/>
                  </a:lnTo>
                  <a:lnTo>
                    <a:pt x="22323" y="374541"/>
                  </a:lnTo>
                  <a:lnTo>
                    <a:pt x="198432" y="374541"/>
                  </a:lnTo>
                  <a:lnTo>
                    <a:pt x="198432" y="396864"/>
                  </a:lnTo>
                  <a:lnTo>
                    <a:pt x="0" y="396864"/>
                  </a:lnTo>
                  <a:lnTo>
                    <a:pt x="0" y="0"/>
                  </a:lnTo>
                  <a:lnTo>
                    <a:pt x="198432" y="0"/>
                  </a:lnTo>
                  <a:close/>
                </a:path>
              </a:pathLst>
            </a:custGeom>
            <a:ln w="101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 descr=""/>
          <p:cNvGrpSpPr/>
          <p:nvPr/>
        </p:nvGrpSpPr>
        <p:grpSpPr>
          <a:xfrm>
            <a:off x="2588990" y="1059992"/>
            <a:ext cx="260985" cy="407034"/>
            <a:chOff x="2588990" y="1059992"/>
            <a:chExt cx="260985" cy="407034"/>
          </a:xfrm>
        </p:grpSpPr>
        <p:sp>
          <p:nvSpPr>
            <p:cNvPr id="25" name="object 25" descr=""/>
            <p:cNvSpPr/>
            <p:nvPr/>
          </p:nvSpPr>
          <p:spPr>
            <a:xfrm>
              <a:off x="2594069" y="1065072"/>
              <a:ext cx="250825" cy="396875"/>
            </a:xfrm>
            <a:custGeom>
              <a:avLst/>
              <a:gdLst/>
              <a:ahLst/>
              <a:cxnLst/>
              <a:rect l="l" t="t" r="r" b="b"/>
              <a:pathLst>
                <a:path w="250825" h="396875">
                  <a:moveTo>
                    <a:pt x="250769" y="0"/>
                  </a:moveTo>
                  <a:lnTo>
                    <a:pt x="228445" y="0"/>
                  </a:lnTo>
                  <a:lnTo>
                    <a:pt x="228445" y="352961"/>
                  </a:lnTo>
                  <a:lnTo>
                    <a:pt x="24555" y="0"/>
                  </a:lnTo>
                  <a:lnTo>
                    <a:pt x="0" y="0"/>
                  </a:lnTo>
                  <a:lnTo>
                    <a:pt x="0" y="396864"/>
                  </a:lnTo>
                  <a:lnTo>
                    <a:pt x="22323" y="396864"/>
                  </a:lnTo>
                  <a:lnTo>
                    <a:pt x="22323" y="40430"/>
                  </a:lnTo>
                  <a:lnTo>
                    <a:pt x="228445" y="396864"/>
                  </a:lnTo>
                  <a:lnTo>
                    <a:pt x="250769" y="396864"/>
                  </a:lnTo>
                  <a:lnTo>
                    <a:pt x="25076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594069" y="1065072"/>
              <a:ext cx="250825" cy="396875"/>
            </a:xfrm>
            <a:custGeom>
              <a:avLst/>
              <a:gdLst/>
              <a:ahLst/>
              <a:cxnLst/>
              <a:rect l="l" t="t" r="r" b="b"/>
              <a:pathLst>
                <a:path w="250825" h="396875">
                  <a:moveTo>
                    <a:pt x="0" y="0"/>
                  </a:moveTo>
                  <a:lnTo>
                    <a:pt x="24555" y="0"/>
                  </a:lnTo>
                  <a:lnTo>
                    <a:pt x="228445" y="352961"/>
                  </a:lnTo>
                  <a:lnTo>
                    <a:pt x="228445" y="0"/>
                  </a:lnTo>
                  <a:lnTo>
                    <a:pt x="250769" y="0"/>
                  </a:lnTo>
                  <a:lnTo>
                    <a:pt x="250769" y="396864"/>
                  </a:lnTo>
                  <a:lnTo>
                    <a:pt x="228445" y="396864"/>
                  </a:lnTo>
                  <a:lnTo>
                    <a:pt x="22323" y="40430"/>
                  </a:lnTo>
                  <a:lnTo>
                    <a:pt x="22323" y="396864"/>
                  </a:lnTo>
                  <a:lnTo>
                    <a:pt x="0" y="396864"/>
                  </a:lnTo>
                  <a:lnTo>
                    <a:pt x="0" y="0"/>
                  </a:lnTo>
                  <a:close/>
                </a:path>
              </a:pathLst>
            </a:custGeom>
            <a:ln w="101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 descr=""/>
          <p:cNvGrpSpPr/>
          <p:nvPr/>
        </p:nvGrpSpPr>
        <p:grpSpPr>
          <a:xfrm>
            <a:off x="2894446" y="1055279"/>
            <a:ext cx="497205" cy="416559"/>
            <a:chOff x="2894446" y="1055279"/>
            <a:chExt cx="497205" cy="416559"/>
          </a:xfrm>
        </p:grpSpPr>
        <p:sp>
          <p:nvSpPr>
            <p:cNvPr id="28" name="object 28" descr=""/>
            <p:cNvSpPr/>
            <p:nvPr/>
          </p:nvSpPr>
          <p:spPr>
            <a:xfrm>
              <a:off x="2899524" y="1065529"/>
              <a:ext cx="223520" cy="396240"/>
            </a:xfrm>
            <a:custGeom>
              <a:avLst/>
              <a:gdLst/>
              <a:ahLst/>
              <a:cxnLst/>
              <a:rect l="l" t="t" r="r" b="b"/>
              <a:pathLst>
                <a:path w="223519" h="396240">
                  <a:moveTo>
                    <a:pt x="223227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100457" y="21590"/>
                  </a:lnTo>
                  <a:lnTo>
                    <a:pt x="100457" y="396240"/>
                  </a:lnTo>
                  <a:lnTo>
                    <a:pt x="122770" y="396240"/>
                  </a:lnTo>
                  <a:lnTo>
                    <a:pt x="122770" y="21590"/>
                  </a:lnTo>
                  <a:lnTo>
                    <a:pt x="223227" y="21590"/>
                  </a:lnTo>
                  <a:lnTo>
                    <a:pt x="223227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899526" y="1065072"/>
              <a:ext cx="223520" cy="396875"/>
            </a:xfrm>
            <a:custGeom>
              <a:avLst/>
              <a:gdLst/>
              <a:ahLst/>
              <a:cxnLst/>
              <a:rect l="l" t="t" r="r" b="b"/>
              <a:pathLst>
                <a:path w="223519" h="396875">
                  <a:moveTo>
                    <a:pt x="122780" y="22323"/>
                  </a:moveTo>
                  <a:lnTo>
                    <a:pt x="122780" y="396864"/>
                  </a:lnTo>
                  <a:lnTo>
                    <a:pt x="100456" y="396864"/>
                  </a:lnTo>
                  <a:lnTo>
                    <a:pt x="100456" y="22323"/>
                  </a:lnTo>
                  <a:lnTo>
                    <a:pt x="0" y="22323"/>
                  </a:lnTo>
                  <a:lnTo>
                    <a:pt x="0" y="0"/>
                  </a:lnTo>
                  <a:lnTo>
                    <a:pt x="223236" y="0"/>
                  </a:lnTo>
                  <a:lnTo>
                    <a:pt x="223236" y="22323"/>
                  </a:lnTo>
                  <a:lnTo>
                    <a:pt x="122780" y="22323"/>
                  </a:lnTo>
                  <a:close/>
                </a:path>
              </a:pathLst>
            </a:custGeom>
            <a:ln w="101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3152647" y="1060359"/>
              <a:ext cx="233679" cy="406400"/>
            </a:xfrm>
            <a:custGeom>
              <a:avLst/>
              <a:gdLst/>
              <a:ahLst/>
              <a:cxnLst/>
              <a:rect l="l" t="t" r="r" b="b"/>
              <a:pathLst>
                <a:path w="233679" h="406400">
                  <a:moveTo>
                    <a:pt x="116083" y="0"/>
                  </a:moveTo>
                  <a:lnTo>
                    <a:pt x="69482" y="13882"/>
                  </a:lnTo>
                  <a:lnTo>
                    <a:pt x="38136" y="51747"/>
                  </a:lnTo>
                  <a:lnTo>
                    <a:pt x="31997" y="83589"/>
                  </a:lnTo>
                  <a:lnTo>
                    <a:pt x="33532" y="100425"/>
                  </a:lnTo>
                  <a:lnTo>
                    <a:pt x="56553" y="143119"/>
                  </a:lnTo>
                  <a:lnTo>
                    <a:pt x="103432" y="174093"/>
                  </a:lnTo>
                  <a:lnTo>
                    <a:pt x="123524" y="181813"/>
                  </a:lnTo>
                  <a:lnTo>
                    <a:pt x="140685" y="189751"/>
                  </a:lnTo>
                  <a:lnTo>
                    <a:pt x="183798" y="221004"/>
                  </a:lnTo>
                  <a:lnTo>
                    <a:pt x="210074" y="269465"/>
                  </a:lnTo>
                  <a:lnTo>
                    <a:pt x="211826" y="288471"/>
                  </a:lnTo>
                  <a:lnTo>
                    <a:pt x="210074" y="307586"/>
                  </a:lnTo>
                  <a:lnTo>
                    <a:pt x="183798" y="356186"/>
                  </a:lnTo>
                  <a:lnTo>
                    <a:pt x="135197" y="382463"/>
                  </a:lnTo>
                  <a:lnTo>
                    <a:pt x="116083" y="384215"/>
                  </a:lnTo>
                  <a:lnTo>
                    <a:pt x="97076" y="382463"/>
                  </a:lnTo>
                  <a:lnTo>
                    <a:pt x="48615" y="356186"/>
                  </a:lnTo>
                  <a:lnTo>
                    <a:pt x="24106" y="315492"/>
                  </a:lnTo>
                  <a:lnTo>
                    <a:pt x="21083" y="299881"/>
                  </a:lnTo>
                  <a:lnTo>
                    <a:pt x="0" y="307570"/>
                  </a:lnTo>
                  <a:lnTo>
                    <a:pt x="20602" y="357240"/>
                  </a:lnTo>
                  <a:lnTo>
                    <a:pt x="51111" y="386757"/>
                  </a:lnTo>
                  <a:lnTo>
                    <a:pt x="92658" y="404120"/>
                  </a:lnTo>
                  <a:lnTo>
                    <a:pt x="116083" y="406290"/>
                  </a:lnTo>
                  <a:lnTo>
                    <a:pt x="139507" y="404136"/>
                  </a:lnTo>
                  <a:lnTo>
                    <a:pt x="181054" y="386897"/>
                  </a:lnTo>
                  <a:lnTo>
                    <a:pt x="214260" y="353675"/>
                  </a:lnTo>
                  <a:lnTo>
                    <a:pt x="231499" y="312004"/>
                  </a:lnTo>
                  <a:lnTo>
                    <a:pt x="233654" y="288471"/>
                  </a:lnTo>
                  <a:lnTo>
                    <a:pt x="231499" y="265062"/>
                  </a:lnTo>
                  <a:lnTo>
                    <a:pt x="214260" y="223639"/>
                  </a:lnTo>
                  <a:lnTo>
                    <a:pt x="181984" y="190448"/>
                  </a:lnTo>
                  <a:lnTo>
                    <a:pt x="141925" y="166513"/>
                  </a:lnTo>
                  <a:lnTo>
                    <a:pt x="119059" y="157754"/>
                  </a:lnTo>
                  <a:lnTo>
                    <a:pt x="104983" y="150638"/>
                  </a:lnTo>
                  <a:lnTo>
                    <a:pt x="72427" y="127245"/>
                  </a:lnTo>
                  <a:lnTo>
                    <a:pt x="54320" y="83589"/>
                  </a:lnTo>
                  <a:lnTo>
                    <a:pt x="55452" y="71180"/>
                  </a:lnTo>
                  <a:lnTo>
                    <a:pt x="81946" y="31943"/>
                  </a:lnTo>
                  <a:lnTo>
                    <a:pt x="116083" y="21827"/>
                  </a:lnTo>
                  <a:lnTo>
                    <a:pt x="128392" y="22943"/>
                  </a:lnTo>
                  <a:lnTo>
                    <a:pt x="164466" y="44895"/>
                  </a:lnTo>
                  <a:lnTo>
                    <a:pt x="174372" y="62010"/>
                  </a:lnTo>
                  <a:lnTo>
                    <a:pt x="194464" y="54072"/>
                  </a:lnTo>
                  <a:lnTo>
                    <a:pt x="162590" y="13812"/>
                  </a:lnTo>
                  <a:lnTo>
                    <a:pt x="132825" y="1534"/>
                  </a:lnTo>
                  <a:lnTo>
                    <a:pt x="116083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3152647" y="1060359"/>
              <a:ext cx="233679" cy="406400"/>
            </a:xfrm>
            <a:custGeom>
              <a:avLst/>
              <a:gdLst/>
              <a:ahLst/>
              <a:cxnLst/>
              <a:rect l="l" t="t" r="r" b="b"/>
              <a:pathLst>
                <a:path w="233679" h="406400">
                  <a:moveTo>
                    <a:pt x="123524" y="181813"/>
                  </a:moveTo>
                  <a:lnTo>
                    <a:pt x="85574" y="165071"/>
                  </a:lnTo>
                  <a:lnTo>
                    <a:pt x="45810" y="130190"/>
                  </a:lnTo>
                  <a:lnTo>
                    <a:pt x="31997" y="83589"/>
                  </a:lnTo>
                  <a:lnTo>
                    <a:pt x="33532" y="67071"/>
                  </a:lnTo>
                  <a:lnTo>
                    <a:pt x="56553" y="24680"/>
                  </a:lnTo>
                  <a:lnTo>
                    <a:pt x="99247" y="1542"/>
                  </a:lnTo>
                  <a:lnTo>
                    <a:pt x="116083" y="0"/>
                  </a:lnTo>
                  <a:lnTo>
                    <a:pt x="132825" y="1534"/>
                  </a:lnTo>
                  <a:lnTo>
                    <a:pt x="175612" y="24556"/>
                  </a:lnTo>
                  <a:lnTo>
                    <a:pt x="194464" y="54072"/>
                  </a:lnTo>
                  <a:lnTo>
                    <a:pt x="174372" y="62010"/>
                  </a:lnTo>
                  <a:lnTo>
                    <a:pt x="171783" y="56057"/>
                  </a:lnTo>
                  <a:lnTo>
                    <a:pt x="168481" y="50352"/>
                  </a:lnTo>
                  <a:lnTo>
                    <a:pt x="128392" y="22943"/>
                  </a:lnTo>
                  <a:lnTo>
                    <a:pt x="116083" y="21827"/>
                  </a:lnTo>
                  <a:lnTo>
                    <a:pt x="103774" y="22951"/>
                  </a:lnTo>
                  <a:lnTo>
                    <a:pt x="64506" y="49290"/>
                  </a:lnTo>
                  <a:lnTo>
                    <a:pt x="54320" y="83589"/>
                  </a:lnTo>
                  <a:lnTo>
                    <a:pt x="55452" y="95898"/>
                  </a:lnTo>
                  <a:lnTo>
                    <a:pt x="81667" y="135383"/>
                  </a:lnTo>
                  <a:lnTo>
                    <a:pt x="119059" y="157754"/>
                  </a:lnTo>
                  <a:lnTo>
                    <a:pt x="141925" y="166513"/>
                  </a:lnTo>
                  <a:lnTo>
                    <a:pt x="162900" y="177411"/>
                  </a:lnTo>
                  <a:lnTo>
                    <a:pt x="199176" y="205625"/>
                  </a:lnTo>
                  <a:lnTo>
                    <a:pt x="225034" y="243452"/>
                  </a:lnTo>
                  <a:lnTo>
                    <a:pt x="233654" y="288471"/>
                  </a:lnTo>
                  <a:lnTo>
                    <a:pt x="231499" y="312004"/>
                  </a:lnTo>
                  <a:lnTo>
                    <a:pt x="214260" y="353675"/>
                  </a:lnTo>
                  <a:lnTo>
                    <a:pt x="181054" y="386897"/>
                  </a:lnTo>
                  <a:lnTo>
                    <a:pt x="139507" y="404136"/>
                  </a:lnTo>
                  <a:lnTo>
                    <a:pt x="116083" y="406290"/>
                  </a:lnTo>
                  <a:lnTo>
                    <a:pt x="92658" y="404120"/>
                  </a:lnTo>
                  <a:lnTo>
                    <a:pt x="51111" y="386757"/>
                  </a:lnTo>
                  <a:lnTo>
                    <a:pt x="20602" y="357240"/>
                  </a:lnTo>
                  <a:lnTo>
                    <a:pt x="0" y="307570"/>
                  </a:lnTo>
                  <a:lnTo>
                    <a:pt x="21083" y="299881"/>
                  </a:lnTo>
                  <a:lnTo>
                    <a:pt x="24106" y="315492"/>
                  </a:lnTo>
                  <a:lnTo>
                    <a:pt x="29702" y="330080"/>
                  </a:lnTo>
                  <a:lnTo>
                    <a:pt x="63343" y="368449"/>
                  </a:lnTo>
                  <a:lnTo>
                    <a:pt x="116083" y="384215"/>
                  </a:lnTo>
                  <a:lnTo>
                    <a:pt x="135197" y="382463"/>
                  </a:lnTo>
                  <a:lnTo>
                    <a:pt x="183798" y="356186"/>
                  </a:lnTo>
                  <a:lnTo>
                    <a:pt x="210074" y="307586"/>
                  </a:lnTo>
                  <a:lnTo>
                    <a:pt x="211826" y="288471"/>
                  </a:lnTo>
                  <a:lnTo>
                    <a:pt x="210074" y="269465"/>
                  </a:lnTo>
                  <a:lnTo>
                    <a:pt x="183798" y="221004"/>
                  </a:lnTo>
                  <a:lnTo>
                    <a:pt x="140685" y="189751"/>
                  </a:lnTo>
                  <a:lnTo>
                    <a:pt x="123524" y="181813"/>
                  </a:lnTo>
                  <a:close/>
                </a:path>
              </a:pathLst>
            </a:custGeom>
            <a:ln w="101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/>
          <p:nvPr/>
        </p:nvSpPr>
        <p:spPr>
          <a:xfrm>
            <a:off x="858163" y="2942441"/>
            <a:ext cx="455295" cy="675005"/>
          </a:xfrm>
          <a:custGeom>
            <a:avLst/>
            <a:gdLst/>
            <a:ahLst/>
            <a:cxnLst/>
            <a:rect l="l" t="t" r="r" b="b"/>
            <a:pathLst>
              <a:path w="455294" h="675004">
                <a:moveTo>
                  <a:pt x="415486" y="227419"/>
                </a:moveTo>
                <a:lnTo>
                  <a:pt x="401712" y="155289"/>
                </a:lnTo>
                <a:lnTo>
                  <a:pt x="360391" y="94654"/>
                </a:lnTo>
                <a:lnTo>
                  <a:pt x="299601" y="53489"/>
                </a:lnTo>
                <a:lnTo>
                  <a:pt x="227419" y="39767"/>
                </a:lnTo>
                <a:lnTo>
                  <a:pt x="189904" y="43197"/>
                </a:lnTo>
                <a:lnTo>
                  <a:pt x="123418" y="70641"/>
                </a:lnTo>
                <a:lnTo>
                  <a:pt x="70343" y="123535"/>
                </a:lnTo>
                <a:lnTo>
                  <a:pt x="42796" y="189917"/>
                </a:lnTo>
                <a:lnTo>
                  <a:pt x="39353" y="227419"/>
                </a:lnTo>
                <a:lnTo>
                  <a:pt x="39353" y="446968"/>
                </a:lnTo>
                <a:lnTo>
                  <a:pt x="53126" y="519098"/>
                </a:lnTo>
                <a:lnTo>
                  <a:pt x="94447" y="579733"/>
                </a:lnTo>
                <a:lnTo>
                  <a:pt x="155237" y="620899"/>
                </a:lnTo>
                <a:lnTo>
                  <a:pt x="227419" y="634621"/>
                </a:lnTo>
                <a:lnTo>
                  <a:pt x="264934" y="631190"/>
                </a:lnTo>
                <a:lnTo>
                  <a:pt x="331420" y="603747"/>
                </a:lnTo>
                <a:lnTo>
                  <a:pt x="384495" y="550853"/>
                </a:lnTo>
                <a:lnTo>
                  <a:pt x="412042" y="484470"/>
                </a:lnTo>
                <a:lnTo>
                  <a:pt x="415486" y="446968"/>
                </a:lnTo>
                <a:lnTo>
                  <a:pt x="415486" y="227419"/>
                </a:lnTo>
                <a:close/>
              </a:path>
              <a:path w="455294" h="675004">
                <a:moveTo>
                  <a:pt x="454839" y="446968"/>
                </a:moveTo>
                <a:lnTo>
                  <a:pt x="450683" y="492276"/>
                </a:lnTo>
                <a:lnTo>
                  <a:pt x="438217" y="534166"/>
                </a:lnTo>
                <a:lnTo>
                  <a:pt x="417440" y="572639"/>
                </a:lnTo>
                <a:lnTo>
                  <a:pt x="388353" y="607694"/>
                </a:lnTo>
                <a:lnTo>
                  <a:pt x="353362" y="636873"/>
                </a:lnTo>
                <a:lnTo>
                  <a:pt x="314876" y="657715"/>
                </a:lnTo>
                <a:lnTo>
                  <a:pt x="272895" y="670220"/>
                </a:lnTo>
                <a:lnTo>
                  <a:pt x="227419" y="674388"/>
                </a:lnTo>
                <a:lnTo>
                  <a:pt x="182111" y="670220"/>
                </a:lnTo>
                <a:lnTo>
                  <a:pt x="140221" y="657715"/>
                </a:lnTo>
                <a:lnTo>
                  <a:pt x="101748" y="636873"/>
                </a:lnTo>
                <a:lnTo>
                  <a:pt x="66693" y="607694"/>
                </a:lnTo>
                <a:lnTo>
                  <a:pt x="37514" y="572639"/>
                </a:lnTo>
                <a:lnTo>
                  <a:pt x="16673" y="534166"/>
                </a:lnTo>
                <a:lnTo>
                  <a:pt x="4168" y="492276"/>
                </a:lnTo>
                <a:lnTo>
                  <a:pt x="0" y="446968"/>
                </a:lnTo>
                <a:lnTo>
                  <a:pt x="0" y="227419"/>
                </a:lnTo>
                <a:lnTo>
                  <a:pt x="4168" y="182111"/>
                </a:lnTo>
                <a:lnTo>
                  <a:pt x="16673" y="140221"/>
                </a:lnTo>
                <a:lnTo>
                  <a:pt x="37514" y="101748"/>
                </a:lnTo>
                <a:lnTo>
                  <a:pt x="66693" y="66693"/>
                </a:lnTo>
                <a:lnTo>
                  <a:pt x="101748" y="37514"/>
                </a:lnTo>
                <a:lnTo>
                  <a:pt x="140221" y="16673"/>
                </a:lnTo>
                <a:lnTo>
                  <a:pt x="182111" y="4168"/>
                </a:lnTo>
                <a:lnTo>
                  <a:pt x="227419" y="0"/>
                </a:lnTo>
                <a:lnTo>
                  <a:pt x="272895" y="4168"/>
                </a:lnTo>
                <a:lnTo>
                  <a:pt x="314876" y="16673"/>
                </a:lnTo>
                <a:lnTo>
                  <a:pt x="353362" y="37514"/>
                </a:lnTo>
                <a:lnTo>
                  <a:pt x="388353" y="66693"/>
                </a:lnTo>
                <a:lnTo>
                  <a:pt x="417440" y="101748"/>
                </a:lnTo>
                <a:lnTo>
                  <a:pt x="438217" y="140221"/>
                </a:lnTo>
                <a:lnTo>
                  <a:pt x="450683" y="182111"/>
                </a:lnTo>
                <a:lnTo>
                  <a:pt x="454839" y="227419"/>
                </a:lnTo>
                <a:lnTo>
                  <a:pt x="454839" y="446968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1564862" y="2942441"/>
            <a:ext cx="76835" cy="662940"/>
          </a:xfrm>
          <a:custGeom>
            <a:avLst/>
            <a:gdLst/>
            <a:ahLst/>
            <a:cxnLst/>
            <a:rect l="l" t="t" r="r" b="b"/>
            <a:pathLst>
              <a:path w="76835" h="662939">
                <a:moveTo>
                  <a:pt x="76635" y="0"/>
                </a:moveTo>
                <a:lnTo>
                  <a:pt x="76635" y="662789"/>
                </a:lnTo>
                <a:lnTo>
                  <a:pt x="39353" y="662789"/>
                </a:lnTo>
                <a:lnTo>
                  <a:pt x="39353" y="65450"/>
                </a:lnTo>
                <a:lnTo>
                  <a:pt x="0" y="65450"/>
                </a:lnTo>
                <a:lnTo>
                  <a:pt x="50951" y="0"/>
                </a:lnTo>
                <a:lnTo>
                  <a:pt x="76635" y="0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4" name="object 3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230" y="3528397"/>
            <a:ext cx="91531" cy="91117"/>
          </a:xfrm>
          <a:prstGeom prst="rect">
            <a:avLst/>
          </a:prstGeom>
        </p:spPr>
      </p:pic>
      <p:sp>
        <p:nvSpPr>
          <p:cNvPr id="35" name="object 35" descr=""/>
          <p:cNvSpPr/>
          <p:nvPr/>
        </p:nvSpPr>
        <p:spPr>
          <a:xfrm>
            <a:off x="2333409" y="2942441"/>
            <a:ext cx="373380" cy="662940"/>
          </a:xfrm>
          <a:custGeom>
            <a:avLst/>
            <a:gdLst/>
            <a:ahLst/>
            <a:cxnLst/>
            <a:rect l="l" t="t" r="r" b="b"/>
            <a:pathLst>
              <a:path w="373380" h="662939">
                <a:moveTo>
                  <a:pt x="205050" y="37282"/>
                </a:moveTo>
                <a:lnTo>
                  <a:pt x="205050" y="662789"/>
                </a:lnTo>
                <a:lnTo>
                  <a:pt x="167768" y="662789"/>
                </a:lnTo>
                <a:lnTo>
                  <a:pt x="167768" y="37282"/>
                </a:lnTo>
                <a:lnTo>
                  <a:pt x="0" y="37282"/>
                </a:lnTo>
                <a:lnTo>
                  <a:pt x="0" y="0"/>
                </a:lnTo>
                <a:lnTo>
                  <a:pt x="372819" y="0"/>
                </a:lnTo>
                <a:lnTo>
                  <a:pt x="372819" y="37282"/>
                </a:lnTo>
                <a:lnTo>
                  <a:pt x="205050" y="37282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2797361" y="3198443"/>
            <a:ext cx="37465" cy="407034"/>
          </a:xfrm>
          <a:custGeom>
            <a:avLst/>
            <a:gdLst/>
            <a:ahLst/>
            <a:cxnLst/>
            <a:rect l="l" t="t" r="r" b="b"/>
            <a:pathLst>
              <a:path w="37464" h="407035">
                <a:moveTo>
                  <a:pt x="37281" y="0"/>
                </a:moveTo>
                <a:lnTo>
                  <a:pt x="37281" y="406786"/>
                </a:lnTo>
                <a:lnTo>
                  <a:pt x="0" y="406786"/>
                </a:lnTo>
                <a:lnTo>
                  <a:pt x="0" y="0"/>
                </a:lnTo>
                <a:lnTo>
                  <a:pt x="37281" y="0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0237" y="3045803"/>
            <a:ext cx="91531" cy="91117"/>
          </a:xfrm>
          <a:prstGeom prst="rect">
            <a:avLst/>
          </a:prstGeom>
        </p:spPr>
      </p:pic>
      <p:sp>
        <p:nvSpPr>
          <p:cNvPr id="38" name="object 38" descr=""/>
          <p:cNvSpPr/>
          <p:nvPr/>
        </p:nvSpPr>
        <p:spPr>
          <a:xfrm>
            <a:off x="2942346" y="3025289"/>
            <a:ext cx="203200" cy="580390"/>
          </a:xfrm>
          <a:custGeom>
            <a:avLst/>
            <a:gdLst/>
            <a:ahLst/>
            <a:cxnLst/>
            <a:rect l="l" t="t" r="r" b="b"/>
            <a:pathLst>
              <a:path w="203200" h="580389">
                <a:moveTo>
                  <a:pt x="82848" y="173154"/>
                </a:moveTo>
                <a:lnTo>
                  <a:pt x="82848" y="0"/>
                </a:lnTo>
                <a:lnTo>
                  <a:pt x="120130" y="0"/>
                </a:lnTo>
                <a:lnTo>
                  <a:pt x="120130" y="173154"/>
                </a:lnTo>
                <a:lnTo>
                  <a:pt x="202979" y="173154"/>
                </a:lnTo>
                <a:lnTo>
                  <a:pt x="202979" y="210436"/>
                </a:lnTo>
                <a:lnTo>
                  <a:pt x="120130" y="210436"/>
                </a:lnTo>
                <a:lnTo>
                  <a:pt x="120130" y="579940"/>
                </a:lnTo>
                <a:lnTo>
                  <a:pt x="82848" y="579940"/>
                </a:lnTo>
                <a:lnTo>
                  <a:pt x="82848" y="210436"/>
                </a:lnTo>
                <a:lnTo>
                  <a:pt x="0" y="210436"/>
                </a:lnTo>
                <a:lnTo>
                  <a:pt x="0" y="173154"/>
                </a:lnTo>
                <a:lnTo>
                  <a:pt x="82848" y="173154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 descr=""/>
          <p:cNvSpPr/>
          <p:nvPr/>
        </p:nvSpPr>
        <p:spPr>
          <a:xfrm>
            <a:off x="3244744" y="2942441"/>
            <a:ext cx="37465" cy="662940"/>
          </a:xfrm>
          <a:custGeom>
            <a:avLst/>
            <a:gdLst/>
            <a:ahLst/>
            <a:cxnLst/>
            <a:rect l="l" t="t" r="r" b="b"/>
            <a:pathLst>
              <a:path w="37464" h="662939">
                <a:moveTo>
                  <a:pt x="37281" y="0"/>
                </a:moveTo>
                <a:lnTo>
                  <a:pt x="37281" y="662789"/>
                </a:lnTo>
                <a:lnTo>
                  <a:pt x="0" y="662789"/>
                </a:lnTo>
                <a:lnTo>
                  <a:pt x="0" y="0"/>
                </a:lnTo>
                <a:lnTo>
                  <a:pt x="37281" y="0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 descr=""/>
          <p:cNvSpPr/>
          <p:nvPr/>
        </p:nvSpPr>
        <p:spPr>
          <a:xfrm>
            <a:off x="3381445" y="3161576"/>
            <a:ext cx="413384" cy="455295"/>
          </a:xfrm>
          <a:custGeom>
            <a:avLst/>
            <a:gdLst/>
            <a:ahLst/>
            <a:cxnLst/>
            <a:rect l="l" t="t" r="r" b="b"/>
            <a:pathLst>
              <a:path w="413385" h="455295">
                <a:moveTo>
                  <a:pt x="102318" y="367434"/>
                </a:moveTo>
                <a:lnTo>
                  <a:pt x="129865" y="388456"/>
                </a:lnTo>
                <a:lnTo>
                  <a:pt x="159897" y="403473"/>
                </a:lnTo>
                <a:lnTo>
                  <a:pt x="192416" y="412483"/>
                </a:lnTo>
                <a:lnTo>
                  <a:pt x="227419" y="415486"/>
                </a:lnTo>
                <a:lnTo>
                  <a:pt x="264934" y="412042"/>
                </a:lnTo>
                <a:lnTo>
                  <a:pt x="331420" y="384495"/>
                </a:lnTo>
                <a:lnTo>
                  <a:pt x="365086" y="355696"/>
                </a:lnTo>
                <a:lnTo>
                  <a:pt x="373647" y="345892"/>
                </a:lnTo>
                <a:lnTo>
                  <a:pt x="413000" y="359977"/>
                </a:lnTo>
                <a:lnTo>
                  <a:pt x="353479" y="417738"/>
                </a:lnTo>
                <a:lnTo>
                  <a:pt x="314928" y="438580"/>
                </a:lnTo>
                <a:lnTo>
                  <a:pt x="272908" y="451085"/>
                </a:lnTo>
                <a:lnTo>
                  <a:pt x="227419" y="455253"/>
                </a:lnTo>
                <a:lnTo>
                  <a:pt x="182111" y="451085"/>
                </a:lnTo>
                <a:lnTo>
                  <a:pt x="140221" y="438580"/>
                </a:lnTo>
                <a:lnTo>
                  <a:pt x="101748" y="417738"/>
                </a:lnTo>
                <a:lnTo>
                  <a:pt x="66693" y="388559"/>
                </a:lnTo>
                <a:lnTo>
                  <a:pt x="37514" y="353478"/>
                </a:lnTo>
                <a:lnTo>
                  <a:pt x="16673" y="314928"/>
                </a:lnTo>
                <a:lnTo>
                  <a:pt x="4168" y="272908"/>
                </a:lnTo>
                <a:lnTo>
                  <a:pt x="0" y="227419"/>
                </a:lnTo>
                <a:lnTo>
                  <a:pt x="4168" y="182111"/>
                </a:lnTo>
                <a:lnTo>
                  <a:pt x="16673" y="140221"/>
                </a:lnTo>
                <a:lnTo>
                  <a:pt x="37514" y="101748"/>
                </a:lnTo>
                <a:lnTo>
                  <a:pt x="66693" y="66693"/>
                </a:lnTo>
                <a:lnTo>
                  <a:pt x="101748" y="37514"/>
                </a:lnTo>
                <a:lnTo>
                  <a:pt x="140221" y="16673"/>
                </a:lnTo>
                <a:lnTo>
                  <a:pt x="182111" y="4168"/>
                </a:lnTo>
                <a:lnTo>
                  <a:pt x="227419" y="0"/>
                </a:lnTo>
                <a:lnTo>
                  <a:pt x="266539" y="3029"/>
                </a:lnTo>
                <a:lnTo>
                  <a:pt x="337168" y="27262"/>
                </a:lnTo>
                <a:lnTo>
                  <a:pt x="373647" y="52712"/>
                </a:lnTo>
                <a:lnTo>
                  <a:pt x="367434" y="102318"/>
                </a:lnTo>
                <a:lnTo>
                  <a:pt x="102318" y="367434"/>
                </a:lnTo>
                <a:close/>
              </a:path>
              <a:path w="413385" h="455295">
                <a:moveTo>
                  <a:pt x="340093" y="77049"/>
                </a:moveTo>
                <a:lnTo>
                  <a:pt x="314876" y="60738"/>
                </a:lnTo>
                <a:lnTo>
                  <a:pt x="287692" y="49087"/>
                </a:lnTo>
                <a:lnTo>
                  <a:pt x="258539" y="42097"/>
                </a:lnTo>
                <a:lnTo>
                  <a:pt x="227419" y="39767"/>
                </a:lnTo>
                <a:lnTo>
                  <a:pt x="190085" y="43197"/>
                </a:lnTo>
                <a:lnTo>
                  <a:pt x="123807" y="70641"/>
                </a:lnTo>
                <a:lnTo>
                  <a:pt x="70757" y="123535"/>
                </a:lnTo>
                <a:lnTo>
                  <a:pt x="43210" y="189917"/>
                </a:lnTo>
                <a:lnTo>
                  <a:pt x="39767" y="227419"/>
                </a:lnTo>
                <a:lnTo>
                  <a:pt x="42097" y="258539"/>
                </a:lnTo>
                <a:lnTo>
                  <a:pt x="49087" y="287692"/>
                </a:lnTo>
                <a:lnTo>
                  <a:pt x="60738" y="314876"/>
                </a:lnTo>
                <a:lnTo>
                  <a:pt x="77049" y="340093"/>
                </a:lnTo>
                <a:lnTo>
                  <a:pt x="340093" y="77049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1" name="object 41" descr=""/>
          <p:cNvGrpSpPr/>
          <p:nvPr/>
        </p:nvGrpSpPr>
        <p:grpSpPr>
          <a:xfrm>
            <a:off x="849679" y="2933957"/>
            <a:ext cx="471805" cy="691515"/>
            <a:chOff x="849679" y="2933957"/>
            <a:chExt cx="471805" cy="691515"/>
          </a:xfrm>
        </p:grpSpPr>
        <p:sp>
          <p:nvSpPr>
            <p:cNvPr id="42" name="object 42" descr=""/>
            <p:cNvSpPr/>
            <p:nvPr/>
          </p:nvSpPr>
          <p:spPr>
            <a:xfrm>
              <a:off x="858163" y="2942441"/>
              <a:ext cx="455295" cy="675005"/>
            </a:xfrm>
            <a:custGeom>
              <a:avLst/>
              <a:gdLst/>
              <a:ahLst/>
              <a:cxnLst/>
              <a:rect l="l" t="t" r="r" b="b"/>
              <a:pathLst>
                <a:path w="455294" h="675004">
                  <a:moveTo>
                    <a:pt x="227419" y="0"/>
                  </a:moveTo>
                  <a:lnTo>
                    <a:pt x="182111" y="4168"/>
                  </a:lnTo>
                  <a:lnTo>
                    <a:pt x="140221" y="16673"/>
                  </a:lnTo>
                  <a:lnTo>
                    <a:pt x="101748" y="37514"/>
                  </a:lnTo>
                  <a:lnTo>
                    <a:pt x="66693" y="66693"/>
                  </a:lnTo>
                  <a:lnTo>
                    <a:pt x="37514" y="101748"/>
                  </a:lnTo>
                  <a:lnTo>
                    <a:pt x="16673" y="140221"/>
                  </a:lnTo>
                  <a:lnTo>
                    <a:pt x="4168" y="182111"/>
                  </a:lnTo>
                  <a:lnTo>
                    <a:pt x="0" y="227419"/>
                  </a:lnTo>
                  <a:lnTo>
                    <a:pt x="0" y="446968"/>
                  </a:lnTo>
                  <a:lnTo>
                    <a:pt x="4168" y="492276"/>
                  </a:lnTo>
                  <a:lnTo>
                    <a:pt x="16673" y="534166"/>
                  </a:lnTo>
                  <a:lnTo>
                    <a:pt x="37514" y="572639"/>
                  </a:lnTo>
                  <a:lnTo>
                    <a:pt x="66693" y="607694"/>
                  </a:lnTo>
                  <a:lnTo>
                    <a:pt x="101748" y="636873"/>
                  </a:lnTo>
                  <a:lnTo>
                    <a:pt x="140221" y="657715"/>
                  </a:lnTo>
                  <a:lnTo>
                    <a:pt x="182111" y="670220"/>
                  </a:lnTo>
                  <a:lnTo>
                    <a:pt x="227419" y="674388"/>
                  </a:lnTo>
                  <a:lnTo>
                    <a:pt x="272895" y="670220"/>
                  </a:lnTo>
                  <a:lnTo>
                    <a:pt x="314876" y="657715"/>
                  </a:lnTo>
                  <a:lnTo>
                    <a:pt x="353362" y="636873"/>
                  </a:lnTo>
                  <a:lnTo>
                    <a:pt x="356063" y="634621"/>
                  </a:lnTo>
                  <a:lnTo>
                    <a:pt x="227419" y="634621"/>
                  </a:lnTo>
                  <a:lnTo>
                    <a:pt x="189904" y="631190"/>
                  </a:lnTo>
                  <a:lnTo>
                    <a:pt x="123418" y="603747"/>
                  </a:lnTo>
                  <a:lnTo>
                    <a:pt x="70343" y="550853"/>
                  </a:lnTo>
                  <a:lnTo>
                    <a:pt x="42796" y="484470"/>
                  </a:lnTo>
                  <a:lnTo>
                    <a:pt x="39353" y="446968"/>
                  </a:lnTo>
                  <a:lnTo>
                    <a:pt x="39353" y="227419"/>
                  </a:lnTo>
                  <a:lnTo>
                    <a:pt x="53126" y="155289"/>
                  </a:lnTo>
                  <a:lnTo>
                    <a:pt x="94447" y="94654"/>
                  </a:lnTo>
                  <a:lnTo>
                    <a:pt x="155237" y="53489"/>
                  </a:lnTo>
                  <a:lnTo>
                    <a:pt x="227419" y="39767"/>
                  </a:lnTo>
                  <a:lnTo>
                    <a:pt x="356063" y="39767"/>
                  </a:lnTo>
                  <a:lnTo>
                    <a:pt x="353362" y="37514"/>
                  </a:lnTo>
                  <a:lnTo>
                    <a:pt x="314876" y="16673"/>
                  </a:lnTo>
                  <a:lnTo>
                    <a:pt x="272895" y="4168"/>
                  </a:lnTo>
                  <a:lnTo>
                    <a:pt x="227419" y="0"/>
                  </a:lnTo>
                  <a:close/>
                </a:path>
                <a:path w="455294" h="675004">
                  <a:moveTo>
                    <a:pt x="356063" y="39767"/>
                  </a:moveTo>
                  <a:lnTo>
                    <a:pt x="227419" y="39767"/>
                  </a:lnTo>
                  <a:lnTo>
                    <a:pt x="264934" y="43197"/>
                  </a:lnTo>
                  <a:lnTo>
                    <a:pt x="299601" y="53489"/>
                  </a:lnTo>
                  <a:lnTo>
                    <a:pt x="360391" y="94654"/>
                  </a:lnTo>
                  <a:lnTo>
                    <a:pt x="401712" y="155289"/>
                  </a:lnTo>
                  <a:lnTo>
                    <a:pt x="415486" y="227419"/>
                  </a:lnTo>
                  <a:lnTo>
                    <a:pt x="415486" y="446968"/>
                  </a:lnTo>
                  <a:lnTo>
                    <a:pt x="401712" y="519098"/>
                  </a:lnTo>
                  <a:lnTo>
                    <a:pt x="360391" y="579733"/>
                  </a:lnTo>
                  <a:lnTo>
                    <a:pt x="299601" y="620899"/>
                  </a:lnTo>
                  <a:lnTo>
                    <a:pt x="227419" y="634621"/>
                  </a:lnTo>
                  <a:lnTo>
                    <a:pt x="356063" y="634621"/>
                  </a:lnTo>
                  <a:lnTo>
                    <a:pt x="388353" y="607694"/>
                  </a:lnTo>
                  <a:lnTo>
                    <a:pt x="417440" y="572639"/>
                  </a:lnTo>
                  <a:lnTo>
                    <a:pt x="438217" y="534166"/>
                  </a:lnTo>
                  <a:lnTo>
                    <a:pt x="450683" y="492276"/>
                  </a:lnTo>
                  <a:lnTo>
                    <a:pt x="454839" y="446968"/>
                  </a:lnTo>
                  <a:lnTo>
                    <a:pt x="454839" y="227419"/>
                  </a:lnTo>
                  <a:lnTo>
                    <a:pt x="450683" y="182111"/>
                  </a:lnTo>
                  <a:lnTo>
                    <a:pt x="438217" y="140221"/>
                  </a:lnTo>
                  <a:lnTo>
                    <a:pt x="417440" y="101748"/>
                  </a:lnTo>
                  <a:lnTo>
                    <a:pt x="388353" y="66693"/>
                  </a:lnTo>
                  <a:lnTo>
                    <a:pt x="356063" y="3976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58163" y="2942441"/>
              <a:ext cx="455295" cy="675005"/>
            </a:xfrm>
            <a:custGeom>
              <a:avLst/>
              <a:gdLst/>
              <a:ahLst/>
              <a:cxnLst/>
              <a:rect l="l" t="t" r="r" b="b"/>
              <a:pathLst>
                <a:path w="455294" h="675004">
                  <a:moveTo>
                    <a:pt x="415486" y="227419"/>
                  </a:moveTo>
                  <a:lnTo>
                    <a:pt x="401712" y="155289"/>
                  </a:lnTo>
                  <a:lnTo>
                    <a:pt x="360391" y="94654"/>
                  </a:lnTo>
                  <a:lnTo>
                    <a:pt x="299601" y="53489"/>
                  </a:lnTo>
                  <a:lnTo>
                    <a:pt x="227419" y="39767"/>
                  </a:lnTo>
                  <a:lnTo>
                    <a:pt x="189904" y="43197"/>
                  </a:lnTo>
                  <a:lnTo>
                    <a:pt x="123418" y="70641"/>
                  </a:lnTo>
                  <a:lnTo>
                    <a:pt x="70343" y="123535"/>
                  </a:lnTo>
                  <a:lnTo>
                    <a:pt x="42796" y="189917"/>
                  </a:lnTo>
                  <a:lnTo>
                    <a:pt x="39353" y="227419"/>
                  </a:lnTo>
                  <a:lnTo>
                    <a:pt x="39353" y="446968"/>
                  </a:lnTo>
                  <a:lnTo>
                    <a:pt x="53126" y="519098"/>
                  </a:lnTo>
                  <a:lnTo>
                    <a:pt x="94447" y="579733"/>
                  </a:lnTo>
                  <a:lnTo>
                    <a:pt x="155237" y="620899"/>
                  </a:lnTo>
                  <a:lnTo>
                    <a:pt x="227419" y="634621"/>
                  </a:lnTo>
                  <a:lnTo>
                    <a:pt x="264934" y="631190"/>
                  </a:lnTo>
                  <a:lnTo>
                    <a:pt x="331420" y="603747"/>
                  </a:lnTo>
                  <a:lnTo>
                    <a:pt x="384495" y="550853"/>
                  </a:lnTo>
                  <a:lnTo>
                    <a:pt x="412042" y="484470"/>
                  </a:lnTo>
                  <a:lnTo>
                    <a:pt x="415486" y="446968"/>
                  </a:lnTo>
                  <a:lnTo>
                    <a:pt x="415486" y="227419"/>
                  </a:lnTo>
                  <a:close/>
                </a:path>
                <a:path w="455294" h="675004">
                  <a:moveTo>
                    <a:pt x="454839" y="446968"/>
                  </a:moveTo>
                  <a:lnTo>
                    <a:pt x="450683" y="492276"/>
                  </a:lnTo>
                  <a:lnTo>
                    <a:pt x="438217" y="534166"/>
                  </a:lnTo>
                  <a:lnTo>
                    <a:pt x="417440" y="572639"/>
                  </a:lnTo>
                  <a:lnTo>
                    <a:pt x="388353" y="607694"/>
                  </a:lnTo>
                  <a:lnTo>
                    <a:pt x="353362" y="636873"/>
                  </a:lnTo>
                  <a:lnTo>
                    <a:pt x="314876" y="657715"/>
                  </a:lnTo>
                  <a:lnTo>
                    <a:pt x="272895" y="670220"/>
                  </a:lnTo>
                  <a:lnTo>
                    <a:pt x="227419" y="674388"/>
                  </a:lnTo>
                  <a:lnTo>
                    <a:pt x="182111" y="670220"/>
                  </a:lnTo>
                  <a:lnTo>
                    <a:pt x="140221" y="657715"/>
                  </a:lnTo>
                  <a:lnTo>
                    <a:pt x="101748" y="636873"/>
                  </a:lnTo>
                  <a:lnTo>
                    <a:pt x="66693" y="607694"/>
                  </a:lnTo>
                  <a:lnTo>
                    <a:pt x="37514" y="572639"/>
                  </a:lnTo>
                  <a:lnTo>
                    <a:pt x="16673" y="534166"/>
                  </a:lnTo>
                  <a:lnTo>
                    <a:pt x="4168" y="492276"/>
                  </a:lnTo>
                  <a:lnTo>
                    <a:pt x="0" y="446968"/>
                  </a:lnTo>
                  <a:lnTo>
                    <a:pt x="0" y="227419"/>
                  </a:lnTo>
                  <a:lnTo>
                    <a:pt x="4168" y="182111"/>
                  </a:lnTo>
                  <a:lnTo>
                    <a:pt x="16673" y="140221"/>
                  </a:lnTo>
                  <a:lnTo>
                    <a:pt x="37514" y="101748"/>
                  </a:lnTo>
                  <a:lnTo>
                    <a:pt x="66693" y="66693"/>
                  </a:lnTo>
                  <a:lnTo>
                    <a:pt x="101748" y="37514"/>
                  </a:lnTo>
                  <a:lnTo>
                    <a:pt x="140221" y="16673"/>
                  </a:lnTo>
                  <a:lnTo>
                    <a:pt x="182111" y="4168"/>
                  </a:lnTo>
                  <a:lnTo>
                    <a:pt x="227419" y="0"/>
                  </a:lnTo>
                  <a:lnTo>
                    <a:pt x="272895" y="4168"/>
                  </a:lnTo>
                  <a:lnTo>
                    <a:pt x="314876" y="16673"/>
                  </a:lnTo>
                  <a:lnTo>
                    <a:pt x="353362" y="37514"/>
                  </a:lnTo>
                  <a:lnTo>
                    <a:pt x="388353" y="66693"/>
                  </a:lnTo>
                  <a:lnTo>
                    <a:pt x="417440" y="101748"/>
                  </a:lnTo>
                  <a:lnTo>
                    <a:pt x="438217" y="140221"/>
                  </a:lnTo>
                  <a:lnTo>
                    <a:pt x="450683" y="182111"/>
                  </a:lnTo>
                  <a:lnTo>
                    <a:pt x="454839" y="227419"/>
                  </a:lnTo>
                  <a:lnTo>
                    <a:pt x="454839" y="446968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 descr=""/>
          <p:cNvGrpSpPr/>
          <p:nvPr/>
        </p:nvGrpSpPr>
        <p:grpSpPr>
          <a:xfrm>
            <a:off x="1556378" y="2933957"/>
            <a:ext cx="93980" cy="680085"/>
            <a:chOff x="1556378" y="2933957"/>
            <a:chExt cx="93980" cy="680085"/>
          </a:xfrm>
        </p:grpSpPr>
        <p:sp>
          <p:nvSpPr>
            <p:cNvPr id="45" name="object 45" descr=""/>
            <p:cNvSpPr/>
            <p:nvPr/>
          </p:nvSpPr>
          <p:spPr>
            <a:xfrm>
              <a:off x="1564862" y="2942441"/>
              <a:ext cx="76835" cy="662940"/>
            </a:xfrm>
            <a:custGeom>
              <a:avLst/>
              <a:gdLst/>
              <a:ahLst/>
              <a:cxnLst/>
              <a:rect l="l" t="t" r="r" b="b"/>
              <a:pathLst>
                <a:path w="76835" h="662939">
                  <a:moveTo>
                    <a:pt x="76635" y="0"/>
                  </a:moveTo>
                  <a:lnTo>
                    <a:pt x="50951" y="0"/>
                  </a:lnTo>
                  <a:lnTo>
                    <a:pt x="0" y="65450"/>
                  </a:lnTo>
                  <a:lnTo>
                    <a:pt x="39353" y="65450"/>
                  </a:lnTo>
                  <a:lnTo>
                    <a:pt x="39353" y="662789"/>
                  </a:lnTo>
                  <a:lnTo>
                    <a:pt x="76635" y="662789"/>
                  </a:lnTo>
                  <a:lnTo>
                    <a:pt x="76635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1564862" y="2942441"/>
              <a:ext cx="76835" cy="662940"/>
            </a:xfrm>
            <a:custGeom>
              <a:avLst/>
              <a:gdLst/>
              <a:ahLst/>
              <a:cxnLst/>
              <a:rect l="l" t="t" r="r" b="b"/>
              <a:pathLst>
                <a:path w="76835" h="662939">
                  <a:moveTo>
                    <a:pt x="76635" y="0"/>
                  </a:moveTo>
                  <a:lnTo>
                    <a:pt x="76635" y="662789"/>
                  </a:lnTo>
                  <a:lnTo>
                    <a:pt x="39353" y="662789"/>
                  </a:lnTo>
                  <a:lnTo>
                    <a:pt x="39353" y="65450"/>
                  </a:lnTo>
                  <a:lnTo>
                    <a:pt x="0" y="65450"/>
                  </a:lnTo>
                  <a:lnTo>
                    <a:pt x="50951" y="0"/>
                  </a:lnTo>
                  <a:lnTo>
                    <a:pt x="76635" y="0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7" name="object 4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95230" y="3528397"/>
            <a:ext cx="91531" cy="91117"/>
          </a:xfrm>
          <a:prstGeom prst="rect">
            <a:avLst/>
          </a:prstGeom>
        </p:spPr>
      </p:pic>
      <p:grpSp>
        <p:nvGrpSpPr>
          <p:cNvPr id="48" name="object 48" descr=""/>
          <p:cNvGrpSpPr/>
          <p:nvPr/>
        </p:nvGrpSpPr>
        <p:grpSpPr>
          <a:xfrm>
            <a:off x="2324925" y="2933957"/>
            <a:ext cx="389890" cy="680085"/>
            <a:chOff x="2324925" y="2933957"/>
            <a:chExt cx="389890" cy="680085"/>
          </a:xfrm>
        </p:grpSpPr>
        <p:sp>
          <p:nvSpPr>
            <p:cNvPr id="49" name="object 49" descr=""/>
            <p:cNvSpPr/>
            <p:nvPr/>
          </p:nvSpPr>
          <p:spPr>
            <a:xfrm>
              <a:off x="2333396" y="2942589"/>
              <a:ext cx="373380" cy="662940"/>
            </a:xfrm>
            <a:custGeom>
              <a:avLst/>
              <a:gdLst/>
              <a:ahLst/>
              <a:cxnLst/>
              <a:rect l="l" t="t" r="r" b="b"/>
              <a:pathLst>
                <a:path w="373380" h="662939">
                  <a:moveTo>
                    <a:pt x="372821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167779" y="36830"/>
                  </a:lnTo>
                  <a:lnTo>
                    <a:pt x="167779" y="662940"/>
                  </a:lnTo>
                  <a:lnTo>
                    <a:pt x="205054" y="662940"/>
                  </a:lnTo>
                  <a:lnTo>
                    <a:pt x="205054" y="36830"/>
                  </a:lnTo>
                  <a:lnTo>
                    <a:pt x="372821" y="36830"/>
                  </a:lnTo>
                  <a:lnTo>
                    <a:pt x="372821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333409" y="2942441"/>
              <a:ext cx="373380" cy="662940"/>
            </a:xfrm>
            <a:custGeom>
              <a:avLst/>
              <a:gdLst/>
              <a:ahLst/>
              <a:cxnLst/>
              <a:rect l="l" t="t" r="r" b="b"/>
              <a:pathLst>
                <a:path w="373380" h="662939">
                  <a:moveTo>
                    <a:pt x="205050" y="37282"/>
                  </a:moveTo>
                  <a:lnTo>
                    <a:pt x="205050" y="662789"/>
                  </a:lnTo>
                  <a:lnTo>
                    <a:pt x="167768" y="662789"/>
                  </a:lnTo>
                  <a:lnTo>
                    <a:pt x="167768" y="37282"/>
                  </a:lnTo>
                  <a:lnTo>
                    <a:pt x="0" y="37282"/>
                  </a:lnTo>
                  <a:lnTo>
                    <a:pt x="0" y="0"/>
                  </a:lnTo>
                  <a:lnTo>
                    <a:pt x="372819" y="0"/>
                  </a:lnTo>
                  <a:lnTo>
                    <a:pt x="372819" y="37282"/>
                  </a:lnTo>
                  <a:lnTo>
                    <a:pt x="205050" y="37282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1" name="object 51" descr=""/>
          <p:cNvGrpSpPr/>
          <p:nvPr/>
        </p:nvGrpSpPr>
        <p:grpSpPr>
          <a:xfrm>
            <a:off x="2770237" y="3045803"/>
            <a:ext cx="92075" cy="568325"/>
            <a:chOff x="2770237" y="3045803"/>
            <a:chExt cx="92075" cy="568325"/>
          </a:xfrm>
        </p:grpSpPr>
        <p:sp>
          <p:nvSpPr>
            <p:cNvPr id="52" name="object 52" descr=""/>
            <p:cNvSpPr/>
            <p:nvPr/>
          </p:nvSpPr>
          <p:spPr>
            <a:xfrm>
              <a:off x="2778720" y="3054286"/>
              <a:ext cx="74930" cy="551180"/>
            </a:xfrm>
            <a:custGeom>
              <a:avLst/>
              <a:gdLst/>
              <a:ahLst/>
              <a:cxnLst/>
              <a:rect l="l" t="t" r="r" b="b"/>
              <a:pathLst>
                <a:path w="74930" h="551179">
                  <a:moveTo>
                    <a:pt x="55922" y="144156"/>
                  </a:moveTo>
                  <a:lnTo>
                    <a:pt x="18640" y="144156"/>
                  </a:lnTo>
                  <a:lnTo>
                    <a:pt x="18640" y="550943"/>
                  </a:lnTo>
                  <a:lnTo>
                    <a:pt x="55922" y="550943"/>
                  </a:lnTo>
                  <a:lnTo>
                    <a:pt x="55922" y="144156"/>
                  </a:lnTo>
                  <a:close/>
                </a:path>
                <a:path w="74930" h="551179">
                  <a:moveTo>
                    <a:pt x="37281" y="0"/>
                  </a:moveTo>
                  <a:lnTo>
                    <a:pt x="2744" y="22679"/>
                  </a:lnTo>
                  <a:lnTo>
                    <a:pt x="0" y="36867"/>
                  </a:lnTo>
                  <a:lnTo>
                    <a:pt x="686" y="44427"/>
                  </a:lnTo>
                  <a:lnTo>
                    <a:pt x="29890" y="73476"/>
                  </a:lnTo>
                  <a:lnTo>
                    <a:pt x="37281" y="74149"/>
                  </a:lnTo>
                  <a:lnTo>
                    <a:pt x="44673" y="73476"/>
                  </a:lnTo>
                  <a:lnTo>
                    <a:pt x="73877" y="44427"/>
                  </a:lnTo>
                  <a:lnTo>
                    <a:pt x="74563" y="36867"/>
                  </a:lnTo>
                  <a:lnTo>
                    <a:pt x="73877" y="29488"/>
                  </a:lnTo>
                  <a:lnTo>
                    <a:pt x="44673" y="673"/>
                  </a:lnTo>
                  <a:lnTo>
                    <a:pt x="37281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797361" y="3198443"/>
              <a:ext cx="37465" cy="407034"/>
            </a:xfrm>
            <a:custGeom>
              <a:avLst/>
              <a:gdLst/>
              <a:ahLst/>
              <a:cxnLst/>
              <a:rect l="l" t="t" r="r" b="b"/>
              <a:pathLst>
                <a:path w="37464" h="407035">
                  <a:moveTo>
                    <a:pt x="37281" y="0"/>
                  </a:moveTo>
                  <a:lnTo>
                    <a:pt x="37281" y="406786"/>
                  </a:lnTo>
                  <a:lnTo>
                    <a:pt x="0" y="406786"/>
                  </a:lnTo>
                  <a:lnTo>
                    <a:pt x="0" y="0"/>
                  </a:lnTo>
                  <a:lnTo>
                    <a:pt x="37281" y="0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0237" y="3045803"/>
              <a:ext cx="91531" cy="91117"/>
            </a:xfrm>
            <a:prstGeom prst="rect">
              <a:avLst/>
            </a:prstGeom>
          </p:spPr>
        </p:pic>
      </p:grpSp>
      <p:grpSp>
        <p:nvGrpSpPr>
          <p:cNvPr id="55" name="object 55" descr=""/>
          <p:cNvGrpSpPr/>
          <p:nvPr/>
        </p:nvGrpSpPr>
        <p:grpSpPr>
          <a:xfrm>
            <a:off x="2933863" y="3016805"/>
            <a:ext cx="220345" cy="597535"/>
            <a:chOff x="2933863" y="3016805"/>
            <a:chExt cx="220345" cy="597535"/>
          </a:xfrm>
        </p:grpSpPr>
        <p:sp>
          <p:nvSpPr>
            <p:cNvPr id="56" name="object 56" descr=""/>
            <p:cNvSpPr/>
            <p:nvPr/>
          </p:nvSpPr>
          <p:spPr>
            <a:xfrm>
              <a:off x="2942336" y="3025139"/>
              <a:ext cx="203200" cy="580390"/>
            </a:xfrm>
            <a:custGeom>
              <a:avLst/>
              <a:gdLst/>
              <a:ahLst/>
              <a:cxnLst/>
              <a:rect l="l" t="t" r="r" b="b"/>
              <a:pathLst>
                <a:path w="203200" h="580389">
                  <a:moveTo>
                    <a:pt x="202984" y="172720"/>
                  </a:moveTo>
                  <a:lnTo>
                    <a:pt x="120129" y="172720"/>
                  </a:lnTo>
                  <a:lnTo>
                    <a:pt x="120129" y="0"/>
                  </a:lnTo>
                  <a:lnTo>
                    <a:pt x="82854" y="0"/>
                  </a:lnTo>
                  <a:lnTo>
                    <a:pt x="82854" y="172720"/>
                  </a:lnTo>
                  <a:lnTo>
                    <a:pt x="0" y="172720"/>
                  </a:lnTo>
                  <a:lnTo>
                    <a:pt x="0" y="210820"/>
                  </a:lnTo>
                  <a:lnTo>
                    <a:pt x="82854" y="210820"/>
                  </a:lnTo>
                  <a:lnTo>
                    <a:pt x="82854" y="580390"/>
                  </a:lnTo>
                  <a:lnTo>
                    <a:pt x="120129" y="580390"/>
                  </a:lnTo>
                  <a:lnTo>
                    <a:pt x="120129" y="210820"/>
                  </a:lnTo>
                  <a:lnTo>
                    <a:pt x="202984" y="210820"/>
                  </a:lnTo>
                  <a:lnTo>
                    <a:pt x="202984" y="17272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942346" y="3025289"/>
              <a:ext cx="203200" cy="580390"/>
            </a:xfrm>
            <a:custGeom>
              <a:avLst/>
              <a:gdLst/>
              <a:ahLst/>
              <a:cxnLst/>
              <a:rect l="l" t="t" r="r" b="b"/>
              <a:pathLst>
                <a:path w="203200" h="580389">
                  <a:moveTo>
                    <a:pt x="82848" y="173154"/>
                  </a:moveTo>
                  <a:lnTo>
                    <a:pt x="82848" y="0"/>
                  </a:lnTo>
                  <a:lnTo>
                    <a:pt x="120130" y="0"/>
                  </a:lnTo>
                  <a:lnTo>
                    <a:pt x="120130" y="173154"/>
                  </a:lnTo>
                  <a:lnTo>
                    <a:pt x="202979" y="173154"/>
                  </a:lnTo>
                  <a:lnTo>
                    <a:pt x="202979" y="210436"/>
                  </a:lnTo>
                  <a:lnTo>
                    <a:pt x="120130" y="210436"/>
                  </a:lnTo>
                  <a:lnTo>
                    <a:pt x="120130" y="579940"/>
                  </a:lnTo>
                  <a:lnTo>
                    <a:pt x="82848" y="579940"/>
                  </a:lnTo>
                  <a:lnTo>
                    <a:pt x="82848" y="210436"/>
                  </a:lnTo>
                  <a:lnTo>
                    <a:pt x="0" y="210436"/>
                  </a:lnTo>
                  <a:lnTo>
                    <a:pt x="0" y="173154"/>
                  </a:lnTo>
                  <a:lnTo>
                    <a:pt x="82848" y="173154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 descr=""/>
          <p:cNvGrpSpPr/>
          <p:nvPr/>
        </p:nvGrpSpPr>
        <p:grpSpPr>
          <a:xfrm>
            <a:off x="3236260" y="2933957"/>
            <a:ext cx="54610" cy="680085"/>
            <a:chOff x="3236260" y="2933957"/>
            <a:chExt cx="54610" cy="680085"/>
          </a:xfrm>
        </p:grpSpPr>
        <p:sp>
          <p:nvSpPr>
            <p:cNvPr id="59" name="object 59" descr=""/>
            <p:cNvSpPr/>
            <p:nvPr/>
          </p:nvSpPr>
          <p:spPr>
            <a:xfrm>
              <a:off x="3244744" y="2942441"/>
              <a:ext cx="37465" cy="662940"/>
            </a:xfrm>
            <a:custGeom>
              <a:avLst/>
              <a:gdLst/>
              <a:ahLst/>
              <a:cxnLst/>
              <a:rect l="l" t="t" r="r" b="b"/>
              <a:pathLst>
                <a:path w="37464" h="662939">
                  <a:moveTo>
                    <a:pt x="37281" y="0"/>
                  </a:moveTo>
                  <a:lnTo>
                    <a:pt x="0" y="0"/>
                  </a:lnTo>
                  <a:lnTo>
                    <a:pt x="0" y="662789"/>
                  </a:lnTo>
                  <a:lnTo>
                    <a:pt x="37281" y="662789"/>
                  </a:lnTo>
                  <a:lnTo>
                    <a:pt x="37281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3244744" y="2942441"/>
              <a:ext cx="37465" cy="662940"/>
            </a:xfrm>
            <a:custGeom>
              <a:avLst/>
              <a:gdLst/>
              <a:ahLst/>
              <a:cxnLst/>
              <a:rect l="l" t="t" r="r" b="b"/>
              <a:pathLst>
                <a:path w="37464" h="662939">
                  <a:moveTo>
                    <a:pt x="37281" y="0"/>
                  </a:moveTo>
                  <a:lnTo>
                    <a:pt x="37281" y="662789"/>
                  </a:lnTo>
                  <a:lnTo>
                    <a:pt x="0" y="662789"/>
                  </a:lnTo>
                  <a:lnTo>
                    <a:pt x="0" y="0"/>
                  </a:lnTo>
                  <a:lnTo>
                    <a:pt x="37281" y="0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1" name="object 61" descr=""/>
          <p:cNvGrpSpPr/>
          <p:nvPr/>
        </p:nvGrpSpPr>
        <p:grpSpPr>
          <a:xfrm>
            <a:off x="3372961" y="3153092"/>
            <a:ext cx="430530" cy="472440"/>
            <a:chOff x="3372961" y="3153092"/>
            <a:chExt cx="430530" cy="472440"/>
          </a:xfrm>
        </p:grpSpPr>
        <p:sp>
          <p:nvSpPr>
            <p:cNvPr id="62" name="object 62" descr=""/>
            <p:cNvSpPr/>
            <p:nvPr/>
          </p:nvSpPr>
          <p:spPr>
            <a:xfrm>
              <a:off x="3381445" y="3161575"/>
              <a:ext cx="413384" cy="455295"/>
            </a:xfrm>
            <a:custGeom>
              <a:avLst/>
              <a:gdLst/>
              <a:ahLst/>
              <a:cxnLst/>
              <a:rect l="l" t="t" r="r" b="b"/>
              <a:pathLst>
                <a:path w="413385" h="455295">
                  <a:moveTo>
                    <a:pt x="227419" y="0"/>
                  </a:moveTo>
                  <a:lnTo>
                    <a:pt x="182111" y="4168"/>
                  </a:lnTo>
                  <a:lnTo>
                    <a:pt x="140221" y="16673"/>
                  </a:lnTo>
                  <a:lnTo>
                    <a:pt x="101748" y="37514"/>
                  </a:lnTo>
                  <a:lnTo>
                    <a:pt x="66693" y="66693"/>
                  </a:lnTo>
                  <a:lnTo>
                    <a:pt x="37514" y="101748"/>
                  </a:lnTo>
                  <a:lnTo>
                    <a:pt x="16673" y="140221"/>
                  </a:lnTo>
                  <a:lnTo>
                    <a:pt x="4168" y="182111"/>
                  </a:lnTo>
                  <a:lnTo>
                    <a:pt x="0" y="227419"/>
                  </a:lnTo>
                  <a:lnTo>
                    <a:pt x="4168" y="272908"/>
                  </a:lnTo>
                  <a:lnTo>
                    <a:pt x="16673" y="314928"/>
                  </a:lnTo>
                  <a:lnTo>
                    <a:pt x="37514" y="353478"/>
                  </a:lnTo>
                  <a:lnTo>
                    <a:pt x="66693" y="388560"/>
                  </a:lnTo>
                  <a:lnTo>
                    <a:pt x="101748" y="417738"/>
                  </a:lnTo>
                  <a:lnTo>
                    <a:pt x="140221" y="438580"/>
                  </a:lnTo>
                  <a:lnTo>
                    <a:pt x="182111" y="451085"/>
                  </a:lnTo>
                  <a:lnTo>
                    <a:pt x="227419" y="455253"/>
                  </a:lnTo>
                  <a:lnTo>
                    <a:pt x="272908" y="451085"/>
                  </a:lnTo>
                  <a:lnTo>
                    <a:pt x="314928" y="438580"/>
                  </a:lnTo>
                  <a:lnTo>
                    <a:pt x="353479" y="417738"/>
                  </a:lnTo>
                  <a:lnTo>
                    <a:pt x="356186" y="415486"/>
                  </a:lnTo>
                  <a:lnTo>
                    <a:pt x="227419" y="415486"/>
                  </a:lnTo>
                  <a:lnTo>
                    <a:pt x="192416" y="412483"/>
                  </a:lnTo>
                  <a:lnTo>
                    <a:pt x="159897" y="403473"/>
                  </a:lnTo>
                  <a:lnTo>
                    <a:pt x="130071" y="388560"/>
                  </a:lnTo>
                  <a:lnTo>
                    <a:pt x="124674" y="384495"/>
                  </a:lnTo>
                  <a:lnTo>
                    <a:pt x="102318" y="367434"/>
                  </a:lnTo>
                  <a:lnTo>
                    <a:pt x="129658" y="340093"/>
                  </a:lnTo>
                  <a:lnTo>
                    <a:pt x="77049" y="340093"/>
                  </a:lnTo>
                  <a:lnTo>
                    <a:pt x="60771" y="314928"/>
                  </a:lnTo>
                  <a:lnTo>
                    <a:pt x="49087" y="287692"/>
                  </a:lnTo>
                  <a:lnTo>
                    <a:pt x="42097" y="258539"/>
                  </a:lnTo>
                  <a:lnTo>
                    <a:pt x="39767" y="227419"/>
                  </a:lnTo>
                  <a:lnTo>
                    <a:pt x="43210" y="189917"/>
                  </a:lnTo>
                  <a:lnTo>
                    <a:pt x="70757" y="123535"/>
                  </a:lnTo>
                  <a:lnTo>
                    <a:pt x="123807" y="70641"/>
                  </a:lnTo>
                  <a:lnTo>
                    <a:pt x="190085" y="43197"/>
                  </a:lnTo>
                  <a:lnTo>
                    <a:pt x="227419" y="39767"/>
                  </a:lnTo>
                  <a:lnTo>
                    <a:pt x="355750" y="39767"/>
                  </a:lnTo>
                  <a:lnTo>
                    <a:pt x="337168" y="27262"/>
                  </a:lnTo>
                  <a:lnTo>
                    <a:pt x="303122" y="12116"/>
                  </a:lnTo>
                  <a:lnTo>
                    <a:pt x="266539" y="3029"/>
                  </a:lnTo>
                  <a:lnTo>
                    <a:pt x="227419" y="0"/>
                  </a:lnTo>
                  <a:close/>
                </a:path>
                <a:path w="413385" h="455295">
                  <a:moveTo>
                    <a:pt x="373647" y="345892"/>
                  </a:moveTo>
                  <a:lnTo>
                    <a:pt x="331420" y="384495"/>
                  </a:lnTo>
                  <a:lnTo>
                    <a:pt x="264934" y="412042"/>
                  </a:lnTo>
                  <a:lnTo>
                    <a:pt x="227419" y="415486"/>
                  </a:lnTo>
                  <a:lnTo>
                    <a:pt x="356186" y="415486"/>
                  </a:lnTo>
                  <a:lnTo>
                    <a:pt x="388560" y="388560"/>
                  </a:lnTo>
                  <a:lnTo>
                    <a:pt x="413000" y="359977"/>
                  </a:lnTo>
                  <a:lnTo>
                    <a:pt x="373647" y="345892"/>
                  </a:lnTo>
                  <a:close/>
                </a:path>
                <a:path w="413385" h="455295">
                  <a:moveTo>
                    <a:pt x="355750" y="39767"/>
                  </a:moveTo>
                  <a:lnTo>
                    <a:pt x="227419" y="39767"/>
                  </a:lnTo>
                  <a:lnTo>
                    <a:pt x="258539" y="42097"/>
                  </a:lnTo>
                  <a:lnTo>
                    <a:pt x="287692" y="49087"/>
                  </a:lnTo>
                  <a:lnTo>
                    <a:pt x="314876" y="60738"/>
                  </a:lnTo>
                  <a:lnTo>
                    <a:pt x="340093" y="77049"/>
                  </a:lnTo>
                  <a:lnTo>
                    <a:pt x="77049" y="340093"/>
                  </a:lnTo>
                  <a:lnTo>
                    <a:pt x="129658" y="340093"/>
                  </a:lnTo>
                  <a:lnTo>
                    <a:pt x="395602" y="74149"/>
                  </a:lnTo>
                  <a:lnTo>
                    <a:pt x="393393" y="71663"/>
                  </a:lnTo>
                  <a:lnTo>
                    <a:pt x="391045" y="69178"/>
                  </a:lnTo>
                  <a:lnTo>
                    <a:pt x="368676" y="48466"/>
                  </a:lnTo>
                  <a:lnTo>
                    <a:pt x="355750" y="3976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3381444" y="3161576"/>
              <a:ext cx="413384" cy="455295"/>
            </a:xfrm>
            <a:custGeom>
              <a:avLst/>
              <a:gdLst/>
              <a:ahLst/>
              <a:cxnLst/>
              <a:rect l="l" t="t" r="r" b="b"/>
              <a:pathLst>
                <a:path w="413385" h="455295">
                  <a:moveTo>
                    <a:pt x="102318" y="367434"/>
                  </a:moveTo>
                  <a:lnTo>
                    <a:pt x="129865" y="388456"/>
                  </a:lnTo>
                  <a:lnTo>
                    <a:pt x="159897" y="403473"/>
                  </a:lnTo>
                  <a:lnTo>
                    <a:pt x="192416" y="412483"/>
                  </a:lnTo>
                  <a:lnTo>
                    <a:pt x="227419" y="415486"/>
                  </a:lnTo>
                  <a:lnTo>
                    <a:pt x="264934" y="412042"/>
                  </a:lnTo>
                  <a:lnTo>
                    <a:pt x="331420" y="384495"/>
                  </a:lnTo>
                  <a:lnTo>
                    <a:pt x="365086" y="355696"/>
                  </a:lnTo>
                  <a:lnTo>
                    <a:pt x="373647" y="345892"/>
                  </a:lnTo>
                  <a:lnTo>
                    <a:pt x="413000" y="359977"/>
                  </a:lnTo>
                  <a:lnTo>
                    <a:pt x="353479" y="417738"/>
                  </a:lnTo>
                  <a:lnTo>
                    <a:pt x="314928" y="438580"/>
                  </a:lnTo>
                  <a:lnTo>
                    <a:pt x="272908" y="451085"/>
                  </a:lnTo>
                  <a:lnTo>
                    <a:pt x="227419" y="455253"/>
                  </a:lnTo>
                  <a:lnTo>
                    <a:pt x="182111" y="451085"/>
                  </a:lnTo>
                  <a:lnTo>
                    <a:pt x="140221" y="438580"/>
                  </a:lnTo>
                  <a:lnTo>
                    <a:pt x="101748" y="417738"/>
                  </a:lnTo>
                  <a:lnTo>
                    <a:pt x="66693" y="388559"/>
                  </a:lnTo>
                  <a:lnTo>
                    <a:pt x="37514" y="353478"/>
                  </a:lnTo>
                  <a:lnTo>
                    <a:pt x="16673" y="314928"/>
                  </a:lnTo>
                  <a:lnTo>
                    <a:pt x="4168" y="272908"/>
                  </a:lnTo>
                  <a:lnTo>
                    <a:pt x="0" y="227419"/>
                  </a:lnTo>
                  <a:lnTo>
                    <a:pt x="4168" y="182111"/>
                  </a:lnTo>
                  <a:lnTo>
                    <a:pt x="16673" y="140221"/>
                  </a:lnTo>
                  <a:lnTo>
                    <a:pt x="37514" y="101748"/>
                  </a:lnTo>
                  <a:lnTo>
                    <a:pt x="66693" y="66693"/>
                  </a:lnTo>
                  <a:lnTo>
                    <a:pt x="101748" y="37514"/>
                  </a:lnTo>
                  <a:lnTo>
                    <a:pt x="140221" y="16673"/>
                  </a:lnTo>
                  <a:lnTo>
                    <a:pt x="182111" y="4168"/>
                  </a:lnTo>
                  <a:lnTo>
                    <a:pt x="227419" y="0"/>
                  </a:lnTo>
                  <a:lnTo>
                    <a:pt x="266539" y="3029"/>
                  </a:lnTo>
                  <a:lnTo>
                    <a:pt x="337168" y="27262"/>
                  </a:lnTo>
                  <a:lnTo>
                    <a:pt x="373647" y="52712"/>
                  </a:lnTo>
                  <a:lnTo>
                    <a:pt x="367434" y="102318"/>
                  </a:lnTo>
                  <a:lnTo>
                    <a:pt x="102318" y="367434"/>
                  </a:lnTo>
                  <a:close/>
                </a:path>
                <a:path w="413385" h="455295">
                  <a:moveTo>
                    <a:pt x="340093" y="77049"/>
                  </a:moveTo>
                  <a:lnTo>
                    <a:pt x="314876" y="60738"/>
                  </a:lnTo>
                  <a:lnTo>
                    <a:pt x="287692" y="49087"/>
                  </a:lnTo>
                  <a:lnTo>
                    <a:pt x="258539" y="42097"/>
                  </a:lnTo>
                  <a:lnTo>
                    <a:pt x="227419" y="39767"/>
                  </a:lnTo>
                  <a:lnTo>
                    <a:pt x="190085" y="43197"/>
                  </a:lnTo>
                  <a:lnTo>
                    <a:pt x="123807" y="70641"/>
                  </a:lnTo>
                  <a:lnTo>
                    <a:pt x="70757" y="123535"/>
                  </a:lnTo>
                  <a:lnTo>
                    <a:pt x="43210" y="189917"/>
                  </a:lnTo>
                  <a:lnTo>
                    <a:pt x="39767" y="227419"/>
                  </a:lnTo>
                  <a:lnTo>
                    <a:pt x="42097" y="258539"/>
                  </a:lnTo>
                  <a:lnTo>
                    <a:pt x="49087" y="287692"/>
                  </a:lnTo>
                  <a:lnTo>
                    <a:pt x="60738" y="314876"/>
                  </a:lnTo>
                  <a:lnTo>
                    <a:pt x="77049" y="340093"/>
                  </a:lnTo>
                  <a:lnTo>
                    <a:pt x="340093" y="77049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/>
          <p:nvPr/>
        </p:nvSpPr>
        <p:spPr>
          <a:xfrm>
            <a:off x="4315002" y="3100069"/>
            <a:ext cx="533400" cy="457834"/>
          </a:xfrm>
          <a:custGeom>
            <a:avLst/>
            <a:gdLst/>
            <a:ahLst/>
            <a:cxnLst/>
            <a:rect l="l" t="t" r="r" b="b"/>
            <a:pathLst>
              <a:path w="533400" h="457835">
                <a:moveTo>
                  <a:pt x="532853" y="414705"/>
                </a:moveTo>
                <a:lnTo>
                  <a:pt x="290271" y="414705"/>
                </a:lnTo>
                <a:lnTo>
                  <a:pt x="290271" y="273050"/>
                </a:lnTo>
                <a:lnTo>
                  <a:pt x="466661" y="273050"/>
                </a:lnTo>
                <a:lnTo>
                  <a:pt x="466661" y="231381"/>
                </a:lnTo>
                <a:lnTo>
                  <a:pt x="466661" y="231140"/>
                </a:lnTo>
                <a:lnTo>
                  <a:pt x="466661" y="41109"/>
                </a:lnTo>
                <a:lnTo>
                  <a:pt x="416661" y="41109"/>
                </a:lnTo>
                <a:lnTo>
                  <a:pt x="416661" y="231140"/>
                </a:lnTo>
                <a:lnTo>
                  <a:pt x="112966" y="231140"/>
                </a:lnTo>
                <a:lnTo>
                  <a:pt x="112966" y="40640"/>
                </a:lnTo>
                <a:lnTo>
                  <a:pt x="466661" y="40640"/>
                </a:lnTo>
                <a:lnTo>
                  <a:pt x="466661" y="0"/>
                </a:lnTo>
                <a:lnTo>
                  <a:pt x="62966" y="0"/>
                </a:lnTo>
                <a:lnTo>
                  <a:pt x="62966" y="40640"/>
                </a:lnTo>
                <a:lnTo>
                  <a:pt x="62966" y="231140"/>
                </a:lnTo>
                <a:lnTo>
                  <a:pt x="62966" y="273050"/>
                </a:lnTo>
                <a:lnTo>
                  <a:pt x="239344" y="273050"/>
                </a:lnTo>
                <a:lnTo>
                  <a:pt x="239344" y="414705"/>
                </a:lnTo>
                <a:lnTo>
                  <a:pt x="0" y="414705"/>
                </a:lnTo>
                <a:lnTo>
                  <a:pt x="0" y="457758"/>
                </a:lnTo>
                <a:lnTo>
                  <a:pt x="532853" y="457758"/>
                </a:lnTo>
                <a:lnTo>
                  <a:pt x="532853" y="41470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4956846" y="3051359"/>
            <a:ext cx="489584" cy="574040"/>
          </a:xfrm>
          <a:custGeom>
            <a:avLst/>
            <a:gdLst/>
            <a:ahLst/>
            <a:cxnLst/>
            <a:rect l="l" t="t" r="r" b="b"/>
            <a:pathLst>
              <a:path w="489585" h="574039">
                <a:moveTo>
                  <a:pt x="467117" y="0"/>
                </a:moveTo>
                <a:lnTo>
                  <a:pt x="418044" y="0"/>
                </a:lnTo>
                <a:lnTo>
                  <a:pt x="418044" y="309714"/>
                </a:lnTo>
                <a:lnTo>
                  <a:pt x="467117" y="309714"/>
                </a:lnTo>
                <a:lnTo>
                  <a:pt x="467117" y="0"/>
                </a:lnTo>
                <a:close/>
              </a:path>
              <a:path w="489585" h="574039">
                <a:moveTo>
                  <a:pt x="355083" y="12037"/>
                </a:moveTo>
                <a:lnTo>
                  <a:pt x="305547" y="12037"/>
                </a:lnTo>
                <a:lnTo>
                  <a:pt x="305547" y="128237"/>
                </a:lnTo>
                <a:lnTo>
                  <a:pt x="185643" y="128237"/>
                </a:lnTo>
                <a:lnTo>
                  <a:pt x="185643" y="168977"/>
                </a:lnTo>
                <a:lnTo>
                  <a:pt x="305547" y="168977"/>
                </a:lnTo>
                <a:lnTo>
                  <a:pt x="305547" y="304622"/>
                </a:lnTo>
                <a:lnTo>
                  <a:pt x="355083" y="304622"/>
                </a:lnTo>
                <a:lnTo>
                  <a:pt x="355083" y="12037"/>
                </a:lnTo>
                <a:close/>
              </a:path>
              <a:path w="489585" h="574039">
                <a:moveTo>
                  <a:pt x="222216" y="33795"/>
                </a:moveTo>
                <a:lnTo>
                  <a:pt x="0" y="33795"/>
                </a:lnTo>
                <a:lnTo>
                  <a:pt x="0" y="280085"/>
                </a:lnTo>
                <a:lnTo>
                  <a:pt x="36572" y="280085"/>
                </a:lnTo>
                <a:lnTo>
                  <a:pt x="98564" y="279521"/>
                </a:lnTo>
                <a:lnTo>
                  <a:pt x="152657" y="277308"/>
                </a:lnTo>
                <a:lnTo>
                  <a:pt x="203105" y="272663"/>
                </a:lnTo>
                <a:lnTo>
                  <a:pt x="254160" y="264808"/>
                </a:lnTo>
                <a:lnTo>
                  <a:pt x="252094" y="237956"/>
                </a:lnTo>
                <a:lnTo>
                  <a:pt x="51387" y="237956"/>
                </a:lnTo>
                <a:lnTo>
                  <a:pt x="51387" y="75461"/>
                </a:lnTo>
                <a:lnTo>
                  <a:pt x="222216" y="75461"/>
                </a:lnTo>
                <a:lnTo>
                  <a:pt x="222216" y="33795"/>
                </a:lnTo>
                <a:close/>
              </a:path>
              <a:path w="489585" h="574039">
                <a:moveTo>
                  <a:pt x="250919" y="222680"/>
                </a:moveTo>
                <a:lnTo>
                  <a:pt x="203076" y="230470"/>
                </a:lnTo>
                <a:lnTo>
                  <a:pt x="156187" y="235179"/>
                </a:lnTo>
                <a:lnTo>
                  <a:pt x="106782" y="237457"/>
                </a:lnTo>
                <a:lnTo>
                  <a:pt x="51387" y="237956"/>
                </a:lnTo>
                <a:lnTo>
                  <a:pt x="252094" y="237956"/>
                </a:lnTo>
                <a:lnTo>
                  <a:pt x="250919" y="222680"/>
                </a:lnTo>
                <a:close/>
              </a:path>
              <a:path w="489585" h="574039">
                <a:moveTo>
                  <a:pt x="467117" y="335177"/>
                </a:moveTo>
                <a:lnTo>
                  <a:pt x="79164" y="335177"/>
                </a:lnTo>
                <a:lnTo>
                  <a:pt x="79164" y="376379"/>
                </a:lnTo>
                <a:lnTo>
                  <a:pt x="417118" y="376379"/>
                </a:lnTo>
                <a:lnTo>
                  <a:pt x="417118" y="431008"/>
                </a:lnTo>
                <a:lnTo>
                  <a:pt x="80553" y="431008"/>
                </a:lnTo>
                <a:lnTo>
                  <a:pt x="80553" y="573597"/>
                </a:lnTo>
                <a:lnTo>
                  <a:pt x="489339" y="573597"/>
                </a:lnTo>
                <a:lnTo>
                  <a:pt x="489339" y="531931"/>
                </a:lnTo>
                <a:lnTo>
                  <a:pt x="131478" y="531931"/>
                </a:lnTo>
                <a:lnTo>
                  <a:pt x="131478" y="470358"/>
                </a:lnTo>
                <a:lnTo>
                  <a:pt x="467117" y="470358"/>
                </a:lnTo>
                <a:lnTo>
                  <a:pt x="467117" y="33517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5570442" y="3051359"/>
            <a:ext cx="455295" cy="580390"/>
          </a:xfrm>
          <a:custGeom>
            <a:avLst/>
            <a:gdLst/>
            <a:ahLst/>
            <a:cxnLst/>
            <a:rect l="l" t="t" r="r" b="b"/>
            <a:pathLst>
              <a:path w="455295" h="580389">
                <a:moveTo>
                  <a:pt x="451377" y="0"/>
                </a:moveTo>
                <a:lnTo>
                  <a:pt x="399989" y="0"/>
                </a:lnTo>
                <a:lnTo>
                  <a:pt x="399989" y="358324"/>
                </a:lnTo>
                <a:lnTo>
                  <a:pt x="451377" y="358324"/>
                </a:lnTo>
                <a:lnTo>
                  <a:pt x="451377" y="0"/>
                </a:lnTo>
                <a:close/>
              </a:path>
              <a:path w="455295" h="580389">
                <a:moveTo>
                  <a:pt x="266196" y="36573"/>
                </a:moveTo>
                <a:lnTo>
                  <a:pt x="0" y="36573"/>
                </a:lnTo>
                <a:lnTo>
                  <a:pt x="0" y="79627"/>
                </a:lnTo>
                <a:lnTo>
                  <a:pt x="215272" y="79627"/>
                </a:lnTo>
                <a:lnTo>
                  <a:pt x="215272" y="156014"/>
                </a:lnTo>
                <a:lnTo>
                  <a:pt x="1388" y="156014"/>
                </a:lnTo>
                <a:lnTo>
                  <a:pt x="1388" y="321751"/>
                </a:lnTo>
                <a:lnTo>
                  <a:pt x="48609" y="321751"/>
                </a:lnTo>
                <a:lnTo>
                  <a:pt x="100211" y="321472"/>
                </a:lnTo>
                <a:lnTo>
                  <a:pt x="148470" y="320448"/>
                </a:lnTo>
                <a:lnTo>
                  <a:pt x="194670" y="318394"/>
                </a:lnTo>
                <a:lnTo>
                  <a:pt x="240100" y="315029"/>
                </a:lnTo>
                <a:lnTo>
                  <a:pt x="286043" y="310070"/>
                </a:lnTo>
                <a:lnTo>
                  <a:pt x="333787" y="303233"/>
                </a:lnTo>
                <a:lnTo>
                  <a:pt x="330053" y="278696"/>
                </a:lnTo>
                <a:lnTo>
                  <a:pt x="51387" y="278696"/>
                </a:lnTo>
                <a:lnTo>
                  <a:pt x="51387" y="196291"/>
                </a:lnTo>
                <a:lnTo>
                  <a:pt x="266196" y="196291"/>
                </a:lnTo>
                <a:lnTo>
                  <a:pt x="266196" y="36573"/>
                </a:lnTo>
                <a:close/>
              </a:path>
              <a:path w="455295" h="580389">
                <a:moveTo>
                  <a:pt x="327306" y="260641"/>
                </a:moveTo>
                <a:lnTo>
                  <a:pt x="272522" y="268297"/>
                </a:lnTo>
                <a:lnTo>
                  <a:pt x="219583" y="273497"/>
                </a:lnTo>
                <a:lnTo>
                  <a:pt x="166443" y="276674"/>
                </a:lnTo>
                <a:lnTo>
                  <a:pt x="111060" y="278263"/>
                </a:lnTo>
                <a:lnTo>
                  <a:pt x="51387" y="278696"/>
                </a:lnTo>
                <a:lnTo>
                  <a:pt x="330053" y="278696"/>
                </a:lnTo>
                <a:lnTo>
                  <a:pt x="327306" y="260641"/>
                </a:lnTo>
                <a:close/>
              </a:path>
              <a:path w="455295" h="580389">
                <a:moveTo>
                  <a:pt x="258326" y="369898"/>
                </a:moveTo>
                <a:lnTo>
                  <a:pt x="190754" y="374427"/>
                </a:lnTo>
                <a:lnTo>
                  <a:pt x="136070" y="387690"/>
                </a:lnTo>
                <a:lnTo>
                  <a:pt x="95497" y="409197"/>
                </a:lnTo>
                <a:lnTo>
                  <a:pt x="70257" y="438459"/>
                </a:lnTo>
                <a:lnTo>
                  <a:pt x="61572" y="474988"/>
                </a:lnTo>
                <a:lnTo>
                  <a:pt x="70257" y="511517"/>
                </a:lnTo>
                <a:lnTo>
                  <a:pt x="95497" y="540779"/>
                </a:lnTo>
                <a:lnTo>
                  <a:pt x="136070" y="562285"/>
                </a:lnTo>
                <a:lnTo>
                  <a:pt x="190754" y="575548"/>
                </a:lnTo>
                <a:lnTo>
                  <a:pt x="258326" y="580078"/>
                </a:lnTo>
                <a:lnTo>
                  <a:pt x="325721" y="575548"/>
                </a:lnTo>
                <a:lnTo>
                  <a:pt x="380382" y="562285"/>
                </a:lnTo>
                <a:lnTo>
                  <a:pt x="421022" y="540779"/>
                </a:lnTo>
                <a:lnTo>
                  <a:pt x="422670" y="538875"/>
                </a:lnTo>
                <a:lnTo>
                  <a:pt x="258326" y="538875"/>
                </a:lnTo>
                <a:lnTo>
                  <a:pt x="197260" y="534557"/>
                </a:lnTo>
                <a:lnTo>
                  <a:pt x="151384" y="522035"/>
                </a:lnTo>
                <a:lnTo>
                  <a:pt x="122522" y="501962"/>
                </a:lnTo>
                <a:lnTo>
                  <a:pt x="112497" y="474988"/>
                </a:lnTo>
                <a:lnTo>
                  <a:pt x="122522" y="448209"/>
                </a:lnTo>
                <a:lnTo>
                  <a:pt x="151384" y="428114"/>
                </a:lnTo>
                <a:lnTo>
                  <a:pt x="197260" y="415484"/>
                </a:lnTo>
                <a:lnTo>
                  <a:pt x="258326" y="411101"/>
                </a:lnTo>
                <a:lnTo>
                  <a:pt x="422670" y="411101"/>
                </a:lnTo>
                <a:lnTo>
                  <a:pt x="421022" y="409197"/>
                </a:lnTo>
                <a:lnTo>
                  <a:pt x="380382" y="387690"/>
                </a:lnTo>
                <a:lnTo>
                  <a:pt x="325721" y="374427"/>
                </a:lnTo>
                <a:lnTo>
                  <a:pt x="258326" y="369898"/>
                </a:lnTo>
                <a:close/>
              </a:path>
              <a:path w="455295" h="580389">
                <a:moveTo>
                  <a:pt x="422670" y="411101"/>
                </a:moveTo>
                <a:lnTo>
                  <a:pt x="258326" y="411101"/>
                </a:lnTo>
                <a:lnTo>
                  <a:pt x="319125" y="415484"/>
                </a:lnTo>
                <a:lnTo>
                  <a:pt x="364863" y="428114"/>
                </a:lnTo>
                <a:lnTo>
                  <a:pt x="393674" y="448209"/>
                </a:lnTo>
                <a:lnTo>
                  <a:pt x="403693" y="474988"/>
                </a:lnTo>
                <a:lnTo>
                  <a:pt x="393674" y="501962"/>
                </a:lnTo>
                <a:lnTo>
                  <a:pt x="364863" y="522035"/>
                </a:lnTo>
                <a:lnTo>
                  <a:pt x="319125" y="534557"/>
                </a:lnTo>
                <a:lnTo>
                  <a:pt x="258326" y="538875"/>
                </a:lnTo>
                <a:lnTo>
                  <a:pt x="422670" y="538875"/>
                </a:lnTo>
                <a:lnTo>
                  <a:pt x="446351" y="511517"/>
                </a:lnTo>
                <a:lnTo>
                  <a:pt x="455080" y="474988"/>
                </a:lnTo>
                <a:lnTo>
                  <a:pt x="446351" y="438459"/>
                </a:lnTo>
                <a:lnTo>
                  <a:pt x="422670" y="411101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858163" y="4718813"/>
            <a:ext cx="455295" cy="675005"/>
          </a:xfrm>
          <a:custGeom>
            <a:avLst/>
            <a:gdLst/>
            <a:ahLst/>
            <a:cxnLst/>
            <a:rect l="l" t="t" r="r" b="b"/>
            <a:pathLst>
              <a:path w="455294" h="675004">
                <a:moveTo>
                  <a:pt x="415486" y="227419"/>
                </a:moveTo>
                <a:lnTo>
                  <a:pt x="401712" y="155289"/>
                </a:lnTo>
                <a:lnTo>
                  <a:pt x="360391" y="94654"/>
                </a:lnTo>
                <a:lnTo>
                  <a:pt x="299601" y="53488"/>
                </a:lnTo>
                <a:lnTo>
                  <a:pt x="227419" y="39767"/>
                </a:lnTo>
                <a:lnTo>
                  <a:pt x="189904" y="43197"/>
                </a:lnTo>
                <a:lnTo>
                  <a:pt x="123418" y="70641"/>
                </a:lnTo>
                <a:lnTo>
                  <a:pt x="70343" y="123534"/>
                </a:lnTo>
                <a:lnTo>
                  <a:pt x="42796" y="189917"/>
                </a:lnTo>
                <a:lnTo>
                  <a:pt x="39353" y="227419"/>
                </a:lnTo>
                <a:lnTo>
                  <a:pt x="39353" y="446968"/>
                </a:lnTo>
                <a:lnTo>
                  <a:pt x="53126" y="519098"/>
                </a:lnTo>
                <a:lnTo>
                  <a:pt x="94447" y="579733"/>
                </a:lnTo>
                <a:lnTo>
                  <a:pt x="155237" y="620898"/>
                </a:lnTo>
                <a:lnTo>
                  <a:pt x="227419" y="634620"/>
                </a:lnTo>
                <a:lnTo>
                  <a:pt x="264934" y="631190"/>
                </a:lnTo>
                <a:lnTo>
                  <a:pt x="331420" y="603746"/>
                </a:lnTo>
                <a:lnTo>
                  <a:pt x="384495" y="550852"/>
                </a:lnTo>
                <a:lnTo>
                  <a:pt x="412042" y="484470"/>
                </a:lnTo>
                <a:lnTo>
                  <a:pt x="415486" y="446968"/>
                </a:lnTo>
                <a:lnTo>
                  <a:pt x="415486" y="227419"/>
                </a:lnTo>
                <a:close/>
              </a:path>
              <a:path w="455294" h="675004">
                <a:moveTo>
                  <a:pt x="454839" y="446968"/>
                </a:moveTo>
                <a:lnTo>
                  <a:pt x="450683" y="492276"/>
                </a:lnTo>
                <a:lnTo>
                  <a:pt x="438217" y="534166"/>
                </a:lnTo>
                <a:lnTo>
                  <a:pt x="417440" y="572639"/>
                </a:lnTo>
                <a:lnTo>
                  <a:pt x="388353" y="607694"/>
                </a:lnTo>
                <a:lnTo>
                  <a:pt x="353362" y="636873"/>
                </a:lnTo>
                <a:lnTo>
                  <a:pt x="314876" y="657714"/>
                </a:lnTo>
                <a:lnTo>
                  <a:pt x="272895" y="670219"/>
                </a:lnTo>
                <a:lnTo>
                  <a:pt x="227419" y="674387"/>
                </a:lnTo>
                <a:lnTo>
                  <a:pt x="182111" y="670219"/>
                </a:lnTo>
                <a:lnTo>
                  <a:pt x="140221" y="657714"/>
                </a:lnTo>
                <a:lnTo>
                  <a:pt x="101748" y="636873"/>
                </a:lnTo>
                <a:lnTo>
                  <a:pt x="66693" y="607694"/>
                </a:lnTo>
                <a:lnTo>
                  <a:pt x="37514" y="572639"/>
                </a:lnTo>
                <a:lnTo>
                  <a:pt x="16673" y="534166"/>
                </a:lnTo>
                <a:lnTo>
                  <a:pt x="4168" y="492276"/>
                </a:lnTo>
                <a:lnTo>
                  <a:pt x="0" y="446968"/>
                </a:lnTo>
                <a:lnTo>
                  <a:pt x="0" y="227419"/>
                </a:lnTo>
                <a:lnTo>
                  <a:pt x="4168" y="182111"/>
                </a:lnTo>
                <a:lnTo>
                  <a:pt x="16673" y="140221"/>
                </a:lnTo>
                <a:lnTo>
                  <a:pt x="37514" y="101748"/>
                </a:lnTo>
                <a:lnTo>
                  <a:pt x="66693" y="66693"/>
                </a:lnTo>
                <a:lnTo>
                  <a:pt x="101748" y="37514"/>
                </a:lnTo>
                <a:lnTo>
                  <a:pt x="140221" y="16673"/>
                </a:lnTo>
                <a:lnTo>
                  <a:pt x="182111" y="4168"/>
                </a:lnTo>
                <a:lnTo>
                  <a:pt x="227419" y="0"/>
                </a:lnTo>
                <a:lnTo>
                  <a:pt x="272895" y="4168"/>
                </a:lnTo>
                <a:lnTo>
                  <a:pt x="314876" y="16673"/>
                </a:lnTo>
                <a:lnTo>
                  <a:pt x="353362" y="37514"/>
                </a:lnTo>
                <a:lnTo>
                  <a:pt x="388353" y="66693"/>
                </a:lnTo>
                <a:lnTo>
                  <a:pt x="417440" y="101748"/>
                </a:lnTo>
                <a:lnTo>
                  <a:pt x="438217" y="140221"/>
                </a:lnTo>
                <a:lnTo>
                  <a:pt x="450683" y="182111"/>
                </a:lnTo>
                <a:lnTo>
                  <a:pt x="454839" y="227419"/>
                </a:lnTo>
                <a:lnTo>
                  <a:pt x="454839" y="446968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1407035" y="4709699"/>
            <a:ext cx="393065" cy="672465"/>
          </a:xfrm>
          <a:custGeom>
            <a:avLst/>
            <a:gdLst/>
            <a:ahLst/>
            <a:cxnLst/>
            <a:rect l="l" t="t" r="r" b="b"/>
            <a:pathLst>
              <a:path w="393064" h="672464">
                <a:moveTo>
                  <a:pt x="2071" y="671902"/>
                </a:moveTo>
                <a:lnTo>
                  <a:pt x="14692" y="612523"/>
                </a:lnTo>
                <a:lnTo>
                  <a:pt x="33501" y="562801"/>
                </a:lnTo>
                <a:lnTo>
                  <a:pt x="58498" y="522736"/>
                </a:lnTo>
                <a:lnTo>
                  <a:pt x="89683" y="492328"/>
                </a:lnTo>
                <a:lnTo>
                  <a:pt x="122965" y="467473"/>
                </a:lnTo>
                <a:lnTo>
                  <a:pt x="154253" y="444068"/>
                </a:lnTo>
                <a:lnTo>
                  <a:pt x="210849" y="401608"/>
                </a:lnTo>
                <a:lnTo>
                  <a:pt x="261594" y="359614"/>
                </a:lnTo>
                <a:lnTo>
                  <a:pt x="308611" y="312753"/>
                </a:lnTo>
                <a:lnTo>
                  <a:pt x="342475" y="259419"/>
                </a:lnTo>
                <a:lnTo>
                  <a:pt x="353764" y="198008"/>
                </a:lnTo>
                <a:lnTo>
                  <a:pt x="350864" y="166292"/>
                </a:lnTo>
                <a:lnTo>
                  <a:pt x="327666" y="110162"/>
                </a:lnTo>
                <a:lnTo>
                  <a:pt x="282954" y="65450"/>
                </a:lnTo>
                <a:lnTo>
                  <a:pt x="226824" y="42252"/>
                </a:lnTo>
                <a:lnTo>
                  <a:pt x="195108" y="39352"/>
                </a:lnTo>
                <a:lnTo>
                  <a:pt x="163729" y="42252"/>
                </a:lnTo>
                <a:lnTo>
                  <a:pt x="107806" y="65450"/>
                </a:lnTo>
                <a:lnTo>
                  <a:pt x="65502" y="106589"/>
                </a:lnTo>
                <a:lnTo>
                  <a:pt x="42718" y="154020"/>
                </a:lnTo>
                <a:lnTo>
                  <a:pt x="37696" y="180609"/>
                </a:lnTo>
                <a:lnTo>
                  <a:pt x="0" y="166939"/>
                </a:lnTo>
                <a:lnTo>
                  <a:pt x="18641" y="108738"/>
                </a:lnTo>
                <a:lnTo>
                  <a:pt x="55508" y="58408"/>
                </a:lnTo>
                <a:lnTo>
                  <a:pt x="85981" y="32854"/>
                </a:lnTo>
                <a:lnTo>
                  <a:pt x="155781" y="3650"/>
                </a:lnTo>
                <a:lnTo>
                  <a:pt x="195108" y="0"/>
                </a:lnTo>
                <a:lnTo>
                  <a:pt x="234604" y="3624"/>
                </a:lnTo>
                <a:lnTo>
                  <a:pt x="304507" y="32621"/>
                </a:lnTo>
                <a:lnTo>
                  <a:pt x="334915" y="57993"/>
                </a:lnTo>
                <a:lnTo>
                  <a:pt x="360197" y="88492"/>
                </a:lnTo>
                <a:lnTo>
                  <a:pt x="389091" y="158499"/>
                </a:lnTo>
                <a:lnTo>
                  <a:pt x="392702" y="198008"/>
                </a:lnTo>
                <a:lnTo>
                  <a:pt x="389155" y="237516"/>
                </a:lnTo>
                <a:lnTo>
                  <a:pt x="378514" y="274435"/>
                </a:lnTo>
                <a:lnTo>
                  <a:pt x="360780" y="308766"/>
                </a:lnTo>
                <a:lnTo>
                  <a:pt x="335951" y="340507"/>
                </a:lnTo>
                <a:lnTo>
                  <a:pt x="293905" y="381725"/>
                </a:lnTo>
                <a:lnTo>
                  <a:pt x="244817" y="421699"/>
                </a:lnTo>
                <a:lnTo>
                  <a:pt x="217685" y="441997"/>
                </a:lnTo>
                <a:lnTo>
                  <a:pt x="188895" y="463538"/>
                </a:lnTo>
                <a:lnTo>
                  <a:pt x="126344" y="510347"/>
                </a:lnTo>
                <a:lnTo>
                  <a:pt x="96518" y="536600"/>
                </a:lnTo>
                <a:lnTo>
                  <a:pt x="55508" y="598736"/>
                </a:lnTo>
                <a:lnTo>
                  <a:pt x="44324" y="634620"/>
                </a:lnTo>
                <a:lnTo>
                  <a:pt x="392702" y="634620"/>
                </a:lnTo>
                <a:lnTo>
                  <a:pt x="392702" y="671902"/>
                </a:lnTo>
                <a:lnTo>
                  <a:pt x="2071" y="671902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69" name="object 6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230" y="5304768"/>
            <a:ext cx="91531" cy="91117"/>
          </a:xfrm>
          <a:prstGeom prst="rect">
            <a:avLst/>
          </a:prstGeom>
        </p:spPr>
      </p:pic>
      <p:sp>
        <p:nvSpPr>
          <p:cNvPr id="70" name="object 70" descr=""/>
          <p:cNvSpPr/>
          <p:nvPr/>
        </p:nvSpPr>
        <p:spPr>
          <a:xfrm>
            <a:off x="2333409" y="4718813"/>
            <a:ext cx="373380" cy="662940"/>
          </a:xfrm>
          <a:custGeom>
            <a:avLst/>
            <a:gdLst/>
            <a:ahLst/>
            <a:cxnLst/>
            <a:rect l="l" t="t" r="r" b="b"/>
            <a:pathLst>
              <a:path w="373380" h="662939">
                <a:moveTo>
                  <a:pt x="205050" y="37281"/>
                </a:moveTo>
                <a:lnTo>
                  <a:pt x="205050" y="662789"/>
                </a:lnTo>
                <a:lnTo>
                  <a:pt x="167768" y="662789"/>
                </a:lnTo>
                <a:lnTo>
                  <a:pt x="167768" y="37281"/>
                </a:lnTo>
                <a:lnTo>
                  <a:pt x="0" y="37281"/>
                </a:lnTo>
                <a:lnTo>
                  <a:pt x="0" y="0"/>
                </a:lnTo>
                <a:lnTo>
                  <a:pt x="372819" y="0"/>
                </a:lnTo>
                <a:lnTo>
                  <a:pt x="372819" y="37281"/>
                </a:lnTo>
                <a:lnTo>
                  <a:pt x="205050" y="37281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2797361" y="4974815"/>
            <a:ext cx="37465" cy="407034"/>
          </a:xfrm>
          <a:custGeom>
            <a:avLst/>
            <a:gdLst/>
            <a:ahLst/>
            <a:cxnLst/>
            <a:rect l="l" t="t" r="r" b="b"/>
            <a:pathLst>
              <a:path w="37464" h="407035">
                <a:moveTo>
                  <a:pt x="37281" y="0"/>
                </a:moveTo>
                <a:lnTo>
                  <a:pt x="37281" y="406786"/>
                </a:lnTo>
                <a:lnTo>
                  <a:pt x="0" y="406786"/>
                </a:lnTo>
                <a:lnTo>
                  <a:pt x="0" y="0"/>
                </a:lnTo>
                <a:lnTo>
                  <a:pt x="37281" y="0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72" name="object 7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0237" y="4822175"/>
            <a:ext cx="91531" cy="91117"/>
          </a:xfrm>
          <a:prstGeom prst="rect">
            <a:avLst/>
          </a:prstGeom>
        </p:spPr>
      </p:pic>
      <p:sp>
        <p:nvSpPr>
          <p:cNvPr id="73" name="object 73" descr=""/>
          <p:cNvSpPr/>
          <p:nvPr/>
        </p:nvSpPr>
        <p:spPr>
          <a:xfrm>
            <a:off x="2942346" y="4801661"/>
            <a:ext cx="203200" cy="580390"/>
          </a:xfrm>
          <a:custGeom>
            <a:avLst/>
            <a:gdLst/>
            <a:ahLst/>
            <a:cxnLst/>
            <a:rect l="l" t="t" r="r" b="b"/>
            <a:pathLst>
              <a:path w="203200" h="580389">
                <a:moveTo>
                  <a:pt x="82848" y="173153"/>
                </a:moveTo>
                <a:lnTo>
                  <a:pt x="82848" y="0"/>
                </a:lnTo>
                <a:lnTo>
                  <a:pt x="120130" y="0"/>
                </a:lnTo>
                <a:lnTo>
                  <a:pt x="120130" y="173153"/>
                </a:lnTo>
                <a:lnTo>
                  <a:pt x="202979" y="173153"/>
                </a:lnTo>
                <a:lnTo>
                  <a:pt x="202979" y="210435"/>
                </a:lnTo>
                <a:lnTo>
                  <a:pt x="120130" y="210435"/>
                </a:lnTo>
                <a:lnTo>
                  <a:pt x="120130" y="579940"/>
                </a:lnTo>
                <a:lnTo>
                  <a:pt x="82848" y="579940"/>
                </a:lnTo>
                <a:lnTo>
                  <a:pt x="82848" y="210435"/>
                </a:lnTo>
                <a:lnTo>
                  <a:pt x="0" y="210435"/>
                </a:lnTo>
                <a:lnTo>
                  <a:pt x="0" y="173153"/>
                </a:lnTo>
                <a:lnTo>
                  <a:pt x="82848" y="173153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 descr=""/>
          <p:cNvSpPr/>
          <p:nvPr/>
        </p:nvSpPr>
        <p:spPr>
          <a:xfrm>
            <a:off x="3244744" y="4718813"/>
            <a:ext cx="37465" cy="662940"/>
          </a:xfrm>
          <a:custGeom>
            <a:avLst/>
            <a:gdLst/>
            <a:ahLst/>
            <a:cxnLst/>
            <a:rect l="l" t="t" r="r" b="b"/>
            <a:pathLst>
              <a:path w="37464" h="662939">
                <a:moveTo>
                  <a:pt x="37281" y="0"/>
                </a:moveTo>
                <a:lnTo>
                  <a:pt x="37281" y="662789"/>
                </a:lnTo>
                <a:lnTo>
                  <a:pt x="0" y="662789"/>
                </a:lnTo>
                <a:lnTo>
                  <a:pt x="0" y="0"/>
                </a:lnTo>
                <a:lnTo>
                  <a:pt x="37281" y="0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 descr=""/>
          <p:cNvSpPr/>
          <p:nvPr/>
        </p:nvSpPr>
        <p:spPr>
          <a:xfrm>
            <a:off x="3381445" y="4937947"/>
            <a:ext cx="413384" cy="455295"/>
          </a:xfrm>
          <a:custGeom>
            <a:avLst/>
            <a:gdLst/>
            <a:ahLst/>
            <a:cxnLst/>
            <a:rect l="l" t="t" r="r" b="b"/>
            <a:pathLst>
              <a:path w="413385" h="455295">
                <a:moveTo>
                  <a:pt x="102318" y="367433"/>
                </a:moveTo>
                <a:lnTo>
                  <a:pt x="129865" y="388456"/>
                </a:lnTo>
                <a:lnTo>
                  <a:pt x="159897" y="403473"/>
                </a:lnTo>
                <a:lnTo>
                  <a:pt x="192416" y="412483"/>
                </a:lnTo>
                <a:lnTo>
                  <a:pt x="227419" y="415486"/>
                </a:lnTo>
                <a:lnTo>
                  <a:pt x="264934" y="412042"/>
                </a:lnTo>
                <a:lnTo>
                  <a:pt x="331420" y="384495"/>
                </a:lnTo>
                <a:lnTo>
                  <a:pt x="365086" y="355697"/>
                </a:lnTo>
                <a:lnTo>
                  <a:pt x="373647" y="345893"/>
                </a:lnTo>
                <a:lnTo>
                  <a:pt x="413000" y="359978"/>
                </a:lnTo>
                <a:lnTo>
                  <a:pt x="353479" y="417738"/>
                </a:lnTo>
                <a:lnTo>
                  <a:pt x="314928" y="438580"/>
                </a:lnTo>
                <a:lnTo>
                  <a:pt x="272908" y="451085"/>
                </a:lnTo>
                <a:lnTo>
                  <a:pt x="227419" y="455253"/>
                </a:lnTo>
                <a:lnTo>
                  <a:pt x="182111" y="451085"/>
                </a:lnTo>
                <a:lnTo>
                  <a:pt x="140221" y="438580"/>
                </a:lnTo>
                <a:lnTo>
                  <a:pt x="101748" y="417738"/>
                </a:lnTo>
                <a:lnTo>
                  <a:pt x="66693" y="388560"/>
                </a:lnTo>
                <a:lnTo>
                  <a:pt x="37514" y="353479"/>
                </a:lnTo>
                <a:lnTo>
                  <a:pt x="16673" y="314928"/>
                </a:lnTo>
                <a:lnTo>
                  <a:pt x="4168" y="272908"/>
                </a:lnTo>
                <a:lnTo>
                  <a:pt x="0" y="227419"/>
                </a:lnTo>
                <a:lnTo>
                  <a:pt x="4168" y="182112"/>
                </a:lnTo>
                <a:lnTo>
                  <a:pt x="16673" y="140221"/>
                </a:lnTo>
                <a:lnTo>
                  <a:pt x="37514" y="101748"/>
                </a:lnTo>
                <a:lnTo>
                  <a:pt x="66693" y="66693"/>
                </a:lnTo>
                <a:lnTo>
                  <a:pt x="101748" y="37515"/>
                </a:lnTo>
                <a:lnTo>
                  <a:pt x="140221" y="16673"/>
                </a:lnTo>
                <a:lnTo>
                  <a:pt x="182111" y="4168"/>
                </a:lnTo>
                <a:lnTo>
                  <a:pt x="227419" y="0"/>
                </a:lnTo>
                <a:lnTo>
                  <a:pt x="266539" y="3029"/>
                </a:lnTo>
                <a:lnTo>
                  <a:pt x="337168" y="27262"/>
                </a:lnTo>
                <a:lnTo>
                  <a:pt x="373647" y="52712"/>
                </a:lnTo>
                <a:lnTo>
                  <a:pt x="367434" y="102318"/>
                </a:lnTo>
                <a:lnTo>
                  <a:pt x="102318" y="367433"/>
                </a:lnTo>
                <a:close/>
              </a:path>
              <a:path w="413385" h="455295">
                <a:moveTo>
                  <a:pt x="340093" y="77049"/>
                </a:moveTo>
                <a:lnTo>
                  <a:pt x="314876" y="60738"/>
                </a:lnTo>
                <a:lnTo>
                  <a:pt x="287692" y="49088"/>
                </a:lnTo>
                <a:lnTo>
                  <a:pt x="258539" y="42097"/>
                </a:lnTo>
                <a:lnTo>
                  <a:pt x="227419" y="39767"/>
                </a:lnTo>
                <a:lnTo>
                  <a:pt x="190085" y="43197"/>
                </a:lnTo>
                <a:lnTo>
                  <a:pt x="123807" y="70641"/>
                </a:lnTo>
                <a:lnTo>
                  <a:pt x="70757" y="123535"/>
                </a:lnTo>
                <a:lnTo>
                  <a:pt x="43210" y="189917"/>
                </a:lnTo>
                <a:lnTo>
                  <a:pt x="39767" y="227419"/>
                </a:lnTo>
                <a:lnTo>
                  <a:pt x="42097" y="258539"/>
                </a:lnTo>
                <a:lnTo>
                  <a:pt x="49087" y="287692"/>
                </a:lnTo>
                <a:lnTo>
                  <a:pt x="60738" y="314877"/>
                </a:lnTo>
                <a:lnTo>
                  <a:pt x="77049" y="340094"/>
                </a:lnTo>
                <a:lnTo>
                  <a:pt x="340093" y="77049"/>
                </a:lnTo>
                <a:close/>
              </a:path>
            </a:pathLst>
          </a:custGeom>
          <a:ln w="16967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6" name="object 76" descr=""/>
          <p:cNvGrpSpPr/>
          <p:nvPr/>
        </p:nvGrpSpPr>
        <p:grpSpPr>
          <a:xfrm>
            <a:off x="849679" y="4710329"/>
            <a:ext cx="471805" cy="691515"/>
            <a:chOff x="849679" y="4710329"/>
            <a:chExt cx="471805" cy="691515"/>
          </a:xfrm>
        </p:grpSpPr>
        <p:sp>
          <p:nvSpPr>
            <p:cNvPr id="77" name="object 77" descr=""/>
            <p:cNvSpPr/>
            <p:nvPr/>
          </p:nvSpPr>
          <p:spPr>
            <a:xfrm>
              <a:off x="858163" y="4718813"/>
              <a:ext cx="455295" cy="675005"/>
            </a:xfrm>
            <a:custGeom>
              <a:avLst/>
              <a:gdLst/>
              <a:ahLst/>
              <a:cxnLst/>
              <a:rect l="l" t="t" r="r" b="b"/>
              <a:pathLst>
                <a:path w="455294" h="675004">
                  <a:moveTo>
                    <a:pt x="227419" y="0"/>
                  </a:moveTo>
                  <a:lnTo>
                    <a:pt x="182111" y="4168"/>
                  </a:lnTo>
                  <a:lnTo>
                    <a:pt x="140221" y="16673"/>
                  </a:lnTo>
                  <a:lnTo>
                    <a:pt x="101748" y="37514"/>
                  </a:lnTo>
                  <a:lnTo>
                    <a:pt x="66693" y="66693"/>
                  </a:lnTo>
                  <a:lnTo>
                    <a:pt x="37514" y="101748"/>
                  </a:lnTo>
                  <a:lnTo>
                    <a:pt x="16673" y="140221"/>
                  </a:lnTo>
                  <a:lnTo>
                    <a:pt x="4168" y="182111"/>
                  </a:lnTo>
                  <a:lnTo>
                    <a:pt x="0" y="227419"/>
                  </a:lnTo>
                  <a:lnTo>
                    <a:pt x="0" y="446968"/>
                  </a:lnTo>
                  <a:lnTo>
                    <a:pt x="4168" y="492276"/>
                  </a:lnTo>
                  <a:lnTo>
                    <a:pt x="16673" y="534166"/>
                  </a:lnTo>
                  <a:lnTo>
                    <a:pt x="37514" y="572639"/>
                  </a:lnTo>
                  <a:lnTo>
                    <a:pt x="66693" y="607694"/>
                  </a:lnTo>
                  <a:lnTo>
                    <a:pt x="101748" y="636873"/>
                  </a:lnTo>
                  <a:lnTo>
                    <a:pt x="140221" y="657714"/>
                  </a:lnTo>
                  <a:lnTo>
                    <a:pt x="182111" y="670219"/>
                  </a:lnTo>
                  <a:lnTo>
                    <a:pt x="227419" y="674387"/>
                  </a:lnTo>
                  <a:lnTo>
                    <a:pt x="272895" y="670219"/>
                  </a:lnTo>
                  <a:lnTo>
                    <a:pt x="314876" y="657714"/>
                  </a:lnTo>
                  <a:lnTo>
                    <a:pt x="353362" y="636873"/>
                  </a:lnTo>
                  <a:lnTo>
                    <a:pt x="356064" y="634620"/>
                  </a:lnTo>
                  <a:lnTo>
                    <a:pt x="227419" y="634620"/>
                  </a:lnTo>
                  <a:lnTo>
                    <a:pt x="189904" y="631190"/>
                  </a:lnTo>
                  <a:lnTo>
                    <a:pt x="123418" y="603746"/>
                  </a:lnTo>
                  <a:lnTo>
                    <a:pt x="70343" y="550852"/>
                  </a:lnTo>
                  <a:lnTo>
                    <a:pt x="42796" y="484470"/>
                  </a:lnTo>
                  <a:lnTo>
                    <a:pt x="39353" y="446968"/>
                  </a:lnTo>
                  <a:lnTo>
                    <a:pt x="39353" y="227419"/>
                  </a:lnTo>
                  <a:lnTo>
                    <a:pt x="53126" y="155289"/>
                  </a:lnTo>
                  <a:lnTo>
                    <a:pt x="94447" y="94654"/>
                  </a:lnTo>
                  <a:lnTo>
                    <a:pt x="155237" y="53488"/>
                  </a:lnTo>
                  <a:lnTo>
                    <a:pt x="227419" y="39767"/>
                  </a:lnTo>
                  <a:lnTo>
                    <a:pt x="356063" y="39767"/>
                  </a:lnTo>
                  <a:lnTo>
                    <a:pt x="353362" y="37514"/>
                  </a:lnTo>
                  <a:lnTo>
                    <a:pt x="314876" y="16673"/>
                  </a:lnTo>
                  <a:lnTo>
                    <a:pt x="272895" y="4168"/>
                  </a:lnTo>
                  <a:lnTo>
                    <a:pt x="227419" y="0"/>
                  </a:lnTo>
                  <a:close/>
                </a:path>
                <a:path w="455294" h="675004">
                  <a:moveTo>
                    <a:pt x="356063" y="39767"/>
                  </a:moveTo>
                  <a:lnTo>
                    <a:pt x="227419" y="39767"/>
                  </a:lnTo>
                  <a:lnTo>
                    <a:pt x="264934" y="43197"/>
                  </a:lnTo>
                  <a:lnTo>
                    <a:pt x="299601" y="53488"/>
                  </a:lnTo>
                  <a:lnTo>
                    <a:pt x="360391" y="94654"/>
                  </a:lnTo>
                  <a:lnTo>
                    <a:pt x="401712" y="155289"/>
                  </a:lnTo>
                  <a:lnTo>
                    <a:pt x="415486" y="227419"/>
                  </a:lnTo>
                  <a:lnTo>
                    <a:pt x="415486" y="446968"/>
                  </a:lnTo>
                  <a:lnTo>
                    <a:pt x="401712" y="519098"/>
                  </a:lnTo>
                  <a:lnTo>
                    <a:pt x="360391" y="579733"/>
                  </a:lnTo>
                  <a:lnTo>
                    <a:pt x="299601" y="620898"/>
                  </a:lnTo>
                  <a:lnTo>
                    <a:pt x="227419" y="634620"/>
                  </a:lnTo>
                  <a:lnTo>
                    <a:pt x="356064" y="634620"/>
                  </a:lnTo>
                  <a:lnTo>
                    <a:pt x="388353" y="607694"/>
                  </a:lnTo>
                  <a:lnTo>
                    <a:pt x="417440" y="572639"/>
                  </a:lnTo>
                  <a:lnTo>
                    <a:pt x="438217" y="534166"/>
                  </a:lnTo>
                  <a:lnTo>
                    <a:pt x="450683" y="492276"/>
                  </a:lnTo>
                  <a:lnTo>
                    <a:pt x="454839" y="446968"/>
                  </a:lnTo>
                  <a:lnTo>
                    <a:pt x="454839" y="227419"/>
                  </a:lnTo>
                  <a:lnTo>
                    <a:pt x="450683" y="182111"/>
                  </a:lnTo>
                  <a:lnTo>
                    <a:pt x="438217" y="140221"/>
                  </a:lnTo>
                  <a:lnTo>
                    <a:pt x="417440" y="101748"/>
                  </a:lnTo>
                  <a:lnTo>
                    <a:pt x="388353" y="66693"/>
                  </a:lnTo>
                  <a:lnTo>
                    <a:pt x="356063" y="3976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 descr=""/>
            <p:cNvSpPr/>
            <p:nvPr/>
          </p:nvSpPr>
          <p:spPr>
            <a:xfrm>
              <a:off x="858163" y="4718813"/>
              <a:ext cx="455295" cy="675005"/>
            </a:xfrm>
            <a:custGeom>
              <a:avLst/>
              <a:gdLst/>
              <a:ahLst/>
              <a:cxnLst/>
              <a:rect l="l" t="t" r="r" b="b"/>
              <a:pathLst>
                <a:path w="455294" h="675004">
                  <a:moveTo>
                    <a:pt x="415486" y="227419"/>
                  </a:moveTo>
                  <a:lnTo>
                    <a:pt x="401712" y="155289"/>
                  </a:lnTo>
                  <a:lnTo>
                    <a:pt x="360391" y="94654"/>
                  </a:lnTo>
                  <a:lnTo>
                    <a:pt x="299601" y="53488"/>
                  </a:lnTo>
                  <a:lnTo>
                    <a:pt x="227419" y="39767"/>
                  </a:lnTo>
                  <a:lnTo>
                    <a:pt x="189904" y="43197"/>
                  </a:lnTo>
                  <a:lnTo>
                    <a:pt x="123418" y="70641"/>
                  </a:lnTo>
                  <a:lnTo>
                    <a:pt x="70343" y="123534"/>
                  </a:lnTo>
                  <a:lnTo>
                    <a:pt x="42796" y="189917"/>
                  </a:lnTo>
                  <a:lnTo>
                    <a:pt x="39353" y="227419"/>
                  </a:lnTo>
                  <a:lnTo>
                    <a:pt x="39353" y="446968"/>
                  </a:lnTo>
                  <a:lnTo>
                    <a:pt x="53126" y="519098"/>
                  </a:lnTo>
                  <a:lnTo>
                    <a:pt x="94447" y="579733"/>
                  </a:lnTo>
                  <a:lnTo>
                    <a:pt x="155237" y="620898"/>
                  </a:lnTo>
                  <a:lnTo>
                    <a:pt x="227419" y="634620"/>
                  </a:lnTo>
                  <a:lnTo>
                    <a:pt x="264934" y="631190"/>
                  </a:lnTo>
                  <a:lnTo>
                    <a:pt x="331420" y="603746"/>
                  </a:lnTo>
                  <a:lnTo>
                    <a:pt x="384495" y="550852"/>
                  </a:lnTo>
                  <a:lnTo>
                    <a:pt x="412042" y="484470"/>
                  </a:lnTo>
                  <a:lnTo>
                    <a:pt x="415486" y="446968"/>
                  </a:lnTo>
                  <a:lnTo>
                    <a:pt x="415486" y="227419"/>
                  </a:lnTo>
                  <a:close/>
                </a:path>
                <a:path w="455294" h="675004">
                  <a:moveTo>
                    <a:pt x="454839" y="446968"/>
                  </a:moveTo>
                  <a:lnTo>
                    <a:pt x="450683" y="492276"/>
                  </a:lnTo>
                  <a:lnTo>
                    <a:pt x="438217" y="534166"/>
                  </a:lnTo>
                  <a:lnTo>
                    <a:pt x="417440" y="572639"/>
                  </a:lnTo>
                  <a:lnTo>
                    <a:pt x="388353" y="607694"/>
                  </a:lnTo>
                  <a:lnTo>
                    <a:pt x="353362" y="636873"/>
                  </a:lnTo>
                  <a:lnTo>
                    <a:pt x="314876" y="657714"/>
                  </a:lnTo>
                  <a:lnTo>
                    <a:pt x="272895" y="670219"/>
                  </a:lnTo>
                  <a:lnTo>
                    <a:pt x="227419" y="674387"/>
                  </a:lnTo>
                  <a:lnTo>
                    <a:pt x="182111" y="670219"/>
                  </a:lnTo>
                  <a:lnTo>
                    <a:pt x="140221" y="657714"/>
                  </a:lnTo>
                  <a:lnTo>
                    <a:pt x="101748" y="636873"/>
                  </a:lnTo>
                  <a:lnTo>
                    <a:pt x="66693" y="607694"/>
                  </a:lnTo>
                  <a:lnTo>
                    <a:pt x="37514" y="572639"/>
                  </a:lnTo>
                  <a:lnTo>
                    <a:pt x="16673" y="534166"/>
                  </a:lnTo>
                  <a:lnTo>
                    <a:pt x="4168" y="492276"/>
                  </a:lnTo>
                  <a:lnTo>
                    <a:pt x="0" y="446968"/>
                  </a:lnTo>
                  <a:lnTo>
                    <a:pt x="0" y="227419"/>
                  </a:lnTo>
                  <a:lnTo>
                    <a:pt x="4168" y="182111"/>
                  </a:lnTo>
                  <a:lnTo>
                    <a:pt x="16673" y="140221"/>
                  </a:lnTo>
                  <a:lnTo>
                    <a:pt x="37514" y="101748"/>
                  </a:lnTo>
                  <a:lnTo>
                    <a:pt x="66693" y="66693"/>
                  </a:lnTo>
                  <a:lnTo>
                    <a:pt x="101748" y="37514"/>
                  </a:lnTo>
                  <a:lnTo>
                    <a:pt x="140221" y="16673"/>
                  </a:lnTo>
                  <a:lnTo>
                    <a:pt x="182111" y="4168"/>
                  </a:lnTo>
                  <a:lnTo>
                    <a:pt x="227419" y="0"/>
                  </a:lnTo>
                  <a:lnTo>
                    <a:pt x="272895" y="4168"/>
                  </a:lnTo>
                  <a:lnTo>
                    <a:pt x="314876" y="16673"/>
                  </a:lnTo>
                  <a:lnTo>
                    <a:pt x="353362" y="37514"/>
                  </a:lnTo>
                  <a:lnTo>
                    <a:pt x="388353" y="66693"/>
                  </a:lnTo>
                  <a:lnTo>
                    <a:pt x="417440" y="101748"/>
                  </a:lnTo>
                  <a:lnTo>
                    <a:pt x="438217" y="140221"/>
                  </a:lnTo>
                  <a:lnTo>
                    <a:pt x="450683" y="182111"/>
                  </a:lnTo>
                  <a:lnTo>
                    <a:pt x="454839" y="227419"/>
                  </a:lnTo>
                  <a:lnTo>
                    <a:pt x="454839" y="446968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9" name="object 79" descr=""/>
          <p:cNvGrpSpPr/>
          <p:nvPr/>
        </p:nvGrpSpPr>
        <p:grpSpPr>
          <a:xfrm>
            <a:off x="1398552" y="4701216"/>
            <a:ext cx="410209" cy="688975"/>
            <a:chOff x="1398552" y="4701216"/>
            <a:chExt cx="410209" cy="688975"/>
          </a:xfrm>
        </p:grpSpPr>
        <p:sp>
          <p:nvSpPr>
            <p:cNvPr id="80" name="object 80" descr=""/>
            <p:cNvSpPr/>
            <p:nvPr/>
          </p:nvSpPr>
          <p:spPr>
            <a:xfrm>
              <a:off x="1407035" y="4709699"/>
              <a:ext cx="393065" cy="672465"/>
            </a:xfrm>
            <a:custGeom>
              <a:avLst/>
              <a:gdLst/>
              <a:ahLst/>
              <a:cxnLst/>
              <a:rect l="l" t="t" r="r" b="b"/>
              <a:pathLst>
                <a:path w="393064" h="672464">
                  <a:moveTo>
                    <a:pt x="195108" y="0"/>
                  </a:moveTo>
                  <a:lnTo>
                    <a:pt x="155781" y="3650"/>
                  </a:lnTo>
                  <a:lnTo>
                    <a:pt x="85981" y="32854"/>
                  </a:lnTo>
                  <a:lnTo>
                    <a:pt x="55508" y="58408"/>
                  </a:lnTo>
                  <a:lnTo>
                    <a:pt x="18641" y="108738"/>
                  </a:lnTo>
                  <a:lnTo>
                    <a:pt x="0" y="166939"/>
                  </a:lnTo>
                  <a:lnTo>
                    <a:pt x="37696" y="180609"/>
                  </a:lnTo>
                  <a:lnTo>
                    <a:pt x="42718" y="154020"/>
                  </a:lnTo>
                  <a:lnTo>
                    <a:pt x="51987" y="129347"/>
                  </a:lnTo>
                  <a:lnTo>
                    <a:pt x="83262" y="85748"/>
                  </a:lnTo>
                  <a:lnTo>
                    <a:pt x="134629" y="50951"/>
                  </a:lnTo>
                  <a:lnTo>
                    <a:pt x="195108" y="39352"/>
                  </a:lnTo>
                  <a:lnTo>
                    <a:pt x="226824" y="42252"/>
                  </a:lnTo>
                  <a:lnTo>
                    <a:pt x="282954" y="65450"/>
                  </a:lnTo>
                  <a:lnTo>
                    <a:pt x="327666" y="110162"/>
                  </a:lnTo>
                  <a:lnTo>
                    <a:pt x="350864" y="166292"/>
                  </a:lnTo>
                  <a:lnTo>
                    <a:pt x="353764" y="198008"/>
                  </a:lnTo>
                  <a:lnTo>
                    <a:pt x="350941" y="229723"/>
                  </a:lnTo>
                  <a:lnTo>
                    <a:pt x="328365" y="287096"/>
                  </a:lnTo>
                  <a:lnTo>
                    <a:pt x="285569" y="336792"/>
                  </a:lnTo>
                  <a:lnTo>
                    <a:pt x="236688" y="381220"/>
                  </a:lnTo>
                  <a:lnTo>
                    <a:pt x="89683" y="492328"/>
                  </a:lnTo>
                  <a:lnTo>
                    <a:pt x="58498" y="522736"/>
                  </a:lnTo>
                  <a:lnTo>
                    <a:pt x="33501" y="562801"/>
                  </a:lnTo>
                  <a:lnTo>
                    <a:pt x="14692" y="612523"/>
                  </a:lnTo>
                  <a:lnTo>
                    <a:pt x="2071" y="671902"/>
                  </a:lnTo>
                  <a:lnTo>
                    <a:pt x="392702" y="671902"/>
                  </a:lnTo>
                  <a:lnTo>
                    <a:pt x="392702" y="634620"/>
                  </a:lnTo>
                  <a:lnTo>
                    <a:pt x="44324" y="634620"/>
                  </a:lnTo>
                  <a:lnTo>
                    <a:pt x="55508" y="598736"/>
                  </a:lnTo>
                  <a:lnTo>
                    <a:pt x="72906" y="566063"/>
                  </a:lnTo>
                  <a:lnTo>
                    <a:pt x="96518" y="536600"/>
                  </a:lnTo>
                  <a:lnTo>
                    <a:pt x="126344" y="510347"/>
                  </a:lnTo>
                  <a:lnTo>
                    <a:pt x="244817" y="421699"/>
                  </a:lnTo>
                  <a:lnTo>
                    <a:pt x="270242" y="401867"/>
                  </a:lnTo>
                  <a:lnTo>
                    <a:pt x="315808" y="361271"/>
                  </a:lnTo>
                  <a:lnTo>
                    <a:pt x="360780" y="308766"/>
                  </a:lnTo>
                  <a:lnTo>
                    <a:pt x="378514" y="274435"/>
                  </a:lnTo>
                  <a:lnTo>
                    <a:pt x="389155" y="237516"/>
                  </a:lnTo>
                  <a:lnTo>
                    <a:pt x="392702" y="198008"/>
                  </a:lnTo>
                  <a:lnTo>
                    <a:pt x="389091" y="158499"/>
                  </a:lnTo>
                  <a:lnTo>
                    <a:pt x="360197" y="88492"/>
                  </a:lnTo>
                  <a:lnTo>
                    <a:pt x="334915" y="57993"/>
                  </a:lnTo>
                  <a:lnTo>
                    <a:pt x="304507" y="32621"/>
                  </a:lnTo>
                  <a:lnTo>
                    <a:pt x="234604" y="3624"/>
                  </a:lnTo>
                  <a:lnTo>
                    <a:pt x="195108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407035" y="4709699"/>
              <a:ext cx="393065" cy="672465"/>
            </a:xfrm>
            <a:custGeom>
              <a:avLst/>
              <a:gdLst/>
              <a:ahLst/>
              <a:cxnLst/>
              <a:rect l="l" t="t" r="r" b="b"/>
              <a:pathLst>
                <a:path w="393064" h="672464">
                  <a:moveTo>
                    <a:pt x="2071" y="671902"/>
                  </a:moveTo>
                  <a:lnTo>
                    <a:pt x="14692" y="612523"/>
                  </a:lnTo>
                  <a:lnTo>
                    <a:pt x="33501" y="562801"/>
                  </a:lnTo>
                  <a:lnTo>
                    <a:pt x="58498" y="522736"/>
                  </a:lnTo>
                  <a:lnTo>
                    <a:pt x="89683" y="492328"/>
                  </a:lnTo>
                  <a:lnTo>
                    <a:pt x="122965" y="467473"/>
                  </a:lnTo>
                  <a:lnTo>
                    <a:pt x="154253" y="444068"/>
                  </a:lnTo>
                  <a:lnTo>
                    <a:pt x="210849" y="401608"/>
                  </a:lnTo>
                  <a:lnTo>
                    <a:pt x="261594" y="359614"/>
                  </a:lnTo>
                  <a:lnTo>
                    <a:pt x="308611" y="312753"/>
                  </a:lnTo>
                  <a:lnTo>
                    <a:pt x="342475" y="259419"/>
                  </a:lnTo>
                  <a:lnTo>
                    <a:pt x="353764" y="198008"/>
                  </a:lnTo>
                  <a:lnTo>
                    <a:pt x="350864" y="166292"/>
                  </a:lnTo>
                  <a:lnTo>
                    <a:pt x="327666" y="110162"/>
                  </a:lnTo>
                  <a:lnTo>
                    <a:pt x="282954" y="65450"/>
                  </a:lnTo>
                  <a:lnTo>
                    <a:pt x="226824" y="42252"/>
                  </a:lnTo>
                  <a:lnTo>
                    <a:pt x="195108" y="39352"/>
                  </a:lnTo>
                  <a:lnTo>
                    <a:pt x="163729" y="42252"/>
                  </a:lnTo>
                  <a:lnTo>
                    <a:pt x="107806" y="65450"/>
                  </a:lnTo>
                  <a:lnTo>
                    <a:pt x="65502" y="106589"/>
                  </a:lnTo>
                  <a:lnTo>
                    <a:pt x="42718" y="154020"/>
                  </a:lnTo>
                  <a:lnTo>
                    <a:pt x="37696" y="180609"/>
                  </a:lnTo>
                  <a:lnTo>
                    <a:pt x="0" y="166939"/>
                  </a:lnTo>
                  <a:lnTo>
                    <a:pt x="18641" y="108738"/>
                  </a:lnTo>
                  <a:lnTo>
                    <a:pt x="55508" y="58408"/>
                  </a:lnTo>
                  <a:lnTo>
                    <a:pt x="85981" y="32854"/>
                  </a:lnTo>
                  <a:lnTo>
                    <a:pt x="155781" y="3650"/>
                  </a:lnTo>
                  <a:lnTo>
                    <a:pt x="195108" y="0"/>
                  </a:lnTo>
                  <a:lnTo>
                    <a:pt x="234604" y="3624"/>
                  </a:lnTo>
                  <a:lnTo>
                    <a:pt x="304507" y="32621"/>
                  </a:lnTo>
                  <a:lnTo>
                    <a:pt x="334915" y="57993"/>
                  </a:lnTo>
                  <a:lnTo>
                    <a:pt x="360197" y="88492"/>
                  </a:lnTo>
                  <a:lnTo>
                    <a:pt x="389091" y="158499"/>
                  </a:lnTo>
                  <a:lnTo>
                    <a:pt x="392702" y="198008"/>
                  </a:lnTo>
                  <a:lnTo>
                    <a:pt x="389155" y="237516"/>
                  </a:lnTo>
                  <a:lnTo>
                    <a:pt x="378514" y="274435"/>
                  </a:lnTo>
                  <a:lnTo>
                    <a:pt x="360780" y="308766"/>
                  </a:lnTo>
                  <a:lnTo>
                    <a:pt x="335951" y="340507"/>
                  </a:lnTo>
                  <a:lnTo>
                    <a:pt x="293905" y="381725"/>
                  </a:lnTo>
                  <a:lnTo>
                    <a:pt x="244817" y="421699"/>
                  </a:lnTo>
                  <a:lnTo>
                    <a:pt x="217685" y="441997"/>
                  </a:lnTo>
                  <a:lnTo>
                    <a:pt x="188895" y="463538"/>
                  </a:lnTo>
                  <a:lnTo>
                    <a:pt x="126344" y="510347"/>
                  </a:lnTo>
                  <a:lnTo>
                    <a:pt x="96518" y="536600"/>
                  </a:lnTo>
                  <a:lnTo>
                    <a:pt x="55508" y="598736"/>
                  </a:lnTo>
                  <a:lnTo>
                    <a:pt x="44324" y="634620"/>
                  </a:lnTo>
                  <a:lnTo>
                    <a:pt x="392702" y="634620"/>
                  </a:lnTo>
                  <a:lnTo>
                    <a:pt x="392702" y="671902"/>
                  </a:lnTo>
                  <a:lnTo>
                    <a:pt x="2071" y="671902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2" name="object 8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95230" y="5304768"/>
            <a:ext cx="91531" cy="91117"/>
          </a:xfrm>
          <a:prstGeom prst="rect">
            <a:avLst/>
          </a:prstGeom>
        </p:spPr>
      </p:pic>
      <p:grpSp>
        <p:nvGrpSpPr>
          <p:cNvPr id="83" name="object 83" descr=""/>
          <p:cNvGrpSpPr/>
          <p:nvPr/>
        </p:nvGrpSpPr>
        <p:grpSpPr>
          <a:xfrm>
            <a:off x="2324925" y="4710329"/>
            <a:ext cx="389890" cy="680085"/>
            <a:chOff x="2324925" y="4710329"/>
            <a:chExt cx="389890" cy="680085"/>
          </a:xfrm>
        </p:grpSpPr>
        <p:sp>
          <p:nvSpPr>
            <p:cNvPr id="84" name="object 84" descr=""/>
            <p:cNvSpPr/>
            <p:nvPr/>
          </p:nvSpPr>
          <p:spPr>
            <a:xfrm>
              <a:off x="2333396" y="4719319"/>
              <a:ext cx="373380" cy="662305"/>
            </a:xfrm>
            <a:custGeom>
              <a:avLst/>
              <a:gdLst/>
              <a:ahLst/>
              <a:cxnLst/>
              <a:rect l="l" t="t" r="r" b="b"/>
              <a:pathLst>
                <a:path w="373380" h="662304">
                  <a:moveTo>
                    <a:pt x="372821" y="0"/>
                  </a:moveTo>
                  <a:lnTo>
                    <a:pt x="0" y="0"/>
                  </a:lnTo>
                  <a:lnTo>
                    <a:pt x="0" y="36830"/>
                  </a:lnTo>
                  <a:lnTo>
                    <a:pt x="167779" y="36830"/>
                  </a:lnTo>
                  <a:lnTo>
                    <a:pt x="167779" y="661682"/>
                  </a:lnTo>
                  <a:lnTo>
                    <a:pt x="205054" y="661682"/>
                  </a:lnTo>
                  <a:lnTo>
                    <a:pt x="205054" y="36830"/>
                  </a:lnTo>
                  <a:lnTo>
                    <a:pt x="372821" y="36830"/>
                  </a:lnTo>
                  <a:lnTo>
                    <a:pt x="372821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 descr=""/>
            <p:cNvSpPr/>
            <p:nvPr/>
          </p:nvSpPr>
          <p:spPr>
            <a:xfrm>
              <a:off x="2333409" y="4718813"/>
              <a:ext cx="373380" cy="662940"/>
            </a:xfrm>
            <a:custGeom>
              <a:avLst/>
              <a:gdLst/>
              <a:ahLst/>
              <a:cxnLst/>
              <a:rect l="l" t="t" r="r" b="b"/>
              <a:pathLst>
                <a:path w="373380" h="662939">
                  <a:moveTo>
                    <a:pt x="205050" y="37281"/>
                  </a:moveTo>
                  <a:lnTo>
                    <a:pt x="205050" y="662789"/>
                  </a:lnTo>
                  <a:lnTo>
                    <a:pt x="167768" y="662789"/>
                  </a:lnTo>
                  <a:lnTo>
                    <a:pt x="167768" y="37281"/>
                  </a:lnTo>
                  <a:lnTo>
                    <a:pt x="0" y="37281"/>
                  </a:lnTo>
                  <a:lnTo>
                    <a:pt x="0" y="0"/>
                  </a:lnTo>
                  <a:lnTo>
                    <a:pt x="372819" y="0"/>
                  </a:lnTo>
                  <a:lnTo>
                    <a:pt x="372819" y="37281"/>
                  </a:lnTo>
                  <a:lnTo>
                    <a:pt x="205050" y="37281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6" name="object 86" descr=""/>
          <p:cNvGrpSpPr/>
          <p:nvPr/>
        </p:nvGrpSpPr>
        <p:grpSpPr>
          <a:xfrm>
            <a:off x="2770237" y="4822175"/>
            <a:ext cx="92075" cy="568325"/>
            <a:chOff x="2770237" y="4822175"/>
            <a:chExt cx="92075" cy="568325"/>
          </a:xfrm>
        </p:grpSpPr>
        <p:sp>
          <p:nvSpPr>
            <p:cNvPr id="87" name="object 87" descr=""/>
            <p:cNvSpPr/>
            <p:nvPr/>
          </p:nvSpPr>
          <p:spPr>
            <a:xfrm>
              <a:off x="2778720" y="4830658"/>
              <a:ext cx="74930" cy="551180"/>
            </a:xfrm>
            <a:custGeom>
              <a:avLst/>
              <a:gdLst/>
              <a:ahLst/>
              <a:cxnLst/>
              <a:rect l="l" t="t" r="r" b="b"/>
              <a:pathLst>
                <a:path w="74930" h="551179">
                  <a:moveTo>
                    <a:pt x="55922" y="144156"/>
                  </a:moveTo>
                  <a:lnTo>
                    <a:pt x="18640" y="144156"/>
                  </a:lnTo>
                  <a:lnTo>
                    <a:pt x="18640" y="550943"/>
                  </a:lnTo>
                  <a:lnTo>
                    <a:pt x="55922" y="550943"/>
                  </a:lnTo>
                  <a:lnTo>
                    <a:pt x="55922" y="144156"/>
                  </a:lnTo>
                  <a:close/>
                </a:path>
                <a:path w="74930" h="551179">
                  <a:moveTo>
                    <a:pt x="37281" y="0"/>
                  </a:moveTo>
                  <a:lnTo>
                    <a:pt x="2744" y="22679"/>
                  </a:lnTo>
                  <a:lnTo>
                    <a:pt x="0" y="36867"/>
                  </a:lnTo>
                  <a:lnTo>
                    <a:pt x="686" y="44427"/>
                  </a:lnTo>
                  <a:lnTo>
                    <a:pt x="29890" y="73476"/>
                  </a:lnTo>
                  <a:lnTo>
                    <a:pt x="37281" y="74149"/>
                  </a:lnTo>
                  <a:lnTo>
                    <a:pt x="44673" y="73476"/>
                  </a:lnTo>
                  <a:lnTo>
                    <a:pt x="73877" y="44427"/>
                  </a:lnTo>
                  <a:lnTo>
                    <a:pt x="74563" y="36867"/>
                  </a:lnTo>
                  <a:lnTo>
                    <a:pt x="73877" y="29488"/>
                  </a:lnTo>
                  <a:lnTo>
                    <a:pt x="44673" y="673"/>
                  </a:lnTo>
                  <a:lnTo>
                    <a:pt x="37281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 descr=""/>
            <p:cNvSpPr/>
            <p:nvPr/>
          </p:nvSpPr>
          <p:spPr>
            <a:xfrm>
              <a:off x="2797361" y="4974815"/>
              <a:ext cx="37465" cy="407034"/>
            </a:xfrm>
            <a:custGeom>
              <a:avLst/>
              <a:gdLst/>
              <a:ahLst/>
              <a:cxnLst/>
              <a:rect l="l" t="t" r="r" b="b"/>
              <a:pathLst>
                <a:path w="37464" h="407035">
                  <a:moveTo>
                    <a:pt x="37281" y="0"/>
                  </a:moveTo>
                  <a:lnTo>
                    <a:pt x="37281" y="406786"/>
                  </a:lnTo>
                  <a:lnTo>
                    <a:pt x="0" y="406786"/>
                  </a:lnTo>
                  <a:lnTo>
                    <a:pt x="0" y="0"/>
                  </a:lnTo>
                  <a:lnTo>
                    <a:pt x="37281" y="0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9" name="object 8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70237" y="4822175"/>
              <a:ext cx="91531" cy="91117"/>
            </a:xfrm>
            <a:prstGeom prst="rect">
              <a:avLst/>
            </a:prstGeom>
          </p:spPr>
        </p:pic>
      </p:grpSp>
      <p:grpSp>
        <p:nvGrpSpPr>
          <p:cNvPr id="90" name="object 90" descr=""/>
          <p:cNvGrpSpPr/>
          <p:nvPr/>
        </p:nvGrpSpPr>
        <p:grpSpPr>
          <a:xfrm>
            <a:off x="2933863" y="4793177"/>
            <a:ext cx="220345" cy="597535"/>
            <a:chOff x="2933863" y="4793177"/>
            <a:chExt cx="220345" cy="597535"/>
          </a:xfrm>
        </p:grpSpPr>
        <p:sp>
          <p:nvSpPr>
            <p:cNvPr id="91" name="object 91" descr=""/>
            <p:cNvSpPr/>
            <p:nvPr/>
          </p:nvSpPr>
          <p:spPr>
            <a:xfrm>
              <a:off x="2942336" y="4801869"/>
              <a:ext cx="203200" cy="579755"/>
            </a:xfrm>
            <a:custGeom>
              <a:avLst/>
              <a:gdLst/>
              <a:ahLst/>
              <a:cxnLst/>
              <a:rect l="l" t="t" r="r" b="b"/>
              <a:pathLst>
                <a:path w="203200" h="579754">
                  <a:moveTo>
                    <a:pt x="202984" y="172720"/>
                  </a:moveTo>
                  <a:lnTo>
                    <a:pt x="120129" y="172720"/>
                  </a:lnTo>
                  <a:lnTo>
                    <a:pt x="120129" y="0"/>
                  </a:lnTo>
                  <a:lnTo>
                    <a:pt x="82854" y="0"/>
                  </a:lnTo>
                  <a:lnTo>
                    <a:pt x="82854" y="172720"/>
                  </a:lnTo>
                  <a:lnTo>
                    <a:pt x="0" y="172720"/>
                  </a:lnTo>
                  <a:lnTo>
                    <a:pt x="0" y="210820"/>
                  </a:lnTo>
                  <a:lnTo>
                    <a:pt x="82854" y="210820"/>
                  </a:lnTo>
                  <a:lnTo>
                    <a:pt x="82854" y="579132"/>
                  </a:lnTo>
                  <a:lnTo>
                    <a:pt x="120129" y="579132"/>
                  </a:lnTo>
                  <a:lnTo>
                    <a:pt x="120129" y="210820"/>
                  </a:lnTo>
                  <a:lnTo>
                    <a:pt x="202984" y="210820"/>
                  </a:lnTo>
                  <a:lnTo>
                    <a:pt x="202984" y="17272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 descr=""/>
            <p:cNvSpPr/>
            <p:nvPr/>
          </p:nvSpPr>
          <p:spPr>
            <a:xfrm>
              <a:off x="2942346" y="4801661"/>
              <a:ext cx="203200" cy="580390"/>
            </a:xfrm>
            <a:custGeom>
              <a:avLst/>
              <a:gdLst/>
              <a:ahLst/>
              <a:cxnLst/>
              <a:rect l="l" t="t" r="r" b="b"/>
              <a:pathLst>
                <a:path w="203200" h="580389">
                  <a:moveTo>
                    <a:pt x="82848" y="173153"/>
                  </a:moveTo>
                  <a:lnTo>
                    <a:pt x="82848" y="0"/>
                  </a:lnTo>
                  <a:lnTo>
                    <a:pt x="120130" y="0"/>
                  </a:lnTo>
                  <a:lnTo>
                    <a:pt x="120130" y="173153"/>
                  </a:lnTo>
                  <a:lnTo>
                    <a:pt x="202979" y="173153"/>
                  </a:lnTo>
                  <a:lnTo>
                    <a:pt x="202979" y="210435"/>
                  </a:lnTo>
                  <a:lnTo>
                    <a:pt x="120130" y="210435"/>
                  </a:lnTo>
                  <a:lnTo>
                    <a:pt x="120130" y="579940"/>
                  </a:lnTo>
                  <a:lnTo>
                    <a:pt x="82848" y="579940"/>
                  </a:lnTo>
                  <a:lnTo>
                    <a:pt x="82848" y="210435"/>
                  </a:lnTo>
                  <a:lnTo>
                    <a:pt x="0" y="210435"/>
                  </a:lnTo>
                  <a:lnTo>
                    <a:pt x="0" y="173153"/>
                  </a:lnTo>
                  <a:lnTo>
                    <a:pt x="82848" y="173153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3" name="object 93" descr=""/>
          <p:cNvGrpSpPr/>
          <p:nvPr/>
        </p:nvGrpSpPr>
        <p:grpSpPr>
          <a:xfrm>
            <a:off x="3236260" y="4710329"/>
            <a:ext cx="54610" cy="680085"/>
            <a:chOff x="3236260" y="4710329"/>
            <a:chExt cx="54610" cy="680085"/>
          </a:xfrm>
        </p:grpSpPr>
        <p:sp>
          <p:nvSpPr>
            <p:cNvPr id="94" name="object 94" descr=""/>
            <p:cNvSpPr/>
            <p:nvPr/>
          </p:nvSpPr>
          <p:spPr>
            <a:xfrm>
              <a:off x="3244744" y="4718813"/>
              <a:ext cx="37465" cy="662940"/>
            </a:xfrm>
            <a:custGeom>
              <a:avLst/>
              <a:gdLst/>
              <a:ahLst/>
              <a:cxnLst/>
              <a:rect l="l" t="t" r="r" b="b"/>
              <a:pathLst>
                <a:path w="37464" h="662939">
                  <a:moveTo>
                    <a:pt x="37281" y="0"/>
                  </a:moveTo>
                  <a:lnTo>
                    <a:pt x="0" y="0"/>
                  </a:lnTo>
                  <a:lnTo>
                    <a:pt x="0" y="662789"/>
                  </a:lnTo>
                  <a:lnTo>
                    <a:pt x="37281" y="662789"/>
                  </a:lnTo>
                  <a:lnTo>
                    <a:pt x="37281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3244744" y="4718813"/>
              <a:ext cx="37465" cy="662940"/>
            </a:xfrm>
            <a:custGeom>
              <a:avLst/>
              <a:gdLst/>
              <a:ahLst/>
              <a:cxnLst/>
              <a:rect l="l" t="t" r="r" b="b"/>
              <a:pathLst>
                <a:path w="37464" h="662939">
                  <a:moveTo>
                    <a:pt x="37281" y="0"/>
                  </a:moveTo>
                  <a:lnTo>
                    <a:pt x="37281" y="662789"/>
                  </a:lnTo>
                  <a:lnTo>
                    <a:pt x="0" y="662789"/>
                  </a:lnTo>
                  <a:lnTo>
                    <a:pt x="0" y="0"/>
                  </a:lnTo>
                  <a:lnTo>
                    <a:pt x="37281" y="0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6" name="object 96" descr=""/>
          <p:cNvGrpSpPr/>
          <p:nvPr/>
        </p:nvGrpSpPr>
        <p:grpSpPr>
          <a:xfrm>
            <a:off x="3372961" y="4929463"/>
            <a:ext cx="430530" cy="472440"/>
            <a:chOff x="3372961" y="4929463"/>
            <a:chExt cx="430530" cy="472440"/>
          </a:xfrm>
        </p:grpSpPr>
        <p:sp>
          <p:nvSpPr>
            <p:cNvPr id="97" name="object 97" descr=""/>
            <p:cNvSpPr/>
            <p:nvPr/>
          </p:nvSpPr>
          <p:spPr>
            <a:xfrm>
              <a:off x="3381445" y="4937947"/>
              <a:ext cx="413384" cy="455295"/>
            </a:xfrm>
            <a:custGeom>
              <a:avLst/>
              <a:gdLst/>
              <a:ahLst/>
              <a:cxnLst/>
              <a:rect l="l" t="t" r="r" b="b"/>
              <a:pathLst>
                <a:path w="413385" h="455295">
                  <a:moveTo>
                    <a:pt x="227419" y="0"/>
                  </a:moveTo>
                  <a:lnTo>
                    <a:pt x="182111" y="4168"/>
                  </a:lnTo>
                  <a:lnTo>
                    <a:pt x="140221" y="16673"/>
                  </a:lnTo>
                  <a:lnTo>
                    <a:pt x="101748" y="37515"/>
                  </a:lnTo>
                  <a:lnTo>
                    <a:pt x="66693" y="66693"/>
                  </a:lnTo>
                  <a:lnTo>
                    <a:pt x="37514" y="101748"/>
                  </a:lnTo>
                  <a:lnTo>
                    <a:pt x="16673" y="140221"/>
                  </a:lnTo>
                  <a:lnTo>
                    <a:pt x="4168" y="182112"/>
                  </a:lnTo>
                  <a:lnTo>
                    <a:pt x="0" y="227419"/>
                  </a:lnTo>
                  <a:lnTo>
                    <a:pt x="4168" y="272908"/>
                  </a:lnTo>
                  <a:lnTo>
                    <a:pt x="16673" y="314928"/>
                  </a:lnTo>
                  <a:lnTo>
                    <a:pt x="37514" y="353479"/>
                  </a:lnTo>
                  <a:lnTo>
                    <a:pt x="66693" y="388560"/>
                  </a:lnTo>
                  <a:lnTo>
                    <a:pt x="101748" y="417738"/>
                  </a:lnTo>
                  <a:lnTo>
                    <a:pt x="140221" y="438580"/>
                  </a:lnTo>
                  <a:lnTo>
                    <a:pt x="182111" y="451085"/>
                  </a:lnTo>
                  <a:lnTo>
                    <a:pt x="227419" y="455253"/>
                  </a:lnTo>
                  <a:lnTo>
                    <a:pt x="272908" y="451085"/>
                  </a:lnTo>
                  <a:lnTo>
                    <a:pt x="314928" y="438580"/>
                  </a:lnTo>
                  <a:lnTo>
                    <a:pt x="353479" y="417738"/>
                  </a:lnTo>
                  <a:lnTo>
                    <a:pt x="356187" y="415486"/>
                  </a:lnTo>
                  <a:lnTo>
                    <a:pt x="227419" y="415486"/>
                  </a:lnTo>
                  <a:lnTo>
                    <a:pt x="192416" y="412483"/>
                  </a:lnTo>
                  <a:lnTo>
                    <a:pt x="159897" y="403473"/>
                  </a:lnTo>
                  <a:lnTo>
                    <a:pt x="130072" y="388560"/>
                  </a:lnTo>
                  <a:lnTo>
                    <a:pt x="124674" y="384495"/>
                  </a:lnTo>
                  <a:lnTo>
                    <a:pt x="102318" y="367433"/>
                  </a:lnTo>
                  <a:lnTo>
                    <a:pt x="129657" y="340094"/>
                  </a:lnTo>
                  <a:lnTo>
                    <a:pt x="77049" y="340094"/>
                  </a:lnTo>
                  <a:lnTo>
                    <a:pt x="60771" y="314928"/>
                  </a:lnTo>
                  <a:lnTo>
                    <a:pt x="49087" y="287692"/>
                  </a:lnTo>
                  <a:lnTo>
                    <a:pt x="42097" y="258539"/>
                  </a:lnTo>
                  <a:lnTo>
                    <a:pt x="39767" y="227419"/>
                  </a:lnTo>
                  <a:lnTo>
                    <a:pt x="43210" y="189917"/>
                  </a:lnTo>
                  <a:lnTo>
                    <a:pt x="70757" y="123535"/>
                  </a:lnTo>
                  <a:lnTo>
                    <a:pt x="123807" y="70641"/>
                  </a:lnTo>
                  <a:lnTo>
                    <a:pt x="190085" y="43197"/>
                  </a:lnTo>
                  <a:lnTo>
                    <a:pt x="227419" y="39767"/>
                  </a:lnTo>
                  <a:lnTo>
                    <a:pt x="355749" y="39767"/>
                  </a:lnTo>
                  <a:lnTo>
                    <a:pt x="337168" y="27262"/>
                  </a:lnTo>
                  <a:lnTo>
                    <a:pt x="303122" y="12116"/>
                  </a:lnTo>
                  <a:lnTo>
                    <a:pt x="266539" y="3029"/>
                  </a:lnTo>
                  <a:lnTo>
                    <a:pt x="227419" y="0"/>
                  </a:lnTo>
                  <a:close/>
                </a:path>
                <a:path w="413385" h="455295">
                  <a:moveTo>
                    <a:pt x="373647" y="345893"/>
                  </a:moveTo>
                  <a:lnTo>
                    <a:pt x="331420" y="384495"/>
                  </a:lnTo>
                  <a:lnTo>
                    <a:pt x="264934" y="412042"/>
                  </a:lnTo>
                  <a:lnTo>
                    <a:pt x="227419" y="415486"/>
                  </a:lnTo>
                  <a:lnTo>
                    <a:pt x="356187" y="415486"/>
                  </a:lnTo>
                  <a:lnTo>
                    <a:pt x="388560" y="388560"/>
                  </a:lnTo>
                  <a:lnTo>
                    <a:pt x="413000" y="359978"/>
                  </a:lnTo>
                  <a:lnTo>
                    <a:pt x="373647" y="345893"/>
                  </a:lnTo>
                  <a:close/>
                </a:path>
                <a:path w="413385" h="455295">
                  <a:moveTo>
                    <a:pt x="355749" y="39767"/>
                  </a:moveTo>
                  <a:lnTo>
                    <a:pt x="227419" y="39767"/>
                  </a:lnTo>
                  <a:lnTo>
                    <a:pt x="258539" y="42097"/>
                  </a:lnTo>
                  <a:lnTo>
                    <a:pt x="287692" y="49088"/>
                  </a:lnTo>
                  <a:lnTo>
                    <a:pt x="314876" y="60738"/>
                  </a:lnTo>
                  <a:lnTo>
                    <a:pt x="340093" y="77049"/>
                  </a:lnTo>
                  <a:lnTo>
                    <a:pt x="77049" y="340094"/>
                  </a:lnTo>
                  <a:lnTo>
                    <a:pt x="129657" y="340094"/>
                  </a:lnTo>
                  <a:lnTo>
                    <a:pt x="395602" y="74149"/>
                  </a:lnTo>
                  <a:lnTo>
                    <a:pt x="393393" y="71664"/>
                  </a:lnTo>
                  <a:lnTo>
                    <a:pt x="391045" y="69178"/>
                  </a:lnTo>
                  <a:lnTo>
                    <a:pt x="368676" y="48466"/>
                  </a:lnTo>
                  <a:lnTo>
                    <a:pt x="355749" y="3976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3381444" y="4937947"/>
              <a:ext cx="413384" cy="455295"/>
            </a:xfrm>
            <a:custGeom>
              <a:avLst/>
              <a:gdLst/>
              <a:ahLst/>
              <a:cxnLst/>
              <a:rect l="l" t="t" r="r" b="b"/>
              <a:pathLst>
                <a:path w="413385" h="455295">
                  <a:moveTo>
                    <a:pt x="102318" y="367433"/>
                  </a:moveTo>
                  <a:lnTo>
                    <a:pt x="129865" y="388456"/>
                  </a:lnTo>
                  <a:lnTo>
                    <a:pt x="159897" y="403473"/>
                  </a:lnTo>
                  <a:lnTo>
                    <a:pt x="192416" y="412483"/>
                  </a:lnTo>
                  <a:lnTo>
                    <a:pt x="227419" y="415486"/>
                  </a:lnTo>
                  <a:lnTo>
                    <a:pt x="264934" y="412042"/>
                  </a:lnTo>
                  <a:lnTo>
                    <a:pt x="331420" y="384495"/>
                  </a:lnTo>
                  <a:lnTo>
                    <a:pt x="365086" y="355697"/>
                  </a:lnTo>
                  <a:lnTo>
                    <a:pt x="373647" y="345893"/>
                  </a:lnTo>
                  <a:lnTo>
                    <a:pt x="413000" y="359978"/>
                  </a:lnTo>
                  <a:lnTo>
                    <a:pt x="353479" y="417738"/>
                  </a:lnTo>
                  <a:lnTo>
                    <a:pt x="314928" y="438580"/>
                  </a:lnTo>
                  <a:lnTo>
                    <a:pt x="272908" y="451085"/>
                  </a:lnTo>
                  <a:lnTo>
                    <a:pt x="227419" y="455253"/>
                  </a:lnTo>
                  <a:lnTo>
                    <a:pt x="182111" y="451085"/>
                  </a:lnTo>
                  <a:lnTo>
                    <a:pt x="140221" y="438580"/>
                  </a:lnTo>
                  <a:lnTo>
                    <a:pt x="101748" y="417738"/>
                  </a:lnTo>
                  <a:lnTo>
                    <a:pt x="66693" y="388560"/>
                  </a:lnTo>
                  <a:lnTo>
                    <a:pt x="37514" y="353479"/>
                  </a:lnTo>
                  <a:lnTo>
                    <a:pt x="16673" y="314928"/>
                  </a:lnTo>
                  <a:lnTo>
                    <a:pt x="4168" y="272908"/>
                  </a:lnTo>
                  <a:lnTo>
                    <a:pt x="0" y="227419"/>
                  </a:lnTo>
                  <a:lnTo>
                    <a:pt x="4168" y="182112"/>
                  </a:lnTo>
                  <a:lnTo>
                    <a:pt x="16673" y="140221"/>
                  </a:lnTo>
                  <a:lnTo>
                    <a:pt x="37514" y="101748"/>
                  </a:lnTo>
                  <a:lnTo>
                    <a:pt x="66693" y="66693"/>
                  </a:lnTo>
                  <a:lnTo>
                    <a:pt x="101748" y="37515"/>
                  </a:lnTo>
                  <a:lnTo>
                    <a:pt x="140221" y="16673"/>
                  </a:lnTo>
                  <a:lnTo>
                    <a:pt x="182111" y="4168"/>
                  </a:lnTo>
                  <a:lnTo>
                    <a:pt x="227419" y="0"/>
                  </a:lnTo>
                  <a:lnTo>
                    <a:pt x="266539" y="3029"/>
                  </a:lnTo>
                  <a:lnTo>
                    <a:pt x="337168" y="27262"/>
                  </a:lnTo>
                  <a:lnTo>
                    <a:pt x="373647" y="52712"/>
                  </a:lnTo>
                  <a:lnTo>
                    <a:pt x="367434" y="102318"/>
                  </a:lnTo>
                  <a:lnTo>
                    <a:pt x="102318" y="367433"/>
                  </a:lnTo>
                  <a:close/>
                </a:path>
                <a:path w="413385" h="455295">
                  <a:moveTo>
                    <a:pt x="340093" y="77049"/>
                  </a:moveTo>
                  <a:lnTo>
                    <a:pt x="314876" y="60738"/>
                  </a:lnTo>
                  <a:lnTo>
                    <a:pt x="287692" y="49088"/>
                  </a:lnTo>
                  <a:lnTo>
                    <a:pt x="258539" y="42097"/>
                  </a:lnTo>
                  <a:lnTo>
                    <a:pt x="227419" y="39767"/>
                  </a:lnTo>
                  <a:lnTo>
                    <a:pt x="190085" y="43197"/>
                  </a:lnTo>
                  <a:lnTo>
                    <a:pt x="123807" y="70641"/>
                  </a:lnTo>
                  <a:lnTo>
                    <a:pt x="70757" y="123535"/>
                  </a:lnTo>
                  <a:lnTo>
                    <a:pt x="43210" y="189917"/>
                  </a:lnTo>
                  <a:lnTo>
                    <a:pt x="39767" y="227419"/>
                  </a:lnTo>
                  <a:lnTo>
                    <a:pt x="42097" y="258539"/>
                  </a:lnTo>
                  <a:lnTo>
                    <a:pt x="49087" y="287692"/>
                  </a:lnTo>
                  <a:lnTo>
                    <a:pt x="60738" y="314877"/>
                  </a:lnTo>
                  <a:lnTo>
                    <a:pt x="77049" y="340094"/>
                  </a:lnTo>
                  <a:lnTo>
                    <a:pt x="340093" y="77049"/>
                  </a:lnTo>
                  <a:close/>
                </a:path>
              </a:pathLst>
            </a:custGeom>
            <a:ln w="16967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 descr=""/>
          <p:cNvSpPr/>
          <p:nvPr/>
        </p:nvSpPr>
        <p:spPr>
          <a:xfrm>
            <a:off x="4322417" y="4827268"/>
            <a:ext cx="491490" cy="582295"/>
          </a:xfrm>
          <a:custGeom>
            <a:avLst/>
            <a:gdLst/>
            <a:ahLst/>
            <a:cxnLst/>
            <a:rect l="l" t="t" r="r" b="b"/>
            <a:pathLst>
              <a:path w="491489" h="582295">
                <a:moveTo>
                  <a:pt x="491191" y="273604"/>
                </a:moveTo>
                <a:lnTo>
                  <a:pt x="441655" y="273604"/>
                </a:lnTo>
                <a:lnTo>
                  <a:pt x="441655" y="581929"/>
                </a:lnTo>
                <a:lnTo>
                  <a:pt x="491191" y="581929"/>
                </a:lnTo>
                <a:lnTo>
                  <a:pt x="491191" y="273604"/>
                </a:lnTo>
                <a:close/>
              </a:path>
              <a:path w="491489" h="582295">
                <a:moveTo>
                  <a:pt x="360175" y="12499"/>
                </a:moveTo>
                <a:lnTo>
                  <a:pt x="311103" y="12499"/>
                </a:lnTo>
                <a:lnTo>
                  <a:pt x="311103" y="552300"/>
                </a:lnTo>
                <a:lnTo>
                  <a:pt x="360175" y="552300"/>
                </a:lnTo>
                <a:lnTo>
                  <a:pt x="360175" y="273604"/>
                </a:lnTo>
                <a:lnTo>
                  <a:pt x="491191" y="273604"/>
                </a:lnTo>
                <a:lnTo>
                  <a:pt x="491191" y="230549"/>
                </a:lnTo>
                <a:lnTo>
                  <a:pt x="360175" y="230549"/>
                </a:lnTo>
                <a:lnTo>
                  <a:pt x="360175" y="12499"/>
                </a:lnTo>
                <a:close/>
              </a:path>
              <a:path w="491489" h="582295">
                <a:moveTo>
                  <a:pt x="491191" y="0"/>
                </a:moveTo>
                <a:lnTo>
                  <a:pt x="441655" y="0"/>
                </a:lnTo>
                <a:lnTo>
                  <a:pt x="441655" y="230549"/>
                </a:lnTo>
                <a:lnTo>
                  <a:pt x="491191" y="230549"/>
                </a:lnTo>
                <a:lnTo>
                  <a:pt x="491191" y="0"/>
                </a:lnTo>
                <a:close/>
              </a:path>
              <a:path w="491489" h="582295">
                <a:moveTo>
                  <a:pt x="124533" y="49072"/>
                </a:moveTo>
                <a:lnTo>
                  <a:pt x="58709" y="73934"/>
                </a:lnTo>
                <a:lnTo>
                  <a:pt x="33969" y="103642"/>
                </a:lnTo>
                <a:lnTo>
                  <a:pt x="15517" y="143651"/>
                </a:lnTo>
                <a:lnTo>
                  <a:pt x="3984" y="193048"/>
                </a:lnTo>
                <a:lnTo>
                  <a:pt x="0" y="250919"/>
                </a:lnTo>
                <a:lnTo>
                  <a:pt x="3984" y="309017"/>
                </a:lnTo>
                <a:lnTo>
                  <a:pt x="15517" y="358615"/>
                </a:lnTo>
                <a:lnTo>
                  <a:pt x="33969" y="398774"/>
                </a:lnTo>
                <a:lnTo>
                  <a:pt x="58709" y="428555"/>
                </a:lnTo>
                <a:lnTo>
                  <a:pt x="124533" y="453229"/>
                </a:lnTo>
                <a:lnTo>
                  <a:pt x="160191" y="447020"/>
                </a:lnTo>
                <a:lnTo>
                  <a:pt x="190821" y="428555"/>
                </a:lnTo>
                <a:lnTo>
                  <a:pt x="210892" y="404619"/>
                </a:lnTo>
                <a:lnTo>
                  <a:pt x="124533" y="404619"/>
                </a:lnTo>
                <a:lnTo>
                  <a:pt x="92807" y="394079"/>
                </a:lnTo>
                <a:lnTo>
                  <a:pt x="68632" y="363358"/>
                </a:lnTo>
                <a:lnTo>
                  <a:pt x="53311" y="314842"/>
                </a:lnTo>
                <a:lnTo>
                  <a:pt x="48146" y="250919"/>
                </a:lnTo>
                <a:lnTo>
                  <a:pt x="53311" y="187061"/>
                </a:lnTo>
                <a:lnTo>
                  <a:pt x="68632" y="138653"/>
                </a:lnTo>
                <a:lnTo>
                  <a:pt x="92807" y="107954"/>
                </a:lnTo>
                <a:lnTo>
                  <a:pt x="124533" y="97219"/>
                </a:lnTo>
                <a:lnTo>
                  <a:pt x="210393" y="97219"/>
                </a:lnTo>
                <a:lnTo>
                  <a:pt x="190821" y="73934"/>
                </a:lnTo>
                <a:lnTo>
                  <a:pt x="160191" y="55440"/>
                </a:lnTo>
                <a:lnTo>
                  <a:pt x="124533" y="49072"/>
                </a:lnTo>
                <a:close/>
              </a:path>
              <a:path w="491489" h="582295">
                <a:moveTo>
                  <a:pt x="210393" y="97219"/>
                </a:moveTo>
                <a:lnTo>
                  <a:pt x="124533" y="97219"/>
                </a:lnTo>
                <a:lnTo>
                  <a:pt x="156803" y="107954"/>
                </a:lnTo>
                <a:lnTo>
                  <a:pt x="181303" y="138653"/>
                </a:lnTo>
                <a:lnTo>
                  <a:pt x="196862" y="187061"/>
                </a:lnTo>
                <a:lnTo>
                  <a:pt x="202309" y="250919"/>
                </a:lnTo>
                <a:lnTo>
                  <a:pt x="196862" y="314842"/>
                </a:lnTo>
                <a:lnTo>
                  <a:pt x="181303" y="363358"/>
                </a:lnTo>
                <a:lnTo>
                  <a:pt x="156803" y="394079"/>
                </a:lnTo>
                <a:lnTo>
                  <a:pt x="124533" y="404619"/>
                </a:lnTo>
                <a:lnTo>
                  <a:pt x="210892" y="404619"/>
                </a:lnTo>
                <a:lnTo>
                  <a:pt x="215793" y="398774"/>
                </a:lnTo>
                <a:lnTo>
                  <a:pt x="234476" y="358615"/>
                </a:lnTo>
                <a:lnTo>
                  <a:pt x="246240" y="309017"/>
                </a:lnTo>
                <a:lnTo>
                  <a:pt x="250456" y="250919"/>
                </a:lnTo>
                <a:lnTo>
                  <a:pt x="246240" y="193048"/>
                </a:lnTo>
                <a:lnTo>
                  <a:pt x="234476" y="143651"/>
                </a:lnTo>
                <a:lnTo>
                  <a:pt x="215793" y="103642"/>
                </a:lnTo>
                <a:lnTo>
                  <a:pt x="210393" y="9721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 descr=""/>
          <p:cNvSpPr/>
          <p:nvPr/>
        </p:nvSpPr>
        <p:spPr>
          <a:xfrm>
            <a:off x="4966105" y="4827268"/>
            <a:ext cx="441959" cy="582295"/>
          </a:xfrm>
          <a:custGeom>
            <a:avLst/>
            <a:gdLst/>
            <a:ahLst/>
            <a:cxnLst/>
            <a:rect l="l" t="t" r="r" b="b"/>
            <a:pathLst>
              <a:path w="441960" h="582295">
                <a:moveTo>
                  <a:pt x="441655" y="0"/>
                </a:moveTo>
                <a:lnTo>
                  <a:pt x="390730" y="0"/>
                </a:lnTo>
                <a:lnTo>
                  <a:pt x="390730" y="581929"/>
                </a:lnTo>
                <a:lnTo>
                  <a:pt x="441655" y="581929"/>
                </a:lnTo>
                <a:lnTo>
                  <a:pt x="441655" y="0"/>
                </a:lnTo>
                <a:close/>
              </a:path>
              <a:path w="441960" h="582295">
                <a:moveTo>
                  <a:pt x="50461" y="57405"/>
                </a:moveTo>
                <a:lnTo>
                  <a:pt x="0" y="57405"/>
                </a:lnTo>
                <a:lnTo>
                  <a:pt x="0" y="431933"/>
                </a:lnTo>
                <a:lnTo>
                  <a:pt x="47221" y="431933"/>
                </a:lnTo>
                <a:lnTo>
                  <a:pt x="93726" y="431286"/>
                </a:lnTo>
                <a:lnTo>
                  <a:pt x="140411" y="429224"/>
                </a:lnTo>
                <a:lnTo>
                  <a:pt x="187611" y="425567"/>
                </a:lnTo>
                <a:lnTo>
                  <a:pt x="235659" y="420136"/>
                </a:lnTo>
                <a:lnTo>
                  <a:pt x="284891" y="412751"/>
                </a:lnTo>
                <a:lnTo>
                  <a:pt x="335640" y="403230"/>
                </a:lnTo>
                <a:lnTo>
                  <a:pt x="333081" y="387026"/>
                </a:lnTo>
                <a:lnTo>
                  <a:pt x="50461" y="387026"/>
                </a:lnTo>
                <a:lnTo>
                  <a:pt x="50461" y="57405"/>
                </a:lnTo>
                <a:close/>
              </a:path>
              <a:path w="441960" h="582295">
                <a:moveTo>
                  <a:pt x="328695" y="359250"/>
                </a:moveTo>
                <a:lnTo>
                  <a:pt x="280260" y="368444"/>
                </a:lnTo>
                <a:lnTo>
                  <a:pt x="232796" y="375556"/>
                </a:lnTo>
                <a:lnTo>
                  <a:pt x="186193" y="380777"/>
                </a:lnTo>
                <a:lnTo>
                  <a:pt x="140342" y="384300"/>
                </a:lnTo>
                <a:lnTo>
                  <a:pt x="95135" y="386319"/>
                </a:lnTo>
                <a:lnTo>
                  <a:pt x="50461" y="387026"/>
                </a:lnTo>
                <a:lnTo>
                  <a:pt x="333081" y="387026"/>
                </a:lnTo>
                <a:lnTo>
                  <a:pt x="328695" y="35925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 descr=""/>
          <p:cNvSpPr/>
          <p:nvPr/>
        </p:nvSpPr>
        <p:spPr>
          <a:xfrm>
            <a:off x="5990338" y="4827268"/>
            <a:ext cx="49530" cy="582295"/>
          </a:xfrm>
          <a:custGeom>
            <a:avLst/>
            <a:gdLst/>
            <a:ahLst/>
            <a:cxnLst/>
            <a:rect l="l" t="t" r="r" b="b"/>
            <a:pathLst>
              <a:path w="49529" h="582295">
                <a:moveTo>
                  <a:pt x="49535" y="0"/>
                </a:moveTo>
                <a:lnTo>
                  <a:pt x="0" y="0"/>
                </a:lnTo>
                <a:lnTo>
                  <a:pt x="0" y="581929"/>
                </a:lnTo>
                <a:lnTo>
                  <a:pt x="49535" y="581929"/>
                </a:lnTo>
                <a:lnTo>
                  <a:pt x="49535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 descr=""/>
          <p:cNvSpPr/>
          <p:nvPr/>
        </p:nvSpPr>
        <p:spPr>
          <a:xfrm>
            <a:off x="5873674" y="5089761"/>
            <a:ext cx="49530" cy="290195"/>
          </a:xfrm>
          <a:custGeom>
            <a:avLst/>
            <a:gdLst/>
            <a:ahLst/>
            <a:cxnLst/>
            <a:rect l="l" t="t" r="r" b="b"/>
            <a:pathLst>
              <a:path w="49529" h="290195">
                <a:moveTo>
                  <a:pt x="49536" y="0"/>
                </a:moveTo>
                <a:lnTo>
                  <a:pt x="0" y="0"/>
                </a:lnTo>
                <a:lnTo>
                  <a:pt x="0" y="289807"/>
                </a:lnTo>
                <a:lnTo>
                  <a:pt x="49536" y="289807"/>
                </a:lnTo>
                <a:lnTo>
                  <a:pt x="49536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 descr=""/>
          <p:cNvSpPr/>
          <p:nvPr/>
        </p:nvSpPr>
        <p:spPr>
          <a:xfrm>
            <a:off x="5562562" y="4839779"/>
            <a:ext cx="360680" cy="413384"/>
          </a:xfrm>
          <a:custGeom>
            <a:avLst/>
            <a:gdLst/>
            <a:ahLst/>
            <a:cxnLst/>
            <a:rect l="l" t="t" r="r" b="b"/>
            <a:pathLst>
              <a:path w="360679" h="413385">
                <a:moveTo>
                  <a:pt x="360641" y="207200"/>
                </a:moveTo>
                <a:lnTo>
                  <a:pt x="223151" y="207200"/>
                </a:lnTo>
                <a:lnTo>
                  <a:pt x="223151" y="96710"/>
                </a:lnTo>
                <a:lnTo>
                  <a:pt x="223151" y="56070"/>
                </a:lnTo>
                <a:lnTo>
                  <a:pt x="174536" y="56070"/>
                </a:lnTo>
                <a:lnTo>
                  <a:pt x="174536" y="96710"/>
                </a:lnTo>
                <a:lnTo>
                  <a:pt x="174536" y="207200"/>
                </a:lnTo>
                <a:lnTo>
                  <a:pt x="174536" y="250380"/>
                </a:lnTo>
                <a:lnTo>
                  <a:pt x="174536" y="371043"/>
                </a:lnTo>
                <a:lnTo>
                  <a:pt x="48615" y="371043"/>
                </a:lnTo>
                <a:lnTo>
                  <a:pt x="48615" y="96710"/>
                </a:lnTo>
                <a:lnTo>
                  <a:pt x="174536" y="96710"/>
                </a:lnTo>
                <a:lnTo>
                  <a:pt x="174536" y="56070"/>
                </a:lnTo>
                <a:lnTo>
                  <a:pt x="0" y="56070"/>
                </a:lnTo>
                <a:lnTo>
                  <a:pt x="0" y="96710"/>
                </a:lnTo>
                <a:lnTo>
                  <a:pt x="0" y="371043"/>
                </a:lnTo>
                <a:lnTo>
                  <a:pt x="0" y="412940"/>
                </a:lnTo>
                <a:lnTo>
                  <a:pt x="223151" y="412940"/>
                </a:lnTo>
                <a:lnTo>
                  <a:pt x="223151" y="371043"/>
                </a:lnTo>
                <a:lnTo>
                  <a:pt x="223151" y="250380"/>
                </a:lnTo>
                <a:lnTo>
                  <a:pt x="360641" y="250380"/>
                </a:lnTo>
                <a:lnTo>
                  <a:pt x="360641" y="207200"/>
                </a:lnTo>
                <a:close/>
              </a:path>
              <a:path w="360679" h="413385">
                <a:moveTo>
                  <a:pt x="360641" y="0"/>
                </a:moveTo>
                <a:lnTo>
                  <a:pt x="311111" y="0"/>
                </a:lnTo>
                <a:lnTo>
                  <a:pt x="311111" y="206933"/>
                </a:lnTo>
                <a:lnTo>
                  <a:pt x="360641" y="206933"/>
                </a:lnTo>
                <a:lnTo>
                  <a:pt x="360641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 descr=""/>
          <p:cNvSpPr/>
          <p:nvPr/>
        </p:nvSpPr>
        <p:spPr>
          <a:xfrm>
            <a:off x="6176167" y="4827268"/>
            <a:ext cx="458470" cy="582930"/>
          </a:xfrm>
          <a:custGeom>
            <a:avLst/>
            <a:gdLst/>
            <a:ahLst/>
            <a:cxnLst/>
            <a:rect l="l" t="t" r="r" b="b"/>
            <a:pathLst>
              <a:path w="458470" h="582929">
                <a:moveTo>
                  <a:pt x="457858" y="0"/>
                </a:moveTo>
                <a:lnTo>
                  <a:pt x="406471" y="0"/>
                </a:lnTo>
                <a:lnTo>
                  <a:pt x="406471" y="582855"/>
                </a:lnTo>
                <a:lnTo>
                  <a:pt x="457858" y="582855"/>
                </a:lnTo>
                <a:lnTo>
                  <a:pt x="457858" y="0"/>
                </a:lnTo>
                <a:close/>
              </a:path>
              <a:path w="458470" h="582929">
                <a:moveTo>
                  <a:pt x="148607" y="44905"/>
                </a:moveTo>
                <a:lnTo>
                  <a:pt x="107378" y="51503"/>
                </a:lnTo>
                <a:lnTo>
                  <a:pt x="71397" y="70214"/>
                </a:lnTo>
                <a:lnTo>
                  <a:pt x="41665" y="100113"/>
                </a:lnTo>
                <a:lnTo>
                  <a:pt x="19186" y="140274"/>
                </a:lnTo>
                <a:lnTo>
                  <a:pt x="4963" y="189771"/>
                </a:lnTo>
                <a:lnTo>
                  <a:pt x="0" y="247679"/>
                </a:lnTo>
                <a:lnTo>
                  <a:pt x="4963" y="305779"/>
                </a:lnTo>
                <a:lnTo>
                  <a:pt x="19186" y="355392"/>
                </a:lnTo>
                <a:lnTo>
                  <a:pt x="41665" y="395591"/>
                </a:lnTo>
                <a:lnTo>
                  <a:pt x="71397" y="425452"/>
                </a:lnTo>
                <a:lnTo>
                  <a:pt x="107378" y="444047"/>
                </a:lnTo>
                <a:lnTo>
                  <a:pt x="148607" y="450451"/>
                </a:lnTo>
                <a:lnTo>
                  <a:pt x="189514" y="444047"/>
                </a:lnTo>
                <a:lnTo>
                  <a:pt x="225405" y="425452"/>
                </a:lnTo>
                <a:lnTo>
                  <a:pt x="246193" y="404619"/>
                </a:lnTo>
                <a:lnTo>
                  <a:pt x="148607" y="404619"/>
                </a:lnTo>
                <a:lnTo>
                  <a:pt x="108518" y="393443"/>
                </a:lnTo>
                <a:lnTo>
                  <a:pt x="77197" y="361738"/>
                </a:lnTo>
                <a:lnTo>
                  <a:pt x="56812" y="312238"/>
                </a:lnTo>
                <a:lnTo>
                  <a:pt x="49536" y="247679"/>
                </a:lnTo>
                <a:lnTo>
                  <a:pt x="56812" y="183379"/>
                </a:lnTo>
                <a:lnTo>
                  <a:pt x="77197" y="133966"/>
                </a:lnTo>
                <a:lnTo>
                  <a:pt x="108518" y="102174"/>
                </a:lnTo>
                <a:lnTo>
                  <a:pt x="148607" y="90738"/>
                </a:lnTo>
                <a:lnTo>
                  <a:pt x="245859" y="90738"/>
                </a:lnTo>
                <a:lnTo>
                  <a:pt x="225405" y="70214"/>
                </a:lnTo>
                <a:lnTo>
                  <a:pt x="189514" y="51503"/>
                </a:lnTo>
                <a:lnTo>
                  <a:pt x="148607" y="44905"/>
                </a:lnTo>
                <a:close/>
              </a:path>
              <a:path w="458470" h="582929">
                <a:moveTo>
                  <a:pt x="245859" y="90738"/>
                </a:moveTo>
                <a:lnTo>
                  <a:pt x="148607" y="90738"/>
                </a:lnTo>
                <a:lnTo>
                  <a:pt x="188623" y="102174"/>
                </a:lnTo>
                <a:lnTo>
                  <a:pt x="219786" y="133966"/>
                </a:lnTo>
                <a:lnTo>
                  <a:pt x="240011" y="183379"/>
                </a:lnTo>
                <a:lnTo>
                  <a:pt x="247216" y="247679"/>
                </a:lnTo>
                <a:lnTo>
                  <a:pt x="240011" y="312238"/>
                </a:lnTo>
                <a:lnTo>
                  <a:pt x="219786" y="361738"/>
                </a:lnTo>
                <a:lnTo>
                  <a:pt x="188623" y="393443"/>
                </a:lnTo>
                <a:lnTo>
                  <a:pt x="148607" y="404619"/>
                </a:lnTo>
                <a:lnTo>
                  <a:pt x="246193" y="404619"/>
                </a:lnTo>
                <a:lnTo>
                  <a:pt x="255202" y="395591"/>
                </a:lnTo>
                <a:lnTo>
                  <a:pt x="277822" y="355392"/>
                </a:lnTo>
                <a:lnTo>
                  <a:pt x="292186" y="305779"/>
                </a:lnTo>
                <a:lnTo>
                  <a:pt x="297215" y="247679"/>
                </a:lnTo>
                <a:lnTo>
                  <a:pt x="292186" y="189771"/>
                </a:lnTo>
                <a:lnTo>
                  <a:pt x="277822" y="140274"/>
                </a:lnTo>
                <a:lnTo>
                  <a:pt x="255202" y="100113"/>
                </a:lnTo>
                <a:lnTo>
                  <a:pt x="245859" y="90738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 descr=""/>
          <p:cNvSpPr/>
          <p:nvPr/>
        </p:nvSpPr>
        <p:spPr>
          <a:xfrm>
            <a:off x="6768930" y="4827731"/>
            <a:ext cx="494665" cy="568960"/>
          </a:xfrm>
          <a:custGeom>
            <a:avLst/>
            <a:gdLst/>
            <a:ahLst/>
            <a:cxnLst/>
            <a:rect l="l" t="t" r="r" b="b"/>
            <a:pathLst>
              <a:path w="494665" h="568960">
                <a:moveTo>
                  <a:pt x="156477" y="389341"/>
                </a:moveTo>
                <a:lnTo>
                  <a:pt x="104627" y="389341"/>
                </a:lnTo>
                <a:lnTo>
                  <a:pt x="104627" y="568504"/>
                </a:lnTo>
                <a:lnTo>
                  <a:pt x="494432" y="568504"/>
                </a:lnTo>
                <a:lnTo>
                  <a:pt x="494432" y="525912"/>
                </a:lnTo>
                <a:lnTo>
                  <a:pt x="156477" y="525912"/>
                </a:lnTo>
                <a:lnTo>
                  <a:pt x="156477" y="389341"/>
                </a:lnTo>
                <a:close/>
              </a:path>
              <a:path w="494665" h="568960">
                <a:moveTo>
                  <a:pt x="481006" y="0"/>
                </a:moveTo>
                <a:lnTo>
                  <a:pt x="429619" y="0"/>
                </a:lnTo>
                <a:lnTo>
                  <a:pt x="429619" y="86108"/>
                </a:lnTo>
                <a:lnTo>
                  <a:pt x="309714" y="86108"/>
                </a:lnTo>
                <a:lnTo>
                  <a:pt x="309714" y="128700"/>
                </a:lnTo>
                <a:lnTo>
                  <a:pt x="429619" y="128700"/>
                </a:lnTo>
                <a:lnTo>
                  <a:pt x="429619" y="206013"/>
                </a:lnTo>
                <a:lnTo>
                  <a:pt x="309714" y="206013"/>
                </a:lnTo>
                <a:lnTo>
                  <a:pt x="309714" y="248141"/>
                </a:lnTo>
                <a:lnTo>
                  <a:pt x="429619" y="248141"/>
                </a:lnTo>
                <a:lnTo>
                  <a:pt x="429619" y="434711"/>
                </a:lnTo>
                <a:lnTo>
                  <a:pt x="481006" y="434711"/>
                </a:lnTo>
                <a:lnTo>
                  <a:pt x="481006" y="0"/>
                </a:lnTo>
                <a:close/>
              </a:path>
              <a:path w="494665" h="568960">
                <a:moveTo>
                  <a:pt x="197680" y="32406"/>
                </a:moveTo>
                <a:lnTo>
                  <a:pt x="147218" y="32406"/>
                </a:lnTo>
                <a:lnTo>
                  <a:pt x="147218" y="107404"/>
                </a:lnTo>
                <a:lnTo>
                  <a:pt x="142164" y="152154"/>
                </a:lnTo>
                <a:lnTo>
                  <a:pt x="128083" y="194422"/>
                </a:lnTo>
                <a:lnTo>
                  <a:pt x="105900" y="233038"/>
                </a:lnTo>
                <a:lnTo>
                  <a:pt x="76541" y="266831"/>
                </a:lnTo>
                <a:lnTo>
                  <a:pt x="40932" y="294632"/>
                </a:lnTo>
                <a:lnTo>
                  <a:pt x="0" y="315269"/>
                </a:lnTo>
                <a:lnTo>
                  <a:pt x="27777" y="356472"/>
                </a:lnTo>
                <a:lnTo>
                  <a:pt x="75682" y="330344"/>
                </a:lnTo>
                <a:lnTo>
                  <a:pt x="116577" y="294842"/>
                </a:lnTo>
                <a:lnTo>
                  <a:pt x="149356" y="251266"/>
                </a:lnTo>
                <a:lnTo>
                  <a:pt x="172912" y="200920"/>
                </a:lnTo>
                <a:lnTo>
                  <a:pt x="222085" y="200920"/>
                </a:lnTo>
                <a:lnTo>
                  <a:pt x="204420" y="157614"/>
                </a:lnTo>
                <a:lnTo>
                  <a:pt x="197680" y="107404"/>
                </a:lnTo>
                <a:lnTo>
                  <a:pt x="197680" y="32406"/>
                </a:lnTo>
                <a:close/>
              </a:path>
              <a:path w="494665" h="568960">
                <a:moveTo>
                  <a:pt x="222085" y="200920"/>
                </a:moveTo>
                <a:lnTo>
                  <a:pt x="172912" y="200920"/>
                </a:lnTo>
                <a:lnTo>
                  <a:pt x="196042" y="247657"/>
                </a:lnTo>
                <a:lnTo>
                  <a:pt x="227569" y="288360"/>
                </a:lnTo>
                <a:lnTo>
                  <a:pt x="266432" y="321686"/>
                </a:lnTo>
                <a:lnTo>
                  <a:pt x="311566" y="346287"/>
                </a:lnTo>
                <a:lnTo>
                  <a:pt x="340269" y="306011"/>
                </a:lnTo>
                <a:lnTo>
                  <a:pt x="293085" y="280911"/>
                </a:lnTo>
                <a:lnTo>
                  <a:pt x="253679" y="246434"/>
                </a:lnTo>
                <a:lnTo>
                  <a:pt x="223605" y="204646"/>
                </a:lnTo>
                <a:lnTo>
                  <a:pt x="222085" y="20092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 descr=""/>
          <p:cNvSpPr/>
          <p:nvPr/>
        </p:nvSpPr>
        <p:spPr>
          <a:xfrm>
            <a:off x="826680" y="925192"/>
            <a:ext cx="375285" cy="73025"/>
          </a:xfrm>
          <a:custGeom>
            <a:avLst/>
            <a:gdLst/>
            <a:ahLst/>
            <a:cxnLst/>
            <a:rect l="l" t="t" r="r" b="b"/>
            <a:pathLst>
              <a:path w="375284" h="73025">
                <a:moveTo>
                  <a:pt x="375111" y="72890"/>
                </a:moveTo>
                <a:lnTo>
                  <a:pt x="0" y="72890"/>
                </a:lnTo>
                <a:lnTo>
                  <a:pt x="0" y="0"/>
                </a:lnTo>
                <a:lnTo>
                  <a:pt x="375111" y="0"/>
                </a:lnTo>
                <a:lnTo>
                  <a:pt x="375111" y="72890"/>
                </a:lnTo>
                <a:close/>
              </a:path>
            </a:pathLst>
          </a:custGeom>
          <a:solidFill>
            <a:srgbClr val="A3835F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3361" y="1443127"/>
            <a:ext cx="12777355" cy="757886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036" y="1059897"/>
            <a:ext cx="1085067" cy="24146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89297" y="3782218"/>
            <a:ext cx="375285" cy="73025"/>
          </a:xfrm>
          <a:custGeom>
            <a:avLst/>
            <a:gdLst/>
            <a:ahLst/>
            <a:cxnLst/>
            <a:rect l="l" t="t" r="r" b="b"/>
            <a:pathLst>
              <a:path w="375284" h="73025">
                <a:moveTo>
                  <a:pt x="375111" y="72890"/>
                </a:moveTo>
                <a:lnTo>
                  <a:pt x="0" y="72890"/>
                </a:lnTo>
                <a:lnTo>
                  <a:pt x="0" y="0"/>
                </a:lnTo>
                <a:lnTo>
                  <a:pt x="375111" y="0"/>
                </a:lnTo>
                <a:lnTo>
                  <a:pt x="375111" y="72890"/>
                </a:lnTo>
                <a:close/>
              </a:path>
            </a:pathLst>
          </a:custGeom>
          <a:solidFill>
            <a:srgbClr val="A383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885888" y="684627"/>
            <a:ext cx="384810" cy="447675"/>
            <a:chOff x="4885888" y="684627"/>
            <a:chExt cx="384810" cy="447675"/>
          </a:xfrm>
        </p:grpSpPr>
        <p:sp>
          <p:nvSpPr>
            <p:cNvPr id="6" name="object 6" descr=""/>
            <p:cNvSpPr/>
            <p:nvPr/>
          </p:nvSpPr>
          <p:spPr>
            <a:xfrm>
              <a:off x="5068973" y="689780"/>
              <a:ext cx="182245" cy="336550"/>
            </a:xfrm>
            <a:custGeom>
              <a:avLst/>
              <a:gdLst/>
              <a:ahLst/>
              <a:cxnLst/>
              <a:rect l="l" t="t" r="r" b="b"/>
              <a:pathLst>
                <a:path w="182245" h="336550">
                  <a:moveTo>
                    <a:pt x="144836" y="0"/>
                  </a:moveTo>
                  <a:lnTo>
                    <a:pt x="144836" y="336291"/>
                  </a:lnTo>
                  <a:lnTo>
                    <a:pt x="182202" y="336291"/>
                  </a:lnTo>
                  <a:lnTo>
                    <a:pt x="182202" y="0"/>
                  </a:lnTo>
                  <a:lnTo>
                    <a:pt x="144836" y="0"/>
                  </a:lnTo>
                  <a:close/>
                </a:path>
                <a:path w="182245" h="336550">
                  <a:moveTo>
                    <a:pt x="93948" y="324192"/>
                  </a:moveTo>
                  <a:lnTo>
                    <a:pt x="93948" y="8184"/>
                  </a:lnTo>
                  <a:lnTo>
                    <a:pt x="55870" y="8184"/>
                  </a:lnTo>
                  <a:lnTo>
                    <a:pt x="55870" y="124196"/>
                  </a:lnTo>
                  <a:lnTo>
                    <a:pt x="0" y="124196"/>
                  </a:lnTo>
                  <a:lnTo>
                    <a:pt x="0" y="157292"/>
                  </a:lnTo>
                  <a:lnTo>
                    <a:pt x="55870" y="157292"/>
                  </a:lnTo>
                  <a:lnTo>
                    <a:pt x="55870" y="324192"/>
                  </a:lnTo>
                  <a:lnTo>
                    <a:pt x="93948" y="324192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5888" y="720925"/>
              <a:ext cx="209590" cy="24090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957944" y="991909"/>
              <a:ext cx="307340" cy="135255"/>
            </a:xfrm>
            <a:custGeom>
              <a:avLst/>
              <a:gdLst/>
              <a:ahLst/>
              <a:cxnLst/>
              <a:rect l="l" t="t" r="r" b="b"/>
              <a:pathLst>
                <a:path w="307339" h="135255">
                  <a:moveTo>
                    <a:pt x="39500" y="0"/>
                  </a:moveTo>
                  <a:lnTo>
                    <a:pt x="0" y="0"/>
                  </a:lnTo>
                  <a:lnTo>
                    <a:pt x="0" y="134872"/>
                  </a:lnTo>
                  <a:lnTo>
                    <a:pt x="307110" y="134872"/>
                  </a:lnTo>
                  <a:lnTo>
                    <a:pt x="307110" y="102132"/>
                  </a:lnTo>
                  <a:lnTo>
                    <a:pt x="39500" y="102132"/>
                  </a:lnTo>
                  <a:lnTo>
                    <a:pt x="39500" y="0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5365195" y="689424"/>
            <a:ext cx="349250" cy="448309"/>
          </a:xfrm>
          <a:custGeom>
            <a:avLst/>
            <a:gdLst/>
            <a:ahLst/>
            <a:cxnLst/>
            <a:rect l="l" t="t" r="r" b="b"/>
            <a:pathLst>
              <a:path w="349250" h="448309">
                <a:moveTo>
                  <a:pt x="309245" y="162629"/>
                </a:moveTo>
                <a:lnTo>
                  <a:pt x="178643" y="162629"/>
                </a:lnTo>
                <a:lnTo>
                  <a:pt x="178643" y="195725"/>
                </a:lnTo>
                <a:lnTo>
                  <a:pt x="309245" y="195725"/>
                </a:lnTo>
                <a:lnTo>
                  <a:pt x="309245" y="448032"/>
                </a:lnTo>
                <a:lnTo>
                  <a:pt x="348746" y="448032"/>
                </a:lnTo>
                <a:lnTo>
                  <a:pt x="348746" y="0"/>
                </a:lnTo>
                <a:lnTo>
                  <a:pt x="309245" y="0"/>
                </a:lnTo>
                <a:lnTo>
                  <a:pt x="309245" y="162629"/>
                </a:lnTo>
                <a:close/>
              </a:path>
              <a:path w="349250" h="448309">
                <a:moveTo>
                  <a:pt x="39856" y="75798"/>
                </a:moveTo>
                <a:lnTo>
                  <a:pt x="205333" y="75798"/>
                </a:lnTo>
                <a:lnTo>
                  <a:pt x="205333" y="42703"/>
                </a:lnTo>
                <a:lnTo>
                  <a:pt x="0" y="42703"/>
                </a:lnTo>
                <a:lnTo>
                  <a:pt x="0" y="337359"/>
                </a:lnTo>
                <a:lnTo>
                  <a:pt x="34518" y="337359"/>
                </a:lnTo>
                <a:lnTo>
                  <a:pt x="93636" y="336719"/>
                </a:lnTo>
                <a:lnTo>
                  <a:pt x="145014" y="334378"/>
                </a:lnTo>
                <a:lnTo>
                  <a:pt x="192655" y="329702"/>
                </a:lnTo>
                <a:lnTo>
                  <a:pt x="240563" y="322057"/>
                </a:lnTo>
                <a:lnTo>
                  <a:pt x="235937" y="289317"/>
                </a:lnTo>
                <a:lnTo>
                  <a:pt x="190362" y="296601"/>
                </a:lnTo>
                <a:lnTo>
                  <a:pt x="144769" y="301016"/>
                </a:lnTo>
                <a:lnTo>
                  <a:pt x="95741" y="303229"/>
                </a:lnTo>
                <a:lnTo>
                  <a:pt x="39856" y="303907"/>
                </a:lnTo>
                <a:lnTo>
                  <a:pt x="39856" y="75798"/>
                </a:lnTo>
                <a:close/>
              </a:path>
            </a:pathLst>
          </a:custGeom>
          <a:ln w="10305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812658" y="689424"/>
            <a:ext cx="417830" cy="445770"/>
          </a:xfrm>
          <a:custGeom>
            <a:avLst/>
            <a:gdLst/>
            <a:ahLst/>
            <a:cxnLst/>
            <a:rect l="l" t="t" r="r" b="b"/>
            <a:pathLst>
              <a:path w="417829" h="445769">
                <a:moveTo>
                  <a:pt x="417428" y="77578"/>
                </a:moveTo>
                <a:lnTo>
                  <a:pt x="351237" y="77578"/>
                </a:lnTo>
                <a:lnTo>
                  <a:pt x="351237" y="0"/>
                </a:lnTo>
                <a:lnTo>
                  <a:pt x="311736" y="0"/>
                </a:lnTo>
                <a:lnTo>
                  <a:pt x="311736" y="300704"/>
                </a:lnTo>
                <a:lnTo>
                  <a:pt x="351237" y="300704"/>
                </a:lnTo>
                <a:lnTo>
                  <a:pt x="351237" y="209959"/>
                </a:lnTo>
                <a:lnTo>
                  <a:pt x="417428" y="209959"/>
                </a:lnTo>
                <a:lnTo>
                  <a:pt x="417428" y="176864"/>
                </a:lnTo>
                <a:lnTo>
                  <a:pt x="351237" y="176864"/>
                </a:lnTo>
                <a:lnTo>
                  <a:pt x="351237" y="110673"/>
                </a:lnTo>
                <a:lnTo>
                  <a:pt x="417428" y="110673"/>
                </a:lnTo>
                <a:lnTo>
                  <a:pt x="417428" y="77578"/>
                </a:lnTo>
                <a:close/>
              </a:path>
              <a:path w="417829" h="445769">
                <a:moveTo>
                  <a:pt x="133627" y="141989"/>
                </a:moveTo>
                <a:lnTo>
                  <a:pt x="151828" y="175001"/>
                </a:lnTo>
                <a:lnTo>
                  <a:pt x="176486" y="203509"/>
                </a:lnTo>
                <a:lnTo>
                  <a:pt x="206715" y="226612"/>
                </a:lnTo>
                <a:lnTo>
                  <a:pt x="241631" y="243410"/>
                </a:lnTo>
                <a:lnTo>
                  <a:pt x="263339" y="212806"/>
                </a:lnTo>
                <a:lnTo>
                  <a:pt x="218261" y="190315"/>
                </a:lnTo>
                <a:lnTo>
                  <a:pt x="182958" y="157781"/>
                </a:lnTo>
                <a:lnTo>
                  <a:pt x="159999" y="117974"/>
                </a:lnTo>
                <a:lnTo>
                  <a:pt x="151954" y="73663"/>
                </a:lnTo>
                <a:lnTo>
                  <a:pt x="151954" y="24910"/>
                </a:lnTo>
                <a:lnTo>
                  <a:pt x="113164" y="24910"/>
                </a:lnTo>
                <a:lnTo>
                  <a:pt x="113164" y="70816"/>
                </a:lnTo>
                <a:lnTo>
                  <a:pt x="104890" y="120515"/>
                </a:lnTo>
                <a:lnTo>
                  <a:pt x="81937" y="164408"/>
                </a:lnTo>
                <a:lnTo>
                  <a:pt x="46306" y="200028"/>
                </a:lnTo>
                <a:lnTo>
                  <a:pt x="0" y="224906"/>
                </a:lnTo>
                <a:lnTo>
                  <a:pt x="22063" y="256222"/>
                </a:lnTo>
                <a:lnTo>
                  <a:pt x="58887" y="237322"/>
                </a:lnTo>
                <a:lnTo>
                  <a:pt x="90322" y="211383"/>
                </a:lnTo>
                <a:lnTo>
                  <a:pt x="115519" y="179305"/>
                </a:lnTo>
                <a:lnTo>
                  <a:pt x="133627" y="141989"/>
                </a:lnTo>
                <a:close/>
              </a:path>
              <a:path w="417829" h="445769">
                <a:moveTo>
                  <a:pt x="234870" y="277929"/>
                </a:moveTo>
                <a:lnTo>
                  <a:pt x="195725" y="277929"/>
                </a:lnTo>
                <a:lnTo>
                  <a:pt x="195725" y="291808"/>
                </a:lnTo>
                <a:lnTo>
                  <a:pt x="187577" y="327633"/>
                </a:lnTo>
                <a:lnTo>
                  <a:pt x="165217" y="358574"/>
                </a:lnTo>
                <a:lnTo>
                  <a:pt x="131772" y="383843"/>
                </a:lnTo>
                <a:lnTo>
                  <a:pt x="90366" y="402655"/>
                </a:lnTo>
                <a:lnTo>
                  <a:pt x="44126" y="414225"/>
                </a:lnTo>
                <a:lnTo>
                  <a:pt x="60141" y="445185"/>
                </a:lnTo>
                <a:lnTo>
                  <a:pt x="108585" y="432330"/>
                </a:lnTo>
                <a:lnTo>
                  <a:pt x="152509" y="411868"/>
                </a:lnTo>
                <a:lnTo>
                  <a:pt x="189127" y="384132"/>
                </a:lnTo>
                <a:lnTo>
                  <a:pt x="215653" y="349458"/>
                </a:lnTo>
                <a:lnTo>
                  <a:pt x="241848" y="384132"/>
                </a:lnTo>
                <a:lnTo>
                  <a:pt x="278285" y="411868"/>
                </a:lnTo>
                <a:lnTo>
                  <a:pt x="322196" y="432330"/>
                </a:lnTo>
                <a:lnTo>
                  <a:pt x="370810" y="445185"/>
                </a:lnTo>
                <a:lnTo>
                  <a:pt x="386824" y="414225"/>
                </a:lnTo>
                <a:lnTo>
                  <a:pt x="340513" y="402655"/>
                </a:lnTo>
                <a:lnTo>
                  <a:pt x="298951" y="383843"/>
                </a:lnTo>
                <a:lnTo>
                  <a:pt x="265349" y="358574"/>
                </a:lnTo>
                <a:lnTo>
                  <a:pt x="242918" y="327633"/>
                </a:lnTo>
                <a:lnTo>
                  <a:pt x="234870" y="291808"/>
                </a:lnTo>
                <a:lnTo>
                  <a:pt x="234870" y="277929"/>
                </a:lnTo>
                <a:close/>
              </a:path>
            </a:pathLst>
          </a:custGeom>
          <a:ln w="10305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4885888" y="684627"/>
            <a:ext cx="384810" cy="447675"/>
            <a:chOff x="4885888" y="684627"/>
            <a:chExt cx="384810" cy="447675"/>
          </a:xfrm>
        </p:grpSpPr>
        <p:sp>
          <p:nvSpPr>
            <p:cNvPr id="12" name="object 12" descr=""/>
            <p:cNvSpPr/>
            <p:nvPr/>
          </p:nvSpPr>
          <p:spPr>
            <a:xfrm>
              <a:off x="4891041" y="689780"/>
              <a:ext cx="374015" cy="437515"/>
            </a:xfrm>
            <a:custGeom>
              <a:avLst/>
              <a:gdLst/>
              <a:ahLst/>
              <a:cxnLst/>
              <a:rect l="l" t="t" r="r" b="b"/>
              <a:pathLst>
                <a:path w="374014" h="437515">
                  <a:moveTo>
                    <a:pt x="106403" y="302128"/>
                  </a:moveTo>
                  <a:lnTo>
                    <a:pt x="66902" y="302128"/>
                  </a:lnTo>
                  <a:lnTo>
                    <a:pt x="66902" y="437001"/>
                  </a:lnTo>
                  <a:lnTo>
                    <a:pt x="374013" y="437001"/>
                  </a:lnTo>
                  <a:lnTo>
                    <a:pt x="374013" y="404261"/>
                  </a:lnTo>
                  <a:lnTo>
                    <a:pt x="106403" y="404261"/>
                  </a:lnTo>
                  <a:lnTo>
                    <a:pt x="106403" y="302128"/>
                  </a:lnTo>
                  <a:close/>
                </a:path>
                <a:path w="374014" h="437515">
                  <a:moveTo>
                    <a:pt x="360134" y="0"/>
                  </a:moveTo>
                  <a:lnTo>
                    <a:pt x="322768" y="0"/>
                  </a:lnTo>
                  <a:lnTo>
                    <a:pt x="322768" y="336291"/>
                  </a:lnTo>
                  <a:lnTo>
                    <a:pt x="360134" y="336291"/>
                  </a:lnTo>
                  <a:lnTo>
                    <a:pt x="360134" y="0"/>
                  </a:lnTo>
                  <a:close/>
                </a:path>
                <a:path w="374014" h="437515">
                  <a:moveTo>
                    <a:pt x="271880" y="8184"/>
                  </a:moveTo>
                  <a:lnTo>
                    <a:pt x="233803" y="8184"/>
                  </a:lnTo>
                  <a:lnTo>
                    <a:pt x="233803" y="124196"/>
                  </a:lnTo>
                  <a:lnTo>
                    <a:pt x="177932" y="124196"/>
                  </a:lnTo>
                  <a:lnTo>
                    <a:pt x="177932" y="157292"/>
                  </a:lnTo>
                  <a:lnTo>
                    <a:pt x="233803" y="157292"/>
                  </a:lnTo>
                  <a:lnTo>
                    <a:pt x="233803" y="324192"/>
                  </a:lnTo>
                  <a:lnTo>
                    <a:pt x="271880" y="324192"/>
                  </a:lnTo>
                  <a:lnTo>
                    <a:pt x="271880" y="8184"/>
                  </a:lnTo>
                  <a:close/>
                </a:path>
                <a:path w="374014" h="437515">
                  <a:moveTo>
                    <a:pt x="159783" y="36298"/>
                  </a:moveTo>
                  <a:lnTo>
                    <a:pt x="0" y="36298"/>
                  </a:lnTo>
                  <a:lnTo>
                    <a:pt x="0" y="67970"/>
                  </a:lnTo>
                  <a:lnTo>
                    <a:pt x="121350" y="67970"/>
                  </a:lnTo>
                  <a:lnTo>
                    <a:pt x="121350" y="133804"/>
                  </a:lnTo>
                  <a:lnTo>
                    <a:pt x="1067" y="133804"/>
                  </a:lnTo>
                  <a:lnTo>
                    <a:pt x="1067" y="266898"/>
                  </a:lnTo>
                  <a:lnTo>
                    <a:pt x="29892" y="266898"/>
                  </a:lnTo>
                  <a:lnTo>
                    <a:pt x="75626" y="266186"/>
                  </a:lnTo>
                  <a:lnTo>
                    <a:pt x="117390" y="264140"/>
                  </a:lnTo>
                  <a:lnTo>
                    <a:pt x="157753" y="260092"/>
                  </a:lnTo>
                  <a:lnTo>
                    <a:pt x="199284" y="253375"/>
                  </a:lnTo>
                  <a:lnTo>
                    <a:pt x="196769" y="234514"/>
                  </a:lnTo>
                  <a:lnTo>
                    <a:pt x="39856" y="234514"/>
                  </a:lnTo>
                  <a:lnTo>
                    <a:pt x="39856" y="164053"/>
                  </a:lnTo>
                  <a:lnTo>
                    <a:pt x="159783" y="164053"/>
                  </a:lnTo>
                  <a:lnTo>
                    <a:pt x="159783" y="36298"/>
                  </a:lnTo>
                  <a:close/>
                </a:path>
                <a:path w="374014" h="437515">
                  <a:moveTo>
                    <a:pt x="195013" y="221347"/>
                  </a:moveTo>
                  <a:lnTo>
                    <a:pt x="156633" y="227808"/>
                  </a:lnTo>
                  <a:lnTo>
                    <a:pt x="119370" y="231800"/>
                  </a:lnTo>
                  <a:lnTo>
                    <a:pt x="81139" y="233858"/>
                  </a:lnTo>
                  <a:lnTo>
                    <a:pt x="39856" y="234514"/>
                  </a:lnTo>
                  <a:lnTo>
                    <a:pt x="196769" y="234514"/>
                  </a:lnTo>
                  <a:lnTo>
                    <a:pt x="195013" y="221347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068973" y="689780"/>
              <a:ext cx="182245" cy="336550"/>
            </a:xfrm>
            <a:custGeom>
              <a:avLst/>
              <a:gdLst/>
              <a:ahLst/>
              <a:cxnLst/>
              <a:rect l="l" t="t" r="r" b="b"/>
              <a:pathLst>
                <a:path w="182245" h="336550">
                  <a:moveTo>
                    <a:pt x="144836" y="0"/>
                  </a:moveTo>
                  <a:lnTo>
                    <a:pt x="144836" y="336291"/>
                  </a:lnTo>
                  <a:lnTo>
                    <a:pt x="182202" y="336291"/>
                  </a:lnTo>
                  <a:lnTo>
                    <a:pt x="182202" y="0"/>
                  </a:lnTo>
                  <a:lnTo>
                    <a:pt x="144836" y="0"/>
                  </a:lnTo>
                  <a:close/>
                </a:path>
                <a:path w="182245" h="336550">
                  <a:moveTo>
                    <a:pt x="93948" y="324192"/>
                  </a:moveTo>
                  <a:lnTo>
                    <a:pt x="93948" y="8184"/>
                  </a:lnTo>
                  <a:lnTo>
                    <a:pt x="55870" y="8184"/>
                  </a:lnTo>
                  <a:lnTo>
                    <a:pt x="55870" y="124196"/>
                  </a:lnTo>
                  <a:lnTo>
                    <a:pt x="0" y="124196"/>
                  </a:lnTo>
                  <a:lnTo>
                    <a:pt x="0" y="157292"/>
                  </a:lnTo>
                  <a:lnTo>
                    <a:pt x="55870" y="157292"/>
                  </a:lnTo>
                  <a:lnTo>
                    <a:pt x="55870" y="324192"/>
                  </a:lnTo>
                  <a:lnTo>
                    <a:pt x="93948" y="324192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5888" y="720925"/>
              <a:ext cx="209590" cy="24090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957944" y="991909"/>
              <a:ext cx="307340" cy="135255"/>
            </a:xfrm>
            <a:custGeom>
              <a:avLst/>
              <a:gdLst/>
              <a:ahLst/>
              <a:cxnLst/>
              <a:rect l="l" t="t" r="r" b="b"/>
              <a:pathLst>
                <a:path w="307339" h="135255">
                  <a:moveTo>
                    <a:pt x="39500" y="0"/>
                  </a:moveTo>
                  <a:lnTo>
                    <a:pt x="0" y="0"/>
                  </a:lnTo>
                  <a:lnTo>
                    <a:pt x="0" y="134872"/>
                  </a:lnTo>
                  <a:lnTo>
                    <a:pt x="307110" y="134872"/>
                  </a:lnTo>
                  <a:lnTo>
                    <a:pt x="307110" y="102132"/>
                  </a:lnTo>
                  <a:lnTo>
                    <a:pt x="39500" y="102132"/>
                  </a:lnTo>
                  <a:lnTo>
                    <a:pt x="39500" y="0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5360042" y="684271"/>
            <a:ext cx="359410" cy="458470"/>
            <a:chOff x="5360042" y="684271"/>
            <a:chExt cx="359410" cy="458470"/>
          </a:xfrm>
        </p:grpSpPr>
        <p:sp>
          <p:nvSpPr>
            <p:cNvPr id="17" name="object 17" descr=""/>
            <p:cNvSpPr/>
            <p:nvPr/>
          </p:nvSpPr>
          <p:spPr>
            <a:xfrm>
              <a:off x="5365195" y="689424"/>
              <a:ext cx="349250" cy="448309"/>
            </a:xfrm>
            <a:custGeom>
              <a:avLst/>
              <a:gdLst/>
              <a:ahLst/>
              <a:cxnLst/>
              <a:rect l="l" t="t" r="r" b="b"/>
              <a:pathLst>
                <a:path w="349250" h="448309">
                  <a:moveTo>
                    <a:pt x="348746" y="0"/>
                  </a:moveTo>
                  <a:lnTo>
                    <a:pt x="309245" y="0"/>
                  </a:lnTo>
                  <a:lnTo>
                    <a:pt x="309245" y="162629"/>
                  </a:lnTo>
                  <a:lnTo>
                    <a:pt x="178643" y="162629"/>
                  </a:lnTo>
                  <a:lnTo>
                    <a:pt x="178643" y="195725"/>
                  </a:lnTo>
                  <a:lnTo>
                    <a:pt x="309245" y="195725"/>
                  </a:lnTo>
                  <a:lnTo>
                    <a:pt x="309245" y="448032"/>
                  </a:lnTo>
                  <a:lnTo>
                    <a:pt x="348746" y="448032"/>
                  </a:lnTo>
                  <a:lnTo>
                    <a:pt x="348746" y="0"/>
                  </a:lnTo>
                  <a:close/>
                </a:path>
                <a:path w="349250" h="448309">
                  <a:moveTo>
                    <a:pt x="205333" y="42703"/>
                  </a:moveTo>
                  <a:lnTo>
                    <a:pt x="0" y="42703"/>
                  </a:lnTo>
                  <a:lnTo>
                    <a:pt x="0" y="337359"/>
                  </a:lnTo>
                  <a:lnTo>
                    <a:pt x="34518" y="337359"/>
                  </a:lnTo>
                  <a:lnTo>
                    <a:pt x="93636" y="336719"/>
                  </a:lnTo>
                  <a:lnTo>
                    <a:pt x="145014" y="334378"/>
                  </a:lnTo>
                  <a:lnTo>
                    <a:pt x="192655" y="329702"/>
                  </a:lnTo>
                  <a:lnTo>
                    <a:pt x="240563" y="322057"/>
                  </a:lnTo>
                  <a:lnTo>
                    <a:pt x="237999" y="303907"/>
                  </a:lnTo>
                  <a:lnTo>
                    <a:pt x="39856" y="303907"/>
                  </a:lnTo>
                  <a:lnTo>
                    <a:pt x="39856" y="75798"/>
                  </a:lnTo>
                  <a:lnTo>
                    <a:pt x="205333" y="75798"/>
                  </a:lnTo>
                  <a:lnTo>
                    <a:pt x="205333" y="42703"/>
                  </a:lnTo>
                  <a:close/>
                </a:path>
                <a:path w="349250" h="448309">
                  <a:moveTo>
                    <a:pt x="235937" y="289317"/>
                  </a:moveTo>
                  <a:lnTo>
                    <a:pt x="190362" y="296601"/>
                  </a:lnTo>
                  <a:lnTo>
                    <a:pt x="144769" y="301016"/>
                  </a:lnTo>
                  <a:lnTo>
                    <a:pt x="95741" y="303229"/>
                  </a:lnTo>
                  <a:lnTo>
                    <a:pt x="39856" y="303907"/>
                  </a:lnTo>
                  <a:lnTo>
                    <a:pt x="237999" y="303907"/>
                  </a:lnTo>
                  <a:lnTo>
                    <a:pt x="235937" y="289317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365195" y="689424"/>
              <a:ext cx="349250" cy="448309"/>
            </a:xfrm>
            <a:custGeom>
              <a:avLst/>
              <a:gdLst/>
              <a:ahLst/>
              <a:cxnLst/>
              <a:rect l="l" t="t" r="r" b="b"/>
              <a:pathLst>
                <a:path w="349250" h="448309">
                  <a:moveTo>
                    <a:pt x="309245" y="162629"/>
                  </a:moveTo>
                  <a:lnTo>
                    <a:pt x="178643" y="162629"/>
                  </a:lnTo>
                  <a:lnTo>
                    <a:pt x="178643" y="195725"/>
                  </a:lnTo>
                  <a:lnTo>
                    <a:pt x="309245" y="195725"/>
                  </a:lnTo>
                  <a:lnTo>
                    <a:pt x="309245" y="448032"/>
                  </a:lnTo>
                  <a:lnTo>
                    <a:pt x="348746" y="448032"/>
                  </a:lnTo>
                  <a:lnTo>
                    <a:pt x="348746" y="0"/>
                  </a:lnTo>
                  <a:lnTo>
                    <a:pt x="309245" y="0"/>
                  </a:lnTo>
                  <a:lnTo>
                    <a:pt x="309245" y="162629"/>
                  </a:lnTo>
                  <a:close/>
                </a:path>
                <a:path w="349250" h="448309">
                  <a:moveTo>
                    <a:pt x="39856" y="75798"/>
                  </a:moveTo>
                  <a:lnTo>
                    <a:pt x="205333" y="75798"/>
                  </a:lnTo>
                  <a:lnTo>
                    <a:pt x="205333" y="42703"/>
                  </a:lnTo>
                  <a:lnTo>
                    <a:pt x="0" y="42703"/>
                  </a:lnTo>
                  <a:lnTo>
                    <a:pt x="0" y="337359"/>
                  </a:lnTo>
                  <a:lnTo>
                    <a:pt x="34518" y="337359"/>
                  </a:lnTo>
                  <a:lnTo>
                    <a:pt x="93636" y="336719"/>
                  </a:lnTo>
                  <a:lnTo>
                    <a:pt x="145014" y="334378"/>
                  </a:lnTo>
                  <a:lnTo>
                    <a:pt x="192655" y="329702"/>
                  </a:lnTo>
                  <a:lnTo>
                    <a:pt x="240563" y="322057"/>
                  </a:lnTo>
                  <a:lnTo>
                    <a:pt x="235937" y="289317"/>
                  </a:lnTo>
                  <a:lnTo>
                    <a:pt x="190362" y="296601"/>
                  </a:lnTo>
                  <a:lnTo>
                    <a:pt x="144769" y="301016"/>
                  </a:lnTo>
                  <a:lnTo>
                    <a:pt x="95741" y="303229"/>
                  </a:lnTo>
                  <a:lnTo>
                    <a:pt x="39856" y="303907"/>
                  </a:lnTo>
                  <a:lnTo>
                    <a:pt x="39856" y="75798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5807505" y="684271"/>
            <a:ext cx="427990" cy="455930"/>
            <a:chOff x="5807505" y="684271"/>
            <a:chExt cx="427990" cy="455930"/>
          </a:xfrm>
        </p:grpSpPr>
        <p:sp>
          <p:nvSpPr>
            <p:cNvPr id="20" name="object 20" descr=""/>
            <p:cNvSpPr/>
            <p:nvPr/>
          </p:nvSpPr>
          <p:spPr>
            <a:xfrm>
              <a:off x="5812658" y="689424"/>
              <a:ext cx="417830" cy="445770"/>
            </a:xfrm>
            <a:custGeom>
              <a:avLst/>
              <a:gdLst/>
              <a:ahLst/>
              <a:cxnLst/>
              <a:rect l="l" t="t" r="r" b="b"/>
              <a:pathLst>
                <a:path w="417829" h="445769">
                  <a:moveTo>
                    <a:pt x="234870" y="277929"/>
                  </a:moveTo>
                  <a:lnTo>
                    <a:pt x="195725" y="277929"/>
                  </a:lnTo>
                  <a:lnTo>
                    <a:pt x="195725" y="291808"/>
                  </a:lnTo>
                  <a:lnTo>
                    <a:pt x="187577" y="327633"/>
                  </a:lnTo>
                  <a:lnTo>
                    <a:pt x="165217" y="358574"/>
                  </a:lnTo>
                  <a:lnTo>
                    <a:pt x="131772" y="383843"/>
                  </a:lnTo>
                  <a:lnTo>
                    <a:pt x="90366" y="402655"/>
                  </a:lnTo>
                  <a:lnTo>
                    <a:pt x="44126" y="414225"/>
                  </a:lnTo>
                  <a:lnTo>
                    <a:pt x="60141" y="445185"/>
                  </a:lnTo>
                  <a:lnTo>
                    <a:pt x="108585" y="432330"/>
                  </a:lnTo>
                  <a:lnTo>
                    <a:pt x="152509" y="411868"/>
                  </a:lnTo>
                  <a:lnTo>
                    <a:pt x="189127" y="384132"/>
                  </a:lnTo>
                  <a:lnTo>
                    <a:pt x="215653" y="349458"/>
                  </a:lnTo>
                  <a:lnTo>
                    <a:pt x="258740" y="349458"/>
                  </a:lnTo>
                  <a:lnTo>
                    <a:pt x="242918" y="327633"/>
                  </a:lnTo>
                  <a:lnTo>
                    <a:pt x="234870" y="291808"/>
                  </a:lnTo>
                  <a:lnTo>
                    <a:pt x="234870" y="277929"/>
                  </a:lnTo>
                  <a:close/>
                </a:path>
                <a:path w="417829" h="445769">
                  <a:moveTo>
                    <a:pt x="258740" y="349458"/>
                  </a:moveTo>
                  <a:lnTo>
                    <a:pt x="215653" y="349458"/>
                  </a:lnTo>
                  <a:lnTo>
                    <a:pt x="241848" y="384132"/>
                  </a:lnTo>
                  <a:lnTo>
                    <a:pt x="278285" y="411868"/>
                  </a:lnTo>
                  <a:lnTo>
                    <a:pt x="322196" y="432330"/>
                  </a:lnTo>
                  <a:lnTo>
                    <a:pt x="370810" y="445185"/>
                  </a:lnTo>
                  <a:lnTo>
                    <a:pt x="386824" y="414225"/>
                  </a:lnTo>
                  <a:lnTo>
                    <a:pt x="340513" y="402655"/>
                  </a:lnTo>
                  <a:lnTo>
                    <a:pt x="298951" y="383843"/>
                  </a:lnTo>
                  <a:lnTo>
                    <a:pt x="265349" y="358574"/>
                  </a:lnTo>
                  <a:lnTo>
                    <a:pt x="258740" y="349458"/>
                  </a:lnTo>
                  <a:close/>
                </a:path>
                <a:path w="417829" h="445769">
                  <a:moveTo>
                    <a:pt x="351237" y="0"/>
                  </a:moveTo>
                  <a:lnTo>
                    <a:pt x="311736" y="0"/>
                  </a:lnTo>
                  <a:lnTo>
                    <a:pt x="311736" y="300704"/>
                  </a:lnTo>
                  <a:lnTo>
                    <a:pt x="351237" y="300704"/>
                  </a:lnTo>
                  <a:lnTo>
                    <a:pt x="351237" y="209959"/>
                  </a:lnTo>
                  <a:lnTo>
                    <a:pt x="417428" y="209959"/>
                  </a:lnTo>
                  <a:lnTo>
                    <a:pt x="417428" y="176864"/>
                  </a:lnTo>
                  <a:lnTo>
                    <a:pt x="351237" y="176864"/>
                  </a:lnTo>
                  <a:lnTo>
                    <a:pt x="351237" y="110673"/>
                  </a:lnTo>
                  <a:lnTo>
                    <a:pt x="417428" y="110673"/>
                  </a:lnTo>
                  <a:lnTo>
                    <a:pt x="417428" y="77578"/>
                  </a:lnTo>
                  <a:lnTo>
                    <a:pt x="351237" y="77578"/>
                  </a:lnTo>
                  <a:lnTo>
                    <a:pt x="351237" y="0"/>
                  </a:lnTo>
                  <a:close/>
                </a:path>
                <a:path w="417829" h="445769">
                  <a:moveTo>
                    <a:pt x="151954" y="24910"/>
                  </a:moveTo>
                  <a:lnTo>
                    <a:pt x="113164" y="24910"/>
                  </a:lnTo>
                  <a:lnTo>
                    <a:pt x="113164" y="70816"/>
                  </a:lnTo>
                  <a:lnTo>
                    <a:pt x="104890" y="120515"/>
                  </a:lnTo>
                  <a:lnTo>
                    <a:pt x="81937" y="164408"/>
                  </a:lnTo>
                  <a:lnTo>
                    <a:pt x="46306" y="200028"/>
                  </a:lnTo>
                  <a:lnTo>
                    <a:pt x="0" y="224906"/>
                  </a:lnTo>
                  <a:lnTo>
                    <a:pt x="22063" y="256222"/>
                  </a:lnTo>
                  <a:lnTo>
                    <a:pt x="58887" y="237322"/>
                  </a:lnTo>
                  <a:lnTo>
                    <a:pt x="90322" y="211383"/>
                  </a:lnTo>
                  <a:lnTo>
                    <a:pt x="115519" y="179305"/>
                  </a:lnTo>
                  <a:lnTo>
                    <a:pt x="133627" y="141989"/>
                  </a:lnTo>
                  <a:lnTo>
                    <a:pt x="173850" y="141989"/>
                  </a:lnTo>
                  <a:lnTo>
                    <a:pt x="159999" y="117974"/>
                  </a:lnTo>
                  <a:lnTo>
                    <a:pt x="151954" y="73663"/>
                  </a:lnTo>
                  <a:lnTo>
                    <a:pt x="151954" y="24910"/>
                  </a:lnTo>
                  <a:close/>
                </a:path>
                <a:path w="417829" h="445769">
                  <a:moveTo>
                    <a:pt x="173850" y="141989"/>
                  </a:moveTo>
                  <a:lnTo>
                    <a:pt x="133627" y="141989"/>
                  </a:lnTo>
                  <a:lnTo>
                    <a:pt x="151828" y="175001"/>
                  </a:lnTo>
                  <a:lnTo>
                    <a:pt x="176486" y="203509"/>
                  </a:lnTo>
                  <a:lnTo>
                    <a:pt x="206715" y="226612"/>
                  </a:lnTo>
                  <a:lnTo>
                    <a:pt x="241631" y="243410"/>
                  </a:lnTo>
                  <a:lnTo>
                    <a:pt x="263339" y="212806"/>
                  </a:lnTo>
                  <a:lnTo>
                    <a:pt x="218261" y="190315"/>
                  </a:lnTo>
                  <a:lnTo>
                    <a:pt x="182958" y="157781"/>
                  </a:lnTo>
                  <a:lnTo>
                    <a:pt x="173850" y="141989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812658" y="689424"/>
              <a:ext cx="417830" cy="445770"/>
            </a:xfrm>
            <a:custGeom>
              <a:avLst/>
              <a:gdLst/>
              <a:ahLst/>
              <a:cxnLst/>
              <a:rect l="l" t="t" r="r" b="b"/>
              <a:pathLst>
                <a:path w="417829" h="445769">
                  <a:moveTo>
                    <a:pt x="417428" y="77578"/>
                  </a:moveTo>
                  <a:lnTo>
                    <a:pt x="351237" y="77578"/>
                  </a:lnTo>
                  <a:lnTo>
                    <a:pt x="351237" y="0"/>
                  </a:lnTo>
                  <a:lnTo>
                    <a:pt x="311736" y="0"/>
                  </a:lnTo>
                  <a:lnTo>
                    <a:pt x="311736" y="300704"/>
                  </a:lnTo>
                  <a:lnTo>
                    <a:pt x="351237" y="300704"/>
                  </a:lnTo>
                  <a:lnTo>
                    <a:pt x="351237" y="209959"/>
                  </a:lnTo>
                  <a:lnTo>
                    <a:pt x="417428" y="209959"/>
                  </a:lnTo>
                  <a:lnTo>
                    <a:pt x="417428" y="176864"/>
                  </a:lnTo>
                  <a:lnTo>
                    <a:pt x="351237" y="176864"/>
                  </a:lnTo>
                  <a:lnTo>
                    <a:pt x="351237" y="110673"/>
                  </a:lnTo>
                  <a:lnTo>
                    <a:pt x="417428" y="110673"/>
                  </a:lnTo>
                  <a:lnTo>
                    <a:pt x="417428" y="77578"/>
                  </a:lnTo>
                  <a:close/>
                </a:path>
                <a:path w="417829" h="445769">
                  <a:moveTo>
                    <a:pt x="133627" y="141989"/>
                  </a:moveTo>
                  <a:lnTo>
                    <a:pt x="151828" y="175001"/>
                  </a:lnTo>
                  <a:lnTo>
                    <a:pt x="176486" y="203509"/>
                  </a:lnTo>
                  <a:lnTo>
                    <a:pt x="206715" y="226612"/>
                  </a:lnTo>
                  <a:lnTo>
                    <a:pt x="241631" y="243410"/>
                  </a:lnTo>
                  <a:lnTo>
                    <a:pt x="263339" y="212806"/>
                  </a:lnTo>
                  <a:lnTo>
                    <a:pt x="218261" y="190315"/>
                  </a:lnTo>
                  <a:lnTo>
                    <a:pt x="182958" y="157781"/>
                  </a:lnTo>
                  <a:lnTo>
                    <a:pt x="159999" y="117974"/>
                  </a:lnTo>
                  <a:lnTo>
                    <a:pt x="151954" y="73663"/>
                  </a:lnTo>
                  <a:lnTo>
                    <a:pt x="151954" y="24910"/>
                  </a:lnTo>
                  <a:lnTo>
                    <a:pt x="113164" y="24910"/>
                  </a:lnTo>
                  <a:lnTo>
                    <a:pt x="113164" y="70816"/>
                  </a:lnTo>
                  <a:lnTo>
                    <a:pt x="104890" y="120515"/>
                  </a:lnTo>
                  <a:lnTo>
                    <a:pt x="81937" y="164408"/>
                  </a:lnTo>
                  <a:lnTo>
                    <a:pt x="46306" y="200028"/>
                  </a:lnTo>
                  <a:lnTo>
                    <a:pt x="0" y="224906"/>
                  </a:lnTo>
                  <a:lnTo>
                    <a:pt x="22063" y="256222"/>
                  </a:lnTo>
                  <a:lnTo>
                    <a:pt x="58887" y="237322"/>
                  </a:lnTo>
                  <a:lnTo>
                    <a:pt x="90322" y="211383"/>
                  </a:lnTo>
                  <a:lnTo>
                    <a:pt x="115519" y="179305"/>
                  </a:lnTo>
                  <a:lnTo>
                    <a:pt x="133627" y="141989"/>
                  </a:lnTo>
                  <a:close/>
                </a:path>
                <a:path w="417829" h="445769">
                  <a:moveTo>
                    <a:pt x="234870" y="277929"/>
                  </a:moveTo>
                  <a:lnTo>
                    <a:pt x="195725" y="277929"/>
                  </a:lnTo>
                  <a:lnTo>
                    <a:pt x="195725" y="291808"/>
                  </a:lnTo>
                  <a:lnTo>
                    <a:pt x="187577" y="327633"/>
                  </a:lnTo>
                  <a:lnTo>
                    <a:pt x="165217" y="358574"/>
                  </a:lnTo>
                  <a:lnTo>
                    <a:pt x="131772" y="383843"/>
                  </a:lnTo>
                  <a:lnTo>
                    <a:pt x="90366" y="402655"/>
                  </a:lnTo>
                  <a:lnTo>
                    <a:pt x="44126" y="414225"/>
                  </a:lnTo>
                  <a:lnTo>
                    <a:pt x="60141" y="445185"/>
                  </a:lnTo>
                  <a:lnTo>
                    <a:pt x="108585" y="432330"/>
                  </a:lnTo>
                  <a:lnTo>
                    <a:pt x="152509" y="411868"/>
                  </a:lnTo>
                  <a:lnTo>
                    <a:pt x="189127" y="384132"/>
                  </a:lnTo>
                  <a:lnTo>
                    <a:pt x="215653" y="349458"/>
                  </a:lnTo>
                  <a:lnTo>
                    <a:pt x="241848" y="384132"/>
                  </a:lnTo>
                  <a:lnTo>
                    <a:pt x="278285" y="411868"/>
                  </a:lnTo>
                  <a:lnTo>
                    <a:pt x="322196" y="432330"/>
                  </a:lnTo>
                  <a:lnTo>
                    <a:pt x="370810" y="445185"/>
                  </a:lnTo>
                  <a:lnTo>
                    <a:pt x="386824" y="414225"/>
                  </a:lnTo>
                  <a:lnTo>
                    <a:pt x="340513" y="402655"/>
                  </a:lnTo>
                  <a:lnTo>
                    <a:pt x="298951" y="383843"/>
                  </a:lnTo>
                  <a:lnTo>
                    <a:pt x="265349" y="358574"/>
                  </a:lnTo>
                  <a:lnTo>
                    <a:pt x="242918" y="327633"/>
                  </a:lnTo>
                  <a:lnTo>
                    <a:pt x="234870" y="291808"/>
                  </a:lnTo>
                  <a:lnTo>
                    <a:pt x="234870" y="277929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/>
          <p:nvPr/>
        </p:nvSpPr>
        <p:spPr>
          <a:xfrm>
            <a:off x="1385214" y="2102754"/>
            <a:ext cx="161290" cy="406400"/>
          </a:xfrm>
          <a:custGeom>
            <a:avLst/>
            <a:gdLst/>
            <a:ahLst/>
            <a:cxnLst/>
            <a:rect l="l" t="t" r="r" b="b"/>
            <a:pathLst>
              <a:path w="161290" h="406400">
                <a:moveTo>
                  <a:pt x="59638" y="0"/>
                </a:moveTo>
                <a:lnTo>
                  <a:pt x="0" y="0"/>
                </a:lnTo>
                <a:lnTo>
                  <a:pt x="0" y="406189"/>
                </a:lnTo>
                <a:lnTo>
                  <a:pt x="59638" y="406189"/>
                </a:lnTo>
                <a:lnTo>
                  <a:pt x="59638" y="220824"/>
                </a:lnTo>
                <a:lnTo>
                  <a:pt x="161186" y="220824"/>
                </a:lnTo>
                <a:lnTo>
                  <a:pt x="161186" y="169782"/>
                </a:lnTo>
                <a:lnTo>
                  <a:pt x="59638" y="169782"/>
                </a:lnTo>
                <a:lnTo>
                  <a:pt x="59638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45713" y="2144663"/>
            <a:ext cx="314325" cy="311785"/>
          </a:xfrm>
          <a:custGeom>
            <a:avLst/>
            <a:gdLst/>
            <a:ahLst/>
            <a:cxnLst/>
            <a:rect l="l" t="t" r="r" b="b"/>
            <a:pathLst>
              <a:path w="314325" h="311785">
                <a:moveTo>
                  <a:pt x="255211" y="0"/>
                </a:moveTo>
                <a:lnTo>
                  <a:pt x="255211" y="103696"/>
                </a:lnTo>
                <a:lnTo>
                  <a:pt x="58564" y="103696"/>
                </a:lnTo>
                <a:lnTo>
                  <a:pt x="58564" y="0"/>
                </a:lnTo>
                <a:lnTo>
                  <a:pt x="0" y="0"/>
                </a:lnTo>
                <a:lnTo>
                  <a:pt x="0" y="311626"/>
                </a:lnTo>
                <a:lnTo>
                  <a:pt x="314313" y="311626"/>
                </a:lnTo>
                <a:lnTo>
                  <a:pt x="314313" y="0"/>
                </a:lnTo>
                <a:lnTo>
                  <a:pt x="255211" y="0"/>
                </a:lnTo>
                <a:close/>
              </a:path>
              <a:path w="314325" h="311785">
                <a:moveTo>
                  <a:pt x="58564" y="263270"/>
                </a:moveTo>
                <a:lnTo>
                  <a:pt x="58564" y="150978"/>
                </a:lnTo>
                <a:lnTo>
                  <a:pt x="255211" y="150978"/>
                </a:lnTo>
                <a:lnTo>
                  <a:pt x="255211" y="263270"/>
                </a:lnTo>
                <a:lnTo>
                  <a:pt x="58564" y="26327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004277" y="2527212"/>
            <a:ext cx="447040" cy="250825"/>
          </a:xfrm>
          <a:custGeom>
            <a:avLst/>
            <a:gdLst/>
            <a:ahLst/>
            <a:cxnLst/>
            <a:rect l="l" t="t" r="r" b="b"/>
            <a:pathLst>
              <a:path w="447040" h="250825">
                <a:moveTo>
                  <a:pt x="224048" y="0"/>
                </a:moveTo>
                <a:lnTo>
                  <a:pt x="159134" y="3748"/>
                </a:lnTo>
                <a:lnTo>
                  <a:pt x="104114" y="14765"/>
                </a:lnTo>
                <a:lnTo>
                  <a:pt x="59840" y="32707"/>
                </a:lnTo>
                <a:lnTo>
                  <a:pt x="27162" y="57230"/>
                </a:lnTo>
                <a:lnTo>
                  <a:pt x="0" y="124650"/>
                </a:lnTo>
                <a:lnTo>
                  <a:pt x="6932" y="161536"/>
                </a:lnTo>
                <a:lnTo>
                  <a:pt x="59840" y="217131"/>
                </a:lnTo>
                <a:lnTo>
                  <a:pt x="104114" y="235212"/>
                </a:lnTo>
                <a:lnTo>
                  <a:pt x="159134" y="246398"/>
                </a:lnTo>
                <a:lnTo>
                  <a:pt x="224048" y="250375"/>
                </a:lnTo>
                <a:lnTo>
                  <a:pt x="288657" y="246398"/>
                </a:lnTo>
                <a:lnTo>
                  <a:pt x="343326" y="235212"/>
                </a:lnTo>
                <a:lnTo>
                  <a:pt x="387250" y="217131"/>
                </a:lnTo>
                <a:lnTo>
                  <a:pt x="419621" y="192468"/>
                </a:lnTo>
                <a:lnTo>
                  <a:pt x="446486" y="124650"/>
                </a:lnTo>
                <a:lnTo>
                  <a:pt x="439635" y="87993"/>
                </a:lnTo>
                <a:lnTo>
                  <a:pt x="387250" y="32707"/>
                </a:lnTo>
                <a:lnTo>
                  <a:pt x="343326" y="14765"/>
                </a:lnTo>
                <a:lnTo>
                  <a:pt x="288657" y="3748"/>
                </a:lnTo>
                <a:lnTo>
                  <a:pt x="224048" y="0"/>
                </a:lnTo>
                <a:close/>
              </a:path>
              <a:path w="447040" h="250825">
                <a:moveTo>
                  <a:pt x="224048" y="202020"/>
                </a:moveTo>
                <a:lnTo>
                  <a:pt x="155217" y="196731"/>
                </a:lnTo>
                <a:lnTo>
                  <a:pt x="103360" y="181468"/>
                </a:lnTo>
                <a:lnTo>
                  <a:pt x="70745" y="157139"/>
                </a:lnTo>
                <a:lnTo>
                  <a:pt x="59638" y="124650"/>
                </a:lnTo>
                <a:lnTo>
                  <a:pt x="70745" y="92237"/>
                </a:lnTo>
                <a:lnTo>
                  <a:pt x="103360" y="68033"/>
                </a:lnTo>
                <a:lnTo>
                  <a:pt x="155217" y="52796"/>
                </a:lnTo>
                <a:lnTo>
                  <a:pt x="224048" y="47281"/>
                </a:lnTo>
                <a:lnTo>
                  <a:pt x="292804" y="52796"/>
                </a:lnTo>
                <a:lnTo>
                  <a:pt x="344535" y="68033"/>
                </a:lnTo>
                <a:lnTo>
                  <a:pt x="377125" y="92237"/>
                </a:lnTo>
                <a:lnTo>
                  <a:pt x="388458" y="124650"/>
                </a:lnTo>
                <a:lnTo>
                  <a:pt x="377125" y="157139"/>
                </a:lnTo>
                <a:lnTo>
                  <a:pt x="344535" y="181468"/>
                </a:lnTo>
                <a:lnTo>
                  <a:pt x="292804" y="196731"/>
                </a:lnTo>
                <a:lnTo>
                  <a:pt x="224048" y="20202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2065678" y="2102217"/>
            <a:ext cx="161290" cy="495934"/>
          </a:xfrm>
          <a:custGeom>
            <a:avLst/>
            <a:gdLst/>
            <a:ahLst/>
            <a:cxnLst/>
            <a:rect l="l" t="t" r="r" b="b"/>
            <a:pathLst>
              <a:path w="161289" h="495935">
                <a:moveTo>
                  <a:pt x="59638" y="0"/>
                </a:moveTo>
                <a:lnTo>
                  <a:pt x="0" y="0"/>
                </a:lnTo>
                <a:lnTo>
                  <a:pt x="0" y="495379"/>
                </a:lnTo>
                <a:lnTo>
                  <a:pt x="59638" y="495379"/>
                </a:lnTo>
                <a:lnTo>
                  <a:pt x="59638" y="256286"/>
                </a:lnTo>
                <a:lnTo>
                  <a:pt x="161186" y="256286"/>
                </a:lnTo>
                <a:lnTo>
                  <a:pt x="161186" y="205781"/>
                </a:lnTo>
                <a:lnTo>
                  <a:pt x="59638" y="205781"/>
                </a:lnTo>
                <a:lnTo>
                  <a:pt x="59638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626177" y="2164005"/>
            <a:ext cx="312420" cy="311150"/>
          </a:xfrm>
          <a:custGeom>
            <a:avLst/>
            <a:gdLst/>
            <a:ahLst/>
            <a:cxnLst/>
            <a:rect l="l" t="t" r="r" b="b"/>
            <a:pathLst>
              <a:path w="312419" h="311150">
                <a:moveTo>
                  <a:pt x="0" y="0"/>
                </a:moveTo>
                <a:lnTo>
                  <a:pt x="0" y="311089"/>
                </a:lnTo>
                <a:lnTo>
                  <a:pt x="312164" y="311089"/>
                </a:lnTo>
                <a:lnTo>
                  <a:pt x="312164" y="0"/>
                </a:lnTo>
                <a:lnTo>
                  <a:pt x="0" y="0"/>
                </a:lnTo>
                <a:close/>
              </a:path>
              <a:path w="312419" h="311150">
                <a:moveTo>
                  <a:pt x="58027" y="262733"/>
                </a:moveTo>
                <a:lnTo>
                  <a:pt x="58027" y="48892"/>
                </a:lnTo>
                <a:lnTo>
                  <a:pt x="254137" y="48892"/>
                </a:lnTo>
                <a:lnTo>
                  <a:pt x="254137" y="262733"/>
                </a:lnTo>
                <a:lnTo>
                  <a:pt x="58027" y="262733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702471" y="2550852"/>
            <a:ext cx="454025" cy="212725"/>
          </a:xfrm>
          <a:custGeom>
            <a:avLst/>
            <a:gdLst/>
            <a:ahLst/>
            <a:cxnLst/>
            <a:rect l="l" t="t" r="r" b="b"/>
            <a:pathLst>
              <a:path w="454025" h="212725">
                <a:moveTo>
                  <a:pt x="0" y="0"/>
                </a:moveTo>
                <a:lnTo>
                  <a:pt x="0" y="212228"/>
                </a:lnTo>
                <a:lnTo>
                  <a:pt x="454008" y="212228"/>
                </a:lnTo>
                <a:lnTo>
                  <a:pt x="454008" y="162798"/>
                </a:lnTo>
                <a:lnTo>
                  <a:pt x="59101" y="162798"/>
                </a:lnTo>
                <a:lnTo>
                  <a:pt x="59101" y="0"/>
                </a:lnTo>
                <a:lnTo>
                  <a:pt x="0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2277627" y="2125858"/>
            <a:ext cx="616585" cy="309245"/>
          </a:xfrm>
          <a:custGeom>
            <a:avLst/>
            <a:gdLst/>
            <a:ahLst/>
            <a:cxnLst/>
            <a:rect l="l" t="t" r="r" b="b"/>
            <a:pathLst>
              <a:path w="616585" h="309244">
                <a:moveTo>
                  <a:pt x="141843" y="156350"/>
                </a:moveTo>
                <a:lnTo>
                  <a:pt x="141843" y="48355"/>
                </a:lnTo>
                <a:lnTo>
                  <a:pt x="535675" y="48355"/>
                </a:lnTo>
                <a:lnTo>
                  <a:pt x="535675" y="0"/>
                </a:lnTo>
                <a:lnTo>
                  <a:pt x="82204" y="0"/>
                </a:lnTo>
                <a:lnTo>
                  <a:pt x="82204" y="205243"/>
                </a:lnTo>
                <a:lnTo>
                  <a:pt x="542660" y="205243"/>
                </a:lnTo>
                <a:lnTo>
                  <a:pt x="542660" y="156350"/>
                </a:lnTo>
                <a:lnTo>
                  <a:pt x="141843" y="156350"/>
                </a:lnTo>
                <a:close/>
              </a:path>
              <a:path w="616585" h="309244">
                <a:moveTo>
                  <a:pt x="0" y="308940"/>
                </a:moveTo>
                <a:lnTo>
                  <a:pt x="616268" y="308940"/>
                </a:lnTo>
                <a:lnTo>
                  <a:pt x="616268" y="260584"/>
                </a:lnTo>
                <a:lnTo>
                  <a:pt x="0" y="260584"/>
                </a:lnTo>
                <a:lnTo>
                  <a:pt x="0" y="30894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352310" y="2494974"/>
            <a:ext cx="481965" cy="275590"/>
          </a:xfrm>
          <a:custGeom>
            <a:avLst/>
            <a:gdLst/>
            <a:ahLst/>
            <a:cxnLst/>
            <a:rect l="l" t="t" r="r" b="b"/>
            <a:pathLst>
              <a:path w="481964" h="275589">
                <a:moveTo>
                  <a:pt x="461530" y="156888"/>
                </a:moveTo>
                <a:lnTo>
                  <a:pt x="461530" y="0"/>
                </a:lnTo>
                <a:lnTo>
                  <a:pt x="0" y="0"/>
                </a:lnTo>
                <a:lnTo>
                  <a:pt x="0" y="46744"/>
                </a:lnTo>
                <a:lnTo>
                  <a:pt x="402965" y="46744"/>
                </a:lnTo>
                <a:lnTo>
                  <a:pt x="402965" y="111755"/>
                </a:lnTo>
                <a:lnTo>
                  <a:pt x="1611" y="111755"/>
                </a:lnTo>
                <a:lnTo>
                  <a:pt x="1611" y="275091"/>
                </a:lnTo>
                <a:lnTo>
                  <a:pt x="481946" y="275091"/>
                </a:lnTo>
                <a:lnTo>
                  <a:pt x="481946" y="226735"/>
                </a:lnTo>
                <a:lnTo>
                  <a:pt x="60176" y="226735"/>
                </a:lnTo>
                <a:lnTo>
                  <a:pt x="60176" y="156888"/>
                </a:lnTo>
                <a:lnTo>
                  <a:pt x="461530" y="156888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3456694" y="2102754"/>
            <a:ext cx="59690" cy="675640"/>
          </a:xfrm>
          <a:custGeom>
            <a:avLst/>
            <a:gdLst/>
            <a:ahLst/>
            <a:cxnLst/>
            <a:rect l="l" t="t" r="r" b="b"/>
            <a:pathLst>
              <a:path w="59689" h="675639">
                <a:moveTo>
                  <a:pt x="0" y="675370"/>
                </a:moveTo>
                <a:lnTo>
                  <a:pt x="59639" y="675370"/>
                </a:lnTo>
                <a:lnTo>
                  <a:pt x="59639" y="0"/>
                </a:lnTo>
                <a:lnTo>
                  <a:pt x="0" y="0"/>
                </a:lnTo>
                <a:lnTo>
                  <a:pt x="0" y="67537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2966688" y="2176363"/>
            <a:ext cx="349885" cy="474980"/>
          </a:xfrm>
          <a:custGeom>
            <a:avLst/>
            <a:gdLst/>
            <a:ahLst/>
            <a:cxnLst/>
            <a:rect l="l" t="t" r="r" b="b"/>
            <a:pathLst>
              <a:path w="349885" h="474980">
                <a:moveTo>
                  <a:pt x="31162" y="0"/>
                </a:moveTo>
                <a:lnTo>
                  <a:pt x="31162" y="48355"/>
                </a:lnTo>
                <a:lnTo>
                  <a:pt x="289060" y="48355"/>
                </a:lnTo>
                <a:lnTo>
                  <a:pt x="282700" y="95764"/>
                </a:lnTo>
                <a:lnTo>
                  <a:pt x="271480" y="141229"/>
                </a:lnTo>
                <a:lnTo>
                  <a:pt x="255344" y="184676"/>
                </a:lnTo>
                <a:lnTo>
                  <a:pt x="234235" y="226030"/>
                </a:lnTo>
                <a:lnTo>
                  <a:pt x="208098" y="265218"/>
                </a:lnTo>
                <a:lnTo>
                  <a:pt x="176874" y="302166"/>
                </a:lnTo>
                <a:lnTo>
                  <a:pt x="140509" y="336799"/>
                </a:lnTo>
                <a:lnTo>
                  <a:pt x="98946" y="369043"/>
                </a:lnTo>
                <a:lnTo>
                  <a:pt x="52128" y="398825"/>
                </a:lnTo>
                <a:lnTo>
                  <a:pt x="0" y="426069"/>
                </a:lnTo>
                <a:lnTo>
                  <a:pt x="32236" y="474962"/>
                </a:lnTo>
                <a:lnTo>
                  <a:pt x="82159" y="448695"/>
                </a:lnTo>
                <a:lnTo>
                  <a:pt x="127364" y="420307"/>
                </a:lnTo>
                <a:lnTo>
                  <a:pt x="167979" y="389911"/>
                </a:lnTo>
                <a:lnTo>
                  <a:pt x="204131" y="357617"/>
                </a:lnTo>
                <a:lnTo>
                  <a:pt x="235950" y="323538"/>
                </a:lnTo>
                <a:lnTo>
                  <a:pt x="263561" y="287785"/>
                </a:lnTo>
                <a:lnTo>
                  <a:pt x="287094" y="250468"/>
                </a:lnTo>
                <a:lnTo>
                  <a:pt x="306674" y="211701"/>
                </a:lnTo>
                <a:lnTo>
                  <a:pt x="322431" y="171594"/>
                </a:lnTo>
                <a:lnTo>
                  <a:pt x="334492" y="130259"/>
                </a:lnTo>
                <a:lnTo>
                  <a:pt x="342984" y="87807"/>
                </a:lnTo>
                <a:lnTo>
                  <a:pt x="348035" y="44350"/>
                </a:lnTo>
                <a:lnTo>
                  <a:pt x="349774" y="0"/>
                </a:lnTo>
                <a:lnTo>
                  <a:pt x="31162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3813249" y="2108530"/>
            <a:ext cx="70485" cy="608330"/>
          </a:xfrm>
          <a:custGeom>
            <a:avLst/>
            <a:gdLst/>
            <a:ahLst/>
            <a:cxnLst/>
            <a:rect l="l" t="t" r="r" b="b"/>
            <a:pathLst>
              <a:path w="70485" h="608330">
                <a:moveTo>
                  <a:pt x="70277" y="0"/>
                </a:moveTo>
                <a:lnTo>
                  <a:pt x="70277" y="607806"/>
                </a:lnTo>
                <a:lnTo>
                  <a:pt x="36088" y="607806"/>
                </a:lnTo>
                <a:lnTo>
                  <a:pt x="36088" y="60020"/>
                </a:lnTo>
                <a:lnTo>
                  <a:pt x="0" y="60020"/>
                </a:lnTo>
                <a:lnTo>
                  <a:pt x="46724" y="0"/>
                </a:lnTo>
                <a:lnTo>
                  <a:pt x="70277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2273001" y="3070696"/>
            <a:ext cx="35560" cy="304165"/>
          </a:xfrm>
          <a:custGeom>
            <a:avLst/>
            <a:gdLst/>
            <a:ahLst/>
            <a:cxnLst/>
            <a:rect l="l" t="t" r="r" b="b"/>
            <a:pathLst>
              <a:path w="35560" h="304164">
                <a:moveTo>
                  <a:pt x="35139" y="0"/>
                </a:moveTo>
                <a:lnTo>
                  <a:pt x="35139" y="303907"/>
                </a:lnTo>
                <a:lnTo>
                  <a:pt x="18044" y="303907"/>
                </a:lnTo>
                <a:lnTo>
                  <a:pt x="18044" y="30010"/>
                </a:lnTo>
                <a:lnTo>
                  <a:pt x="0" y="30010"/>
                </a:lnTo>
                <a:lnTo>
                  <a:pt x="23362" y="0"/>
                </a:lnTo>
                <a:lnTo>
                  <a:pt x="35139" y="0"/>
                </a:lnTo>
                <a:close/>
              </a:path>
            </a:pathLst>
          </a:custGeom>
          <a:ln w="778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2432264" y="3343263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89" h="34289">
                <a:moveTo>
                  <a:pt x="17094" y="0"/>
                </a:moveTo>
                <a:lnTo>
                  <a:pt x="21780" y="0"/>
                </a:lnTo>
                <a:lnTo>
                  <a:pt x="25800" y="1646"/>
                </a:lnTo>
                <a:lnTo>
                  <a:pt x="29156" y="4938"/>
                </a:lnTo>
                <a:lnTo>
                  <a:pt x="32511" y="8230"/>
                </a:lnTo>
                <a:lnTo>
                  <a:pt x="34189" y="12219"/>
                </a:lnTo>
                <a:lnTo>
                  <a:pt x="34189" y="16904"/>
                </a:lnTo>
                <a:lnTo>
                  <a:pt x="34189" y="21716"/>
                </a:lnTo>
                <a:lnTo>
                  <a:pt x="32511" y="25768"/>
                </a:lnTo>
                <a:lnTo>
                  <a:pt x="29156" y="29061"/>
                </a:lnTo>
                <a:lnTo>
                  <a:pt x="25800" y="32353"/>
                </a:lnTo>
                <a:lnTo>
                  <a:pt x="21780" y="33999"/>
                </a:lnTo>
                <a:lnTo>
                  <a:pt x="17094" y="33999"/>
                </a:lnTo>
                <a:lnTo>
                  <a:pt x="12409" y="33999"/>
                </a:lnTo>
                <a:lnTo>
                  <a:pt x="8389" y="32353"/>
                </a:lnTo>
                <a:lnTo>
                  <a:pt x="5033" y="29061"/>
                </a:lnTo>
                <a:lnTo>
                  <a:pt x="1677" y="25768"/>
                </a:lnTo>
                <a:lnTo>
                  <a:pt x="0" y="21716"/>
                </a:lnTo>
                <a:lnTo>
                  <a:pt x="0" y="16904"/>
                </a:lnTo>
                <a:lnTo>
                  <a:pt x="0" y="12219"/>
                </a:lnTo>
                <a:lnTo>
                  <a:pt x="1677" y="8230"/>
                </a:lnTo>
                <a:lnTo>
                  <a:pt x="5033" y="4938"/>
                </a:lnTo>
                <a:lnTo>
                  <a:pt x="8389" y="1646"/>
                </a:lnTo>
                <a:lnTo>
                  <a:pt x="12409" y="0"/>
                </a:lnTo>
                <a:lnTo>
                  <a:pt x="17094" y="0"/>
                </a:lnTo>
                <a:close/>
              </a:path>
            </a:pathLst>
          </a:custGeom>
          <a:ln w="778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2503773" y="3066518"/>
            <a:ext cx="436245" cy="313690"/>
          </a:xfrm>
          <a:custGeom>
            <a:avLst/>
            <a:gdLst/>
            <a:ahLst/>
            <a:cxnLst/>
            <a:rect l="l" t="t" r="r" b="b"/>
            <a:pathLst>
              <a:path w="436244" h="313689">
                <a:moveTo>
                  <a:pt x="190511" y="108456"/>
                </a:moveTo>
                <a:lnTo>
                  <a:pt x="176301" y="60823"/>
                </a:lnTo>
                <a:lnTo>
                  <a:pt x="137375" y="28705"/>
                </a:lnTo>
                <a:lnTo>
                  <a:pt x="104278" y="22413"/>
                </a:lnTo>
                <a:lnTo>
                  <a:pt x="87076" y="23986"/>
                </a:lnTo>
                <a:lnTo>
                  <a:pt x="43306" y="47580"/>
                </a:lnTo>
                <a:lnTo>
                  <a:pt x="19623" y="91261"/>
                </a:lnTo>
                <a:lnTo>
                  <a:pt x="18044" y="108456"/>
                </a:lnTo>
                <a:lnTo>
                  <a:pt x="18044" y="209126"/>
                </a:lnTo>
                <a:lnTo>
                  <a:pt x="32254" y="256760"/>
                </a:lnTo>
                <a:lnTo>
                  <a:pt x="71180" y="288878"/>
                </a:lnTo>
                <a:lnTo>
                  <a:pt x="104278" y="295169"/>
                </a:lnTo>
                <a:lnTo>
                  <a:pt x="121479" y="293596"/>
                </a:lnTo>
                <a:lnTo>
                  <a:pt x="165249" y="270002"/>
                </a:lnTo>
                <a:lnTo>
                  <a:pt x="188932" y="226321"/>
                </a:lnTo>
                <a:lnTo>
                  <a:pt x="190511" y="209126"/>
                </a:lnTo>
                <a:lnTo>
                  <a:pt x="190511" y="108456"/>
                </a:lnTo>
                <a:close/>
              </a:path>
              <a:path w="436244" h="313689">
                <a:moveTo>
                  <a:pt x="208556" y="209126"/>
                </a:moveTo>
                <a:lnTo>
                  <a:pt x="200934" y="249108"/>
                </a:lnTo>
                <a:lnTo>
                  <a:pt x="178070" y="282823"/>
                </a:lnTo>
                <a:lnTo>
                  <a:pt x="144379" y="305758"/>
                </a:lnTo>
                <a:lnTo>
                  <a:pt x="104278" y="313404"/>
                </a:lnTo>
                <a:lnTo>
                  <a:pt x="83503" y="311492"/>
                </a:lnTo>
                <a:lnTo>
                  <a:pt x="46654" y="296202"/>
                </a:lnTo>
                <a:lnTo>
                  <a:pt x="17201" y="266749"/>
                </a:lnTo>
                <a:lnTo>
                  <a:pt x="1911" y="229901"/>
                </a:lnTo>
                <a:lnTo>
                  <a:pt x="0" y="209126"/>
                </a:lnTo>
                <a:lnTo>
                  <a:pt x="0" y="108456"/>
                </a:lnTo>
                <a:lnTo>
                  <a:pt x="7645" y="68474"/>
                </a:lnTo>
                <a:lnTo>
                  <a:pt x="30580" y="34759"/>
                </a:lnTo>
                <a:lnTo>
                  <a:pt x="64295" y="11823"/>
                </a:lnTo>
                <a:lnTo>
                  <a:pt x="104278" y="4178"/>
                </a:lnTo>
                <a:lnTo>
                  <a:pt x="125130" y="6090"/>
                </a:lnTo>
                <a:lnTo>
                  <a:pt x="162026" y="21380"/>
                </a:lnTo>
                <a:lnTo>
                  <a:pt x="191408" y="50833"/>
                </a:lnTo>
                <a:lnTo>
                  <a:pt x="206650" y="87682"/>
                </a:lnTo>
                <a:lnTo>
                  <a:pt x="208556" y="108456"/>
                </a:lnTo>
                <a:lnTo>
                  <a:pt x="208556" y="209126"/>
                </a:lnTo>
                <a:close/>
              </a:path>
              <a:path w="436244" h="313689">
                <a:moveTo>
                  <a:pt x="256512" y="308085"/>
                </a:moveTo>
                <a:lnTo>
                  <a:pt x="270924" y="258060"/>
                </a:lnTo>
                <a:lnTo>
                  <a:pt x="296685" y="225746"/>
                </a:lnTo>
                <a:lnTo>
                  <a:pt x="311946" y="214349"/>
                </a:lnTo>
                <a:lnTo>
                  <a:pt x="326292" y="203617"/>
                </a:lnTo>
                <a:lnTo>
                  <a:pt x="364091" y="174800"/>
                </a:lnTo>
                <a:lnTo>
                  <a:pt x="397069" y="143406"/>
                </a:lnTo>
                <a:lnTo>
                  <a:pt x="416479" y="105335"/>
                </a:lnTo>
                <a:lnTo>
                  <a:pt x="417773" y="90792"/>
                </a:lnTo>
                <a:lnTo>
                  <a:pt x="416443" y="76250"/>
                </a:lnTo>
                <a:lnTo>
                  <a:pt x="396499" y="39317"/>
                </a:lnTo>
                <a:lnTo>
                  <a:pt x="359568" y="19374"/>
                </a:lnTo>
                <a:lnTo>
                  <a:pt x="345025" y="18044"/>
                </a:lnTo>
                <a:lnTo>
                  <a:pt x="330637" y="19374"/>
                </a:lnTo>
                <a:lnTo>
                  <a:pt x="293741" y="39317"/>
                </a:lnTo>
                <a:lnTo>
                  <a:pt x="272847" y="82814"/>
                </a:lnTo>
                <a:lnTo>
                  <a:pt x="255562" y="76547"/>
                </a:lnTo>
                <a:lnTo>
                  <a:pt x="271518" y="37869"/>
                </a:lnTo>
                <a:lnTo>
                  <a:pt x="310313" y="6695"/>
                </a:lnTo>
                <a:lnTo>
                  <a:pt x="345025" y="0"/>
                </a:lnTo>
                <a:lnTo>
                  <a:pt x="363135" y="1662"/>
                </a:lnTo>
                <a:lnTo>
                  <a:pt x="409131" y="26591"/>
                </a:lnTo>
                <a:lnTo>
                  <a:pt x="433972" y="72676"/>
                </a:lnTo>
                <a:lnTo>
                  <a:pt x="435628" y="90792"/>
                </a:lnTo>
                <a:lnTo>
                  <a:pt x="434001" y="108908"/>
                </a:lnTo>
                <a:lnTo>
                  <a:pt x="409605" y="156132"/>
                </a:lnTo>
                <a:lnTo>
                  <a:pt x="379476" y="184267"/>
                </a:lnTo>
                <a:lnTo>
                  <a:pt x="355377" y="202668"/>
                </a:lnTo>
                <a:lnTo>
                  <a:pt x="342176" y="212545"/>
                </a:lnTo>
                <a:lnTo>
                  <a:pt x="299819" y="246046"/>
                </a:lnTo>
                <a:lnTo>
                  <a:pt x="275886" y="290990"/>
                </a:lnTo>
                <a:lnTo>
                  <a:pt x="435628" y="290990"/>
                </a:lnTo>
                <a:lnTo>
                  <a:pt x="435628" y="308085"/>
                </a:lnTo>
                <a:lnTo>
                  <a:pt x="256512" y="308085"/>
                </a:lnTo>
                <a:close/>
              </a:path>
            </a:pathLst>
          </a:custGeom>
          <a:ln w="778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6" name="object 36" descr=""/>
          <p:cNvGrpSpPr/>
          <p:nvPr/>
        </p:nvGrpSpPr>
        <p:grpSpPr>
          <a:xfrm>
            <a:off x="937933" y="2094974"/>
            <a:ext cx="616585" cy="690880"/>
            <a:chOff x="937933" y="2094974"/>
            <a:chExt cx="616585" cy="690880"/>
          </a:xfrm>
        </p:grpSpPr>
        <p:sp>
          <p:nvSpPr>
            <p:cNvPr id="37" name="object 37" descr=""/>
            <p:cNvSpPr/>
            <p:nvPr/>
          </p:nvSpPr>
          <p:spPr>
            <a:xfrm>
              <a:off x="945713" y="2102754"/>
              <a:ext cx="600710" cy="675005"/>
            </a:xfrm>
            <a:custGeom>
              <a:avLst/>
              <a:gdLst/>
              <a:ahLst/>
              <a:cxnLst/>
              <a:rect l="l" t="t" r="r" b="b"/>
              <a:pathLst>
                <a:path w="600710" h="675005">
                  <a:moveTo>
                    <a:pt x="499140" y="0"/>
                  </a:moveTo>
                  <a:lnTo>
                    <a:pt x="439501" y="0"/>
                  </a:lnTo>
                  <a:lnTo>
                    <a:pt x="439501" y="406189"/>
                  </a:lnTo>
                  <a:lnTo>
                    <a:pt x="499140" y="406189"/>
                  </a:lnTo>
                  <a:lnTo>
                    <a:pt x="499140" y="220824"/>
                  </a:lnTo>
                  <a:lnTo>
                    <a:pt x="600687" y="220824"/>
                  </a:lnTo>
                  <a:lnTo>
                    <a:pt x="600687" y="169782"/>
                  </a:lnTo>
                  <a:lnTo>
                    <a:pt x="499140" y="169782"/>
                  </a:lnTo>
                  <a:lnTo>
                    <a:pt x="499140" y="0"/>
                  </a:lnTo>
                  <a:close/>
                </a:path>
                <a:path w="600710" h="675005">
                  <a:moveTo>
                    <a:pt x="58564" y="41908"/>
                  </a:moveTo>
                  <a:lnTo>
                    <a:pt x="0" y="41908"/>
                  </a:lnTo>
                  <a:lnTo>
                    <a:pt x="0" y="353535"/>
                  </a:lnTo>
                  <a:lnTo>
                    <a:pt x="314313" y="353535"/>
                  </a:lnTo>
                  <a:lnTo>
                    <a:pt x="314313" y="305179"/>
                  </a:lnTo>
                  <a:lnTo>
                    <a:pt x="58564" y="305179"/>
                  </a:lnTo>
                  <a:lnTo>
                    <a:pt x="58564" y="192886"/>
                  </a:lnTo>
                  <a:lnTo>
                    <a:pt x="314313" y="192886"/>
                  </a:lnTo>
                  <a:lnTo>
                    <a:pt x="314313" y="145605"/>
                  </a:lnTo>
                  <a:lnTo>
                    <a:pt x="58564" y="145605"/>
                  </a:lnTo>
                  <a:lnTo>
                    <a:pt x="58564" y="41908"/>
                  </a:lnTo>
                  <a:close/>
                </a:path>
                <a:path w="600710" h="675005">
                  <a:moveTo>
                    <a:pt x="314313" y="192886"/>
                  </a:moveTo>
                  <a:lnTo>
                    <a:pt x="255211" y="192886"/>
                  </a:lnTo>
                  <a:lnTo>
                    <a:pt x="255211" y="305179"/>
                  </a:lnTo>
                  <a:lnTo>
                    <a:pt x="314313" y="305179"/>
                  </a:lnTo>
                  <a:lnTo>
                    <a:pt x="314313" y="192886"/>
                  </a:lnTo>
                  <a:close/>
                </a:path>
                <a:path w="600710" h="675005">
                  <a:moveTo>
                    <a:pt x="314313" y="41908"/>
                  </a:moveTo>
                  <a:lnTo>
                    <a:pt x="255211" y="41908"/>
                  </a:lnTo>
                  <a:lnTo>
                    <a:pt x="255211" y="145605"/>
                  </a:lnTo>
                  <a:lnTo>
                    <a:pt x="314313" y="145605"/>
                  </a:lnTo>
                  <a:lnTo>
                    <a:pt x="314313" y="41908"/>
                  </a:lnTo>
                  <a:close/>
                </a:path>
                <a:path w="600710" h="675005">
                  <a:moveTo>
                    <a:pt x="282613" y="424457"/>
                  </a:moveTo>
                  <a:lnTo>
                    <a:pt x="217698" y="428205"/>
                  </a:lnTo>
                  <a:lnTo>
                    <a:pt x="162678" y="439222"/>
                  </a:lnTo>
                  <a:lnTo>
                    <a:pt x="118404" y="457164"/>
                  </a:lnTo>
                  <a:lnTo>
                    <a:pt x="85727" y="481688"/>
                  </a:lnTo>
                  <a:lnTo>
                    <a:pt x="58564" y="549107"/>
                  </a:lnTo>
                  <a:lnTo>
                    <a:pt x="65496" y="585994"/>
                  </a:lnTo>
                  <a:lnTo>
                    <a:pt x="118404" y="641588"/>
                  </a:lnTo>
                  <a:lnTo>
                    <a:pt x="162678" y="659669"/>
                  </a:lnTo>
                  <a:lnTo>
                    <a:pt x="217698" y="670855"/>
                  </a:lnTo>
                  <a:lnTo>
                    <a:pt x="282613" y="674833"/>
                  </a:lnTo>
                  <a:lnTo>
                    <a:pt x="347222" y="670855"/>
                  </a:lnTo>
                  <a:lnTo>
                    <a:pt x="401891" y="659669"/>
                  </a:lnTo>
                  <a:lnTo>
                    <a:pt x="445814" y="641588"/>
                  </a:lnTo>
                  <a:lnTo>
                    <a:pt x="465648" y="626477"/>
                  </a:lnTo>
                  <a:lnTo>
                    <a:pt x="282613" y="626477"/>
                  </a:lnTo>
                  <a:lnTo>
                    <a:pt x="213781" y="621188"/>
                  </a:lnTo>
                  <a:lnTo>
                    <a:pt x="161925" y="605926"/>
                  </a:lnTo>
                  <a:lnTo>
                    <a:pt x="129309" y="581596"/>
                  </a:lnTo>
                  <a:lnTo>
                    <a:pt x="118203" y="549107"/>
                  </a:lnTo>
                  <a:lnTo>
                    <a:pt x="129309" y="516694"/>
                  </a:lnTo>
                  <a:lnTo>
                    <a:pt x="161925" y="492491"/>
                  </a:lnTo>
                  <a:lnTo>
                    <a:pt x="213781" y="477254"/>
                  </a:lnTo>
                  <a:lnTo>
                    <a:pt x="282613" y="471738"/>
                  </a:lnTo>
                  <a:lnTo>
                    <a:pt x="465052" y="471738"/>
                  </a:lnTo>
                  <a:lnTo>
                    <a:pt x="445814" y="457164"/>
                  </a:lnTo>
                  <a:lnTo>
                    <a:pt x="401891" y="439222"/>
                  </a:lnTo>
                  <a:lnTo>
                    <a:pt x="347222" y="428205"/>
                  </a:lnTo>
                  <a:lnTo>
                    <a:pt x="282613" y="424457"/>
                  </a:lnTo>
                  <a:close/>
                </a:path>
                <a:path w="600710" h="675005">
                  <a:moveTo>
                    <a:pt x="465052" y="471738"/>
                  </a:moveTo>
                  <a:lnTo>
                    <a:pt x="282613" y="471738"/>
                  </a:lnTo>
                  <a:lnTo>
                    <a:pt x="351369" y="477254"/>
                  </a:lnTo>
                  <a:lnTo>
                    <a:pt x="403099" y="492491"/>
                  </a:lnTo>
                  <a:lnTo>
                    <a:pt x="435689" y="516694"/>
                  </a:lnTo>
                  <a:lnTo>
                    <a:pt x="447023" y="549107"/>
                  </a:lnTo>
                  <a:lnTo>
                    <a:pt x="435689" y="581596"/>
                  </a:lnTo>
                  <a:lnTo>
                    <a:pt x="403099" y="605926"/>
                  </a:lnTo>
                  <a:lnTo>
                    <a:pt x="351369" y="621188"/>
                  </a:lnTo>
                  <a:lnTo>
                    <a:pt x="282613" y="626477"/>
                  </a:lnTo>
                  <a:lnTo>
                    <a:pt x="465648" y="626477"/>
                  </a:lnTo>
                  <a:lnTo>
                    <a:pt x="478185" y="616925"/>
                  </a:lnTo>
                  <a:lnTo>
                    <a:pt x="498199" y="585994"/>
                  </a:lnTo>
                  <a:lnTo>
                    <a:pt x="505050" y="549107"/>
                  </a:lnTo>
                  <a:lnTo>
                    <a:pt x="498199" y="512450"/>
                  </a:lnTo>
                  <a:lnTo>
                    <a:pt x="478185" y="481688"/>
                  </a:lnTo>
                  <a:lnTo>
                    <a:pt x="465052" y="47173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945713" y="2102754"/>
              <a:ext cx="600710" cy="675005"/>
            </a:xfrm>
            <a:custGeom>
              <a:avLst/>
              <a:gdLst/>
              <a:ahLst/>
              <a:cxnLst/>
              <a:rect l="l" t="t" r="r" b="b"/>
              <a:pathLst>
                <a:path w="600710" h="675005">
                  <a:moveTo>
                    <a:pt x="499140" y="0"/>
                  </a:moveTo>
                  <a:lnTo>
                    <a:pt x="439501" y="0"/>
                  </a:lnTo>
                  <a:lnTo>
                    <a:pt x="439501" y="406189"/>
                  </a:lnTo>
                  <a:lnTo>
                    <a:pt x="499140" y="406189"/>
                  </a:lnTo>
                  <a:lnTo>
                    <a:pt x="499140" y="220824"/>
                  </a:lnTo>
                  <a:lnTo>
                    <a:pt x="600687" y="220824"/>
                  </a:lnTo>
                  <a:lnTo>
                    <a:pt x="600687" y="169782"/>
                  </a:lnTo>
                  <a:lnTo>
                    <a:pt x="499140" y="169782"/>
                  </a:lnTo>
                  <a:lnTo>
                    <a:pt x="499140" y="0"/>
                  </a:lnTo>
                  <a:close/>
                </a:path>
                <a:path w="600710" h="675005">
                  <a:moveTo>
                    <a:pt x="255211" y="41908"/>
                  </a:moveTo>
                  <a:lnTo>
                    <a:pt x="255211" y="145605"/>
                  </a:lnTo>
                  <a:lnTo>
                    <a:pt x="58564" y="145605"/>
                  </a:lnTo>
                  <a:lnTo>
                    <a:pt x="58564" y="41908"/>
                  </a:lnTo>
                  <a:lnTo>
                    <a:pt x="0" y="41908"/>
                  </a:lnTo>
                  <a:lnTo>
                    <a:pt x="0" y="353535"/>
                  </a:lnTo>
                  <a:lnTo>
                    <a:pt x="314313" y="353535"/>
                  </a:lnTo>
                  <a:lnTo>
                    <a:pt x="314313" y="41908"/>
                  </a:lnTo>
                  <a:lnTo>
                    <a:pt x="255211" y="41908"/>
                  </a:lnTo>
                  <a:close/>
                </a:path>
                <a:path w="600710" h="675005">
                  <a:moveTo>
                    <a:pt x="58564" y="305178"/>
                  </a:moveTo>
                  <a:lnTo>
                    <a:pt x="58564" y="192886"/>
                  </a:lnTo>
                  <a:lnTo>
                    <a:pt x="255211" y="192886"/>
                  </a:lnTo>
                  <a:lnTo>
                    <a:pt x="255211" y="305178"/>
                  </a:lnTo>
                  <a:lnTo>
                    <a:pt x="58564" y="305178"/>
                  </a:lnTo>
                  <a:close/>
                </a:path>
                <a:path w="600710" h="675005">
                  <a:moveTo>
                    <a:pt x="282613" y="424457"/>
                  </a:moveTo>
                  <a:lnTo>
                    <a:pt x="217698" y="428205"/>
                  </a:lnTo>
                  <a:lnTo>
                    <a:pt x="162678" y="439222"/>
                  </a:lnTo>
                  <a:lnTo>
                    <a:pt x="118404" y="457164"/>
                  </a:lnTo>
                  <a:lnTo>
                    <a:pt x="85727" y="481688"/>
                  </a:lnTo>
                  <a:lnTo>
                    <a:pt x="58564" y="549107"/>
                  </a:lnTo>
                  <a:lnTo>
                    <a:pt x="65496" y="585994"/>
                  </a:lnTo>
                  <a:lnTo>
                    <a:pt x="118404" y="641588"/>
                  </a:lnTo>
                  <a:lnTo>
                    <a:pt x="162678" y="659669"/>
                  </a:lnTo>
                  <a:lnTo>
                    <a:pt x="217698" y="670855"/>
                  </a:lnTo>
                  <a:lnTo>
                    <a:pt x="282613" y="674833"/>
                  </a:lnTo>
                  <a:lnTo>
                    <a:pt x="347222" y="670855"/>
                  </a:lnTo>
                  <a:lnTo>
                    <a:pt x="401891" y="659669"/>
                  </a:lnTo>
                  <a:lnTo>
                    <a:pt x="445814" y="641588"/>
                  </a:lnTo>
                  <a:lnTo>
                    <a:pt x="478185" y="616925"/>
                  </a:lnTo>
                  <a:lnTo>
                    <a:pt x="505050" y="549107"/>
                  </a:lnTo>
                  <a:lnTo>
                    <a:pt x="498199" y="512450"/>
                  </a:lnTo>
                  <a:lnTo>
                    <a:pt x="445814" y="457164"/>
                  </a:lnTo>
                  <a:lnTo>
                    <a:pt x="401891" y="439222"/>
                  </a:lnTo>
                  <a:lnTo>
                    <a:pt x="347222" y="428205"/>
                  </a:lnTo>
                  <a:lnTo>
                    <a:pt x="282613" y="424457"/>
                  </a:lnTo>
                  <a:close/>
                </a:path>
                <a:path w="600710" h="675005">
                  <a:moveTo>
                    <a:pt x="282613" y="626477"/>
                  </a:moveTo>
                  <a:lnTo>
                    <a:pt x="213781" y="621188"/>
                  </a:lnTo>
                  <a:lnTo>
                    <a:pt x="161925" y="605926"/>
                  </a:lnTo>
                  <a:lnTo>
                    <a:pt x="129309" y="581596"/>
                  </a:lnTo>
                  <a:lnTo>
                    <a:pt x="118203" y="549107"/>
                  </a:lnTo>
                  <a:lnTo>
                    <a:pt x="129309" y="516694"/>
                  </a:lnTo>
                  <a:lnTo>
                    <a:pt x="161924" y="492491"/>
                  </a:lnTo>
                  <a:lnTo>
                    <a:pt x="213781" y="477254"/>
                  </a:lnTo>
                  <a:lnTo>
                    <a:pt x="282613" y="471738"/>
                  </a:lnTo>
                  <a:lnTo>
                    <a:pt x="351369" y="477254"/>
                  </a:lnTo>
                  <a:lnTo>
                    <a:pt x="403099" y="492491"/>
                  </a:lnTo>
                  <a:lnTo>
                    <a:pt x="435689" y="516694"/>
                  </a:lnTo>
                  <a:lnTo>
                    <a:pt x="447023" y="549107"/>
                  </a:lnTo>
                  <a:lnTo>
                    <a:pt x="435689" y="581596"/>
                  </a:lnTo>
                  <a:lnTo>
                    <a:pt x="403099" y="605926"/>
                  </a:lnTo>
                  <a:lnTo>
                    <a:pt x="351369" y="621188"/>
                  </a:lnTo>
                  <a:lnTo>
                    <a:pt x="282613" y="626477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 descr=""/>
          <p:cNvGrpSpPr/>
          <p:nvPr/>
        </p:nvGrpSpPr>
        <p:grpSpPr>
          <a:xfrm>
            <a:off x="1618397" y="2094437"/>
            <a:ext cx="616585" cy="676910"/>
            <a:chOff x="1618397" y="2094437"/>
            <a:chExt cx="616585" cy="676910"/>
          </a:xfrm>
        </p:grpSpPr>
        <p:sp>
          <p:nvSpPr>
            <p:cNvPr id="40" name="object 40" descr=""/>
            <p:cNvSpPr/>
            <p:nvPr/>
          </p:nvSpPr>
          <p:spPr>
            <a:xfrm>
              <a:off x="1626171" y="2101849"/>
              <a:ext cx="600710" cy="661670"/>
            </a:xfrm>
            <a:custGeom>
              <a:avLst/>
              <a:gdLst/>
              <a:ahLst/>
              <a:cxnLst/>
              <a:rect l="l" t="t" r="r" b="b"/>
              <a:pathLst>
                <a:path w="600710" h="661669">
                  <a:moveTo>
                    <a:pt x="312166" y="111048"/>
                  </a:moveTo>
                  <a:lnTo>
                    <a:pt x="254139" y="111048"/>
                  </a:lnTo>
                  <a:lnTo>
                    <a:pt x="254139" y="324891"/>
                  </a:lnTo>
                  <a:lnTo>
                    <a:pt x="312166" y="324891"/>
                  </a:lnTo>
                  <a:lnTo>
                    <a:pt x="312166" y="111048"/>
                  </a:lnTo>
                  <a:close/>
                </a:path>
                <a:path w="600710" h="661669">
                  <a:moveTo>
                    <a:pt x="312166" y="62230"/>
                  </a:moveTo>
                  <a:lnTo>
                    <a:pt x="0" y="62230"/>
                  </a:lnTo>
                  <a:lnTo>
                    <a:pt x="0" y="110490"/>
                  </a:lnTo>
                  <a:lnTo>
                    <a:pt x="0" y="325120"/>
                  </a:lnTo>
                  <a:lnTo>
                    <a:pt x="0" y="373380"/>
                  </a:lnTo>
                  <a:lnTo>
                    <a:pt x="312166" y="373380"/>
                  </a:lnTo>
                  <a:lnTo>
                    <a:pt x="312166" y="325120"/>
                  </a:lnTo>
                  <a:lnTo>
                    <a:pt x="58026" y="325120"/>
                  </a:lnTo>
                  <a:lnTo>
                    <a:pt x="58026" y="110490"/>
                  </a:lnTo>
                  <a:lnTo>
                    <a:pt x="312166" y="110490"/>
                  </a:lnTo>
                  <a:lnTo>
                    <a:pt x="312166" y="62230"/>
                  </a:lnTo>
                  <a:close/>
                </a:path>
                <a:path w="600710" h="661669">
                  <a:moveTo>
                    <a:pt x="530301" y="612140"/>
                  </a:moveTo>
                  <a:lnTo>
                    <a:pt x="135394" y="612140"/>
                  </a:lnTo>
                  <a:lnTo>
                    <a:pt x="135394" y="449580"/>
                  </a:lnTo>
                  <a:lnTo>
                    <a:pt x="76288" y="449580"/>
                  </a:lnTo>
                  <a:lnTo>
                    <a:pt x="76288" y="612140"/>
                  </a:lnTo>
                  <a:lnTo>
                    <a:pt x="76288" y="661670"/>
                  </a:lnTo>
                  <a:lnTo>
                    <a:pt x="530301" y="661670"/>
                  </a:lnTo>
                  <a:lnTo>
                    <a:pt x="530301" y="612140"/>
                  </a:lnTo>
                  <a:close/>
                </a:path>
                <a:path w="600710" h="661669">
                  <a:moveTo>
                    <a:pt x="600684" y="205740"/>
                  </a:moveTo>
                  <a:lnTo>
                    <a:pt x="499135" y="205740"/>
                  </a:lnTo>
                  <a:lnTo>
                    <a:pt x="499135" y="0"/>
                  </a:lnTo>
                  <a:lnTo>
                    <a:pt x="439496" y="0"/>
                  </a:lnTo>
                  <a:lnTo>
                    <a:pt x="439496" y="205740"/>
                  </a:lnTo>
                  <a:lnTo>
                    <a:pt x="439496" y="256540"/>
                  </a:lnTo>
                  <a:lnTo>
                    <a:pt x="439496" y="495300"/>
                  </a:lnTo>
                  <a:lnTo>
                    <a:pt x="499135" y="495300"/>
                  </a:lnTo>
                  <a:lnTo>
                    <a:pt x="499135" y="256540"/>
                  </a:lnTo>
                  <a:lnTo>
                    <a:pt x="600684" y="256540"/>
                  </a:lnTo>
                  <a:lnTo>
                    <a:pt x="600684" y="20574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626177" y="2102217"/>
              <a:ext cx="600710" cy="661035"/>
            </a:xfrm>
            <a:custGeom>
              <a:avLst/>
              <a:gdLst/>
              <a:ahLst/>
              <a:cxnLst/>
              <a:rect l="l" t="t" r="r" b="b"/>
              <a:pathLst>
                <a:path w="600710" h="661035">
                  <a:moveTo>
                    <a:pt x="499140" y="0"/>
                  </a:moveTo>
                  <a:lnTo>
                    <a:pt x="439501" y="0"/>
                  </a:lnTo>
                  <a:lnTo>
                    <a:pt x="439501" y="495379"/>
                  </a:lnTo>
                  <a:lnTo>
                    <a:pt x="499140" y="495379"/>
                  </a:lnTo>
                  <a:lnTo>
                    <a:pt x="499140" y="256286"/>
                  </a:lnTo>
                  <a:lnTo>
                    <a:pt x="600687" y="256286"/>
                  </a:lnTo>
                  <a:lnTo>
                    <a:pt x="600687" y="205781"/>
                  </a:lnTo>
                  <a:lnTo>
                    <a:pt x="499140" y="205781"/>
                  </a:lnTo>
                  <a:lnTo>
                    <a:pt x="499140" y="0"/>
                  </a:lnTo>
                  <a:close/>
                </a:path>
                <a:path w="600710" h="661035">
                  <a:moveTo>
                    <a:pt x="0" y="61788"/>
                  </a:moveTo>
                  <a:lnTo>
                    <a:pt x="0" y="372877"/>
                  </a:lnTo>
                  <a:lnTo>
                    <a:pt x="312164" y="372877"/>
                  </a:lnTo>
                  <a:lnTo>
                    <a:pt x="312164" y="61788"/>
                  </a:lnTo>
                  <a:lnTo>
                    <a:pt x="0" y="61788"/>
                  </a:lnTo>
                  <a:close/>
                </a:path>
                <a:path w="600710" h="661035">
                  <a:moveTo>
                    <a:pt x="58027" y="324521"/>
                  </a:moveTo>
                  <a:lnTo>
                    <a:pt x="58027" y="110681"/>
                  </a:lnTo>
                  <a:lnTo>
                    <a:pt x="254137" y="110681"/>
                  </a:lnTo>
                  <a:lnTo>
                    <a:pt x="254137" y="324521"/>
                  </a:lnTo>
                  <a:lnTo>
                    <a:pt x="58027" y="324521"/>
                  </a:lnTo>
                  <a:close/>
                </a:path>
                <a:path w="600710" h="661035">
                  <a:moveTo>
                    <a:pt x="76294" y="448634"/>
                  </a:moveTo>
                  <a:lnTo>
                    <a:pt x="76294" y="660863"/>
                  </a:lnTo>
                  <a:lnTo>
                    <a:pt x="530302" y="660863"/>
                  </a:lnTo>
                  <a:lnTo>
                    <a:pt x="530302" y="611433"/>
                  </a:lnTo>
                  <a:lnTo>
                    <a:pt x="135396" y="611433"/>
                  </a:lnTo>
                  <a:lnTo>
                    <a:pt x="135396" y="448634"/>
                  </a:lnTo>
                  <a:lnTo>
                    <a:pt x="76294" y="448634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/>
          <p:nvPr/>
        </p:nvSpPr>
        <p:spPr>
          <a:xfrm>
            <a:off x="2359825" y="2125979"/>
            <a:ext cx="461009" cy="205740"/>
          </a:xfrm>
          <a:custGeom>
            <a:avLst/>
            <a:gdLst/>
            <a:ahLst/>
            <a:cxnLst/>
            <a:rect l="l" t="t" r="r" b="b"/>
            <a:pathLst>
              <a:path w="461010" h="205739">
                <a:moveTo>
                  <a:pt x="460451" y="156210"/>
                </a:moveTo>
                <a:lnTo>
                  <a:pt x="59639" y="156210"/>
                </a:lnTo>
                <a:lnTo>
                  <a:pt x="59639" y="48260"/>
                </a:lnTo>
                <a:lnTo>
                  <a:pt x="453466" y="48260"/>
                </a:lnTo>
                <a:lnTo>
                  <a:pt x="453466" y="0"/>
                </a:lnTo>
                <a:lnTo>
                  <a:pt x="0" y="0"/>
                </a:lnTo>
                <a:lnTo>
                  <a:pt x="0" y="48260"/>
                </a:lnTo>
                <a:lnTo>
                  <a:pt x="0" y="156210"/>
                </a:lnTo>
                <a:lnTo>
                  <a:pt x="0" y="205740"/>
                </a:lnTo>
                <a:lnTo>
                  <a:pt x="460451" y="205740"/>
                </a:lnTo>
                <a:lnTo>
                  <a:pt x="460451" y="15621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 descr=""/>
          <p:cNvSpPr/>
          <p:nvPr/>
        </p:nvSpPr>
        <p:spPr>
          <a:xfrm>
            <a:off x="2277627" y="2386442"/>
            <a:ext cx="616585" cy="48895"/>
          </a:xfrm>
          <a:custGeom>
            <a:avLst/>
            <a:gdLst/>
            <a:ahLst/>
            <a:cxnLst/>
            <a:rect l="l" t="t" r="r" b="b"/>
            <a:pathLst>
              <a:path w="616585" h="48894">
                <a:moveTo>
                  <a:pt x="616268" y="0"/>
                </a:moveTo>
                <a:lnTo>
                  <a:pt x="0" y="0"/>
                </a:lnTo>
                <a:lnTo>
                  <a:pt x="0" y="48355"/>
                </a:lnTo>
                <a:lnTo>
                  <a:pt x="616268" y="48355"/>
                </a:lnTo>
                <a:lnTo>
                  <a:pt x="616268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 descr=""/>
          <p:cNvSpPr/>
          <p:nvPr/>
        </p:nvSpPr>
        <p:spPr>
          <a:xfrm>
            <a:off x="2353922" y="2721610"/>
            <a:ext cx="480695" cy="48260"/>
          </a:xfrm>
          <a:custGeom>
            <a:avLst/>
            <a:gdLst/>
            <a:ahLst/>
            <a:cxnLst/>
            <a:rect l="l" t="t" r="r" b="b"/>
            <a:pathLst>
              <a:path w="480694" h="48260">
                <a:moveTo>
                  <a:pt x="0" y="48259"/>
                </a:moveTo>
                <a:lnTo>
                  <a:pt x="480335" y="48259"/>
                </a:lnTo>
                <a:lnTo>
                  <a:pt x="480335" y="0"/>
                </a:lnTo>
                <a:lnTo>
                  <a:pt x="0" y="0"/>
                </a:lnTo>
                <a:lnTo>
                  <a:pt x="0" y="48259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 descr=""/>
          <p:cNvSpPr/>
          <p:nvPr/>
        </p:nvSpPr>
        <p:spPr>
          <a:xfrm>
            <a:off x="2352306" y="2495549"/>
            <a:ext cx="461645" cy="226060"/>
          </a:xfrm>
          <a:custGeom>
            <a:avLst/>
            <a:gdLst/>
            <a:ahLst/>
            <a:cxnLst/>
            <a:rect l="l" t="t" r="r" b="b"/>
            <a:pathLst>
              <a:path w="461644" h="226060">
                <a:moveTo>
                  <a:pt x="461530" y="0"/>
                </a:moveTo>
                <a:lnTo>
                  <a:pt x="0" y="0"/>
                </a:lnTo>
                <a:lnTo>
                  <a:pt x="0" y="45720"/>
                </a:lnTo>
                <a:lnTo>
                  <a:pt x="402958" y="45720"/>
                </a:lnTo>
                <a:lnTo>
                  <a:pt x="402958" y="111760"/>
                </a:lnTo>
                <a:lnTo>
                  <a:pt x="1612" y="111760"/>
                </a:lnTo>
                <a:lnTo>
                  <a:pt x="1612" y="156210"/>
                </a:lnTo>
                <a:lnTo>
                  <a:pt x="1612" y="226060"/>
                </a:lnTo>
                <a:lnTo>
                  <a:pt x="60172" y="226060"/>
                </a:lnTo>
                <a:lnTo>
                  <a:pt x="60172" y="156210"/>
                </a:lnTo>
                <a:lnTo>
                  <a:pt x="461530" y="156210"/>
                </a:lnTo>
                <a:lnTo>
                  <a:pt x="461530" y="111760"/>
                </a:lnTo>
                <a:lnTo>
                  <a:pt x="461530" y="45720"/>
                </a:lnTo>
                <a:lnTo>
                  <a:pt x="461530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089" y="3062627"/>
            <a:ext cx="1243427" cy="321184"/>
          </a:xfrm>
          <a:prstGeom prst="rect">
            <a:avLst/>
          </a:prstGeom>
        </p:spPr>
      </p:pic>
      <p:sp>
        <p:nvSpPr>
          <p:cNvPr id="47" name="object 47" descr=""/>
          <p:cNvSpPr/>
          <p:nvPr/>
        </p:nvSpPr>
        <p:spPr>
          <a:xfrm>
            <a:off x="2277627" y="2125858"/>
            <a:ext cx="616585" cy="309245"/>
          </a:xfrm>
          <a:custGeom>
            <a:avLst/>
            <a:gdLst/>
            <a:ahLst/>
            <a:cxnLst/>
            <a:rect l="l" t="t" r="r" b="b"/>
            <a:pathLst>
              <a:path w="616585" h="309244">
                <a:moveTo>
                  <a:pt x="141843" y="156350"/>
                </a:moveTo>
                <a:lnTo>
                  <a:pt x="141843" y="48355"/>
                </a:lnTo>
                <a:lnTo>
                  <a:pt x="535675" y="48355"/>
                </a:lnTo>
                <a:lnTo>
                  <a:pt x="535675" y="0"/>
                </a:lnTo>
                <a:lnTo>
                  <a:pt x="82204" y="0"/>
                </a:lnTo>
                <a:lnTo>
                  <a:pt x="82204" y="205243"/>
                </a:lnTo>
                <a:lnTo>
                  <a:pt x="542660" y="205243"/>
                </a:lnTo>
                <a:lnTo>
                  <a:pt x="542660" y="156350"/>
                </a:lnTo>
                <a:lnTo>
                  <a:pt x="141843" y="156350"/>
                </a:lnTo>
                <a:close/>
              </a:path>
              <a:path w="616585" h="309244">
                <a:moveTo>
                  <a:pt x="0" y="308940"/>
                </a:moveTo>
                <a:lnTo>
                  <a:pt x="616268" y="308940"/>
                </a:lnTo>
                <a:lnTo>
                  <a:pt x="616268" y="260584"/>
                </a:lnTo>
                <a:lnTo>
                  <a:pt x="0" y="260584"/>
                </a:lnTo>
                <a:lnTo>
                  <a:pt x="0" y="30894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 descr=""/>
          <p:cNvSpPr/>
          <p:nvPr/>
        </p:nvSpPr>
        <p:spPr>
          <a:xfrm>
            <a:off x="2352310" y="2494974"/>
            <a:ext cx="481965" cy="275590"/>
          </a:xfrm>
          <a:custGeom>
            <a:avLst/>
            <a:gdLst/>
            <a:ahLst/>
            <a:cxnLst/>
            <a:rect l="l" t="t" r="r" b="b"/>
            <a:pathLst>
              <a:path w="481964" h="275589">
                <a:moveTo>
                  <a:pt x="461530" y="156888"/>
                </a:moveTo>
                <a:lnTo>
                  <a:pt x="461530" y="0"/>
                </a:lnTo>
                <a:lnTo>
                  <a:pt x="0" y="0"/>
                </a:lnTo>
                <a:lnTo>
                  <a:pt x="0" y="46744"/>
                </a:lnTo>
                <a:lnTo>
                  <a:pt x="402965" y="46744"/>
                </a:lnTo>
                <a:lnTo>
                  <a:pt x="402965" y="111755"/>
                </a:lnTo>
                <a:lnTo>
                  <a:pt x="1611" y="111755"/>
                </a:lnTo>
                <a:lnTo>
                  <a:pt x="1611" y="275091"/>
                </a:lnTo>
                <a:lnTo>
                  <a:pt x="481946" y="275091"/>
                </a:lnTo>
                <a:lnTo>
                  <a:pt x="481946" y="226735"/>
                </a:lnTo>
                <a:lnTo>
                  <a:pt x="60176" y="226735"/>
                </a:lnTo>
                <a:lnTo>
                  <a:pt x="60176" y="156888"/>
                </a:lnTo>
                <a:lnTo>
                  <a:pt x="461530" y="156888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9" name="object 49" descr=""/>
          <p:cNvGrpSpPr/>
          <p:nvPr/>
        </p:nvGrpSpPr>
        <p:grpSpPr>
          <a:xfrm>
            <a:off x="2958908" y="2094974"/>
            <a:ext cx="565785" cy="691515"/>
            <a:chOff x="2958908" y="2094974"/>
            <a:chExt cx="565785" cy="691515"/>
          </a:xfrm>
        </p:grpSpPr>
        <p:sp>
          <p:nvSpPr>
            <p:cNvPr id="50" name="object 50" descr=""/>
            <p:cNvSpPr/>
            <p:nvPr/>
          </p:nvSpPr>
          <p:spPr>
            <a:xfrm>
              <a:off x="2966688" y="2102754"/>
              <a:ext cx="549910" cy="675640"/>
            </a:xfrm>
            <a:custGeom>
              <a:avLst/>
              <a:gdLst/>
              <a:ahLst/>
              <a:cxnLst/>
              <a:rect l="l" t="t" r="r" b="b"/>
              <a:pathLst>
                <a:path w="549910" h="675639">
                  <a:moveTo>
                    <a:pt x="549645" y="0"/>
                  </a:moveTo>
                  <a:lnTo>
                    <a:pt x="490006" y="0"/>
                  </a:lnTo>
                  <a:lnTo>
                    <a:pt x="490006" y="675370"/>
                  </a:lnTo>
                  <a:lnTo>
                    <a:pt x="549645" y="675370"/>
                  </a:lnTo>
                  <a:lnTo>
                    <a:pt x="549645" y="0"/>
                  </a:lnTo>
                  <a:close/>
                </a:path>
                <a:path w="549910" h="675639">
                  <a:moveTo>
                    <a:pt x="349774" y="73608"/>
                  </a:moveTo>
                  <a:lnTo>
                    <a:pt x="31162" y="73608"/>
                  </a:lnTo>
                  <a:lnTo>
                    <a:pt x="31162" y="121964"/>
                  </a:lnTo>
                  <a:lnTo>
                    <a:pt x="289060" y="121964"/>
                  </a:lnTo>
                  <a:lnTo>
                    <a:pt x="282700" y="169372"/>
                  </a:lnTo>
                  <a:lnTo>
                    <a:pt x="271480" y="214837"/>
                  </a:lnTo>
                  <a:lnTo>
                    <a:pt x="255344" y="258284"/>
                  </a:lnTo>
                  <a:lnTo>
                    <a:pt x="234235" y="299638"/>
                  </a:lnTo>
                  <a:lnTo>
                    <a:pt x="208098" y="338827"/>
                  </a:lnTo>
                  <a:lnTo>
                    <a:pt x="176874" y="375774"/>
                  </a:lnTo>
                  <a:lnTo>
                    <a:pt x="140509" y="410407"/>
                  </a:lnTo>
                  <a:lnTo>
                    <a:pt x="98946" y="442652"/>
                  </a:lnTo>
                  <a:lnTo>
                    <a:pt x="52128" y="472433"/>
                  </a:lnTo>
                  <a:lnTo>
                    <a:pt x="0" y="499677"/>
                  </a:lnTo>
                  <a:lnTo>
                    <a:pt x="32236" y="548570"/>
                  </a:lnTo>
                  <a:lnTo>
                    <a:pt x="82159" y="522303"/>
                  </a:lnTo>
                  <a:lnTo>
                    <a:pt x="127364" y="493915"/>
                  </a:lnTo>
                  <a:lnTo>
                    <a:pt x="167979" y="463519"/>
                  </a:lnTo>
                  <a:lnTo>
                    <a:pt x="204131" y="431226"/>
                  </a:lnTo>
                  <a:lnTo>
                    <a:pt x="235950" y="397146"/>
                  </a:lnTo>
                  <a:lnTo>
                    <a:pt x="263561" y="361393"/>
                  </a:lnTo>
                  <a:lnTo>
                    <a:pt x="287094" y="324077"/>
                  </a:lnTo>
                  <a:lnTo>
                    <a:pt x="306674" y="285309"/>
                  </a:lnTo>
                  <a:lnTo>
                    <a:pt x="322431" y="245202"/>
                  </a:lnTo>
                  <a:lnTo>
                    <a:pt x="334492" y="203867"/>
                  </a:lnTo>
                  <a:lnTo>
                    <a:pt x="342984" y="161415"/>
                  </a:lnTo>
                  <a:lnTo>
                    <a:pt x="348035" y="117958"/>
                  </a:lnTo>
                  <a:lnTo>
                    <a:pt x="349774" y="7360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2966688" y="2102754"/>
              <a:ext cx="549910" cy="675640"/>
            </a:xfrm>
            <a:custGeom>
              <a:avLst/>
              <a:gdLst/>
              <a:ahLst/>
              <a:cxnLst/>
              <a:rect l="l" t="t" r="r" b="b"/>
              <a:pathLst>
                <a:path w="549910" h="675639">
                  <a:moveTo>
                    <a:pt x="490006" y="675370"/>
                  </a:moveTo>
                  <a:lnTo>
                    <a:pt x="549645" y="675370"/>
                  </a:lnTo>
                  <a:lnTo>
                    <a:pt x="549645" y="0"/>
                  </a:lnTo>
                  <a:lnTo>
                    <a:pt x="490006" y="0"/>
                  </a:lnTo>
                  <a:lnTo>
                    <a:pt x="490006" y="675370"/>
                  </a:lnTo>
                  <a:close/>
                </a:path>
                <a:path w="549910" h="675639">
                  <a:moveTo>
                    <a:pt x="31162" y="73608"/>
                  </a:moveTo>
                  <a:lnTo>
                    <a:pt x="31162" y="121964"/>
                  </a:lnTo>
                  <a:lnTo>
                    <a:pt x="289060" y="121964"/>
                  </a:lnTo>
                  <a:lnTo>
                    <a:pt x="282700" y="169372"/>
                  </a:lnTo>
                  <a:lnTo>
                    <a:pt x="271480" y="214837"/>
                  </a:lnTo>
                  <a:lnTo>
                    <a:pt x="255344" y="258284"/>
                  </a:lnTo>
                  <a:lnTo>
                    <a:pt x="234235" y="299638"/>
                  </a:lnTo>
                  <a:lnTo>
                    <a:pt x="208098" y="338827"/>
                  </a:lnTo>
                  <a:lnTo>
                    <a:pt x="176874" y="375774"/>
                  </a:lnTo>
                  <a:lnTo>
                    <a:pt x="140509" y="410407"/>
                  </a:lnTo>
                  <a:lnTo>
                    <a:pt x="98946" y="442652"/>
                  </a:lnTo>
                  <a:lnTo>
                    <a:pt x="52128" y="472433"/>
                  </a:lnTo>
                  <a:lnTo>
                    <a:pt x="0" y="499677"/>
                  </a:lnTo>
                  <a:lnTo>
                    <a:pt x="32236" y="548570"/>
                  </a:lnTo>
                  <a:lnTo>
                    <a:pt x="82159" y="522303"/>
                  </a:lnTo>
                  <a:lnTo>
                    <a:pt x="127364" y="493915"/>
                  </a:lnTo>
                  <a:lnTo>
                    <a:pt x="167979" y="463519"/>
                  </a:lnTo>
                  <a:lnTo>
                    <a:pt x="204131" y="431226"/>
                  </a:lnTo>
                  <a:lnTo>
                    <a:pt x="235950" y="397146"/>
                  </a:lnTo>
                  <a:lnTo>
                    <a:pt x="263561" y="361393"/>
                  </a:lnTo>
                  <a:lnTo>
                    <a:pt x="287094" y="324077"/>
                  </a:lnTo>
                  <a:lnTo>
                    <a:pt x="306674" y="285309"/>
                  </a:lnTo>
                  <a:lnTo>
                    <a:pt x="322431" y="245202"/>
                  </a:lnTo>
                  <a:lnTo>
                    <a:pt x="334492" y="203867"/>
                  </a:lnTo>
                  <a:lnTo>
                    <a:pt x="342984" y="161415"/>
                  </a:lnTo>
                  <a:lnTo>
                    <a:pt x="348035" y="117958"/>
                  </a:lnTo>
                  <a:lnTo>
                    <a:pt x="349774" y="73608"/>
                  </a:lnTo>
                  <a:lnTo>
                    <a:pt x="31162" y="73608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2" name="object 52" descr=""/>
          <p:cNvGrpSpPr/>
          <p:nvPr/>
        </p:nvGrpSpPr>
        <p:grpSpPr>
          <a:xfrm>
            <a:off x="3805470" y="2100750"/>
            <a:ext cx="86360" cy="623570"/>
            <a:chOff x="3805470" y="2100750"/>
            <a:chExt cx="86360" cy="623570"/>
          </a:xfrm>
        </p:grpSpPr>
        <p:sp>
          <p:nvSpPr>
            <p:cNvPr id="53" name="object 53" descr=""/>
            <p:cNvSpPr/>
            <p:nvPr/>
          </p:nvSpPr>
          <p:spPr>
            <a:xfrm>
              <a:off x="3813249" y="2108530"/>
              <a:ext cx="70485" cy="608330"/>
            </a:xfrm>
            <a:custGeom>
              <a:avLst/>
              <a:gdLst/>
              <a:ahLst/>
              <a:cxnLst/>
              <a:rect l="l" t="t" r="r" b="b"/>
              <a:pathLst>
                <a:path w="70485" h="608330">
                  <a:moveTo>
                    <a:pt x="70277" y="0"/>
                  </a:moveTo>
                  <a:lnTo>
                    <a:pt x="46724" y="0"/>
                  </a:lnTo>
                  <a:lnTo>
                    <a:pt x="0" y="60020"/>
                  </a:lnTo>
                  <a:lnTo>
                    <a:pt x="36088" y="60020"/>
                  </a:lnTo>
                  <a:lnTo>
                    <a:pt x="36088" y="607806"/>
                  </a:lnTo>
                  <a:lnTo>
                    <a:pt x="70277" y="607806"/>
                  </a:lnTo>
                  <a:lnTo>
                    <a:pt x="70277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3813249" y="2108530"/>
              <a:ext cx="70485" cy="608330"/>
            </a:xfrm>
            <a:custGeom>
              <a:avLst/>
              <a:gdLst/>
              <a:ahLst/>
              <a:cxnLst/>
              <a:rect l="l" t="t" r="r" b="b"/>
              <a:pathLst>
                <a:path w="70485" h="608330">
                  <a:moveTo>
                    <a:pt x="70277" y="0"/>
                  </a:moveTo>
                  <a:lnTo>
                    <a:pt x="70277" y="607806"/>
                  </a:lnTo>
                  <a:lnTo>
                    <a:pt x="36088" y="607806"/>
                  </a:lnTo>
                  <a:lnTo>
                    <a:pt x="36088" y="60020"/>
                  </a:lnTo>
                  <a:lnTo>
                    <a:pt x="0" y="60020"/>
                  </a:lnTo>
                  <a:lnTo>
                    <a:pt x="46724" y="0"/>
                  </a:lnTo>
                  <a:lnTo>
                    <a:pt x="70277" y="0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5" name="object 55" descr=""/>
          <p:cNvGrpSpPr/>
          <p:nvPr/>
        </p:nvGrpSpPr>
        <p:grpSpPr>
          <a:xfrm>
            <a:off x="2269111" y="3066806"/>
            <a:ext cx="43180" cy="311785"/>
            <a:chOff x="2269111" y="3066806"/>
            <a:chExt cx="43180" cy="311785"/>
          </a:xfrm>
        </p:grpSpPr>
        <p:sp>
          <p:nvSpPr>
            <p:cNvPr id="56" name="object 56" descr=""/>
            <p:cNvSpPr/>
            <p:nvPr/>
          </p:nvSpPr>
          <p:spPr>
            <a:xfrm>
              <a:off x="2273001" y="3070696"/>
              <a:ext cx="35560" cy="304165"/>
            </a:xfrm>
            <a:custGeom>
              <a:avLst/>
              <a:gdLst/>
              <a:ahLst/>
              <a:cxnLst/>
              <a:rect l="l" t="t" r="r" b="b"/>
              <a:pathLst>
                <a:path w="35560" h="304164">
                  <a:moveTo>
                    <a:pt x="35139" y="0"/>
                  </a:moveTo>
                  <a:lnTo>
                    <a:pt x="23362" y="0"/>
                  </a:lnTo>
                  <a:lnTo>
                    <a:pt x="0" y="30010"/>
                  </a:lnTo>
                  <a:lnTo>
                    <a:pt x="18044" y="30010"/>
                  </a:lnTo>
                  <a:lnTo>
                    <a:pt x="18044" y="303907"/>
                  </a:lnTo>
                  <a:lnTo>
                    <a:pt x="35139" y="303907"/>
                  </a:lnTo>
                  <a:lnTo>
                    <a:pt x="3513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2273001" y="3070696"/>
              <a:ext cx="35560" cy="304165"/>
            </a:xfrm>
            <a:custGeom>
              <a:avLst/>
              <a:gdLst/>
              <a:ahLst/>
              <a:cxnLst/>
              <a:rect l="l" t="t" r="r" b="b"/>
              <a:pathLst>
                <a:path w="35560" h="304164">
                  <a:moveTo>
                    <a:pt x="35139" y="0"/>
                  </a:moveTo>
                  <a:lnTo>
                    <a:pt x="35139" y="303907"/>
                  </a:lnTo>
                  <a:lnTo>
                    <a:pt x="18044" y="303907"/>
                  </a:lnTo>
                  <a:lnTo>
                    <a:pt x="18044" y="30010"/>
                  </a:lnTo>
                  <a:lnTo>
                    <a:pt x="0" y="30010"/>
                  </a:lnTo>
                  <a:lnTo>
                    <a:pt x="23362" y="0"/>
                  </a:lnTo>
                  <a:lnTo>
                    <a:pt x="35139" y="0"/>
                  </a:lnTo>
                  <a:close/>
                </a:path>
              </a:pathLst>
            </a:custGeom>
            <a:ln w="778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8" name="object 58" descr=""/>
          <p:cNvGrpSpPr/>
          <p:nvPr/>
        </p:nvGrpSpPr>
        <p:grpSpPr>
          <a:xfrm>
            <a:off x="2428374" y="3062627"/>
            <a:ext cx="514984" cy="321310"/>
            <a:chOff x="2428374" y="3062627"/>
            <a:chExt cx="514984" cy="321310"/>
          </a:xfrm>
        </p:grpSpPr>
        <p:sp>
          <p:nvSpPr>
            <p:cNvPr id="59" name="object 59" descr=""/>
            <p:cNvSpPr/>
            <p:nvPr/>
          </p:nvSpPr>
          <p:spPr>
            <a:xfrm>
              <a:off x="2432264" y="3343263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89" h="34289">
                  <a:moveTo>
                    <a:pt x="21780" y="0"/>
                  </a:moveTo>
                  <a:lnTo>
                    <a:pt x="17094" y="0"/>
                  </a:lnTo>
                  <a:lnTo>
                    <a:pt x="12409" y="0"/>
                  </a:lnTo>
                  <a:lnTo>
                    <a:pt x="8389" y="1646"/>
                  </a:lnTo>
                  <a:lnTo>
                    <a:pt x="1677" y="8230"/>
                  </a:lnTo>
                  <a:lnTo>
                    <a:pt x="0" y="12219"/>
                  </a:lnTo>
                  <a:lnTo>
                    <a:pt x="0" y="21716"/>
                  </a:lnTo>
                  <a:lnTo>
                    <a:pt x="1677" y="25768"/>
                  </a:lnTo>
                  <a:lnTo>
                    <a:pt x="8389" y="32353"/>
                  </a:lnTo>
                  <a:lnTo>
                    <a:pt x="12409" y="33999"/>
                  </a:lnTo>
                  <a:lnTo>
                    <a:pt x="21780" y="33999"/>
                  </a:lnTo>
                  <a:lnTo>
                    <a:pt x="25800" y="32353"/>
                  </a:lnTo>
                  <a:lnTo>
                    <a:pt x="32511" y="25768"/>
                  </a:lnTo>
                  <a:lnTo>
                    <a:pt x="34189" y="21716"/>
                  </a:lnTo>
                  <a:lnTo>
                    <a:pt x="34189" y="12219"/>
                  </a:lnTo>
                  <a:lnTo>
                    <a:pt x="32511" y="8230"/>
                  </a:lnTo>
                  <a:lnTo>
                    <a:pt x="25800" y="1646"/>
                  </a:lnTo>
                  <a:lnTo>
                    <a:pt x="21780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2432264" y="3343263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89" h="34289">
                  <a:moveTo>
                    <a:pt x="17094" y="0"/>
                  </a:moveTo>
                  <a:lnTo>
                    <a:pt x="21780" y="0"/>
                  </a:lnTo>
                  <a:lnTo>
                    <a:pt x="25800" y="1646"/>
                  </a:lnTo>
                  <a:lnTo>
                    <a:pt x="29156" y="4938"/>
                  </a:lnTo>
                  <a:lnTo>
                    <a:pt x="32511" y="8230"/>
                  </a:lnTo>
                  <a:lnTo>
                    <a:pt x="34189" y="12219"/>
                  </a:lnTo>
                  <a:lnTo>
                    <a:pt x="34189" y="16904"/>
                  </a:lnTo>
                  <a:lnTo>
                    <a:pt x="34189" y="21716"/>
                  </a:lnTo>
                  <a:lnTo>
                    <a:pt x="32511" y="25768"/>
                  </a:lnTo>
                  <a:lnTo>
                    <a:pt x="29156" y="29061"/>
                  </a:lnTo>
                  <a:lnTo>
                    <a:pt x="25800" y="32353"/>
                  </a:lnTo>
                  <a:lnTo>
                    <a:pt x="21780" y="33999"/>
                  </a:lnTo>
                  <a:lnTo>
                    <a:pt x="17094" y="33999"/>
                  </a:lnTo>
                  <a:lnTo>
                    <a:pt x="12409" y="33999"/>
                  </a:lnTo>
                  <a:lnTo>
                    <a:pt x="8389" y="32353"/>
                  </a:lnTo>
                  <a:lnTo>
                    <a:pt x="5033" y="29061"/>
                  </a:lnTo>
                  <a:lnTo>
                    <a:pt x="1677" y="25768"/>
                  </a:lnTo>
                  <a:lnTo>
                    <a:pt x="0" y="21716"/>
                  </a:lnTo>
                  <a:lnTo>
                    <a:pt x="0" y="16904"/>
                  </a:lnTo>
                  <a:lnTo>
                    <a:pt x="0" y="12219"/>
                  </a:lnTo>
                  <a:lnTo>
                    <a:pt x="1677" y="8230"/>
                  </a:lnTo>
                  <a:lnTo>
                    <a:pt x="5033" y="4938"/>
                  </a:lnTo>
                  <a:lnTo>
                    <a:pt x="8389" y="1646"/>
                  </a:lnTo>
                  <a:lnTo>
                    <a:pt x="12409" y="0"/>
                  </a:lnTo>
                  <a:lnTo>
                    <a:pt x="17094" y="0"/>
                  </a:lnTo>
                  <a:close/>
                </a:path>
              </a:pathLst>
            </a:custGeom>
            <a:ln w="778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2503773" y="3070696"/>
              <a:ext cx="208915" cy="309245"/>
            </a:xfrm>
            <a:custGeom>
              <a:avLst/>
              <a:gdLst/>
              <a:ahLst/>
              <a:cxnLst/>
              <a:rect l="l" t="t" r="r" b="b"/>
              <a:pathLst>
                <a:path w="208914" h="309245">
                  <a:moveTo>
                    <a:pt x="104278" y="0"/>
                  </a:moveTo>
                  <a:lnTo>
                    <a:pt x="64295" y="7645"/>
                  </a:lnTo>
                  <a:lnTo>
                    <a:pt x="30580" y="30580"/>
                  </a:lnTo>
                  <a:lnTo>
                    <a:pt x="7645" y="64295"/>
                  </a:lnTo>
                  <a:lnTo>
                    <a:pt x="0" y="104277"/>
                  </a:lnTo>
                  <a:lnTo>
                    <a:pt x="0" y="204947"/>
                  </a:lnTo>
                  <a:lnTo>
                    <a:pt x="7645" y="244930"/>
                  </a:lnTo>
                  <a:lnTo>
                    <a:pt x="30580" y="278644"/>
                  </a:lnTo>
                  <a:lnTo>
                    <a:pt x="64295" y="301580"/>
                  </a:lnTo>
                  <a:lnTo>
                    <a:pt x="104278" y="309225"/>
                  </a:lnTo>
                  <a:lnTo>
                    <a:pt x="125130" y="307314"/>
                  </a:lnTo>
                  <a:lnTo>
                    <a:pt x="144379" y="301580"/>
                  </a:lnTo>
                  <a:lnTo>
                    <a:pt x="162026" y="292023"/>
                  </a:lnTo>
                  <a:lnTo>
                    <a:pt x="163264" y="290991"/>
                  </a:lnTo>
                  <a:lnTo>
                    <a:pt x="104278" y="290991"/>
                  </a:lnTo>
                  <a:lnTo>
                    <a:pt x="87076" y="289418"/>
                  </a:lnTo>
                  <a:lnTo>
                    <a:pt x="43306" y="265823"/>
                  </a:lnTo>
                  <a:lnTo>
                    <a:pt x="19623" y="222143"/>
                  </a:lnTo>
                  <a:lnTo>
                    <a:pt x="18044" y="204947"/>
                  </a:lnTo>
                  <a:lnTo>
                    <a:pt x="18044" y="104277"/>
                  </a:lnTo>
                  <a:lnTo>
                    <a:pt x="32254" y="56644"/>
                  </a:lnTo>
                  <a:lnTo>
                    <a:pt x="71180" y="24526"/>
                  </a:lnTo>
                  <a:lnTo>
                    <a:pt x="104278" y="18234"/>
                  </a:lnTo>
                  <a:lnTo>
                    <a:pt x="163264" y="18234"/>
                  </a:lnTo>
                  <a:lnTo>
                    <a:pt x="162026" y="17201"/>
                  </a:lnTo>
                  <a:lnTo>
                    <a:pt x="144379" y="7645"/>
                  </a:lnTo>
                  <a:lnTo>
                    <a:pt x="125130" y="1911"/>
                  </a:lnTo>
                  <a:lnTo>
                    <a:pt x="104278" y="0"/>
                  </a:lnTo>
                  <a:close/>
                </a:path>
                <a:path w="208914" h="309245">
                  <a:moveTo>
                    <a:pt x="163264" y="18234"/>
                  </a:moveTo>
                  <a:lnTo>
                    <a:pt x="104278" y="18234"/>
                  </a:lnTo>
                  <a:lnTo>
                    <a:pt x="121479" y="19807"/>
                  </a:lnTo>
                  <a:lnTo>
                    <a:pt x="137375" y="24526"/>
                  </a:lnTo>
                  <a:lnTo>
                    <a:pt x="176301" y="56644"/>
                  </a:lnTo>
                  <a:lnTo>
                    <a:pt x="190511" y="104277"/>
                  </a:lnTo>
                  <a:lnTo>
                    <a:pt x="190511" y="204947"/>
                  </a:lnTo>
                  <a:lnTo>
                    <a:pt x="176301" y="252581"/>
                  </a:lnTo>
                  <a:lnTo>
                    <a:pt x="137375" y="284699"/>
                  </a:lnTo>
                  <a:lnTo>
                    <a:pt x="104278" y="290991"/>
                  </a:lnTo>
                  <a:lnTo>
                    <a:pt x="163264" y="290991"/>
                  </a:lnTo>
                  <a:lnTo>
                    <a:pt x="191408" y="262570"/>
                  </a:lnTo>
                  <a:lnTo>
                    <a:pt x="206650" y="225722"/>
                  </a:lnTo>
                  <a:lnTo>
                    <a:pt x="208556" y="204947"/>
                  </a:lnTo>
                  <a:lnTo>
                    <a:pt x="208556" y="104277"/>
                  </a:lnTo>
                  <a:lnTo>
                    <a:pt x="206650" y="83503"/>
                  </a:lnTo>
                  <a:lnTo>
                    <a:pt x="200934" y="64295"/>
                  </a:lnTo>
                  <a:lnTo>
                    <a:pt x="191408" y="46654"/>
                  </a:lnTo>
                  <a:lnTo>
                    <a:pt x="178070" y="30580"/>
                  </a:lnTo>
                  <a:lnTo>
                    <a:pt x="163264" y="1823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2503773" y="3070696"/>
              <a:ext cx="208915" cy="309245"/>
            </a:xfrm>
            <a:custGeom>
              <a:avLst/>
              <a:gdLst/>
              <a:ahLst/>
              <a:cxnLst/>
              <a:rect l="l" t="t" r="r" b="b"/>
              <a:pathLst>
                <a:path w="208914" h="309245">
                  <a:moveTo>
                    <a:pt x="190511" y="104277"/>
                  </a:moveTo>
                  <a:lnTo>
                    <a:pt x="176301" y="56644"/>
                  </a:lnTo>
                  <a:lnTo>
                    <a:pt x="137375" y="24526"/>
                  </a:lnTo>
                  <a:lnTo>
                    <a:pt x="104278" y="18234"/>
                  </a:lnTo>
                  <a:lnTo>
                    <a:pt x="87076" y="19807"/>
                  </a:lnTo>
                  <a:lnTo>
                    <a:pt x="43306" y="43401"/>
                  </a:lnTo>
                  <a:lnTo>
                    <a:pt x="19623" y="87082"/>
                  </a:lnTo>
                  <a:lnTo>
                    <a:pt x="18044" y="104277"/>
                  </a:lnTo>
                  <a:lnTo>
                    <a:pt x="18044" y="204947"/>
                  </a:lnTo>
                  <a:lnTo>
                    <a:pt x="32254" y="252581"/>
                  </a:lnTo>
                  <a:lnTo>
                    <a:pt x="71180" y="284699"/>
                  </a:lnTo>
                  <a:lnTo>
                    <a:pt x="104278" y="290991"/>
                  </a:lnTo>
                  <a:lnTo>
                    <a:pt x="121479" y="289418"/>
                  </a:lnTo>
                  <a:lnTo>
                    <a:pt x="165249" y="265823"/>
                  </a:lnTo>
                  <a:lnTo>
                    <a:pt x="188932" y="222143"/>
                  </a:lnTo>
                  <a:lnTo>
                    <a:pt x="190511" y="204947"/>
                  </a:lnTo>
                  <a:lnTo>
                    <a:pt x="190511" y="104277"/>
                  </a:lnTo>
                  <a:close/>
                </a:path>
                <a:path w="208914" h="309245">
                  <a:moveTo>
                    <a:pt x="208556" y="204947"/>
                  </a:moveTo>
                  <a:lnTo>
                    <a:pt x="200934" y="244930"/>
                  </a:lnTo>
                  <a:lnTo>
                    <a:pt x="178070" y="278644"/>
                  </a:lnTo>
                  <a:lnTo>
                    <a:pt x="144379" y="301580"/>
                  </a:lnTo>
                  <a:lnTo>
                    <a:pt x="104278" y="309225"/>
                  </a:lnTo>
                  <a:lnTo>
                    <a:pt x="83503" y="307314"/>
                  </a:lnTo>
                  <a:lnTo>
                    <a:pt x="46654" y="292023"/>
                  </a:lnTo>
                  <a:lnTo>
                    <a:pt x="17201" y="262570"/>
                  </a:lnTo>
                  <a:lnTo>
                    <a:pt x="1911" y="225722"/>
                  </a:lnTo>
                  <a:lnTo>
                    <a:pt x="0" y="204947"/>
                  </a:lnTo>
                  <a:lnTo>
                    <a:pt x="0" y="104277"/>
                  </a:lnTo>
                  <a:lnTo>
                    <a:pt x="7645" y="64295"/>
                  </a:lnTo>
                  <a:lnTo>
                    <a:pt x="30580" y="30580"/>
                  </a:lnTo>
                  <a:lnTo>
                    <a:pt x="64295" y="7645"/>
                  </a:lnTo>
                  <a:lnTo>
                    <a:pt x="104278" y="0"/>
                  </a:lnTo>
                  <a:lnTo>
                    <a:pt x="125130" y="1911"/>
                  </a:lnTo>
                  <a:lnTo>
                    <a:pt x="162026" y="17201"/>
                  </a:lnTo>
                  <a:lnTo>
                    <a:pt x="191408" y="46654"/>
                  </a:lnTo>
                  <a:lnTo>
                    <a:pt x="206650" y="83503"/>
                  </a:lnTo>
                  <a:lnTo>
                    <a:pt x="208556" y="104277"/>
                  </a:lnTo>
                  <a:lnTo>
                    <a:pt x="208556" y="204947"/>
                  </a:lnTo>
                  <a:close/>
                </a:path>
              </a:pathLst>
            </a:custGeom>
            <a:ln w="778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2759336" y="3066517"/>
              <a:ext cx="180340" cy="308610"/>
            </a:xfrm>
            <a:custGeom>
              <a:avLst/>
              <a:gdLst/>
              <a:ahLst/>
              <a:cxnLst/>
              <a:rect l="l" t="t" r="r" b="b"/>
              <a:pathLst>
                <a:path w="180339" h="308610">
                  <a:moveTo>
                    <a:pt x="89462" y="0"/>
                  </a:moveTo>
                  <a:lnTo>
                    <a:pt x="39424" y="15064"/>
                  </a:lnTo>
                  <a:lnTo>
                    <a:pt x="8547" y="49860"/>
                  </a:lnTo>
                  <a:lnTo>
                    <a:pt x="0" y="76547"/>
                  </a:lnTo>
                  <a:lnTo>
                    <a:pt x="17284" y="82814"/>
                  </a:lnTo>
                  <a:lnTo>
                    <a:pt x="19587" y="70622"/>
                  </a:lnTo>
                  <a:lnTo>
                    <a:pt x="23837" y="59309"/>
                  </a:lnTo>
                  <a:lnTo>
                    <a:pt x="49432" y="30010"/>
                  </a:lnTo>
                  <a:lnTo>
                    <a:pt x="89462" y="18044"/>
                  </a:lnTo>
                  <a:lnTo>
                    <a:pt x="104005" y="19374"/>
                  </a:lnTo>
                  <a:lnTo>
                    <a:pt x="140937" y="39317"/>
                  </a:lnTo>
                  <a:lnTo>
                    <a:pt x="160880" y="76250"/>
                  </a:lnTo>
                  <a:lnTo>
                    <a:pt x="162210" y="90792"/>
                  </a:lnTo>
                  <a:lnTo>
                    <a:pt x="160916" y="105335"/>
                  </a:lnTo>
                  <a:lnTo>
                    <a:pt x="141506" y="143406"/>
                  </a:lnTo>
                  <a:lnTo>
                    <a:pt x="108528" y="174800"/>
                  </a:lnTo>
                  <a:lnTo>
                    <a:pt x="41122" y="225746"/>
                  </a:lnTo>
                  <a:lnTo>
                    <a:pt x="26823" y="239689"/>
                  </a:lnTo>
                  <a:lnTo>
                    <a:pt x="15361" y="258060"/>
                  </a:lnTo>
                  <a:lnTo>
                    <a:pt x="6737" y="280858"/>
                  </a:lnTo>
                  <a:lnTo>
                    <a:pt x="949" y="308085"/>
                  </a:lnTo>
                  <a:lnTo>
                    <a:pt x="180065" y="308085"/>
                  </a:lnTo>
                  <a:lnTo>
                    <a:pt x="180065" y="290990"/>
                  </a:lnTo>
                  <a:lnTo>
                    <a:pt x="20324" y="290990"/>
                  </a:lnTo>
                  <a:lnTo>
                    <a:pt x="25452" y="274537"/>
                  </a:lnTo>
                  <a:lnTo>
                    <a:pt x="33429" y="259555"/>
                  </a:lnTo>
                  <a:lnTo>
                    <a:pt x="44256" y="246046"/>
                  </a:lnTo>
                  <a:lnTo>
                    <a:pt x="57932" y="234008"/>
                  </a:lnTo>
                  <a:lnTo>
                    <a:pt x="112255" y="193360"/>
                  </a:lnTo>
                  <a:lnTo>
                    <a:pt x="123913" y="184267"/>
                  </a:lnTo>
                  <a:lnTo>
                    <a:pt x="154042" y="156132"/>
                  </a:lnTo>
                  <a:lnTo>
                    <a:pt x="178438" y="108908"/>
                  </a:lnTo>
                  <a:lnTo>
                    <a:pt x="180065" y="90792"/>
                  </a:lnTo>
                  <a:lnTo>
                    <a:pt x="178409" y="72676"/>
                  </a:lnTo>
                  <a:lnTo>
                    <a:pt x="153568" y="26591"/>
                  </a:lnTo>
                  <a:lnTo>
                    <a:pt x="107572" y="1662"/>
                  </a:lnTo>
                  <a:lnTo>
                    <a:pt x="89462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2759336" y="3066517"/>
              <a:ext cx="180340" cy="308610"/>
            </a:xfrm>
            <a:custGeom>
              <a:avLst/>
              <a:gdLst/>
              <a:ahLst/>
              <a:cxnLst/>
              <a:rect l="l" t="t" r="r" b="b"/>
              <a:pathLst>
                <a:path w="180339" h="308610">
                  <a:moveTo>
                    <a:pt x="949" y="308085"/>
                  </a:moveTo>
                  <a:lnTo>
                    <a:pt x="15361" y="258060"/>
                  </a:lnTo>
                  <a:lnTo>
                    <a:pt x="41122" y="225746"/>
                  </a:lnTo>
                  <a:lnTo>
                    <a:pt x="56383" y="214349"/>
                  </a:lnTo>
                  <a:lnTo>
                    <a:pt x="70729" y="203617"/>
                  </a:lnTo>
                  <a:lnTo>
                    <a:pt x="108528" y="174800"/>
                  </a:lnTo>
                  <a:lnTo>
                    <a:pt x="141506" y="143406"/>
                  </a:lnTo>
                  <a:lnTo>
                    <a:pt x="160916" y="105335"/>
                  </a:lnTo>
                  <a:lnTo>
                    <a:pt x="162210" y="90792"/>
                  </a:lnTo>
                  <a:lnTo>
                    <a:pt x="160880" y="76250"/>
                  </a:lnTo>
                  <a:lnTo>
                    <a:pt x="140937" y="39317"/>
                  </a:lnTo>
                  <a:lnTo>
                    <a:pt x="104005" y="19374"/>
                  </a:lnTo>
                  <a:lnTo>
                    <a:pt x="89462" y="18044"/>
                  </a:lnTo>
                  <a:lnTo>
                    <a:pt x="75074" y="19374"/>
                  </a:lnTo>
                  <a:lnTo>
                    <a:pt x="38178" y="39317"/>
                  </a:lnTo>
                  <a:lnTo>
                    <a:pt x="17284" y="82814"/>
                  </a:lnTo>
                  <a:lnTo>
                    <a:pt x="0" y="76547"/>
                  </a:lnTo>
                  <a:lnTo>
                    <a:pt x="15955" y="37869"/>
                  </a:lnTo>
                  <a:lnTo>
                    <a:pt x="54750" y="6695"/>
                  </a:lnTo>
                  <a:lnTo>
                    <a:pt x="89462" y="0"/>
                  </a:lnTo>
                  <a:lnTo>
                    <a:pt x="107572" y="1662"/>
                  </a:lnTo>
                  <a:lnTo>
                    <a:pt x="153568" y="26591"/>
                  </a:lnTo>
                  <a:lnTo>
                    <a:pt x="178409" y="72676"/>
                  </a:lnTo>
                  <a:lnTo>
                    <a:pt x="180065" y="90792"/>
                  </a:lnTo>
                  <a:lnTo>
                    <a:pt x="178438" y="108908"/>
                  </a:lnTo>
                  <a:lnTo>
                    <a:pt x="154042" y="156132"/>
                  </a:lnTo>
                  <a:lnTo>
                    <a:pt x="123913" y="184267"/>
                  </a:lnTo>
                  <a:lnTo>
                    <a:pt x="99814" y="202668"/>
                  </a:lnTo>
                  <a:lnTo>
                    <a:pt x="86613" y="212545"/>
                  </a:lnTo>
                  <a:lnTo>
                    <a:pt x="44256" y="246046"/>
                  </a:lnTo>
                  <a:lnTo>
                    <a:pt x="20324" y="290990"/>
                  </a:lnTo>
                  <a:lnTo>
                    <a:pt x="180065" y="290990"/>
                  </a:lnTo>
                  <a:lnTo>
                    <a:pt x="180065" y="308085"/>
                  </a:lnTo>
                  <a:lnTo>
                    <a:pt x="949" y="308085"/>
                  </a:lnTo>
                  <a:close/>
                </a:path>
              </a:pathLst>
            </a:custGeom>
            <a:ln w="778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3361" y="1664955"/>
            <a:ext cx="12777355" cy="757886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036" y="1059897"/>
            <a:ext cx="1085067" cy="24146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89297" y="3782218"/>
            <a:ext cx="375285" cy="73025"/>
          </a:xfrm>
          <a:custGeom>
            <a:avLst/>
            <a:gdLst/>
            <a:ahLst/>
            <a:cxnLst/>
            <a:rect l="l" t="t" r="r" b="b"/>
            <a:pathLst>
              <a:path w="375284" h="73025">
                <a:moveTo>
                  <a:pt x="375111" y="72890"/>
                </a:moveTo>
                <a:lnTo>
                  <a:pt x="0" y="72890"/>
                </a:lnTo>
                <a:lnTo>
                  <a:pt x="0" y="0"/>
                </a:lnTo>
                <a:lnTo>
                  <a:pt x="375111" y="0"/>
                </a:lnTo>
                <a:lnTo>
                  <a:pt x="375111" y="72890"/>
                </a:lnTo>
                <a:close/>
              </a:path>
            </a:pathLst>
          </a:custGeom>
          <a:solidFill>
            <a:srgbClr val="A383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885888" y="684627"/>
            <a:ext cx="384810" cy="447675"/>
            <a:chOff x="4885888" y="684627"/>
            <a:chExt cx="384810" cy="447675"/>
          </a:xfrm>
        </p:grpSpPr>
        <p:sp>
          <p:nvSpPr>
            <p:cNvPr id="6" name="object 6" descr=""/>
            <p:cNvSpPr/>
            <p:nvPr/>
          </p:nvSpPr>
          <p:spPr>
            <a:xfrm>
              <a:off x="5068973" y="689780"/>
              <a:ext cx="182245" cy="336550"/>
            </a:xfrm>
            <a:custGeom>
              <a:avLst/>
              <a:gdLst/>
              <a:ahLst/>
              <a:cxnLst/>
              <a:rect l="l" t="t" r="r" b="b"/>
              <a:pathLst>
                <a:path w="182245" h="336550">
                  <a:moveTo>
                    <a:pt x="144836" y="0"/>
                  </a:moveTo>
                  <a:lnTo>
                    <a:pt x="144836" y="336291"/>
                  </a:lnTo>
                  <a:lnTo>
                    <a:pt x="182202" y="336291"/>
                  </a:lnTo>
                  <a:lnTo>
                    <a:pt x="182202" y="0"/>
                  </a:lnTo>
                  <a:lnTo>
                    <a:pt x="144836" y="0"/>
                  </a:lnTo>
                  <a:close/>
                </a:path>
                <a:path w="182245" h="336550">
                  <a:moveTo>
                    <a:pt x="93948" y="324192"/>
                  </a:moveTo>
                  <a:lnTo>
                    <a:pt x="93948" y="8184"/>
                  </a:lnTo>
                  <a:lnTo>
                    <a:pt x="55870" y="8184"/>
                  </a:lnTo>
                  <a:lnTo>
                    <a:pt x="55870" y="124196"/>
                  </a:lnTo>
                  <a:lnTo>
                    <a:pt x="0" y="124196"/>
                  </a:lnTo>
                  <a:lnTo>
                    <a:pt x="0" y="157292"/>
                  </a:lnTo>
                  <a:lnTo>
                    <a:pt x="55870" y="157292"/>
                  </a:lnTo>
                  <a:lnTo>
                    <a:pt x="55870" y="324192"/>
                  </a:lnTo>
                  <a:lnTo>
                    <a:pt x="93948" y="324192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5888" y="720925"/>
              <a:ext cx="209590" cy="24090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957944" y="991909"/>
              <a:ext cx="307340" cy="135255"/>
            </a:xfrm>
            <a:custGeom>
              <a:avLst/>
              <a:gdLst/>
              <a:ahLst/>
              <a:cxnLst/>
              <a:rect l="l" t="t" r="r" b="b"/>
              <a:pathLst>
                <a:path w="307339" h="135255">
                  <a:moveTo>
                    <a:pt x="39500" y="0"/>
                  </a:moveTo>
                  <a:lnTo>
                    <a:pt x="0" y="0"/>
                  </a:lnTo>
                  <a:lnTo>
                    <a:pt x="0" y="134872"/>
                  </a:lnTo>
                  <a:lnTo>
                    <a:pt x="307110" y="134872"/>
                  </a:lnTo>
                  <a:lnTo>
                    <a:pt x="307110" y="102132"/>
                  </a:lnTo>
                  <a:lnTo>
                    <a:pt x="39500" y="102132"/>
                  </a:lnTo>
                  <a:lnTo>
                    <a:pt x="39500" y="0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5365195" y="689424"/>
            <a:ext cx="349250" cy="448309"/>
          </a:xfrm>
          <a:custGeom>
            <a:avLst/>
            <a:gdLst/>
            <a:ahLst/>
            <a:cxnLst/>
            <a:rect l="l" t="t" r="r" b="b"/>
            <a:pathLst>
              <a:path w="349250" h="448309">
                <a:moveTo>
                  <a:pt x="309245" y="162629"/>
                </a:moveTo>
                <a:lnTo>
                  <a:pt x="178643" y="162629"/>
                </a:lnTo>
                <a:lnTo>
                  <a:pt x="178643" y="195725"/>
                </a:lnTo>
                <a:lnTo>
                  <a:pt x="309245" y="195725"/>
                </a:lnTo>
                <a:lnTo>
                  <a:pt x="309245" y="448032"/>
                </a:lnTo>
                <a:lnTo>
                  <a:pt x="348746" y="448032"/>
                </a:lnTo>
                <a:lnTo>
                  <a:pt x="348746" y="0"/>
                </a:lnTo>
                <a:lnTo>
                  <a:pt x="309245" y="0"/>
                </a:lnTo>
                <a:lnTo>
                  <a:pt x="309245" y="162629"/>
                </a:lnTo>
                <a:close/>
              </a:path>
              <a:path w="349250" h="448309">
                <a:moveTo>
                  <a:pt x="39856" y="75798"/>
                </a:moveTo>
                <a:lnTo>
                  <a:pt x="205333" y="75798"/>
                </a:lnTo>
                <a:lnTo>
                  <a:pt x="205333" y="42703"/>
                </a:lnTo>
                <a:lnTo>
                  <a:pt x="0" y="42703"/>
                </a:lnTo>
                <a:lnTo>
                  <a:pt x="0" y="337359"/>
                </a:lnTo>
                <a:lnTo>
                  <a:pt x="34518" y="337359"/>
                </a:lnTo>
                <a:lnTo>
                  <a:pt x="93636" y="336719"/>
                </a:lnTo>
                <a:lnTo>
                  <a:pt x="145014" y="334378"/>
                </a:lnTo>
                <a:lnTo>
                  <a:pt x="192655" y="329702"/>
                </a:lnTo>
                <a:lnTo>
                  <a:pt x="240563" y="322057"/>
                </a:lnTo>
                <a:lnTo>
                  <a:pt x="235937" y="289317"/>
                </a:lnTo>
                <a:lnTo>
                  <a:pt x="190362" y="296601"/>
                </a:lnTo>
                <a:lnTo>
                  <a:pt x="144769" y="301016"/>
                </a:lnTo>
                <a:lnTo>
                  <a:pt x="95741" y="303229"/>
                </a:lnTo>
                <a:lnTo>
                  <a:pt x="39856" y="303907"/>
                </a:lnTo>
                <a:lnTo>
                  <a:pt x="39856" y="75798"/>
                </a:lnTo>
                <a:close/>
              </a:path>
            </a:pathLst>
          </a:custGeom>
          <a:ln w="10305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812658" y="689424"/>
            <a:ext cx="417830" cy="445770"/>
          </a:xfrm>
          <a:custGeom>
            <a:avLst/>
            <a:gdLst/>
            <a:ahLst/>
            <a:cxnLst/>
            <a:rect l="l" t="t" r="r" b="b"/>
            <a:pathLst>
              <a:path w="417829" h="445769">
                <a:moveTo>
                  <a:pt x="417428" y="77578"/>
                </a:moveTo>
                <a:lnTo>
                  <a:pt x="351237" y="77578"/>
                </a:lnTo>
                <a:lnTo>
                  <a:pt x="351237" y="0"/>
                </a:lnTo>
                <a:lnTo>
                  <a:pt x="311736" y="0"/>
                </a:lnTo>
                <a:lnTo>
                  <a:pt x="311736" y="300704"/>
                </a:lnTo>
                <a:lnTo>
                  <a:pt x="351237" y="300704"/>
                </a:lnTo>
                <a:lnTo>
                  <a:pt x="351237" y="209959"/>
                </a:lnTo>
                <a:lnTo>
                  <a:pt x="417428" y="209959"/>
                </a:lnTo>
                <a:lnTo>
                  <a:pt x="417428" y="176864"/>
                </a:lnTo>
                <a:lnTo>
                  <a:pt x="351237" y="176864"/>
                </a:lnTo>
                <a:lnTo>
                  <a:pt x="351237" y="110673"/>
                </a:lnTo>
                <a:lnTo>
                  <a:pt x="417428" y="110673"/>
                </a:lnTo>
                <a:lnTo>
                  <a:pt x="417428" y="77578"/>
                </a:lnTo>
                <a:close/>
              </a:path>
              <a:path w="417829" h="445769">
                <a:moveTo>
                  <a:pt x="133627" y="141989"/>
                </a:moveTo>
                <a:lnTo>
                  <a:pt x="151828" y="175001"/>
                </a:lnTo>
                <a:lnTo>
                  <a:pt x="176486" y="203509"/>
                </a:lnTo>
                <a:lnTo>
                  <a:pt x="206715" y="226612"/>
                </a:lnTo>
                <a:lnTo>
                  <a:pt x="241631" y="243410"/>
                </a:lnTo>
                <a:lnTo>
                  <a:pt x="263339" y="212806"/>
                </a:lnTo>
                <a:lnTo>
                  <a:pt x="218261" y="190315"/>
                </a:lnTo>
                <a:lnTo>
                  <a:pt x="182958" y="157781"/>
                </a:lnTo>
                <a:lnTo>
                  <a:pt x="159999" y="117974"/>
                </a:lnTo>
                <a:lnTo>
                  <a:pt x="151954" y="73663"/>
                </a:lnTo>
                <a:lnTo>
                  <a:pt x="151954" y="24910"/>
                </a:lnTo>
                <a:lnTo>
                  <a:pt x="113164" y="24910"/>
                </a:lnTo>
                <a:lnTo>
                  <a:pt x="113164" y="70816"/>
                </a:lnTo>
                <a:lnTo>
                  <a:pt x="104890" y="120515"/>
                </a:lnTo>
                <a:lnTo>
                  <a:pt x="81937" y="164408"/>
                </a:lnTo>
                <a:lnTo>
                  <a:pt x="46306" y="200028"/>
                </a:lnTo>
                <a:lnTo>
                  <a:pt x="0" y="224906"/>
                </a:lnTo>
                <a:lnTo>
                  <a:pt x="22063" y="256222"/>
                </a:lnTo>
                <a:lnTo>
                  <a:pt x="58887" y="237322"/>
                </a:lnTo>
                <a:lnTo>
                  <a:pt x="90322" y="211383"/>
                </a:lnTo>
                <a:lnTo>
                  <a:pt x="115519" y="179305"/>
                </a:lnTo>
                <a:lnTo>
                  <a:pt x="133627" y="141989"/>
                </a:lnTo>
                <a:close/>
              </a:path>
              <a:path w="417829" h="445769">
                <a:moveTo>
                  <a:pt x="234870" y="277929"/>
                </a:moveTo>
                <a:lnTo>
                  <a:pt x="195725" y="277929"/>
                </a:lnTo>
                <a:lnTo>
                  <a:pt x="195725" y="291808"/>
                </a:lnTo>
                <a:lnTo>
                  <a:pt x="187577" y="327633"/>
                </a:lnTo>
                <a:lnTo>
                  <a:pt x="165217" y="358574"/>
                </a:lnTo>
                <a:lnTo>
                  <a:pt x="131772" y="383843"/>
                </a:lnTo>
                <a:lnTo>
                  <a:pt x="90366" y="402655"/>
                </a:lnTo>
                <a:lnTo>
                  <a:pt x="44126" y="414225"/>
                </a:lnTo>
                <a:lnTo>
                  <a:pt x="60141" y="445185"/>
                </a:lnTo>
                <a:lnTo>
                  <a:pt x="108585" y="432330"/>
                </a:lnTo>
                <a:lnTo>
                  <a:pt x="152509" y="411868"/>
                </a:lnTo>
                <a:lnTo>
                  <a:pt x="189127" y="384132"/>
                </a:lnTo>
                <a:lnTo>
                  <a:pt x="215653" y="349458"/>
                </a:lnTo>
                <a:lnTo>
                  <a:pt x="241848" y="384132"/>
                </a:lnTo>
                <a:lnTo>
                  <a:pt x="278285" y="411868"/>
                </a:lnTo>
                <a:lnTo>
                  <a:pt x="322196" y="432330"/>
                </a:lnTo>
                <a:lnTo>
                  <a:pt x="370810" y="445185"/>
                </a:lnTo>
                <a:lnTo>
                  <a:pt x="386824" y="414225"/>
                </a:lnTo>
                <a:lnTo>
                  <a:pt x="340513" y="402655"/>
                </a:lnTo>
                <a:lnTo>
                  <a:pt x="298951" y="383843"/>
                </a:lnTo>
                <a:lnTo>
                  <a:pt x="265349" y="358574"/>
                </a:lnTo>
                <a:lnTo>
                  <a:pt x="242918" y="327633"/>
                </a:lnTo>
                <a:lnTo>
                  <a:pt x="234870" y="291808"/>
                </a:lnTo>
                <a:lnTo>
                  <a:pt x="234870" y="277929"/>
                </a:lnTo>
                <a:close/>
              </a:path>
            </a:pathLst>
          </a:custGeom>
          <a:ln w="10305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4885888" y="684627"/>
            <a:ext cx="384810" cy="447675"/>
            <a:chOff x="4885888" y="684627"/>
            <a:chExt cx="384810" cy="447675"/>
          </a:xfrm>
        </p:grpSpPr>
        <p:sp>
          <p:nvSpPr>
            <p:cNvPr id="12" name="object 12" descr=""/>
            <p:cNvSpPr/>
            <p:nvPr/>
          </p:nvSpPr>
          <p:spPr>
            <a:xfrm>
              <a:off x="4891041" y="689780"/>
              <a:ext cx="374015" cy="437515"/>
            </a:xfrm>
            <a:custGeom>
              <a:avLst/>
              <a:gdLst/>
              <a:ahLst/>
              <a:cxnLst/>
              <a:rect l="l" t="t" r="r" b="b"/>
              <a:pathLst>
                <a:path w="374014" h="437515">
                  <a:moveTo>
                    <a:pt x="106403" y="302128"/>
                  </a:moveTo>
                  <a:lnTo>
                    <a:pt x="66902" y="302128"/>
                  </a:lnTo>
                  <a:lnTo>
                    <a:pt x="66902" y="437001"/>
                  </a:lnTo>
                  <a:lnTo>
                    <a:pt x="374013" y="437001"/>
                  </a:lnTo>
                  <a:lnTo>
                    <a:pt x="374013" y="404261"/>
                  </a:lnTo>
                  <a:lnTo>
                    <a:pt x="106403" y="404261"/>
                  </a:lnTo>
                  <a:lnTo>
                    <a:pt x="106403" y="302128"/>
                  </a:lnTo>
                  <a:close/>
                </a:path>
                <a:path w="374014" h="437515">
                  <a:moveTo>
                    <a:pt x="360134" y="0"/>
                  </a:moveTo>
                  <a:lnTo>
                    <a:pt x="322768" y="0"/>
                  </a:lnTo>
                  <a:lnTo>
                    <a:pt x="322768" y="336291"/>
                  </a:lnTo>
                  <a:lnTo>
                    <a:pt x="360134" y="336291"/>
                  </a:lnTo>
                  <a:lnTo>
                    <a:pt x="360134" y="0"/>
                  </a:lnTo>
                  <a:close/>
                </a:path>
                <a:path w="374014" h="437515">
                  <a:moveTo>
                    <a:pt x="271880" y="8184"/>
                  </a:moveTo>
                  <a:lnTo>
                    <a:pt x="233803" y="8184"/>
                  </a:lnTo>
                  <a:lnTo>
                    <a:pt x="233803" y="124196"/>
                  </a:lnTo>
                  <a:lnTo>
                    <a:pt x="177932" y="124196"/>
                  </a:lnTo>
                  <a:lnTo>
                    <a:pt x="177932" y="157292"/>
                  </a:lnTo>
                  <a:lnTo>
                    <a:pt x="233803" y="157292"/>
                  </a:lnTo>
                  <a:lnTo>
                    <a:pt x="233803" y="324192"/>
                  </a:lnTo>
                  <a:lnTo>
                    <a:pt x="271880" y="324192"/>
                  </a:lnTo>
                  <a:lnTo>
                    <a:pt x="271880" y="8184"/>
                  </a:lnTo>
                  <a:close/>
                </a:path>
                <a:path w="374014" h="437515">
                  <a:moveTo>
                    <a:pt x="159783" y="36298"/>
                  </a:moveTo>
                  <a:lnTo>
                    <a:pt x="0" y="36298"/>
                  </a:lnTo>
                  <a:lnTo>
                    <a:pt x="0" y="67970"/>
                  </a:lnTo>
                  <a:lnTo>
                    <a:pt x="121350" y="67970"/>
                  </a:lnTo>
                  <a:lnTo>
                    <a:pt x="121350" y="133804"/>
                  </a:lnTo>
                  <a:lnTo>
                    <a:pt x="1067" y="133804"/>
                  </a:lnTo>
                  <a:lnTo>
                    <a:pt x="1067" y="266898"/>
                  </a:lnTo>
                  <a:lnTo>
                    <a:pt x="29892" y="266898"/>
                  </a:lnTo>
                  <a:lnTo>
                    <a:pt x="75626" y="266186"/>
                  </a:lnTo>
                  <a:lnTo>
                    <a:pt x="117390" y="264140"/>
                  </a:lnTo>
                  <a:lnTo>
                    <a:pt x="157753" y="260092"/>
                  </a:lnTo>
                  <a:lnTo>
                    <a:pt x="199284" y="253375"/>
                  </a:lnTo>
                  <a:lnTo>
                    <a:pt x="196769" y="234514"/>
                  </a:lnTo>
                  <a:lnTo>
                    <a:pt x="39856" y="234514"/>
                  </a:lnTo>
                  <a:lnTo>
                    <a:pt x="39856" y="164053"/>
                  </a:lnTo>
                  <a:lnTo>
                    <a:pt x="159783" y="164053"/>
                  </a:lnTo>
                  <a:lnTo>
                    <a:pt x="159783" y="36298"/>
                  </a:lnTo>
                  <a:close/>
                </a:path>
                <a:path w="374014" h="437515">
                  <a:moveTo>
                    <a:pt x="195013" y="221347"/>
                  </a:moveTo>
                  <a:lnTo>
                    <a:pt x="156633" y="227808"/>
                  </a:lnTo>
                  <a:lnTo>
                    <a:pt x="119370" y="231800"/>
                  </a:lnTo>
                  <a:lnTo>
                    <a:pt x="81139" y="233858"/>
                  </a:lnTo>
                  <a:lnTo>
                    <a:pt x="39856" y="234514"/>
                  </a:lnTo>
                  <a:lnTo>
                    <a:pt x="196769" y="234514"/>
                  </a:lnTo>
                  <a:lnTo>
                    <a:pt x="195013" y="221347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068973" y="689780"/>
              <a:ext cx="182245" cy="336550"/>
            </a:xfrm>
            <a:custGeom>
              <a:avLst/>
              <a:gdLst/>
              <a:ahLst/>
              <a:cxnLst/>
              <a:rect l="l" t="t" r="r" b="b"/>
              <a:pathLst>
                <a:path w="182245" h="336550">
                  <a:moveTo>
                    <a:pt x="144836" y="0"/>
                  </a:moveTo>
                  <a:lnTo>
                    <a:pt x="144836" y="336291"/>
                  </a:lnTo>
                  <a:lnTo>
                    <a:pt x="182202" y="336291"/>
                  </a:lnTo>
                  <a:lnTo>
                    <a:pt x="182202" y="0"/>
                  </a:lnTo>
                  <a:lnTo>
                    <a:pt x="144836" y="0"/>
                  </a:lnTo>
                  <a:close/>
                </a:path>
                <a:path w="182245" h="336550">
                  <a:moveTo>
                    <a:pt x="93948" y="324192"/>
                  </a:moveTo>
                  <a:lnTo>
                    <a:pt x="93948" y="8184"/>
                  </a:lnTo>
                  <a:lnTo>
                    <a:pt x="55870" y="8184"/>
                  </a:lnTo>
                  <a:lnTo>
                    <a:pt x="55870" y="124196"/>
                  </a:lnTo>
                  <a:lnTo>
                    <a:pt x="0" y="124196"/>
                  </a:lnTo>
                  <a:lnTo>
                    <a:pt x="0" y="157292"/>
                  </a:lnTo>
                  <a:lnTo>
                    <a:pt x="55870" y="157292"/>
                  </a:lnTo>
                  <a:lnTo>
                    <a:pt x="55870" y="324192"/>
                  </a:lnTo>
                  <a:lnTo>
                    <a:pt x="93948" y="324192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5888" y="720925"/>
              <a:ext cx="209590" cy="24090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957944" y="991909"/>
              <a:ext cx="307340" cy="135255"/>
            </a:xfrm>
            <a:custGeom>
              <a:avLst/>
              <a:gdLst/>
              <a:ahLst/>
              <a:cxnLst/>
              <a:rect l="l" t="t" r="r" b="b"/>
              <a:pathLst>
                <a:path w="307339" h="135255">
                  <a:moveTo>
                    <a:pt x="39500" y="0"/>
                  </a:moveTo>
                  <a:lnTo>
                    <a:pt x="0" y="0"/>
                  </a:lnTo>
                  <a:lnTo>
                    <a:pt x="0" y="134872"/>
                  </a:lnTo>
                  <a:lnTo>
                    <a:pt x="307110" y="134872"/>
                  </a:lnTo>
                  <a:lnTo>
                    <a:pt x="307110" y="102132"/>
                  </a:lnTo>
                  <a:lnTo>
                    <a:pt x="39500" y="102132"/>
                  </a:lnTo>
                  <a:lnTo>
                    <a:pt x="39500" y="0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5360042" y="684271"/>
            <a:ext cx="359410" cy="458470"/>
            <a:chOff x="5360042" y="684271"/>
            <a:chExt cx="359410" cy="458470"/>
          </a:xfrm>
        </p:grpSpPr>
        <p:sp>
          <p:nvSpPr>
            <p:cNvPr id="17" name="object 17" descr=""/>
            <p:cNvSpPr/>
            <p:nvPr/>
          </p:nvSpPr>
          <p:spPr>
            <a:xfrm>
              <a:off x="5365195" y="689424"/>
              <a:ext cx="349250" cy="448309"/>
            </a:xfrm>
            <a:custGeom>
              <a:avLst/>
              <a:gdLst/>
              <a:ahLst/>
              <a:cxnLst/>
              <a:rect l="l" t="t" r="r" b="b"/>
              <a:pathLst>
                <a:path w="349250" h="448309">
                  <a:moveTo>
                    <a:pt x="348746" y="0"/>
                  </a:moveTo>
                  <a:lnTo>
                    <a:pt x="309245" y="0"/>
                  </a:lnTo>
                  <a:lnTo>
                    <a:pt x="309245" y="162629"/>
                  </a:lnTo>
                  <a:lnTo>
                    <a:pt x="178643" y="162629"/>
                  </a:lnTo>
                  <a:lnTo>
                    <a:pt x="178643" y="195725"/>
                  </a:lnTo>
                  <a:lnTo>
                    <a:pt x="309245" y="195725"/>
                  </a:lnTo>
                  <a:lnTo>
                    <a:pt x="309245" y="448032"/>
                  </a:lnTo>
                  <a:lnTo>
                    <a:pt x="348746" y="448032"/>
                  </a:lnTo>
                  <a:lnTo>
                    <a:pt x="348746" y="0"/>
                  </a:lnTo>
                  <a:close/>
                </a:path>
                <a:path w="349250" h="448309">
                  <a:moveTo>
                    <a:pt x="205333" y="42703"/>
                  </a:moveTo>
                  <a:lnTo>
                    <a:pt x="0" y="42703"/>
                  </a:lnTo>
                  <a:lnTo>
                    <a:pt x="0" y="337359"/>
                  </a:lnTo>
                  <a:lnTo>
                    <a:pt x="34518" y="337359"/>
                  </a:lnTo>
                  <a:lnTo>
                    <a:pt x="93636" y="336719"/>
                  </a:lnTo>
                  <a:lnTo>
                    <a:pt x="145014" y="334378"/>
                  </a:lnTo>
                  <a:lnTo>
                    <a:pt x="192655" y="329702"/>
                  </a:lnTo>
                  <a:lnTo>
                    <a:pt x="240563" y="322057"/>
                  </a:lnTo>
                  <a:lnTo>
                    <a:pt x="237999" y="303907"/>
                  </a:lnTo>
                  <a:lnTo>
                    <a:pt x="39856" y="303907"/>
                  </a:lnTo>
                  <a:lnTo>
                    <a:pt x="39856" y="75798"/>
                  </a:lnTo>
                  <a:lnTo>
                    <a:pt x="205333" y="75798"/>
                  </a:lnTo>
                  <a:lnTo>
                    <a:pt x="205333" y="42703"/>
                  </a:lnTo>
                  <a:close/>
                </a:path>
                <a:path w="349250" h="448309">
                  <a:moveTo>
                    <a:pt x="235937" y="289317"/>
                  </a:moveTo>
                  <a:lnTo>
                    <a:pt x="190362" y="296601"/>
                  </a:lnTo>
                  <a:lnTo>
                    <a:pt x="144769" y="301016"/>
                  </a:lnTo>
                  <a:lnTo>
                    <a:pt x="95741" y="303229"/>
                  </a:lnTo>
                  <a:lnTo>
                    <a:pt x="39856" y="303907"/>
                  </a:lnTo>
                  <a:lnTo>
                    <a:pt x="237999" y="303907"/>
                  </a:lnTo>
                  <a:lnTo>
                    <a:pt x="235937" y="289317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365195" y="689424"/>
              <a:ext cx="349250" cy="448309"/>
            </a:xfrm>
            <a:custGeom>
              <a:avLst/>
              <a:gdLst/>
              <a:ahLst/>
              <a:cxnLst/>
              <a:rect l="l" t="t" r="r" b="b"/>
              <a:pathLst>
                <a:path w="349250" h="448309">
                  <a:moveTo>
                    <a:pt x="309245" y="162629"/>
                  </a:moveTo>
                  <a:lnTo>
                    <a:pt x="178643" y="162629"/>
                  </a:lnTo>
                  <a:lnTo>
                    <a:pt x="178643" y="195725"/>
                  </a:lnTo>
                  <a:lnTo>
                    <a:pt x="309245" y="195725"/>
                  </a:lnTo>
                  <a:lnTo>
                    <a:pt x="309245" y="448032"/>
                  </a:lnTo>
                  <a:lnTo>
                    <a:pt x="348746" y="448032"/>
                  </a:lnTo>
                  <a:lnTo>
                    <a:pt x="348746" y="0"/>
                  </a:lnTo>
                  <a:lnTo>
                    <a:pt x="309245" y="0"/>
                  </a:lnTo>
                  <a:lnTo>
                    <a:pt x="309245" y="162629"/>
                  </a:lnTo>
                  <a:close/>
                </a:path>
                <a:path w="349250" h="448309">
                  <a:moveTo>
                    <a:pt x="39856" y="75798"/>
                  </a:moveTo>
                  <a:lnTo>
                    <a:pt x="205333" y="75798"/>
                  </a:lnTo>
                  <a:lnTo>
                    <a:pt x="205333" y="42703"/>
                  </a:lnTo>
                  <a:lnTo>
                    <a:pt x="0" y="42703"/>
                  </a:lnTo>
                  <a:lnTo>
                    <a:pt x="0" y="337359"/>
                  </a:lnTo>
                  <a:lnTo>
                    <a:pt x="34518" y="337359"/>
                  </a:lnTo>
                  <a:lnTo>
                    <a:pt x="93636" y="336719"/>
                  </a:lnTo>
                  <a:lnTo>
                    <a:pt x="145014" y="334378"/>
                  </a:lnTo>
                  <a:lnTo>
                    <a:pt x="192655" y="329702"/>
                  </a:lnTo>
                  <a:lnTo>
                    <a:pt x="240563" y="322057"/>
                  </a:lnTo>
                  <a:lnTo>
                    <a:pt x="235937" y="289317"/>
                  </a:lnTo>
                  <a:lnTo>
                    <a:pt x="190362" y="296601"/>
                  </a:lnTo>
                  <a:lnTo>
                    <a:pt x="144769" y="301016"/>
                  </a:lnTo>
                  <a:lnTo>
                    <a:pt x="95741" y="303229"/>
                  </a:lnTo>
                  <a:lnTo>
                    <a:pt x="39856" y="303907"/>
                  </a:lnTo>
                  <a:lnTo>
                    <a:pt x="39856" y="75798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5807505" y="684271"/>
            <a:ext cx="427990" cy="455930"/>
            <a:chOff x="5807505" y="684271"/>
            <a:chExt cx="427990" cy="455930"/>
          </a:xfrm>
        </p:grpSpPr>
        <p:sp>
          <p:nvSpPr>
            <p:cNvPr id="20" name="object 20" descr=""/>
            <p:cNvSpPr/>
            <p:nvPr/>
          </p:nvSpPr>
          <p:spPr>
            <a:xfrm>
              <a:off x="5812658" y="689424"/>
              <a:ext cx="417830" cy="445770"/>
            </a:xfrm>
            <a:custGeom>
              <a:avLst/>
              <a:gdLst/>
              <a:ahLst/>
              <a:cxnLst/>
              <a:rect l="l" t="t" r="r" b="b"/>
              <a:pathLst>
                <a:path w="417829" h="445769">
                  <a:moveTo>
                    <a:pt x="234870" y="277929"/>
                  </a:moveTo>
                  <a:lnTo>
                    <a:pt x="195725" y="277929"/>
                  </a:lnTo>
                  <a:lnTo>
                    <a:pt x="195725" y="291808"/>
                  </a:lnTo>
                  <a:lnTo>
                    <a:pt x="187577" y="327633"/>
                  </a:lnTo>
                  <a:lnTo>
                    <a:pt x="165217" y="358574"/>
                  </a:lnTo>
                  <a:lnTo>
                    <a:pt x="131772" y="383843"/>
                  </a:lnTo>
                  <a:lnTo>
                    <a:pt x="90366" y="402655"/>
                  </a:lnTo>
                  <a:lnTo>
                    <a:pt x="44126" y="414225"/>
                  </a:lnTo>
                  <a:lnTo>
                    <a:pt x="60141" y="445185"/>
                  </a:lnTo>
                  <a:lnTo>
                    <a:pt x="108585" y="432330"/>
                  </a:lnTo>
                  <a:lnTo>
                    <a:pt x="152509" y="411868"/>
                  </a:lnTo>
                  <a:lnTo>
                    <a:pt x="189127" y="384132"/>
                  </a:lnTo>
                  <a:lnTo>
                    <a:pt x="215653" y="349458"/>
                  </a:lnTo>
                  <a:lnTo>
                    <a:pt x="258740" y="349458"/>
                  </a:lnTo>
                  <a:lnTo>
                    <a:pt x="242918" y="327633"/>
                  </a:lnTo>
                  <a:lnTo>
                    <a:pt x="234870" y="291808"/>
                  </a:lnTo>
                  <a:lnTo>
                    <a:pt x="234870" y="277929"/>
                  </a:lnTo>
                  <a:close/>
                </a:path>
                <a:path w="417829" h="445769">
                  <a:moveTo>
                    <a:pt x="258740" y="349458"/>
                  </a:moveTo>
                  <a:lnTo>
                    <a:pt x="215653" y="349458"/>
                  </a:lnTo>
                  <a:lnTo>
                    <a:pt x="241848" y="384132"/>
                  </a:lnTo>
                  <a:lnTo>
                    <a:pt x="278285" y="411868"/>
                  </a:lnTo>
                  <a:lnTo>
                    <a:pt x="322196" y="432330"/>
                  </a:lnTo>
                  <a:lnTo>
                    <a:pt x="370810" y="445185"/>
                  </a:lnTo>
                  <a:lnTo>
                    <a:pt x="386824" y="414225"/>
                  </a:lnTo>
                  <a:lnTo>
                    <a:pt x="340513" y="402655"/>
                  </a:lnTo>
                  <a:lnTo>
                    <a:pt x="298951" y="383843"/>
                  </a:lnTo>
                  <a:lnTo>
                    <a:pt x="265349" y="358574"/>
                  </a:lnTo>
                  <a:lnTo>
                    <a:pt x="258740" y="349458"/>
                  </a:lnTo>
                  <a:close/>
                </a:path>
                <a:path w="417829" h="445769">
                  <a:moveTo>
                    <a:pt x="351237" y="0"/>
                  </a:moveTo>
                  <a:lnTo>
                    <a:pt x="311736" y="0"/>
                  </a:lnTo>
                  <a:lnTo>
                    <a:pt x="311736" y="300704"/>
                  </a:lnTo>
                  <a:lnTo>
                    <a:pt x="351237" y="300704"/>
                  </a:lnTo>
                  <a:lnTo>
                    <a:pt x="351237" y="209959"/>
                  </a:lnTo>
                  <a:lnTo>
                    <a:pt x="417428" y="209959"/>
                  </a:lnTo>
                  <a:lnTo>
                    <a:pt x="417428" y="176864"/>
                  </a:lnTo>
                  <a:lnTo>
                    <a:pt x="351237" y="176864"/>
                  </a:lnTo>
                  <a:lnTo>
                    <a:pt x="351237" y="110673"/>
                  </a:lnTo>
                  <a:lnTo>
                    <a:pt x="417428" y="110673"/>
                  </a:lnTo>
                  <a:lnTo>
                    <a:pt x="417428" y="77578"/>
                  </a:lnTo>
                  <a:lnTo>
                    <a:pt x="351237" y="77578"/>
                  </a:lnTo>
                  <a:lnTo>
                    <a:pt x="351237" y="0"/>
                  </a:lnTo>
                  <a:close/>
                </a:path>
                <a:path w="417829" h="445769">
                  <a:moveTo>
                    <a:pt x="151954" y="24910"/>
                  </a:moveTo>
                  <a:lnTo>
                    <a:pt x="113164" y="24910"/>
                  </a:lnTo>
                  <a:lnTo>
                    <a:pt x="113164" y="70816"/>
                  </a:lnTo>
                  <a:lnTo>
                    <a:pt x="104890" y="120515"/>
                  </a:lnTo>
                  <a:lnTo>
                    <a:pt x="81937" y="164408"/>
                  </a:lnTo>
                  <a:lnTo>
                    <a:pt x="46306" y="200028"/>
                  </a:lnTo>
                  <a:lnTo>
                    <a:pt x="0" y="224906"/>
                  </a:lnTo>
                  <a:lnTo>
                    <a:pt x="22063" y="256222"/>
                  </a:lnTo>
                  <a:lnTo>
                    <a:pt x="58887" y="237322"/>
                  </a:lnTo>
                  <a:lnTo>
                    <a:pt x="90322" y="211383"/>
                  </a:lnTo>
                  <a:lnTo>
                    <a:pt x="115519" y="179305"/>
                  </a:lnTo>
                  <a:lnTo>
                    <a:pt x="133627" y="141989"/>
                  </a:lnTo>
                  <a:lnTo>
                    <a:pt x="173850" y="141989"/>
                  </a:lnTo>
                  <a:lnTo>
                    <a:pt x="159999" y="117974"/>
                  </a:lnTo>
                  <a:lnTo>
                    <a:pt x="151954" y="73663"/>
                  </a:lnTo>
                  <a:lnTo>
                    <a:pt x="151954" y="24910"/>
                  </a:lnTo>
                  <a:close/>
                </a:path>
                <a:path w="417829" h="445769">
                  <a:moveTo>
                    <a:pt x="173850" y="141989"/>
                  </a:moveTo>
                  <a:lnTo>
                    <a:pt x="133627" y="141989"/>
                  </a:lnTo>
                  <a:lnTo>
                    <a:pt x="151828" y="175001"/>
                  </a:lnTo>
                  <a:lnTo>
                    <a:pt x="176486" y="203509"/>
                  </a:lnTo>
                  <a:lnTo>
                    <a:pt x="206715" y="226612"/>
                  </a:lnTo>
                  <a:lnTo>
                    <a:pt x="241631" y="243410"/>
                  </a:lnTo>
                  <a:lnTo>
                    <a:pt x="263339" y="212806"/>
                  </a:lnTo>
                  <a:lnTo>
                    <a:pt x="218261" y="190315"/>
                  </a:lnTo>
                  <a:lnTo>
                    <a:pt x="182958" y="157781"/>
                  </a:lnTo>
                  <a:lnTo>
                    <a:pt x="173850" y="141989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812658" y="689424"/>
              <a:ext cx="417830" cy="445770"/>
            </a:xfrm>
            <a:custGeom>
              <a:avLst/>
              <a:gdLst/>
              <a:ahLst/>
              <a:cxnLst/>
              <a:rect l="l" t="t" r="r" b="b"/>
              <a:pathLst>
                <a:path w="417829" h="445769">
                  <a:moveTo>
                    <a:pt x="417428" y="77578"/>
                  </a:moveTo>
                  <a:lnTo>
                    <a:pt x="351237" y="77578"/>
                  </a:lnTo>
                  <a:lnTo>
                    <a:pt x="351237" y="0"/>
                  </a:lnTo>
                  <a:lnTo>
                    <a:pt x="311736" y="0"/>
                  </a:lnTo>
                  <a:lnTo>
                    <a:pt x="311736" y="300704"/>
                  </a:lnTo>
                  <a:lnTo>
                    <a:pt x="351237" y="300704"/>
                  </a:lnTo>
                  <a:lnTo>
                    <a:pt x="351237" y="209959"/>
                  </a:lnTo>
                  <a:lnTo>
                    <a:pt x="417428" y="209959"/>
                  </a:lnTo>
                  <a:lnTo>
                    <a:pt x="417428" y="176864"/>
                  </a:lnTo>
                  <a:lnTo>
                    <a:pt x="351237" y="176864"/>
                  </a:lnTo>
                  <a:lnTo>
                    <a:pt x="351237" y="110673"/>
                  </a:lnTo>
                  <a:lnTo>
                    <a:pt x="417428" y="110673"/>
                  </a:lnTo>
                  <a:lnTo>
                    <a:pt x="417428" y="77578"/>
                  </a:lnTo>
                  <a:close/>
                </a:path>
                <a:path w="417829" h="445769">
                  <a:moveTo>
                    <a:pt x="133627" y="141989"/>
                  </a:moveTo>
                  <a:lnTo>
                    <a:pt x="151828" y="175001"/>
                  </a:lnTo>
                  <a:lnTo>
                    <a:pt x="176486" y="203509"/>
                  </a:lnTo>
                  <a:lnTo>
                    <a:pt x="206715" y="226612"/>
                  </a:lnTo>
                  <a:lnTo>
                    <a:pt x="241631" y="243410"/>
                  </a:lnTo>
                  <a:lnTo>
                    <a:pt x="263339" y="212806"/>
                  </a:lnTo>
                  <a:lnTo>
                    <a:pt x="218261" y="190315"/>
                  </a:lnTo>
                  <a:lnTo>
                    <a:pt x="182958" y="157781"/>
                  </a:lnTo>
                  <a:lnTo>
                    <a:pt x="159999" y="117974"/>
                  </a:lnTo>
                  <a:lnTo>
                    <a:pt x="151954" y="73663"/>
                  </a:lnTo>
                  <a:lnTo>
                    <a:pt x="151954" y="24910"/>
                  </a:lnTo>
                  <a:lnTo>
                    <a:pt x="113164" y="24910"/>
                  </a:lnTo>
                  <a:lnTo>
                    <a:pt x="113164" y="70816"/>
                  </a:lnTo>
                  <a:lnTo>
                    <a:pt x="104890" y="120515"/>
                  </a:lnTo>
                  <a:lnTo>
                    <a:pt x="81937" y="164408"/>
                  </a:lnTo>
                  <a:lnTo>
                    <a:pt x="46306" y="200028"/>
                  </a:lnTo>
                  <a:lnTo>
                    <a:pt x="0" y="224906"/>
                  </a:lnTo>
                  <a:lnTo>
                    <a:pt x="22063" y="256222"/>
                  </a:lnTo>
                  <a:lnTo>
                    <a:pt x="58887" y="237322"/>
                  </a:lnTo>
                  <a:lnTo>
                    <a:pt x="90322" y="211383"/>
                  </a:lnTo>
                  <a:lnTo>
                    <a:pt x="115519" y="179305"/>
                  </a:lnTo>
                  <a:lnTo>
                    <a:pt x="133627" y="141989"/>
                  </a:lnTo>
                  <a:close/>
                </a:path>
                <a:path w="417829" h="445769">
                  <a:moveTo>
                    <a:pt x="234870" y="277929"/>
                  </a:moveTo>
                  <a:lnTo>
                    <a:pt x="195725" y="277929"/>
                  </a:lnTo>
                  <a:lnTo>
                    <a:pt x="195725" y="291808"/>
                  </a:lnTo>
                  <a:lnTo>
                    <a:pt x="187577" y="327633"/>
                  </a:lnTo>
                  <a:lnTo>
                    <a:pt x="165217" y="358574"/>
                  </a:lnTo>
                  <a:lnTo>
                    <a:pt x="131772" y="383843"/>
                  </a:lnTo>
                  <a:lnTo>
                    <a:pt x="90366" y="402655"/>
                  </a:lnTo>
                  <a:lnTo>
                    <a:pt x="44126" y="414225"/>
                  </a:lnTo>
                  <a:lnTo>
                    <a:pt x="60141" y="445185"/>
                  </a:lnTo>
                  <a:lnTo>
                    <a:pt x="108585" y="432330"/>
                  </a:lnTo>
                  <a:lnTo>
                    <a:pt x="152509" y="411868"/>
                  </a:lnTo>
                  <a:lnTo>
                    <a:pt x="189127" y="384132"/>
                  </a:lnTo>
                  <a:lnTo>
                    <a:pt x="215653" y="349458"/>
                  </a:lnTo>
                  <a:lnTo>
                    <a:pt x="241848" y="384132"/>
                  </a:lnTo>
                  <a:lnTo>
                    <a:pt x="278285" y="411868"/>
                  </a:lnTo>
                  <a:lnTo>
                    <a:pt x="322196" y="432330"/>
                  </a:lnTo>
                  <a:lnTo>
                    <a:pt x="370810" y="445185"/>
                  </a:lnTo>
                  <a:lnTo>
                    <a:pt x="386824" y="414225"/>
                  </a:lnTo>
                  <a:lnTo>
                    <a:pt x="340513" y="402655"/>
                  </a:lnTo>
                  <a:lnTo>
                    <a:pt x="298951" y="383843"/>
                  </a:lnTo>
                  <a:lnTo>
                    <a:pt x="265349" y="358574"/>
                  </a:lnTo>
                  <a:lnTo>
                    <a:pt x="242918" y="327633"/>
                  </a:lnTo>
                  <a:lnTo>
                    <a:pt x="234870" y="291808"/>
                  </a:lnTo>
                  <a:lnTo>
                    <a:pt x="234870" y="277929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/>
          <p:nvPr/>
        </p:nvSpPr>
        <p:spPr>
          <a:xfrm>
            <a:off x="916699" y="1929643"/>
            <a:ext cx="615950" cy="377825"/>
          </a:xfrm>
          <a:custGeom>
            <a:avLst/>
            <a:gdLst/>
            <a:ahLst/>
            <a:cxnLst/>
            <a:rect l="l" t="t" r="r" b="b"/>
            <a:pathLst>
              <a:path w="615950" h="377825">
                <a:moveTo>
                  <a:pt x="337416" y="245540"/>
                </a:moveTo>
                <a:lnTo>
                  <a:pt x="554480" y="245540"/>
                </a:lnTo>
                <a:lnTo>
                  <a:pt x="554480" y="197721"/>
                </a:lnTo>
                <a:lnTo>
                  <a:pt x="452933" y="197721"/>
                </a:lnTo>
                <a:lnTo>
                  <a:pt x="452933" y="49430"/>
                </a:lnTo>
                <a:lnTo>
                  <a:pt x="556630" y="49430"/>
                </a:lnTo>
                <a:lnTo>
                  <a:pt x="556630" y="0"/>
                </a:lnTo>
                <a:lnTo>
                  <a:pt x="57489" y="0"/>
                </a:lnTo>
                <a:lnTo>
                  <a:pt x="57489" y="49430"/>
                </a:lnTo>
                <a:lnTo>
                  <a:pt x="161723" y="49430"/>
                </a:lnTo>
                <a:lnTo>
                  <a:pt x="161723" y="197721"/>
                </a:lnTo>
                <a:lnTo>
                  <a:pt x="59638" y="197721"/>
                </a:lnTo>
                <a:lnTo>
                  <a:pt x="59638" y="245540"/>
                </a:lnTo>
                <a:lnTo>
                  <a:pt x="278315" y="245540"/>
                </a:lnTo>
                <a:lnTo>
                  <a:pt x="278315" y="328820"/>
                </a:lnTo>
                <a:lnTo>
                  <a:pt x="0" y="328820"/>
                </a:lnTo>
                <a:lnTo>
                  <a:pt x="0" y="377713"/>
                </a:lnTo>
                <a:lnTo>
                  <a:pt x="615731" y="377713"/>
                </a:lnTo>
                <a:lnTo>
                  <a:pt x="615731" y="328820"/>
                </a:lnTo>
                <a:lnTo>
                  <a:pt x="337416" y="328820"/>
                </a:lnTo>
                <a:lnTo>
                  <a:pt x="337416" y="245540"/>
                </a:lnTo>
                <a:close/>
              </a:path>
              <a:path w="615950" h="377825">
                <a:moveTo>
                  <a:pt x="393294" y="49430"/>
                </a:moveTo>
                <a:lnTo>
                  <a:pt x="393294" y="197721"/>
                </a:lnTo>
                <a:lnTo>
                  <a:pt x="220825" y="197721"/>
                </a:lnTo>
                <a:lnTo>
                  <a:pt x="220825" y="49430"/>
                </a:lnTo>
                <a:lnTo>
                  <a:pt x="393294" y="4943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84935" y="2375054"/>
            <a:ext cx="471805" cy="205740"/>
          </a:xfrm>
          <a:custGeom>
            <a:avLst/>
            <a:gdLst/>
            <a:ahLst/>
            <a:cxnLst/>
            <a:rect l="l" t="t" r="r" b="b"/>
            <a:pathLst>
              <a:path w="471805" h="205739">
                <a:moveTo>
                  <a:pt x="411025" y="48892"/>
                </a:moveTo>
                <a:lnTo>
                  <a:pt x="411025" y="205243"/>
                </a:lnTo>
                <a:lnTo>
                  <a:pt x="471201" y="205243"/>
                </a:lnTo>
                <a:lnTo>
                  <a:pt x="471201" y="0"/>
                </a:lnTo>
                <a:lnTo>
                  <a:pt x="0" y="0"/>
                </a:lnTo>
                <a:lnTo>
                  <a:pt x="0" y="48892"/>
                </a:lnTo>
                <a:lnTo>
                  <a:pt x="411025" y="48892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2065678" y="1904390"/>
            <a:ext cx="161290" cy="500380"/>
          </a:xfrm>
          <a:custGeom>
            <a:avLst/>
            <a:gdLst/>
            <a:ahLst/>
            <a:cxnLst/>
            <a:rect l="l" t="t" r="r" b="b"/>
            <a:pathLst>
              <a:path w="161289" h="500380">
                <a:moveTo>
                  <a:pt x="59638" y="0"/>
                </a:moveTo>
                <a:lnTo>
                  <a:pt x="0" y="0"/>
                </a:lnTo>
                <a:lnTo>
                  <a:pt x="0" y="500214"/>
                </a:lnTo>
                <a:lnTo>
                  <a:pt x="59638" y="500214"/>
                </a:lnTo>
                <a:lnTo>
                  <a:pt x="59638" y="260584"/>
                </a:lnTo>
                <a:lnTo>
                  <a:pt x="161186" y="260584"/>
                </a:lnTo>
                <a:lnTo>
                  <a:pt x="161186" y="210616"/>
                </a:lnTo>
                <a:lnTo>
                  <a:pt x="59638" y="210616"/>
                </a:lnTo>
                <a:lnTo>
                  <a:pt x="59638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628863" y="1959193"/>
            <a:ext cx="527685" cy="606425"/>
          </a:xfrm>
          <a:custGeom>
            <a:avLst/>
            <a:gdLst/>
            <a:ahLst/>
            <a:cxnLst/>
            <a:rect l="l" t="t" r="r" b="b"/>
            <a:pathLst>
              <a:path w="527685" h="606425">
                <a:moveTo>
                  <a:pt x="355147" y="274554"/>
                </a:moveTo>
                <a:lnTo>
                  <a:pt x="311598" y="281452"/>
                </a:lnTo>
                <a:lnTo>
                  <a:pt x="268504" y="286493"/>
                </a:lnTo>
                <a:lnTo>
                  <a:pt x="223813" y="289967"/>
                </a:lnTo>
                <a:lnTo>
                  <a:pt x="175474" y="292165"/>
                </a:lnTo>
                <a:lnTo>
                  <a:pt x="121433" y="293377"/>
                </a:lnTo>
                <a:lnTo>
                  <a:pt x="59638" y="293896"/>
                </a:lnTo>
                <a:lnTo>
                  <a:pt x="59638" y="192886"/>
                </a:lnTo>
                <a:lnTo>
                  <a:pt x="298194" y="192886"/>
                </a:lnTo>
                <a:lnTo>
                  <a:pt x="298194" y="143992"/>
                </a:lnTo>
                <a:lnTo>
                  <a:pt x="59638" y="143992"/>
                </a:lnTo>
                <a:lnTo>
                  <a:pt x="59638" y="48355"/>
                </a:lnTo>
                <a:lnTo>
                  <a:pt x="310552" y="48355"/>
                </a:lnTo>
                <a:lnTo>
                  <a:pt x="310552" y="0"/>
                </a:lnTo>
                <a:lnTo>
                  <a:pt x="0" y="0"/>
                </a:lnTo>
                <a:lnTo>
                  <a:pt x="0" y="342789"/>
                </a:lnTo>
                <a:lnTo>
                  <a:pt x="51042" y="342789"/>
                </a:lnTo>
                <a:lnTo>
                  <a:pt x="116098" y="342471"/>
                </a:lnTo>
                <a:lnTo>
                  <a:pt x="173006" y="341316"/>
                </a:lnTo>
                <a:lnTo>
                  <a:pt x="223914" y="339028"/>
                </a:lnTo>
                <a:lnTo>
                  <a:pt x="270972" y="335307"/>
                </a:lnTo>
                <a:lnTo>
                  <a:pt x="316328" y="329854"/>
                </a:lnTo>
                <a:lnTo>
                  <a:pt x="362132" y="322372"/>
                </a:lnTo>
                <a:lnTo>
                  <a:pt x="355147" y="274554"/>
                </a:lnTo>
                <a:close/>
              </a:path>
              <a:path w="527685" h="606425">
                <a:moveTo>
                  <a:pt x="73608" y="400816"/>
                </a:moveTo>
                <a:lnTo>
                  <a:pt x="73608" y="606060"/>
                </a:lnTo>
                <a:lnTo>
                  <a:pt x="527616" y="606060"/>
                </a:lnTo>
                <a:lnTo>
                  <a:pt x="527616" y="556629"/>
                </a:lnTo>
                <a:lnTo>
                  <a:pt x="132710" y="556629"/>
                </a:lnTo>
                <a:lnTo>
                  <a:pt x="132710" y="400816"/>
                </a:lnTo>
                <a:lnTo>
                  <a:pt x="73608" y="400816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2647281" y="1904927"/>
            <a:ext cx="208915" cy="675640"/>
          </a:xfrm>
          <a:custGeom>
            <a:avLst/>
            <a:gdLst/>
            <a:ahLst/>
            <a:cxnLst/>
            <a:rect l="l" t="t" r="r" b="b"/>
            <a:pathLst>
              <a:path w="208914" h="675639">
                <a:moveTo>
                  <a:pt x="150440" y="274016"/>
                </a:moveTo>
                <a:lnTo>
                  <a:pt x="56415" y="274016"/>
                </a:lnTo>
                <a:lnTo>
                  <a:pt x="56415" y="16655"/>
                </a:lnTo>
                <a:lnTo>
                  <a:pt x="0" y="16655"/>
                </a:lnTo>
                <a:lnTo>
                  <a:pt x="0" y="641521"/>
                </a:lnTo>
                <a:lnTo>
                  <a:pt x="56415" y="641521"/>
                </a:lnTo>
                <a:lnTo>
                  <a:pt x="56415" y="323447"/>
                </a:lnTo>
                <a:lnTo>
                  <a:pt x="150440" y="323447"/>
                </a:lnTo>
                <a:lnTo>
                  <a:pt x="150440" y="675370"/>
                </a:lnTo>
                <a:lnTo>
                  <a:pt x="208467" y="675370"/>
                </a:lnTo>
                <a:lnTo>
                  <a:pt x="208467" y="0"/>
                </a:lnTo>
                <a:lnTo>
                  <a:pt x="150440" y="0"/>
                </a:lnTo>
                <a:lnTo>
                  <a:pt x="150440" y="274016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2281926" y="1986595"/>
            <a:ext cx="295910" cy="454025"/>
          </a:xfrm>
          <a:custGeom>
            <a:avLst/>
            <a:gdLst/>
            <a:ahLst/>
            <a:cxnLst/>
            <a:rect l="l" t="t" r="r" b="b"/>
            <a:pathLst>
              <a:path w="295910" h="454025">
                <a:moveTo>
                  <a:pt x="33849" y="0"/>
                </a:moveTo>
                <a:lnTo>
                  <a:pt x="33849" y="49430"/>
                </a:lnTo>
                <a:lnTo>
                  <a:pt x="236406" y="49430"/>
                </a:lnTo>
                <a:lnTo>
                  <a:pt x="234018" y="76269"/>
                </a:lnTo>
                <a:lnTo>
                  <a:pt x="230395" y="102756"/>
                </a:lnTo>
                <a:lnTo>
                  <a:pt x="225413" y="128839"/>
                </a:lnTo>
                <a:lnTo>
                  <a:pt x="218944" y="154470"/>
                </a:lnTo>
                <a:lnTo>
                  <a:pt x="0" y="168708"/>
                </a:lnTo>
                <a:lnTo>
                  <a:pt x="9133" y="221362"/>
                </a:lnTo>
                <a:lnTo>
                  <a:pt x="202826" y="200945"/>
                </a:lnTo>
                <a:lnTo>
                  <a:pt x="183326" y="240591"/>
                </a:lnTo>
                <a:lnTo>
                  <a:pt x="158678" y="278573"/>
                </a:lnTo>
                <a:lnTo>
                  <a:pt x="128478" y="314749"/>
                </a:lnTo>
                <a:lnTo>
                  <a:pt x="92323" y="348978"/>
                </a:lnTo>
                <a:lnTo>
                  <a:pt x="49810" y="381117"/>
                </a:lnTo>
                <a:lnTo>
                  <a:pt x="537" y="411024"/>
                </a:lnTo>
                <a:lnTo>
                  <a:pt x="35998" y="454007"/>
                </a:lnTo>
                <a:lnTo>
                  <a:pt x="88412" y="421937"/>
                </a:lnTo>
                <a:lnTo>
                  <a:pt x="133710" y="387409"/>
                </a:lnTo>
                <a:lnTo>
                  <a:pt x="172342" y="350629"/>
                </a:lnTo>
                <a:lnTo>
                  <a:pt x="204760" y="311802"/>
                </a:lnTo>
                <a:lnTo>
                  <a:pt x="231413" y="271134"/>
                </a:lnTo>
                <a:lnTo>
                  <a:pt x="252753" y="228831"/>
                </a:lnTo>
                <a:lnTo>
                  <a:pt x="269229" y="185099"/>
                </a:lnTo>
                <a:lnTo>
                  <a:pt x="281292" y="140144"/>
                </a:lnTo>
                <a:lnTo>
                  <a:pt x="289392" y="94172"/>
                </a:lnTo>
                <a:lnTo>
                  <a:pt x="293981" y="47389"/>
                </a:lnTo>
                <a:lnTo>
                  <a:pt x="295508" y="0"/>
                </a:lnTo>
                <a:lnTo>
                  <a:pt x="33849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3456157" y="1905465"/>
            <a:ext cx="59690" cy="412115"/>
          </a:xfrm>
          <a:custGeom>
            <a:avLst/>
            <a:gdLst/>
            <a:ahLst/>
            <a:cxnLst/>
            <a:rect l="l" t="t" r="r" b="b"/>
            <a:pathLst>
              <a:path w="59689" h="412114">
                <a:moveTo>
                  <a:pt x="0" y="412099"/>
                </a:moveTo>
                <a:lnTo>
                  <a:pt x="59638" y="412099"/>
                </a:lnTo>
                <a:lnTo>
                  <a:pt x="59638" y="0"/>
                </a:lnTo>
                <a:lnTo>
                  <a:pt x="0" y="0"/>
                </a:lnTo>
                <a:lnTo>
                  <a:pt x="0" y="412099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991940" y="1945761"/>
            <a:ext cx="387985" cy="334010"/>
          </a:xfrm>
          <a:custGeom>
            <a:avLst/>
            <a:gdLst/>
            <a:ahLst/>
            <a:cxnLst/>
            <a:rect l="l" t="t" r="r" b="b"/>
            <a:pathLst>
              <a:path w="387985" h="334010">
                <a:moveTo>
                  <a:pt x="379862" y="263271"/>
                </a:moveTo>
                <a:lnTo>
                  <a:pt x="326666" y="270473"/>
                </a:lnTo>
                <a:lnTo>
                  <a:pt x="275230" y="275847"/>
                </a:lnTo>
                <a:lnTo>
                  <a:pt x="224183" y="279624"/>
                </a:lnTo>
                <a:lnTo>
                  <a:pt x="172151" y="282036"/>
                </a:lnTo>
                <a:lnTo>
                  <a:pt x="117760" y="283313"/>
                </a:lnTo>
                <a:lnTo>
                  <a:pt x="59639" y="283687"/>
                </a:lnTo>
                <a:lnTo>
                  <a:pt x="59639" y="185901"/>
                </a:lnTo>
                <a:lnTo>
                  <a:pt x="308940" y="185901"/>
                </a:lnTo>
                <a:lnTo>
                  <a:pt x="308940" y="0"/>
                </a:lnTo>
                <a:lnTo>
                  <a:pt x="0" y="0"/>
                </a:lnTo>
                <a:lnTo>
                  <a:pt x="0" y="48893"/>
                </a:lnTo>
                <a:lnTo>
                  <a:pt x="249838" y="48893"/>
                </a:lnTo>
                <a:lnTo>
                  <a:pt x="249838" y="138620"/>
                </a:lnTo>
                <a:lnTo>
                  <a:pt x="1612" y="138620"/>
                </a:lnTo>
                <a:lnTo>
                  <a:pt x="1612" y="333655"/>
                </a:lnTo>
                <a:lnTo>
                  <a:pt x="56415" y="333655"/>
                </a:lnTo>
                <a:lnTo>
                  <a:pt x="108020" y="333395"/>
                </a:lnTo>
                <a:lnTo>
                  <a:pt x="156617" y="332496"/>
                </a:lnTo>
                <a:lnTo>
                  <a:pt x="203146" y="330779"/>
                </a:lnTo>
                <a:lnTo>
                  <a:pt x="248548" y="328066"/>
                </a:lnTo>
                <a:lnTo>
                  <a:pt x="293761" y="324178"/>
                </a:lnTo>
                <a:lnTo>
                  <a:pt x="339727" y="318937"/>
                </a:lnTo>
                <a:lnTo>
                  <a:pt x="387384" y="312164"/>
                </a:lnTo>
                <a:lnTo>
                  <a:pt x="379862" y="263271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3061250" y="2354637"/>
            <a:ext cx="454659" cy="226060"/>
          </a:xfrm>
          <a:custGeom>
            <a:avLst/>
            <a:gdLst/>
            <a:ahLst/>
            <a:cxnLst/>
            <a:rect l="l" t="t" r="r" b="b"/>
            <a:pathLst>
              <a:path w="454660" h="226060">
                <a:moveTo>
                  <a:pt x="394906" y="49430"/>
                </a:moveTo>
                <a:lnTo>
                  <a:pt x="394906" y="225660"/>
                </a:lnTo>
                <a:lnTo>
                  <a:pt x="454545" y="225660"/>
                </a:lnTo>
                <a:lnTo>
                  <a:pt x="454545" y="0"/>
                </a:lnTo>
                <a:lnTo>
                  <a:pt x="0" y="0"/>
                </a:lnTo>
                <a:lnTo>
                  <a:pt x="0" y="49430"/>
                </a:lnTo>
                <a:lnTo>
                  <a:pt x="394906" y="4943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3669718" y="1904927"/>
            <a:ext cx="528955" cy="676910"/>
          </a:xfrm>
          <a:custGeom>
            <a:avLst/>
            <a:gdLst/>
            <a:ahLst/>
            <a:cxnLst/>
            <a:rect l="l" t="t" r="r" b="b"/>
            <a:pathLst>
              <a:path w="528954" h="676910">
                <a:moveTo>
                  <a:pt x="469589" y="255211"/>
                </a:moveTo>
                <a:lnTo>
                  <a:pt x="326670" y="255211"/>
                </a:lnTo>
                <a:lnTo>
                  <a:pt x="326670" y="304641"/>
                </a:lnTo>
                <a:lnTo>
                  <a:pt x="469589" y="304641"/>
                </a:lnTo>
                <a:lnTo>
                  <a:pt x="469589" y="676444"/>
                </a:lnTo>
                <a:lnTo>
                  <a:pt x="528690" y="676444"/>
                </a:lnTo>
                <a:lnTo>
                  <a:pt x="528690" y="0"/>
                </a:lnTo>
                <a:lnTo>
                  <a:pt x="469589" y="0"/>
                </a:lnTo>
                <a:lnTo>
                  <a:pt x="469589" y="255211"/>
                </a:lnTo>
                <a:close/>
              </a:path>
              <a:path w="528954" h="676910">
                <a:moveTo>
                  <a:pt x="60176" y="300343"/>
                </a:moveTo>
                <a:lnTo>
                  <a:pt x="285299" y="300343"/>
                </a:lnTo>
                <a:lnTo>
                  <a:pt x="285299" y="251987"/>
                </a:lnTo>
                <a:lnTo>
                  <a:pt x="60176" y="251987"/>
                </a:lnTo>
                <a:lnTo>
                  <a:pt x="60176" y="111218"/>
                </a:lnTo>
                <a:lnTo>
                  <a:pt x="315387" y="111218"/>
                </a:lnTo>
                <a:lnTo>
                  <a:pt x="315387" y="61788"/>
                </a:lnTo>
                <a:lnTo>
                  <a:pt x="0" y="61788"/>
                </a:lnTo>
                <a:lnTo>
                  <a:pt x="0" y="513647"/>
                </a:lnTo>
                <a:lnTo>
                  <a:pt x="51579" y="513647"/>
                </a:lnTo>
                <a:lnTo>
                  <a:pt x="113168" y="513027"/>
                </a:lnTo>
                <a:lnTo>
                  <a:pt x="168548" y="511557"/>
                </a:lnTo>
                <a:lnTo>
                  <a:pt x="219481" y="509012"/>
                </a:lnTo>
                <a:lnTo>
                  <a:pt x="267728" y="505169"/>
                </a:lnTo>
                <a:lnTo>
                  <a:pt x="315049" y="499804"/>
                </a:lnTo>
                <a:lnTo>
                  <a:pt x="363206" y="492692"/>
                </a:lnTo>
                <a:lnTo>
                  <a:pt x="356221" y="443262"/>
                </a:lnTo>
                <a:lnTo>
                  <a:pt x="310823" y="450632"/>
                </a:lnTo>
                <a:lnTo>
                  <a:pt x="265977" y="456018"/>
                </a:lnTo>
                <a:lnTo>
                  <a:pt x="220086" y="459716"/>
                </a:lnTo>
                <a:lnTo>
                  <a:pt x="171553" y="462027"/>
                </a:lnTo>
                <a:lnTo>
                  <a:pt x="118782" y="463248"/>
                </a:lnTo>
                <a:lnTo>
                  <a:pt x="60176" y="463679"/>
                </a:lnTo>
                <a:lnTo>
                  <a:pt x="60176" y="300343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2273001" y="2872869"/>
            <a:ext cx="35560" cy="304165"/>
          </a:xfrm>
          <a:custGeom>
            <a:avLst/>
            <a:gdLst/>
            <a:ahLst/>
            <a:cxnLst/>
            <a:rect l="l" t="t" r="r" b="b"/>
            <a:pathLst>
              <a:path w="35560" h="304164">
                <a:moveTo>
                  <a:pt x="35139" y="0"/>
                </a:moveTo>
                <a:lnTo>
                  <a:pt x="35139" y="303907"/>
                </a:lnTo>
                <a:lnTo>
                  <a:pt x="18044" y="303907"/>
                </a:lnTo>
                <a:lnTo>
                  <a:pt x="18044" y="30010"/>
                </a:lnTo>
                <a:lnTo>
                  <a:pt x="0" y="30010"/>
                </a:lnTo>
                <a:lnTo>
                  <a:pt x="23362" y="0"/>
                </a:lnTo>
                <a:lnTo>
                  <a:pt x="35139" y="0"/>
                </a:lnTo>
                <a:close/>
              </a:path>
            </a:pathLst>
          </a:custGeom>
          <a:ln w="778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916698" y="1929650"/>
            <a:ext cx="615950" cy="377825"/>
          </a:xfrm>
          <a:custGeom>
            <a:avLst/>
            <a:gdLst/>
            <a:ahLst/>
            <a:cxnLst/>
            <a:rect l="l" t="t" r="r" b="b"/>
            <a:pathLst>
              <a:path w="615950" h="377825">
                <a:moveTo>
                  <a:pt x="615721" y="328815"/>
                </a:moveTo>
                <a:lnTo>
                  <a:pt x="337413" y="328815"/>
                </a:lnTo>
                <a:lnTo>
                  <a:pt x="337413" y="245541"/>
                </a:lnTo>
                <a:lnTo>
                  <a:pt x="554469" y="245541"/>
                </a:lnTo>
                <a:lnTo>
                  <a:pt x="554469" y="197726"/>
                </a:lnTo>
                <a:lnTo>
                  <a:pt x="452932" y="197726"/>
                </a:lnTo>
                <a:lnTo>
                  <a:pt x="452932" y="49428"/>
                </a:lnTo>
                <a:lnTo>
                  <a:pt x="556628" y="49428"/>
                </a:lnTo>
                <a:lnTo>
                  <a:pt x="556628" y="0"/>
                </a:lnTo>
                <a:lnTo>
                  <a:pt x="393293" y="0"/>
                </a:lnTo>
                <a:lnTo>
                  <a:pt x="393293" y="49428"/>
                </a:lnTo>
                <a:lnTo>
                  <a:pt x="393293" y="197726"/>
                </a:lnTo>
                <a:lnTo>
                  <a:pt x="220814" y="197726"/>
                </a:lnTo>
                <a:lnTo>
                  <a:pt x="220814" y="49428"/>
                </a:lnTo>
                <a:lnTo>
                  <a:pt x="393293" y="49428"/>
                </a:lnTo>
                <a:lnTo>
                  <a:pt x="393293" y="0"/>
                </a:lnTo>
                <a:lnTo>
                  <a:pt x="57480" y="0"/>
                </a:lnTo>
                <a:lnTo>
                  <a:pt x="57480" y="49428"/>
                </a:lnTo>
                <a:lnTo>
                  <a:pt x="161721" y="49428"/>
                </a:lnTo>
                <a:lnTo>
                  <a:pt x="161721" y="197726"/>
                </a:lnTo>
                <a:lnTo>
                  <a:pt x="59639" y="197726"/>
                </a:lnTo>
                <a:lnTo>
                  <a:pt x="59639" y="245541"/>
                </a:lnTo>
                <a:lnTo>
                  <a:pt x="278307" y="245541"/>
                </a:lnTo>
                <a:lnTo>
                  <a:pt x="278307" y="328815"/>
                </a:lnTo>
                <a:lnTo>
                  <a:pt x="0" y="328815"/>
                </a:lnTo>
                <a:lnTo>
                  <a:pt x="0" y="377710"/>
                </a:lnTo>
                <a:lnTo>
                  <a:pt x="615721" y="377710"/>
                </a:lnTo>
                <a:lnTo>
                  <a:pt x="615721" y="32881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 descr=""/>
          <p:cNvSpPr/>
          <p:nvPr/>
        </p:nvSpPr>
        <p:spPr>
          <a:xfrm>
            <a:off x="984923" y="2374899"/>
            <a:ext cx="471805" cy="205740"/>
          </a:xfrm>
          <a:custGeom>
            <a:avLst/>
            <a:gdLst/>
            <a:ahLst/>
            <a:cxnLst/>
            <a:rect l="l" t="t" r="r" b="b"/>
            <a:pathLst>
              <a:path w="471805" h="205739">
                <a:moveTo>
                  <a:pt x="471208" y="0"/>
                </a:moveTo>
                <a:lnTo>
                  <a:pt x="0" y="0"/>
                </a:lnTo>
                <a:lnTo>
                  <a:pt x="0" y="49530"/>
                </a:lnTo>
                <a:lnTo>
                  <a:pt x="411035" y="49530"/>
                </a:lnTo>
                <a:lnTo>
                  <a:pt x="411035" y="205740"/>
                </a:lnTo>
                <a:lnTo>
                  <a:pt x="471208" y="205740"/>
                </a:lnTo>
                <a:lnTo>
                  <a:pt x="471208" y="49530"/>
                </a:lnTo>
                <a:lnTo>
                  <a:pt x="471208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916699" y="1929643"/>
            <a:ext cx="615950" cy="377825"/>
          </a:xfrm>
          <a:custGeom>
            <a:avLst/>
            <a:gdLst/>
            <a:ahLst/>
            <a:cxnLst/>
            <a:rect l="l" t="t" r="r" b="b"/>
            <a:pathLst>
              <a:path w="615950" h="377825">
                <a:moveTo>
                  <a:pt x="337416" y="245540"/>
                </a:moveTo>
                <a:lnTo>
                  <a:pt x="554480" y="245540"/>
                </a:lnTo>
                <a:lnTo>
                  <a:pt x="554480" y="197721"/>
                </a:lnTo>
                <a:lnTo>
                  <a:pt x="452933" y="197721"/>
                </a:lnTo>
                <a:lnTo>
                  <a:pt x="452933" y="49430"/>
                </a:lnTo>
                <a:lnTo>
                  <a:pt x="556630" y="49430"/>
                </a:lnTo>
                <a:lnTo>
                  <a:pt x="556630" y="0"/>
                </a:lnTo>
                <a:lnTo>
                  <a:pt x="57489" y="0"/>
                </a:lnTo>
                <a:lnTo>
                  <a:pt x="57489" y="49430"/>
                </a:lnTo>
                <a:lnTo>
                  <a:pt x="161723" y="49430"/>
                </a:lnTo>
                <a:lnTo>
                  <a:pt x="161723" y="197721"/>
                </a:lnTo>
                <a:lnTo>
                  <a:pt x="59638" y="197721"/>
                </a:lnTo>
                <a:lnTo>
                  <a:pt x="59638" y="245540"/>
                </a:lnTo>
                <a:lnTo>
                  <a:pt x="278315" y="245540"/>
                </a:lnTo>
                <a:lnTo>
                  <a:pt x="278315" y="328820"/>
                </a:lnTo>
                <a:lnTo>
                  <a:pt x="0" y="328820"/>
                </a:lnTo>
                <a:lnTo>
                  <a:pt x="0" y="377713"/>
                </a:lnTo>
                <a:lnTo>
                  <a:pt x="615731" y="377713"/>
                </a:lnTo>
                <a:lnTo>
                  <a:pt x="615731" y="328820"/>
                </a:lnTo>
                <a:lnTo>
                  <a:pt x="337416" y="328820"/>
                </a:lnTo>
                <a:lnTo>
                  <a:pt x="337416" y="245540"/>
                </a:lnTo>
                <a:close/>
              </a:path>
              <a:path w="615950" h="377825">
                <a:moveTo>
                  <a:pt x="393294" y="49430"/>
                </a:moveTo>
                <a:lnTo>
                  <a:pt x="393294" y="197721"/>
                </a:lnTo>
                <a:lnTo>
                  <a:pt x="220825" y="197721"/>
                </a:lnTo>
                <a:lnTo>
                  <a:pt x="220825" y="49430"/>
                </a:lnTo>
                <a:lnTo>
                  <a:pt x="393294" y="4943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984935" y="2375054"/>
            <a:ext cx="471805" cy="205740"/>
          </a:xfrm>
          <a:custGeom>
            <a:avLst/>
            <a:gdLst/>
            <a:ahLst/>
            <a:cxnLst/>
            <a:rect l="l" t="t" r="r" b="b"/>
            <a:pathLst>
              <a:path w="471805" h="205739">
                <a:moveTo>
                  <a:pt x="411025" y="48892"/>
                </a:moveTo>
                <a:lnTo>
                  <a:pt x="411025" y="205243"/>
                </a:lnTo>
                <a:lnTo>
                  <a:pt x="471201" y="205243"/>
                </a:lnTo>
                <a:lnTo>
                  <a:pt x="471201" y="0"/>
                </a:lnTo>
                <a:lnTo>
                  <a:pt x="0" y="0"/>
                </a:lnTo>
                <a:lnTo>
                  <a:pt x="0" y="48892"/>
                </a:lnTo>
                <a:lnTo>
                  <a:pt x="411025" y="48892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1621083" y="1896610"/>
            <a:ext cx="614045" cy="676910"/>
            <a:chOff x="1621083" y="1896610"/>
            <a:chExt cx="614045" cy="676910"/>
          </a:xfrm>
        </p:grpSpPr>
        <p:sp>
          <p:nvSpPr>
            <p:cNvPr id="38" name="object 38" descr=""/>
            <p:cNvSpPr/>
            <p:nvPr/>
          </p:nvSpPr>
          <p:spPr>
            <a:xfrm>
              <a:off x="1628863" y="1904390"/>
              <a:ext cx="598170" cy="661035"/>
            </a:xfrm>
            <a:custGeom>
              <a:avLst/>
              <a:gdLst/>
              <a:ahLst/>
              <a:cxnLst/>
              <a:rect l="l" t="t" r="r" b="b"/>
              <a:pathLst>
                <a:path w="598169" h="661035">
                  <a:moveTo>
                    <a:pt x="132710" y="455619"/>
                  </a:moveTo>
                  <a:lnTo>
                    <a:pt x="73608" y="455619"/>
                  </a:lnTo>
                  <a:lnTo>
                    <a:pt x="73608" y="660863"/>
                  </a:lnTo>
                  <a:lnTo>
                    <a:pt x="527616" y="660863"/>
                  </a:lnTo>
                  <a:lnTo>
                    <a:pt x="527616" y="611433"/>
                  </a:lnTo>
                  <a:lnTo>
                    <a:pt x="132710" y="611433"/>
                  </a:lnTo>
                  <a:lnTo>
                    <a:pt x="132710" y="455619"/>
                  </a:lnTo>
                  <a:close/>
                </a:path>
                <a:path w="598169" h="661035">
                  <a:moveTo>
                    <a:pt x="496453" y="0"/>
                  </a:moveTo>
                  <a:lnTo>
                    <a:pt x="436814" y="0"/>
                  </a:lnTo>
                  <a:lnTo>
                    <a:pt x="436814" y="500214"/>
                  </a:lnTo>
                  <a:lnTo>
                    <a:pt x="496453" y="500214"/>
                  </a:lnTo>
                  <a:lnTo>
                    <a:pt x="496453" y="260584"/>
                  </a:lnTo>
                  <a:lnTo>
                    <a:pt x="598001" y="260584"/>
                  </a:lnTo>
                  <a:lnTo>
                    <a:pt x="598001" y="210616"/>
                  </a:lnTo>
                  <a:lnTo>
                    <a:pt x="496453" y="210616"/>
                  </a:lnTo>
                  <a:lnTo>
                    <a:pt x="496453" y="0"/>
                  </a:lnTo>
                  <a:close/>
                </a:path>
                <a:path w="598169" h="661035">
                  <a:moveTo>
                    <a:pt x="310552" y="54803"/>
                  </a:moveTo>
                  <a:lnTo>
                    <a:pt x="0" y="54803"/>
                  </a:lnTo>
                  <a:lnTo>
                    <a:pt x="0" y="397592"/>
                  </a:lnTo>
                  <a:lnTo>
                    <a:pt x="51042" y="397592"/>
                  </a:lnTo>
                  <a:lnTo>
                    <a:pt x="116098" y="397274"/>
                  </a:lnTo>
                  <a:lnTo>
                    <a:pt x="173006" y="396120"/>
                  </a:lnTo>
                  <a:lnTo>
                    <a:pt x="223914" y="393831"/>
                  </a:lnTo>
                  <a:lnTo>
                    <a:pt x="270972" y="390110"/>
                  </a:lnTo>
                  <a:lnTo>
                    <a:pt x="316328" y="384657"/>
                  </a:lnTo>
                  <a:lnTo>
                    <a:pt x="362132" y="377175"/>
                  </a:lnTo>
                  <a:lnTo>
                    <a:pt x="357972" y="348699"/>
                  </a:lnTo>
                  <a:lnTo>
                    <a:pt x="59638" y="348699"/>
                  </a:lnTo>
                  <a:lnTo>
                    <a:pt x="59638" y="247689"/>
                  </a:lnTo>
                  <a:lnTo>
                    <a:pt x="298194" y="247689"/>
                  </a:lnTo>
                  <a:lnTo>
                    <a:pt x="298194" y="198795"/>
                  </a:lnTo>
                  <a:lnTo>
                    <a:pt x="59638" y="198795"/>
                  </a:lnTo>
                  <a:lnTo>
                    <a:pt x="59638" y="103158"/>
                  </a:lnTo>
                  <a:lnTo>
                    <a:pt x="310552" y="103158"/>
                  </a:lnTo>
                  <a:lnTo>
                    <a:pt x="310552" y="54803"/>
                  </a:lnTo>
                  <a:close/>
                </a:path>
                <a:path w="598169" h="661035">
                  <a:moveTo>
                    <a:pt x="355147" y="329357"/>
                  </a:moveTo>
                  <a:lnTo>
                    <a:pt x="311598" y="336255"/>
                  </a:lnTo>
                  <a:lnTo>
                    <a:pt x="268504" y="341296"/>
                  </a:lnTo>
                  <a:lnTo>
                    <a:pt x="223813" y="344770"/>
                  </a:lnTo>
                  <a:lnTo>
                    <a:pt x="175474" y="346968"/>
                  </a:lnTo>
                  <a:lnTo>
                    <a:pt x="121433" y="348180"/>
                  </a:lnTo>
                  <a:lnTo>
                    <a:pt x="59638" y="348699"/>
                  </a:lnTo>
                  <a:lnTo>
                    <a:pt x="357972" y="348699"/>
                  </a:lnTo>
                  <a:lnTo>
                    <a:pt x="355147" y="32935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628863" y="1904390"/>
              <a:ext cx="598170" cy="661035"/>
            </a:xfrm>
            <a:custGeom>
              <a:avLst/>
              <a:gdLst/>
              <a:ahLst/>
              <a:cxnLst/>
              <a:rect l="l" t="t" r="r" b="b"/>
              <a:pathLst>
                <a:path w="598169" h="661035">
                  <a:moveTo>
                    <a:pt x="496453" y="0"/>
                  </a:moveTo>
                  <a:lnTo>
                    <a:pt x="436814" y="0"/>
                  </a:lnTo>
                  <a:lnTo>
                    <a:pt x="436814" y="500214"/>
                  </a:lnTo>
                  <a:lnTo>
                    <a:pt x="496453" y="500214"/>
                  </a:lnTo>
                  <a:lnTo>
                    <a:pt x="496453" y="260584"/>
                  </a:lnTo>
                  <a:lnTo>
                    <a:pt x="598001" y="260584"/>
                  </a:lnTo>
                  <a:lnTo>
                    <a:pt x="598001" y="210616"/>
                  </a:lnTo>
                  <a:lnTo>
                    <a:pt x="496453" y="210616"/>
                  </a:lnTo>
                  <a:lnTo>
                    <a:pt x="496453" y="0"/>
                  </a:lnTo>
                  <a:close/>
                </a:path>
                <a:path w="598169" h="661035">
                  <a:moveTo>
                    <a:pt x="355147" y="329357"/>
                  </a:moveTo>
                  <a:lnTo>
                    <a:pt x="311598" y="336255"/>
                  </a:lnTo>
                  <a:lnTo>
                    <a:pt x="268504" y="341296"/>
                  </a:lnTo>
                  <a:lnTo>
                    <a:pt x="223813" y="344770"/>
                  </a:lnTo>
                  <a:lnTo>
                    <a:pt x="175474" y="346968"/>
                  </a:lnTo>
                  <a:lnTo>
                    <a:pt x="121433" y="348180"/>
                  </a:lnTo>
                  <a:lnTo>
                    <a:pt x="59638" y="348699"/>
                  </a:lnTo>
                  <a:lnTo>
                    <a:pt x="59638" y="247689"/>
                  </a:lnTo>
                  <a:lnTo>
                    <a:pt x="298194" y="247689"/>
                  </a:lnTo>
                  <a:lnTo>
                    <a:pt x="298194" y="198795"/>
                  </a:lnTo>
                  <a:lnTo>
                    <a:pt x="59638" y="198795"/>
                  </a:lnTo>
                  <a:lnTo>
                    <a:pt x="59638" y="103158"/>
                  </a:lnTo>
                  <a:lnTo>
                    <a:pt x="310552" y="103158"/>
                  </a:lnTo>
                  <a:lnTo>
                    <a:pt x="310552" y="54803"/>
                  </a:lnTo>
                  <a:lnTo>
                    <a:pt x="0" y="54803"/>
                  </a:lnTo>
                  <a:lnTo>
                    <a:pt x="0" y="397592"/>
                  </a:lnTo>
                  <a:lnTo>
                    <a:pt x="51042" y="397592"/>
                  </a:lnTo>
                  <a:lnTo>
                    <a:pt x="116098" y="397274"/>
                  </a:lnTo>
                  <a:lnTo>
                    <a:pt x="173006" y="396120"/>
                  </a:lnTo>
                  <a:lnTo>
                    <a:pt x="223914" y="393831"/>
                  </a:lnTo>
                  <a:lnTo>
                    <a:pt x="270972" y="390110"/>
                  </a:lnTo>
                  <a:lnTo>
                    <a:pt x="316328" y="384657"/>
                  </a:lnTo>
                  <a:lnTo>
                    <a:pt x="362132" y="377175"/>
                  </a:lnTo>
                  <a:lnTo>
                    <a:pt x="355147" y="329357"/>
                  </a:lnTo>
                  <a:close/>
                </a:path>
                <a:path w="598169" h="661035">
                  <a:moveTo>
                    <a:pt x="73608" y="455619"/>
                  </a:moveTo>
                  <a:lnTo>
                    <a:pt x="73608" y="660863"/>
                  </a:lnTo>
                  <a:lnTo>
                    <a:pt x="527616" y="660863"/>
                  </a:lnTo>
                  <a:lnTo>
                    <a:pt x="527616" y="611432"/>
                  </a:lnTo>
                  <a:lnTo>
                    <a:pt x="132710" y="611432"/>
                  </a:lnTo>
                  <a:lnTo>
                    <a:pt x="132710" y="455619"/>
                  </a:lnTo>
                  <a:lnTo>
                    <a:pt x="73608" y="455619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 descr=""/>
          <p:cNvSpPr/>
          <p:nvPr/>
        </p:nvSpPr>
        <p:spPr>
          <a:xfrm>
            <a:off x="2281926" y="1904927"/>
            <a:ext cx="574040" cy="675640"/>
          </a:xfrm>
          <a:custGeom>
            <a:avLst/>
            <a:gdLst/>
            <a:ahLst/>
            <a:cxnLst/>
            <a:rect l="l" t="t" r="r" b="b"/>
            <a:pathLst>
              <a:path w="574039" h="675639">
                <a:moveTo>
                  <a:pt x="573823" y="323447"/>
                </a:moveTo>
                <a:lnTo>
                  <a:pt x="515796" y="323447"/>
                </a:lnTo>
                <a:lnTo>
                  <a:pt x="515796" y="675370"/>
                </a:lnTo>
                <a:lnTo>
                  <a:pt x="573823" y="675370"/>
                </a:lnTo>
                <a:lnTo>
                  <a:pt x="573823" y="323447"/>
                </a:lnTo>
                <a:close/>
              </a:path>
              <a:path w="574039" h="675639">
                <a:moveTo>
                  <a:pt x="421770" y="16655"/>
                </a:moveTo>
                <a:lnTo>
                  <a:pt x="365355" y="16655"/>
                </a:lnTo>
                <a:lnTo>
                  <a:pt x="365355" y="641521"/>
                </a:lnTo>
                <a:lnTo>
                  <a:pt x="421770" y="641521"/>
                </a:lnTo>
                <a:lnTo>
                  <a:pt x="421770" y="323447"/>
                </a:lnTo>
                <a:lnTo>
                  <a:pt x="573823" y="323447"/>
                </a:lnTo>
                <a:lnTo>
                  <a:pt x="573823" y="274016"/>
                </a:lnTo>
                <a:lnTo>
                  <a:pt x="421770" y="274016"/>
                </a:lnTo>
                <a:lnTo>
                  <a:pt x="421770" y="16655"/>
                </a:lnTo>
                <a:close/>
              </a:path>
              <a:path w="574039" h="675639">
                <a:moveTo>
                  <a:pt x="573823" y="0"/>
                </a:moveTo>
                <a:lnTo>
                  <a:pt x="515796" y="0"/>
                </a:lnTo>
                <a:lnTo>
                  <a:pt x="515796" y="274016"/>
                </a:lnTo>
                <a:lnTo>
                  <a:pt x="573823" y="274016"/>
                </a:lnTo>
                <a:lnTo>
                  <a:pt x="573823" y="0"/>
                </a:lnTo>
                <a:close/>
              </a:path>
              <a:path w="574039" h="675639">
                <a:moveTo>
                  <a:pt x="263259" y="282613"/>
                </a:moveTo>
                <a:lnTo>
                  <a:pt x="202826" y="282613"/>
                </a:lnTo>
                <a:lnTo>
                  <a:pt x="183326" y="322259"/>
                </a:lnTo>
                <a:lnTo>
                  <a:pt x="158678" y="360241"/>
                </a:lnTo>
                <a:lnTo>
                  <a:pt x="128478" y="396417"/>
                </a:lnTo>
                <a:lnTo>
                  <a:pt x="92323" y="430645"/>
                </a:lnTo>
                <a:lnTo>
                  <a:pt x="49810" y="462784"/>
                </a:lnTo>
                <a:lnTo>
                  <a:pt x="537" y="492692"/>
                </a:lnTo>
                <a:lnTo>
                  <a:pt x="35998" y="535675"/>
                </a:lnTo>
                <a:lnTo>
                  <a:pt x="88412" y="503605"/>
                </a:lnTo>
                <a:lnTo>
                  <a:pt x="133710" y="469077"/>
                </a:lnTo>
                <a:lnTo>
                  <a:pt x="172342" y="432297"/>
                </a:lnTo>
                <a:lnTo>
                  <a:pt x="204760" y="393469"/>
                </a:lnTo>
                <a:lnTo>
                  <a:pt x="231413" y="352802"/>
                </a:lnTo>
                <a:lnTo>
                  <a:pt x="252753" y="310499"/>
                </a:lnTo>
                <a:lnTo>
                  <a:pt x="263259" y="282613"/>
                </a:lnTo>
                <a:close/>
              </a:path>
              <a:path w="574039" h="675639">
                <a:moveTo>
                  <a:pt x="295508" y="81667"/>
                </a:moveTo>
                <a:lnTo>
                  <a:pt x="33849" y="81667"/>
                </a:lnTo>
                <a:lnTo>
                  <a:pt x="33849" y="131097"/>
                </a:lnTo>
                <a:lnTo>
                  <a:pt x="236406" y="131097"/>
                </a:lnTo>
                <a:lnTo>
                  <a:pt x="234018" y="157937"/>
                </a:lnTo>
                <a:lnTo>
                  <a:pt x="230395" y="184423"/>
                </a:lnTo>
                <a:lnTo>
                  <a:pt x="225413" y="210507"/>
                </a:lnTo>
                <a:lnTo>
                  <a:pt x="218944" y="236137"/>
                </a:lnTo>
                <a:lnTo>
                  <a:pt x="0" y="250376"/>
                </a:lnTo>
                <a:lnTo>
                  <a:pt x="9133" y="303030"/>
                </a:lnTo>
                <a:lnTo>
                  <a:pt x="202826" y="282613"/>
                </a:lnTo>
                <a:lnTo>
                  <a:pt x="263259" y="282613"/>
                </a:lnTo>
                <a:lnTo>
                  <a:pt x="269229" y="266767"/>
                </a:lnTo>
                <a:lnTo>
                  <a:pt x="281292" y="221812"/>
                </a:lnTo>
                <a:lnTo>
                  <a:pt x="289392" y="175840"/>
                </a:lnTo>
                <a:lnTo>
                  <a:pt x="293981" y="129056"/>
                </a:lnTo>
                <a:lnTo>
                  <a:pt x="295508" y="81667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2647281" y="1904927"/>
            <a:ext cx="208915" cy="675640"/>
          </a:xfrm>
          <a:custGeom>
            <a:avLst/>
            <a:gdLst/>
            <a:ahLst/>
            <a:cxnLst/>
            <a:rect l="l" t="t" r="r" b="b"/>
            <a:pathLst>
              <a:path w="208914" h="675639">
                <a:moveTo>
                  <a:pt x="150440" y="274016"/>
                </a:moveTo>
                <a:lnTo>
                  <a:pt x="56415" y="274016"/>
                </a:lnTo>
                <a:lnTo>
                  <a:pt x="56415" y="16655"/>
                </a:lnTo>
                <a:lnTo>
                  <a:pt x="0" y="16655"/>
                </a:lnTo>
                <a:lnTo>
                  <a:pt x="0" y="641521"/>
                </a:lnTo>
                <a:lnTo>
                  <a:pt x="56415" y="641521"/>
                </a:lnTo>
                <a:lnTo>
                  <a:pt x="56415" y="323447"/>
                </a:lnTo>
                <a:lnTo>
                  <a:pt x="150440" y="323447"/>
                </a:lnTo>
                <a:lnTo>
                  <a:pt x="150440" y="675370"/>
                </a:lnTo>
                <a:lnTo>
                  <a:pt x="208467" y="675370"/>
                </a:lnTo>
                <a:lnTo>
                  <a:pt x="208467" y="0"/>
                </a:lnTo>
                <a:lnTo>
                  <a:pt x="150440" y="0"/>
                </a:lnTo>
                <a:lnTo>
                  <a:pt x="150440" y="274016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2" name="object 4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089" y="2864801"/>
            <a:ext cx="1243427" cy="321184"/>
          </a:xfrm>
          <a:prstGeom prst="rect">
            <a:avLst/>
          </a:prstGeom>
        </p:spPr>
      </p:pic>
      <p:sp>
        <p:nvSpPr>
          <p:cNvPr id="43" name="object 43" descr=""/>
          <p:cNvSpPr/>
          <p:nvPr/>
        </p:nvSpPr>
        <p:spPr>
          <a:xfrm>
            <a:off x="2281926" y="1986595"/>
            <a:ext cx="295910" cy="454025"/>
          </a:xfrm>
          <a:custGeom>
            <a:avLst/>
            <a:gdLst/>
            <a:ahLst/>
            <a:cxnLst/>
            <a:rect l="l" t="t" r="r" b="b"/>
            <a:pathLst>
              <a:path w="295910" h="454025">
                <a:moveTo>
                  <a:pt x="33849" y="0"/>
                </a:moveTo>
                <a:lnTo>
                  <a:pt x="33849" y="49430"/>
                </a:lnTo>
                <a:lnTo>
                  <a:pt x="236406" y="49430"/>
                </a:lnTo>
                <a:lnTo>
                  <a:pt x="234018" y="76269"/>
                </a:lnTo>
                <a:lnTo>
                  <a:pt x="230395" y="102756"/>
                </a:lnTo>
                <a:lnTo>
                  <a:pt x="225413" y="128839"/>
                </a:lnTo>
                <a:lnTo>
                  <a:pt x="218944" y="154470"/>
                </a:lnTo>
                <a:lnTo>
                  <a:pt x="0" y="168708"/>
                </a:lnTo>
                <a:lnTo>
                  <a:pt x="9133" y="221362"/>
                </a:lnTo>
                <a:lnTo>
                  <a:pt x="202826" y="200945"/>
                </a:lnTo>
                <a:lnTo>
                  <a:pt x="183326" y="240591"/>
                </a:lnTo>
                <a:lnTo>
                  <a:pt x="158678" y="278573"/>
                </a:lnTo>
                <a:lnTo>
                  <a:pt x="128478" y="314749"/>
                </a:lnTo>
                <a:lnTo>
                  <a:pt x="92323" y="348978"/>
                </a:lnTo>
                <a:lnTo>
                  <a:pt x="49810" y="381117"/>
                </a:lnTo>
                <a:lnTo>
                  <a:pt x="537" y="411024"/>
                </a:lnTo>
                <a:lnTo>
                  <a:pt x="35998" y="454007"/>
                </a:lnTo>
                <a:lnTo>
                  <a:pt x="88412" y="421937"/>
                </a:lnTo>
                <a:lnTo>
                  <a:pt x="133710" y="387409"/>
                </a:lnTo>
                <a:lnTo>
                  <a:pt x="172342" y="350629"/>
                </a:lnTo>
                <a:lnTo>
                  <a:pt x="204760" y="311802"/>
                </a:lnTo>
                <a:lnTo>
                  <a:pt x="231413" y="271134"/>
                </a:lnTo>
                <a:lnTo>
                  <a:pt x="252753" y="228831"/>
                </a:lnTo>
                <a:lnTo>
                  <a:pt x="269229" y="185099"/>
                </a:lnTo>
                <a:lnTo>
                  <a:pt x="281292" y="140144"/>
                </a:lnTo>
                <a:lnTo>
                  <a:pt x="289392" y="94172"/>
                </a:lnTo>
                <a:lnTo>
                  <a:pt x="293981" y="47389"/>
                </a:lnTo>
                <a:lnTo>
                  <a:pt x="295508" y="0"/>
                </a:lnTo>
                <a:lnTo>
                  <a:pt x="33849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44" name="object 44" descr=""/>
          <p:cNvGrpSpPr/>
          <p:nvPr/>
        </p:nvGrpSpPr>
        <p:grpSpPr>
          <a:xfrm>
            <a:off x="2984160" y="1897685"/>
            <a:ext cx="539750" cy="690880"/>
            <a:chOff x="2984160" y="1897685"/>
            <a:chExt cx="539750" cy="690880"/>
          </a:xfrm>
        </p:grpSpPr>
        <p:sp>
          <p:nvSpPr>
            <p:cNvPr id="45" name="object 45" descr=""/>
            <p:cNvSpPr/>
            <p:nvPr/>
          </p:nvSpPr>
          <p:spPr>
            <a:xfrm>
              <a:off x="2991940" y="1905464"/>
              <a:ext cx="523875" cy="675005"/>
            </a:xfrm>
            <a:custGeom>
              <a:avLst/>
              <a:gdLst/>
              <a:ahLst/>
              <a:cxnLst/>
              <a:rect l="l" t="t" r="r" b="b"/>
              <a:pathLst>
                <a:path w="523875" h="675005">
                  <a:moveTo>
                    <a:pt x="523855" y="0"/>
                  </a:moveTo>
                  <a:lnTo>
                    <a:pt x="464216" y="0"/>
                  </a:lnTo>
                  <a:lnTo>
                    <a:pt x="464216" y="412099"/>
                  </a:lnTo>
                  <a:lnTo>
                    <a:pt x="523855" y="412099"/>
                  </a:lnTo>
                  <a:lnTo>
                    <a:pt x="523855" y="0"/>
                  </a:lnTo>
                  <a:close/>
                </a:path>
                <a:path w="523875" h="675005">
                  <a:moveTo>
                    <a:pt x="308940" y="40296"/>
                  </a:moveTo>
                  <a:lnTo>
                    <a:pt x="0" y="40296"/>
                  </a:lnTo>
                  <a:lnTo>
                    <a:pt x="0" y="89189"/>
                  </a:lnTo>
                  <a:lnTo>
                    <a:pt x="249838" y="89189"/>
                  </a:lnTo>
                  <a:lnTo>
                    <a:pt x="249838" y="178916"/>
                  </a:lnTo>
                  <a:lnTo>
                    <a:pt x="1612" y="178916"/>
                  </a:lnTo>
                  <a:lnTo>
                    <a:pt x="1612" y="373952"/>
                  </a:lnTo>
                  <a:lnTo>
                    <a:pt x="56415" y="373952"/>
                  </a:lnTo>
                  <a:lnTo>
                    <a:pt x="108020" y="373692"/>
                  </a:lnTo>
                  <a:lnTo>
                    <a:pt x="156617" y="372793"/>
                  </a:lnTo>
                  <a:lnTo>
                    <a:pt x="203146" y="371076"/>
                  </a:lnTo>
                  <a:lnTo>
                    <a:pt x="248548" y="368363"/>
                  </a:lnTo>
                  <a:lnTo>
                    <a:pt x="293761" y="364475"/>
                  </a:lnTo>
                  <a:lnTo>
                    <a:pt x="339727" y="359233"/>
                  </a:lnTo>
                  <a:lnTo>
                    <a:pt x="387384" y="352460"/>
                  </a:lnTo>
                  <a:lnTo>
                    <a:pt x="383003" y="323984"/>
                  </a:lnTo>
                  <a:lnTo>
                    <a:pt x="59639" y="323984"/>
                  </a:lnTo>
                  <a:lnTo>
                    <a:pt x="59639" y="226198"/>
                  </a:lnTo>
                  <a:lnTo>
                    <a:pt x="308940" y="226198"/>
                  </a:lnTo>
                  <a:lnTo>
                    <a:pt x="308940" y="40296"/>
                  </a:lnTo>
                  <a:close/>
                </a:path>
                <a:path w="523875" h="675005">
                  <a:moveTo>
                    <a:pt x="379862" y="303567"/>
                  </a:moveTo>
                  <a:lnTo>
                    <a:pt x="326666" y="310769"/>
                  </a:lnTo>
                  <a:lnTo>
                    <a:pt x="275230" y="316144"/>
                  </a:lnTo>
                  <a:lnTo>
                    <a:pt x="224183" y="319921"/>
                  </a:lnTo>
                  <a:lnTo>
                    <a:pt x="172151" y="322332"/>
                  </a:lnTo>
                  <a:lnTo>
                    <a:pt x="117760" y="323609"/>
                  </a:lnTo>
                  <a:lnTo>
                    <a:pt x="59639" y="323984"/>
                  </a:lnTo>
                  <a:lnTo>
                    <a:pt x="383003" y="323984"/>
                  </a:lnTo>
                  <a:lnTo>
                    <a:pt x="379862" y="303567"/>
                  </a:lnTo>
                  <a:close/>
                </a:path>
                <a:path w="523875" h="675005">
                  <a:moveTo>
                    <a:pt x="523855" y="449172"/>
                  </a:moveTo>
                  <a:lnTo>
                    <a:pt x="69310" y="449172"/>
                  </a:lnTo>
                  <a:lnTo>
                    <a:pt x="69310" y="498602"/>
                  </a:lnTo>
                  <a:lnTo>
                    <a:pt x="464216" y="498602"/>
                  </a:lnTo>
                  <a:lnTo>
                    <a:pt x="464216" y="674833"/>
                  </a:lnTo>
                  <a:lnTo>
                    <a:pt x="523855" y="674833"/>
                  </a:lnTo>
                  <a:lnTo>
                    <a:pt x="523855" y="44917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991940" y="1905465"/>
              <a:ext cx="523875" cy="675005"/>
            </a:xfrm>
            <a:custGeom>
              <a:avLst/>
              <a:gdLst/>
              <a:ahLst/>
              <a:cxnLst/>
              <a:rect l="l" t="t" r="r" b="b"/>
              <a:pathLst>
                <a:path w="523875" h="675005">
                  <a:moveTo>
                    <a:pt x="464216" y="412099"/>
                  </a:moveTo>
                  <a:lnTo>
                    <a:pt x="523855" y="412099"/>
                  </a:lnTo>
                  <a:lnTo>
                    <a:pt x="523855" y="0"/>
                  </a:lnTo>
                  <a:lnTo>
                    <a:pt x="464216" y="0"/>
                  </a:lnTo>
                  <a:lnTo>
                    <a:pt x="464216" y="412099"/>
                  </a:lnTo>
                  <a:close/>
                </a:path>
                <a:path w="523875" h="675005">
                  <a:moveTo>
                    <a:pt x="379862" y="303567"/>
                  </a:moveTo>
                  <a:lnTo>
                    <a:pt x="326666" y="310769"/>
                  </a:lnTo>
                  <a:lnTo>
                    <a:pt x="275230" y="316143"/>
                  </a:lnTo>
                  <a:lnTo>
                    <a:pt x="224183" y="319921"/>
                  </a:lnTo>
                  <a:lnTo>
                    <a:pt x="172151" y="322332"/>
                  </a:lnTo>
                  <a:lnTo>
                    <a:pt x="117760" y="323609"/>
                  </a:lnTo>
                  <a:lnTo>
                    <a:pt x="59639" y="323984"/>
                  </a:lnTo>
                  <a:lnTo>
                    <a:pt x="59639" y="226198"/>
                  </a:lnTo>
                  <a:lnTo>
                    <a:pt x="308940" y="226198"/>
                  </a:lnTo>
                  <a:lnTo>
                    <a:pt x="308940" y="40296"/>
                  </a:lnTo>
                  <a:lnTo>
                    <a:pt x="0" y="40296"/>
                  </a:lnTo>
                  <a:lnTo>
                    <a:pt x="0" y="89189"/>
                  </a:lnTo>
                  <a:lnTo>
                    <a:pt x="249838" y="89189"/>
                  </a:lnTo>
                  <a:lnTo>
                    <a:pt x="249838" y="178916"/>
                  </a:lnTo>
                  <a:lnTo>
                    <a:pt x="1612" y="178916"/>
                  </a:lnTo>
                  <a:lnTo>
                    <a:pt x="1612" y="373952"/>
                  </a:lnTo>
                  <a:lnTo>
                    <a:pt x="56415" y="373952"/>
                  </a:lnTo>
                  <a:lnTo>
                    <a:pt x="108020" y="373692"/>
                  </a:lnTo>
                  <a:lnTo>
                    <a:pt x="156617" y="372793"/>
                  </a:lnTo>
                  <a:lnTo>
                    <a:pt x="203146" y="371076"/>
                  </a:lnTo>
                  <a:lnTo>
                    <a:pt x="248548" y="368363"/>
                  </a:lnTo>
                  <a:lnTo>
                    <a:pt x="293761" y="364475"/>
                  </a:lnTo>
                  <a:lnTo>
                    <a:pt x="339727" y="359233"/>
                  </a:lnTo>
                  <a:lnTo>
                    <a:pt x="387384" y="352460"/>
                  </a:lnTo>
                  <a:lnTo>
                    <a:pt x="379862" y="303567"/>
                  </a:lnTo>
                  <a:close/>
                </a:path>
                <a:path w="523875" h="675005">
                  <a:moveTo>
                    <a:pt x="464216" y="498602"/>
                  </a:moveTo>
                  <a:lnTo>
                    <a:pt x="464216" y="674833"/>
                  </a:lnTo>
                  <a:lnTo>
                    <a:pt x="523855" y="674833"/>
                  </a:lnTo>
                  <a:lnTo>
                    <a:pt x="523855" y="449172"/>
                  </a:lnTo>
                  <a:lnTo>
                    <a:pt x="69310" y="449172"/>
                  </a:lnTo>
                  <a:lnTo>
                    <a:pt x="69310" y="498602"/>
                  </a:lnTo>
                  <a:lnTo>
                    <a:pt x="464216" y="498602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 descr=""/>
          <p:cNvGrpSpPr/>
          <p:nvPr/>
        </p:nvGrpSpPr>
        <p:grpSpPr>
          <a:xfrm>
            <a:off x="3661938" y="1897147"/>
            <a:ext cx="544830" cy="692150"/>
            <a:chOff x="3661938" y="1897147"/>
            <a:chExt cx="544830" cy="692150"/>
          </a:xfrm>
        </p:grpSpPr>
        <p:sp>
          <p:nvSpPr>
            <p:cNvPr id="48" name="object 48" descr=""/>
            <p:cNvSpPr/>
            <p:nvPr/>
          </p:nvSpPr>
          <p:spPr>
            <a:xfrm>
              <a:off x="3669718" y="1904927"/>
              <a:ext cx="528955" cy="676910"/>
            </a:xfrm>
            <a:custGeom>
              <a:avLst/>
              <a:gdLst/>
              <a:ahLst/>
              <a:cxnLst/>
              <a:rect l="l" t="t" r="r" b="b"/>
              <a:pathLst>
                <a:path w="528954" h="676910">
                  <a:moveTo>
                    <a:pt x="528690" y="0"/>
                  </a:moveTo>
                  <a:lnTo>
                    <a:pt x="469589" y="0"/>
                  </a:lnTo>
                  <a:lnTo>
                    <a:pt x="469589" y="255211"/>
                  </a:lnTo>
                  <a:lnTo>
                    <a:pt x="326670" y="255211"/>
                  </a:lnTo>
                  <a:lnTo>
                    <a:pt x="326670" y="304641"/>
                  </a:lnTo>
                  <a:lnTo>
                    <a:pt x="469589" y="304641"/>
                  </a:lnTo>
                  <a:lnTo>
                    <a:pt x="469589" y="676444"/>
                  </a:lnTo>
                  <a:lnTo>
                    <a:pt x="528690" y="676444"/>
                  </a:lnTo>
                  <a:lnTo>
                    <a:pt x="528690" y="0"/>
                  </a:lnTo>
                  <a:close/>
                </a:path>
                <a:path w="528954" h="676910">
                  <a:moveTo>
                    <a:pt x="315387" y="61788"/>
                  </a:moveTo>
                  <a:lnTo>
                    <a:pt x="0" y="61788"/>
                  </a:lnTo>
                  <a:lnTo>
                    <a:pt x="0" y="513647"/>
                  </a:lnTo>
                  <a:lnTo>
                    <a:pt x="51579" y="513647"/>
                  </a:lnTo>
                  <a:lnTo>
                    <a:pt x="113168" y="513027"/>
                  </a:lnTo>
                  <a:lnTo>
                    <a:pt x="168548" y="511557"/>
                  </a:lnTo>
                  <a:lnTo>
                    <a:pt x="219481" y="509012"/>
                  </a:lnTo>
                  <a:lnTo>
                    <a:pt x="267728" y="505169"/>
                  </a:lnTo>
                  <a:lnTo>
                    <a:pt x="315049" y="499804"/>
                  </a:lnTo>
                  <a:lnTo>
                    <a:pt x="363206" y="492692"/>
                  </a:lnTo>
                  <a:lnTo>
                    <a:pt x="359106" y="463679"/>
                  </a:lnTo>
                  <a:lnTo>
                    <a:pt x="60176" y="463679"/>
                  </a:lnTo>
                  <a:lnTo>
                    <a:pt x="60176" y="300343"/>
                  </a:lnTo>
                  <a:lnTo>
                    <a:pt x="285299" y="300343"/>
                  </a:lnTo>
                  <a:lnTo>
                    <a:pt x="285299" y="251987"/>
                  </a:lnTo>
                  <a:lnTo>
                    <a:pt x="60176" y="251987"/>
                  </a:lnTo>
                  <a:lnTo>
                    <a:pt x="60176" y="111218"/>
                  </a:lnTo>
                  <a:lnTo>
                    <a:pt x="315387" y="111218"/>
                  </a:lnTo>
                  <a:lnTo>
                    <a:pt x="315387" y="61788"/>
                  </a:lnTo>
                  <a:close/>
                </a:path>
                <a:path w="528954" h="676910">
                  <a:moveTo>
                    <a:pt x="356221" y="443262"/>
                  </a:moveTo>
                  <a:lnTo>
                    <a:pt x="310823" y="450632"/>
                  </a:lnTo>
                  <a:lnTo>
                    <a:pt x="265977" y="456018"/>
                  </a:lnTo>
                  <a:lnTo>
                    <a:pt x="220086" y="459716"/>
                  </a:lnTo>
                  <a:lnTo>
                    <a:pt x="171553" y="462027"/>
                  </a:lnTo>
                  <a:lnTo>
                    <a:pt x="118782" y="463248"/>
                  </a:lnTo>
                  <a:lnTo>
                    <a:pt x="60176" y="463679"/>
                  </a:lnTo>
                  <a:lnTo>
                    <a:pt x="359106" y="463679"/>
                  </a:lnTo>
                  <a:lnTo>
                    <a:pt x="356221" y="44326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3669718" y="1904927"/>
              <a:ext cx="528955" cy="676910"/>
            </a:xfrm>
            <a:custGeom>
              <a:avLst/>
              <a:gdLst/>
              <a:ahLst/>
              <a:cxnLst/>
              <a:rect l="l" t="t" r="r" b="b"/>
              <a:pathLst>
                <a:path w="528954" h="676910">
                  <a:moveTo>
                    <a:pt x="469589" y="255211"/>
                  </a:moveTo>
                  <a:lnTo>
                    <a:pt x="326670" y="255211"/>
                  </a:lnTo>
                  <a:lnTo>
                    <a:pt x="326670" y="304641"/>
                  </a:lnTo>
                  <a:lnTo>
                    <a:pt x="469589" y="304641"/>
                  </a:lnTo>
                  <a:lnTo>
                    <a:pt x="469589" y="676444"/>
                  </a:lnTo>
                  <a:lnTo>
                    <a:pt x="528690" y="676444"/>
                  </a:lnTo>
                  <a:lnTo>
                    <a:pt x="528690" y="0"/>
                  </a:lnTo>
                  <a:lnTo>
                    <a:pt x="469589" y="0"/>
                  </a:lnTo>
                  <a:lnTo>
                    <a:pt x="469589" y="255211"/>
                  </a:lnTo>
                  <a:close/>
                </a:path>
                <a:path w="528954" h="676910">
                  <a:moveTo>
                    <a:pt x="60176" y="300343"/>
                  </a:moveTo>
                  <a:lnTo>
                    <a:pt x="285299" y="300343"/>
                  </a:lnTo>
                  <a:lnTo>
                    <a:pt x="285299" y="251987"/>
                  </a:lnTo>
                  <a:lnTo>
                    <a:pt x="60176" y="251987"/>
                  </a:lnTo>
                  <a:lnTo>
                    <a:pt x="60176" y="111218"/>
                  </a:lnTo>
                  <a:lnTo>
                    <a:pt x="315387" y="111218"/>
                  </a:lnTo>
                  <a:lnTo>
                    <a:pt x="315387" y="61788"/>
                  </a:lnTo>
                  <a:lnTo>
                    <a:pt x="0" y="61788"/>
                  </a:lnTo>
                  <a:lnTo>
                    <a:pt x="0" y="513647"/>
                  </a:lnTo>
                  <a:lnTo>
                    <a:pt x="51579" y="513647"/>
                  </a:lnTo>
                  <a:lnTo>
                    <a:pt x="113168" y="513027"/>
                  </a:lnTo>
                  <a:lnTo>
                    <a:pt x="168548" y="511557"/>
                  </a:lnTo>
                  <a:lnTo>
                    <a:pt x="219481" y="509012"/>
                  </a:lnTo>
                  <a:lnTo>
                    <a:pt x="267728" y="505169"/>
                  </a:lnTo>
                  <a:lnTo>
                    <a:pt x="315049" y="499804"/>
                  </a:lnTo>
                  <a:lnTo>
                    <a:pt x="363206" y="492692"/>
                  </a:lnTo>
                  <a:lnTo>
                    <a:pt x="356221" y="443262"/>
                  </a:lnTo>
                  <a:lnTo>
                    <a:pt x="310823" y="450632"/>
                  </a:lnTo>
                  <a:lnTo>
                    <a:pt x="265977" y="456018"/>
                  </a:lnTo>
                  <a:lnTo>
                    <a:pt x="220086" y="459716"/>
                  </a:lnTo>
                  <a:lnTo>
                    <a:pt x="171553" y="462027"/>
                  </a:lnTo>
                  <a:lnTo>
                    <a:pt x="118782" y="463248"/>
                  </a:lnTo>
                  <a:lnTo>
                    <a:pt x="60176" y="463679"/>
                  </a:lnTo>
                  <a:lnTo>
                    <a:pt x="60176" y="300343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0" name="object 5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8374" y="2868979"/>
            <a:ext cx="529732" cy="317005"/>
          </a:xfrm>
          <a:prstGeom prst="rect">
            <a:avLst/>
          </a:prstGeom>
        </p:spPr>
      </p:pic>
      <p:grpSp>
        <p:nvGrpSpPr>
          <p:cNvPr id="51" name="object 51" descr=""/>
          <p:cNvGrpSpPr/>
          <p:nvPr/>
        </p:nvGrpSpPr>
        <p:grpSpPr>
          <a:xfrm>
            <a:off x="2269111" y="2868979"/>
            <a:ext cx="43180" cy="311785"/>
            <a:chOff x="2269111" y="2868979"/>
            <a:chExt cx="43180" cy="311785"/>
          </a:xfrm>
        </p:grpSpPr>
        <p:sp>
          <p:nvSpPr>
            <p:cNvPr id="52" name="object 52" descr=""/>
            <p:cNvSpPr/>
            <p:nvPr/>
          </p:nvSpPr>
          <p:spPr>
            <a:xfrm>
              <a:off x="2273001" y="2872869"/>
              <a:ext cx="35560" cy="304165"/>
            </a:xfrm>
            <a:custGeom>
              <a:avLst/>
              <a:gdLst/>
              <a:ahLst/>
              <a:cxnLst/>
              <a:rect l="l" t="t" r="r" b="b"/>
              <a:pathLst>
                <a:path w="35560" h="304164">
                  <a:moveTo>
                    <a:pt x="35139" y="0"/>
                  </a:moveTo>
                  <a:lnTo>
                    <a:pt x="23362" y="0"/>
                  </a:lnTo>
                  <a:lnTo>
                    <a:pt x="0" y="30010"/>
                  </a:lnTo>
                  <a:lnTo>
                    <a:pt x="18044" y="30010"/>
                  </a:lnTo>
                  <a:lnTo>
                    <a:pt x="18044" y="303907"/>
                  </a:lnTo>
                  <a:lnTo>
                    <a:pt x="35139" y="303907"/>
                  </a:lnTo>
                  <a:lnTo>
                    <a:pt x="3513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2273001" y="2872869"/>
              <a:ext cx="35560" cy="304165"/>
            </a:xfrm>
            <a:custGeom>
              <a:avLst/>
              <a:gdLst/>
              <a:ahLst/>
              <a:cxnLst/>
              <a:rect l="l" t="t" r="r" b="b"/>
              <a:pathLst>
                <a:path w="35560" h="304164">
                  <a:moveTo>
                    <a:pt x="35139" y="0"/>
                  </a:moveTo>
                  <a:lnTo>
                    <a:pt x="35139" y="303907"/>
                  </a:lnTo>
                  <a:lnTo>
                    <a:pt x="18044" y="303907"/>
                  </a:lnTo>
                  <a:lnTo>
                    <a:pt x="18044" y="30010"/>
                  </a:lnTo>
                  <a:lnTo>
                    <a:pt x="0" y="30010"/>
                  </a:lnTo>
                  <a:lnTo>
                    <a:pt x="23362" y="0"/>
                  </a:lnTo>
                  <a:lnTo>
                    <a:pt x="35139" y="0"/>
                  </a:lnTo>
                  <a:close/>
                </a:path>
              </a:pathLst>
            </a:custGeom>
            <a:ln w="778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3361" y="1443127"/>
            <a:ext cx="12777355" cy="757886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036" y="1059897"/>
            <a:ext cx="1085067" cy="24146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89297" y="3782218"/>
            <a:ext cx="375285" cy="73025"/>
          </a:xfrm>
          <a:custGeom>
            <a:avLst/>
            <a:gdLst/>
            <a:ahLst/>
            <a:cxnLst/>
            <a:rect l="l" t="t" r="r" b="b"/>
            <a:pathLst>
              <a:path w="375284" h="73025">
                <a:moveTo>
                  <a:pt x="375111" y="72890"/>
                </a:moveTo>
                <a:lnTo>
                  <a:pt x="0" y="72890"/>
                </a:lnTo>
                <a:lnTo>
                  <a:pt x="0" y="0"/>
                </a:lnTo>
                <a:lnTo>
                  <a:pt x="375111" y="0"/>
                </a:lnTo>
                <a:lnTo>
                  <a:pt x="375111" y="72890"/>
                </a:lnTo>
                <a:close/>
              </a:path>
            </a:pathLst>
          </a:custGeom>
          <a:solidFill>
            <a:srgbClr val="A383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885888" y="684627"/>
            <a:ext cx="384810" cy="447675"/>
            <a:chOff x="4885888" y="684627"/>
            <a:chExt cx="384810" cy="447675"/>
          </a:xfrm>
        </p:grpSpPr>
        <p:sp>
          <p:nvSpPr>
            <p:cNvPr id="6" name="object 6" descr=""/>
            <p:cNvSpPr/>
            <p:nvPr/>
          </p:nvSpPr>
          <p:spPr>
            <a:xfrm>
              <a:off x="5068973" y="689780"/>
              <a:ext cx="182245" cy="336550"/>
            </a:xfrm>
            <a:custGeom>
              <a:avLst/>
              <a:gdLst/>
              <a:ahLst/>
              <a:cxnLst/>
              <a:rect l="l" t="t" r="r" b="b"/>
              <a:pathLst>
                <a:path w="182245" h="336550">
                  <a:moveTo>
                    <a:pt x="144836" y="0"/>
                  </a:moveTo>
                  <a:lnTo>
                    <a:pt x="144836" y="336291"/>
                  </a:lnTo>
                  <a:lnTo>
                    <a:pt x="182202" y="336291"/>
                  </a:lnTo>
                  <a:lnTo>
                    <a:pt x="182202" y="0"/>
                  </a:lnTo>
                  <a:lnTo>
                    <a:pt x="144836" y="0"/>
                  </a:lnTo>
                  <a:close/>
                </a:path>
                <a:path w="182245" h="336550">
                  <a:moveTo>
                    <a:pt x="93948" y="324192"/>
                  </a:moveTo>
                  <a:lnTo>
                    <a:pt x="93948" y="8184"/>
                  </a:lnTo>
                  <a:lnTo>
                    <a:pt x="55870" y="8184"/>
                  </a:lnTo>
                  <a:lnTo>
                    <a:pt x="55870" y="124196"/>
                  </a:lnTo>
                  <a:lnTo>
                    <a:pt x="0" y="124196"/>
                  </a:lnTo>
                  <a:lnTo>
                    <a:pt x="0" y="157292"/>
                  </a:lnTo>
                  <a:lnTo>
                    <a:pt x="55870" y="157292"/>
                  </a:lnTo>
                  <a:lnTo>
                    <a:pt x="55870" y="324192"/>
                  </a:lnTo>
                  <a:lnTo>
                    <a:pt x="93948" y="324192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85888" y="720925"/>
              <a:ext cx="209590" cy="24090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957944" y="991909"/>
              <a:ext cx="307340" cy="135255"/>
            </a:xfrm>
            <a:custGeom>
              <a:avLst/>
              <a:gdLst/>
              <a:ahLst/>
              <a:cxnLst/>
              <a:rect l="l" t="t" r="r" b="b"/>
              <a:pathLst>
                <a:path w="307339" h="135255">
                  <a:moveTo>
                    <a:pt x="39500" y="0"/>
                  </a:moveTo>
                  <a:lnTo>
                    <a:pt x="0" y="0"/>
                  </a:lnTo>
                  <a:lnTo>
                    <a:pt x="0" y="134872"/>
                  </a:lnTo>
                  <a:lnTo>
                    <a:pt x="307110" y="134872"/>
                  </a:lnTo>
                  <a:lnTo>
                    <a:pt x="307110" y="102132"/>
                  </a:lnTo>
                  <a:lnTo>
                    <a:pt x="39500" y="102132"/>
                  </a:lnTo>
                  <a:lnTo>
                    <a:pt x="39500" y="0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5365195" y="689424"/>
            <a:ext cx="349250" cy="448309"/>
          </a:xfrm>
          <a:custGeom>
            <a:avLst/>
            <a:gdLst/>
            <a:ahLst/>
            <a:cxnLst/>
            <a:rect l="l" t="t" r="r" b="b"/>
            <a:pathLst>
              <a:path w="349250" h="448309">
                <a:moveTo>
                  <a:pt x="309245" y="162629"/>
                </a:moveTo>
                <a:lnTo>
                  <a:pt x="178643" y="162629"/>
                </a:lnTo>
                <a:lnTo>
                  <a:pt x="178643" y="195725"/>
                </a:lnTo>
                <a:lnTo>
                  <a:pt x="309245" y="195725"/>
                </a:lnTo>
                <a:lnTo>
                  <a:pt x="309245" y="448032"/>
                </a:lnTo>
                <a:lnTo>
                  <a:pt x="348746" y="448032"/>
                </a:lnTo>
                <a:lnTo>
                  <a:pt x="348746" y="0"/>
                </a:lnTo>
                <a:lnTo>
                  <a:pt x="309245" y="0"/>
                </a:lnTo>
                <a:lnTo>
                  <a:pt x="309245" y="162629"/>
                </a:lnTo>
                <a:close/>
              </a:path>
              <a:path w="349250" h="448309">
                <a:moveTo>
                  <a:pt x="39856" y="75798"/>
                </a:moveTo>
                <a:lnTo>
                  <a:pt x="205333" y="75798"/>
                </a:lnTo>
                <a:lnTo>
                  <a:pt x="205333" y="42703"/>
                </a:lnTo>
                <a:lnTo>
                  <a:pt x="0" y="42703"/>
                </a:lnTo>
                <a:lnTo>
                  <a:pt x="0" y="337359"/>
                </a:lnTo>
                <a:lnTo>
                  <a:pt x="34518" y="337359"/>
                </a:lnTo>
                <a:lnTo>
                  <a:pt x="93636" y="336719"/>
                </a:lnTo>
                <a:lnTo>
                  <a:pt x="145014" y="334378"/>
                </a:lnTo>
                <a:lnTo>
                  <a:pt x="192655" y="329702"/>
                </a:lnTo>
                <a:lnTo>
                  <a:pt x="240563" y="322057"/>
                </a:lnTo>
                <a:lnTo>
                  <a:pt x="235937" y="289317"/>
                </a:lnTo>
                <a:lnTo>
                  <a:pt x="190362" y="296601"/>
                </a:lnTo>
                <a:lnTo>
                  <a:pt x="144769" y="301016"/>
                </a:lnTo>
                <a:lnTo>
                  <a:pt x="95741" y="303229"/>
                </a:lnTo>
                <a:lnTo>
                  <a:pt x="39856" y="303907"/>
                </a:lnTo>
                <a:lnTo>
                  <a:pt x="39856" y="75798"/>
                </a:lnTo>
                <a:close/>
              </a:path>
            </a:pathLst>
          </a:custGeom>
          <a:ln w="10305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812658" y="689424"/>
            <a:ext cx="417830" cy="445770"/>
          </a:xfrm>
          <a:custGeom>
            <a:avLst/>
            <a:gdLst/>
            <a:ahLst/>
            <a:cxnLst/>
            <a:rect l="l" t="t" r="r" b="b"/>
            <a:pathLst>
              <a:path w="417829" h="445769">
                <a:moveTo>
                  <a:pt x="417428" y="77578"/>
                </a:moveTo>
                <a:lnTo>
                  <a:pt x="351237" y="77578"/>
                </a:lnTo>
                <a:lnTo>
                  <a:pt x="351237" y="0"/>
                </a:lnTo>
                <a:lnTo>
                  <a:pt x="311736" y="0"/>
                </a:lnTo>
                <a:lnTo>
                  <a:pt x="311736" y="300704"/>
                </a:lnTo>
                <a:lnTo>
                  <a:pt x="351237" y="300704"/>
                </a:lnTo>
                <a:lnTo>
                  <a:pt x="351237" y="209959"/>
                </a:lnTo>
                <a:lnTo>
                  <a:pt x="417428" y="209959"/>
                </a:lnTo>
                <a:lnTo>
                  <a:pt x="417428" y="176864"/>
                </a:lnTo>
                <a:lnTo>
                  <a:pt x="351237" y="176864"/>
                </a:lnTo>
                <a:lnTo>
                  <a:pt x="351237" y="110673"/>
                </a:lnTo>
                <a:lnTo>
                  <a:pt x="417428" y="110673"/>
                </a:lnTo>
                <a:lnTo>
                  <a:pt x="417428" y="77578"/>
                </a:lnTo>
                <a:close/>
              </a:path>
              <a:path w="417829" h="445769">
                <a:moveTo>
                  <a:pt x="133627" y="141989"/>
                </a:moveTo>
                <a:lnTo>
                  <a:pt x="151828" y="175001"/>
                </a:lnTo>
                <a:lnTo>
                  <a:pt x="176486" y="203509"/>
                </a:lnTo>
                <a:lnTo>
                  <a:pt x="206715" y="226612"/>
                </a:lnTo>
                <a:lnTo>
                  <a:pt x="241631" y="243410"/>
                </a:lnTo>
                <a:lnTo>
                  <a:pt x="263339" y="212806"/>
                </a:lnTo>
                <a:lnTo>
                  <a:pt x="218261" y="190315"/>
                </a:lnTo>
                <a:lnTo>
                  <a:pt x="182958" y="157781"/>
                </a:lnTo>
                <a:lnTo>
                  <a:pt x="159999" y="117974"/>
                </a:lnTo>
                <a:lnTo>
                  <a:pt x="151954" y="73663"/>
                </a:lnTo>
                <a:lnTo>
                  <a:pt x="151954" y="24910"/>
                </a:lnTo>
                <a:lnTo>
                  <a:pt x="113164" y="24910"/>
                </a:lnTo>
                <a:lnTo>
                  <a:pt x="113164" y="70816"/>
                </a:lnTo>
                <a:lnTo>
                  <a:pt x="104890" y="120515"/>
                </a:lnTo>
                <a:lnTo>
                  <a:pt x="81937" y="164408"/>
                </a:lnTo>
                <a:lnTo>
                  <a:pt x="46306" y="200028"/>
                </a:lnTo>
                <a:lnTo>
                  <a:pt x="0" y="224906"/>
                </a:lnTo>
                <a:lnTo>
                  <a:pt x="22063" y="256222"/>
                </a:lnTo>
                <a:lnTo>
                  <a:pt x="58887" y="237322"/>
                </a:lnTo>
                <a:lnTo>
                  <a:pt x="90322" y="211383"/>
                </a:lnTo>
                <a:lnTo>
                  <a:pt x="115519" y="179305"/>
                </a:lnTo>
                <a:lnTo>
                  <a:pt x="133627" y="141989"/>
                </a:lnTo>
                <a:close/>
              </a:path>
              <a:path w="417829" h="445769">
                <a:moveTo>
                  <a:pt x="234870" y="277929"/>
                </a:moveTo>
                <a:lnTo>
                  <a:pt x="195725" y="277929"/>
                </a:lnTo>
                <a:lnTo>
                  <a:pt x="195725" y="291808"/>
                </a:lnTo>
                <a:lnTo>
                  <a:pt x="187577" y="327633"/>
                </a:lnTo>
                <a:lnTo>
                  <a:pt x="165217" y="358574"/>
                </a:lnTo>
                <a:lnTo>
                  <a:pt x="131772" y="383843"/>
                </a:lnTo>
                <a:lnTo>
                  <a:pt x="90366" y="402655"/>
                </a:lnTo>
                <a:lnTo>
                  <a:pt x="44126" y="414225"/>
                </a:lnTo>
                <a:lnTo>
                  <a:pt x="60141" y="445185"/>
                </a:lnTo>
                <a:lnTo>
                  <a:pt x="108585" y="432330"/>
                </a:lnTo>
                <a:lnTo>
                  <a:pt x="152509" y="411868"/>
                </a:lnTo>
                <a:lnTo>
                  <a:pt x="189127" y="384132"/>
                </a:lnTo>
                <a:lnTo>
                  <a:pt x="215653" y="349458"/>
                </a:lnTo>
                <a:lnTo>
                  <a:pt x="241848" y="384132"/>
                </a:lnTo>
                <a:lnTo>
                  <a:pt x="278285" y="411868"/>
                </a:lnTo>
                <a:lnTo>
                  <a:pt x="322196" y="432330"/>
                </a:lnTo>
                <a:lnTo>
                  <a:pt x="370810" y="445185"/>
                </a:lnTo>
                <a:lnTo>
                  <a:pt x="386824" y="414225"/>
                </a:lnTo>
                <a:lnTo>
                  <a:pt x="340513" y="402655"/>
                </a:lnTo>
                <a:lnTo>
                  <a:pt x="298951" y="383843"/>
                </a:lnTo>
                <a:lnTo>
                  <a:pt x="265349" y="358574"/>
                </a:lnTo>
                <a:lnTo>
                  <a:pt x="242918" y="327633"/>
                </a:lnTo>
                <a:lnTo>
                  <a:pt x="234870" y="291808"/>
                </a:lnTo>
                <a:lnTo>
                  <a:pt x="234870" y="277929"/>
                </a:lnTo>
                <a:close/>
              </a:path>
            </a:pathLst>
          </a:custGeom>
          <a:ln w="10305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4885888" y="684627"/>
            <a:ext cx="384810" cy="447675"/>
            <a:chOff x="4885888" y="684627"/>
            <a:chExt cx="384810" cy="447675"/>
          </a:xfrm>
        </p:grpSpPr>
        <p:sp>
          <p:nvSpPr>
            <p:cNvPr id="12" name="object 12" descr=""/>
            <p:cNvSpPr/>
            <p:nvPr/>
          </p:nvSpPr>
          <p:spPr>
            <a:xfrm>
              <a:off x="4891041" y="689780"/>
              <a:ext cx="374015" cy="437515"/>
            </a:xfrm>
            <a:custGeom>
              <a:avLst/>
              <a:gdLst/>
              <a:ahLst/>
              <a:cxnLst/>
              <a:rect l="l" t="t" r="r" b="b"/>
              <a:pathLst>
                <a:path w="374014" h="437515">
                  <a:moveTo>
                    <a:pt x="106403" y="302128"/>
                  </a:moveTo>
                  <a:lnTo>
                    <a:pt x="66902" y="302128"/>
                  </a:lnTo>
                  <a:lnTo>
                    <a:pt x="66902" y="437001"/>
                  </a:lnTo>
                  <a:lnTo>
                    <a:pt x="374013" y="437001"/>
                  </a:lnTo>
                  <a:lnTo>
                    <a:pt x="374013" y="404261"/>
                  </a:lnTo>
                  <a:lnTo>
                    <a:pt x="106403" y="404261"/>
                  </a:lnTo>
                  <a:lnTo>
                    <a:pt x="106403" y="302128"/>
                  </a:lnTo>
                  <a:close/>
                </a:path>
                <a:path w="374014" h="437515">
                  <a:moveTo>
                    <a:pt x="360134" y="0"/>
                  </a:moveTo>
                  <a:lnTo>
                    <a:pt x="322768" y="0"/>
                  </a:lnTo>
                  <a:lnTo>
                    <a:pt x="322768" y="336291"/>
                  </a:lnTo>
                  <a:lnTo>
                    <a:pt x="360134" y="336291"/>
                  </a:lnTo>
                  <a:lnTo>
                    <a:pt x="360134" y="0"/>
                  </a:lnTo>
                  <a:close/>
                </a:path>
                <a:path w="374014" h="437515">
                  <a:moveTo>
                    <a:pt x="271880" y="8184"/>
                  </a:moveTo>
                  <a:lnTo>
                    <a:pt x="233803" y="8184"/>
                  </a:lnTo>
                  <a:lnTo>
                    <a:pt x="233803" y="124196"/>
                  </a:lnTo>
                  <a:lnTo>
                    <a:pt x="177932" y="124196"/>
                  </a:lnTo>
                  <a:lnTo>
                    <a:pt x="177932" y="157292"/>
                  </a:lnTo>
                  <a:lnTo>
                    <a:pt x="233803" y="157292"/>
                  </a:lnTo>
                  <a:lnTo>
                    <a:pt x="233803" y="324192"/>
                  </a:lnTo>
                  <a:lnTo>
                    <a:pt x="271880" y="324192"/>
                  </a:lnTo>
                  <a:lnTo>
                    <a:pt x="271880" y="8184"/>
                  </a:lnTo>
                  <a:close/>
                </a:path>
                <a:path w="374014" h="437515">
                  <a:moveTo>
                    <a:pt x="159783" y="36298"/>
                  </a:moveTo>
                  <a:lnTo>
                    <a:pt x="0" y="36298"/>
                  </a:lnTo>
                  <a:lnTo>
                    <a:pt x="0" y="67970"/>
                  </a:lnTo>
                  <a:lnTo>
                    <a:pt x="121350" y="67970"/>
                  </a:lnTo>
                  <a:lnTo>
                    <a:pt x="121350" y="133804"/>
                  </a:lnTo>
                  <a:lnTo>
                    <a:pt x="1067" y="133804"/>
                  </a:lnTo>
                  <a:lnTo>
                    <a:pt x="1067" y="266898"/>
                  </a:lnTo>
                  <a:lnTo>
                    <a:pt x="29892" y="266898"/>
                  </a:lnTo>
                  <a:lnTo>
                    <a:pt x="75626" y="266186"/>
                  </a:lnTo>
                  <a:lnTo>
                    <a:pt x="117390" y="264140"/>
                  </a:lnTo>
                  <a:lnTo>
                    <a:pt x="157753" y="260092"/>
                  </a:lnTo>
                  <a:lnTo>
                    <a:pt x="199284" y="253375"/>
                  </a:lnTo>
                  <a:lnTo>
                    <a:pt x="196769" y="234514"/>
                  </a:lnTo>
                  <a:lnTo>
                    <a:pt x="39856" y="234514"/>
                  </a:lnTo>
                  <a:lnTo>
                    <a:pt x="39856" y="164053"/>
                  </a:lnTo>
                  <a:lnTo>
                    <a:pt x="159783" y="164053"/>
                  </a:lnTo>
                  <a:lnTo>
                    <a:pt x="159783" y="36298"/>
                  </a:lnTo>
                  <a:close/>
                </a:path>
                <a:path w="374014" h="437515">
                  <a:moveTo>
                    <a:pt x="195013" y="221347"/>
                  </a:moveTo>
                  <a:lnTo>
                    <a:pt x="156633" y="227808"/>
                  </a:lnTo>
                  <a:lnTo>
                    <a:pt x="119370" y="231800"/>
                  </a:lnTo>
                  <a:lnTo>
                    <a:pt x="81139" y="233858"/>
                  </a:lnTo>
                  <a:lnTo>
                    <a:pt x="39856" y="234514"/>
                  </a:lnTo>
                  <a:lnTo>
                    <a:pt x="196769" y="234514"/>
                  </a:lnTo>
                  <a:lnTo>
                    <a:pt x="195013" y="221347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068973" y="689780"/>
              <a:ext cx="182245" cy="336550"/>
            </a:xfrm>
            <a:custGeom>
              <a:avLst/>
              <a:gdLst/>
              <a:ahLst/>
              <a:cxnLst/>
              <a:rect l="l" t="t" r="r" b="b"/>
              <a:pathLst>
                <a:path w="182245" h="336550">
                  <a:moveTo>
                    <a:pt x="144836" y="0"/>
                  </a:moveTo>
                  <a:lnTo>
                    <a:pt x="144836" y="336291"/>
                  </a:lnTo>
                  <a:lnTo>
                    <a:pt x="182202" y="336291"/>
                  </a:lnTo>
                  <a:lnTo>
                    <a:pt x="182202" y="0"/>
                  </a:lnTo>
                  <a:lnTo>
                    <a:pt x="144836" y="0"/>
                  </a:lnTo>
                  <a:close/>
                </a:path>
                <a:path w="182245" h="336550">
                  <a:moveTo>
                    <a:pt x="93948" y="324192"/>
                  </a:moveTo>
                  <a:lnTo>
                    <a:pt x="93948" y="8184"/>
                  </a:lnTo>
                  <a:lnTo>
                    <a:pt x="55870" y="8184"/>
                  </a:lnTo>
                  <a:lnTo>
                    <a:pt x="55870" y="124196"/>
                  </a:lnTo>
                  <a:lnTo>
                    <a:pt x="0" y="124196"/>
                  </a:lnTo>
                  <a:lnTo>
                    <a:pt x="0" y="157292"/>
                  </a:lnTo>
                  <a:lnTo>
                    <a:pt x="55870" y="157292"/>
                  </a:lnTo>
                  <a:lnTo>
                    <a:pt x="55870" y="324192"/>
                  </a:lnTo>
                  <a:lnTo>
                    <a:pt x="93948" y="324192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85888" y="720925"/>
              <a:ext cx="209590" cy="240905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957944" y="991909"/>
              <a:ext cx="307340" cy="135255"/>
            </a:xfrm>
            <a:custGeom>
              <a:avLst/>
              <a:gdLst/>
              <a:ahLst/>
              <a:cxnLst/>
              <a:rect l="l" t="t" r="r" b="b"/>
              <a:pathLst>
                <a:path w="307339" h="135255">
                  <a:moveTo>
                    <a:pt x="39500" y="0"/>
                  </a:moveTo>
                  <a:lnTo>
                    <a:pt x="0" y="0"/>
                  </a:lnTo>
                  <a:lnTo>
                    <a:pt x="0" y="134872"/>
                  </a:lnTo>
                  <a:lnTo>
                    <a:pt x="307110" y="134872"/>
                  </a:lnTo>
                  <a:lnTo>
                    <a:pt x="307110" y="102132"/>
                  </a:lnTo>
                  <a:lnTo>
                    <a:pt x="39500" y="102132"/>
                  </a:lnTo>
                  <a:lnTo>
                    <a:pt x="39500" y="0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5360042" y="684271"/>
            <a:ext cx="359410" cy="458470"/>
            <a:chOff x="5360042" y="684271"/>
            <a:chExt cx="359410" cy="458470"/>
          </a:xfrm>
        </p:grpSpPr>
        <p:sp>
          <p:nvSpPr>
            <p:cNvPr id="17" name="object 17" descr=""/>
            <p:cNvSpPr/>
            <p:nvPr/>
          </p:nvSpPr>
          <p:spPr>
            <a:xfrm>
              <a:off x="5365195" y="689424"/>
              <a:ext cx="349250" cy="448309"/>
            </a:xfrm>
            <a:custGeom>
              <a:avLst/>
              <a:gdLst/>
              <a:ahLst/>
              <a:cxnLst/>
              <a:rect l="l" t="t" r="r" b="b"/>
              <a:pathLst>
                <a:path w="349250" h="448309">
                  <a:moveTo>
                    <a:pt x="348746" y="0"/>
                  </a:moveTo>
                  <a:lnTo>
                    <a:pt x="309245" y="0"/>
                  </a:lnTo>
                  <a:lnTo>
                    <a:pt x="309245" y="162629"/>
                  </a:lnTo>
                  <a:lnTo>
                    <a:pt x="178643" y="162629"/>
                  </a:lnTo>
                  <a:lnTo>
                    <a:pt x="178643" y="195725"/>
                  </a:lnTo>
                  <a:lnTo>
                    <a:pt x="309245" y="195725"/>
                  </a:lnTo>
                  <a:lnTo>
                    <a:pt x="309245" y="448032"/>
                  </a:lnTo>
                  <a:lnTo>
                    <a:pt x="348746" y="448032"/>
                  </a:lnTo>
                  <a:lnTo>
                    <a:pt x="348746" y="0"/>
                  </a:lnTo>
                  <a:close/>
                </a:path>
                <a:path w="349250" h="448309">
                  <a:moveTo>
                    <a:pt x="205333" y="42703"/>
                  </a:moveTo>
                  <a:lnTo>
                    <a:pt x="0" y="42703"/>
                  </a:lnTo>
                  <a:lnTo>
                    <a:pt x="0" y="337359"/>
                  </a:lnTo>
                  <a:lnTo>
                    <a:pt x="34518" y="337359"/>
                  </a:lnTo>
                  <a:lnTo>
                    <a:pt x="93636" y="336719"/>
                  </a:lnTo>
                  <a:lnTo>
                    <a:pt x="145014" y="334378"/>
                  </a:lnTo>
                  <a:lnTo>
                    <a:pt x="192655" y="329702"/>
                  </a:lnTo>
                  <a:lnTo>
                    <a:pt x="240563" y="322057"/>
                  </a:lnTo>
                  <a:lnTo>
                    <a:pt x="237999" y="303907"/>
                  </a:lnTo>
                  <a:lnTo>
                    <a:pt x="39856" y="303907"/>
                  </a:lnTo>
                  <a:lnTo>
                    <a:pt x="39856" y="75798"/>
                  </a:lnTo>
                  <a:lnTo>
                    <a:pt x="205333" y="75798"/>
                  </a:lnTo>
                  <a:lnTo>
                    <a:pt x="205333" y="42703"/>
                  </a:lnTo>
                  <a:close/>
                </a:path>
                <a:path w="349250" h="448309">
                  <a:moveTo>
                    <a:pt x="235937" y="289317"/>
                  </a:moveTo>
                  <a:lnTo>
                    <a:pt x="190362" y="296601"/>
                  </a:lnTo>
                  <a:lnTo>
                    <a:pt x="144769" y="301016"/>
                  </a:lnTo>
                  <a:lnTo>
                    <a:pt x="95741" y="303229"/>
                  </a:lnTo>
                  <a:lnTo>
                    <a:pt x="39856" y="303907"/>
                  </a:lnTo>
                  <a:lnTo>
                    <a:pt x="237999" y="303907"/>
                  </a:lnTo>
                  <a:lnTo>
                    <a:pt x="235937" y="289317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365195" y="689424"/>
              <a:ext cx="349250" cy="448309"/>
            </a:xfrm>
            <a:custGeom>
              <a:avLst/>
              <a:gdLst/>
              <a:ahLst/>
              <a:cxnLst/>
              <a:rect l="l" t="t" r="r" b="b"/>
              <a:pathLst>
                <a:path w="349250" h="448309">
                  <a:moveTo>
                    <a:pt x="309245" y="162629"/>
                  </a:moveTo>
                  <a:lnTo>
                    <a:pt x="178643" y="162629"/>
                  </a:lnTo>
                  <a:lnTo>
                    <a:pt x="178643" y="195725"/>
                  </a:lnTo>
                  <a:lnTo>
                    <a:pt x="309245" y="195725"/>
                  </a:lnTo>
                  <a:lnTo>
                    <a:pt x="309245" y="448032"/>
                  </a:lnTo>
                  <a:lnTo>
                    <a:pt x="348746" y="448032"/>
                  </a:lnTo>
                  <a:lnTo>
                    <a:pt x="348746" y="0"/>
                  </a:lnTo>
                  <a:lnTo>
                    <a:pt x="309245" y="0"/>
                  </a:lnTo>
                  <a:lnTo>
                    <a:pt x="309245" y="162629"/>
                  </a:lnTo>
                  <a:close/>
                </a:path>
                <a:path w="349250" h="448309">
                  <a:moveTo>
                    <a:pt x="39856" y="75798"/>
                  </a:moveTo>
                  <a:lnTo>
                    <a:pt x="205333" y="75798"/>
                  </a:lnTo>
                  <a:lnTo>
                    <a:pt x="205333" y="42703"/>
                  </a:lnTo>
                  <a:lnTo>
                    <a:pt x="0" y="42703"/>
                  </a:lnTo>
                  <a:lnTo>
                    <a:pt x="0" y="337359"/>
                  </a:lnTo>
                  <a:lnTo>
                    <a:pt x="34518" y="337359"/>
                  </a:lnTo>
                  <a:lnTo>
                    <a:pt x="93636" y="336719"/>
                  </a:lnTo>
                  <a:lnTo>
                    <a:pt x="145014" y="334378"/>
                  </a:lnTo>
                  <a:lnTo>
                    <a:pt x="192655" y="329702"/>
                  </a:lnTo>
                  <a:lnTo>
                    <a:pt x="240563" y="322057"/>
                  </a:lnTo>
                  <a:lnTo>
                    <a:pt x="235937" y="289317"/>
                  </a:lnTo>
                  <a:lnTo>
                    <a:pt x="190362" y="296601"/>
                  </a:lnTo>
                  <a:lnTo>
                    <a:pt x="144769" y="301016"/>
                  </a:lnTo>
                  <a:lnTo>
                    <a:pt x="95741" y="303229"/>
                  </a:lnTo>
                  <a:lnTo>
                    <a:pt x="39856" y="303907"/>
                  </a:lnTo>
                  <a:lnTo>
                    <a:pt x="39856" y="75798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5807505" y="684271"/>
            <a:ext cx="427990" cy="455930"/>
            <a:chOff x="5807505" y="684271"/>
            <a:chExt cx="427990" cy="455930"/>
          </a:xfrm>
        </p:grpSpPr>
        <p:sp>
          <p:nvSpPr>
            <p:cNvPr id="20" name="object 20" descr=""/>
            <p:cNvSpPr/>
            <p:nvPr/>
          </p:nvSpPr>
          <p:spPr>
            <a:xfrm>
              <a:off x="5812658" y="689424"/>
              <a:ext cx="417830" cy="445770"/>
            </a:xfrm>
            <a:custGeom>
              <a:avLst/>
              <a:gdLst/>
              <a:ahLst/>
              <a:cxnLst/>
              <a:rect l="l" t="t" r="r" b="b"/>
              <a:pathLst>
                <a:path w="417829" h="445769">
                  <a:moveTo>
                    <a:pt x="234870" y="277929"/>
                  </a:moveTo>
                  <a:lnTo>
                    <a:pt x="195725" y="277929"/>
                  </a:lnTo>
                  <a:lnTo>
                    <a:pt x="195725" y="291808"/>
                  </a:lnTo>
                  <a:lnTo>
                    <a:pt x="187577" y="327633"/>
                  </a:lnTo>
                  <a:lnTo>
                    <a:pt x="165217" y="358574"/>
                  </a:lnTo>
                  <a:lnTo>
                    <a:pt x="131772" y="383843"/>
                  </a:lnTo>
                  <a:lnTo>
                    <a:pt x="90366" y="402655"/>
                  </a:lnTo>
                  <a:lnTo>
                    <a:pt x="44126" y="414225"/>
                  </a:lnTo>
                  <a:lnTo>
                    <a:pt x="60141" y="445185"/>
                  </a:lnTo>
                  <a:lnTo>
                    <a:pt x="108585" y="432330"/>
                  </a:lnTo>
                  <a:lnTo>
                    <a:pt x="152509" y="411868"/>
                  </a:lnTo>
                  <a:lnTo>
                    <a:pt x="189127" y="384132"/>
                  </a:lnTo>
                  <a:lnTo>
                    <a:pt x="215653" y="349458"/>
                  </a:lnTo>
                  <a:lnTo>
                    <a:pt x="258740" y="349458"/>
                  </a:lnTo>
                  <a:lnTo>
                    <a:pt x="242918" y="327633"/>
                  </a:lnTo>
                  <a:lnTo>
                    <a:pt x="234870" y="291808"/>
                  </a:lnTo>
                  <a:lnTo>
                    <a:pt x="234870" y="277929"/>
                  </a:lnTo>
                  <a:close/>
                </a:path>
                <a:path w="417829" h="445769">
                  <a:moveTo>
                    <a:pt x="258740" y="349458"/>
                  </a:moveTo>
                  <a:lnTo>
                    <a:pt x="215653" y="349458"/>
                  </a:lnTo>
                  <a:lnTo>
                    <a:pt x="241848" y="384132"/>
                  </a:lnTo>
                  <a:lnTo>
                    <a:pt x="278285" y="411868"/>
                  </a:lnTo>
                  <a:lnTo>
                    <a:pt x="322196" y="432330"/>
                  </a:lnTo>
                  <a:lnTo>
                    <a:pt x="370810" y="445185"/>
                  </a:lnTo>
                  <a:lnTo>
                    <a:pt x="386824" y="414225"/>
                  </a:lnTo>
                  <a:lnTo>
                    <a:pt x="340513" y="402655"/>
                  </a:lnTo>
                  <a:lnTo>
                    <a:pt x="298951" y="383843"/>
                  </a:lnTo>
                  <a:lnTo>
                    <a:pt x="265349" y="358574"/>
                  </a:lnTo>
                  <a:lnTo>
                    <a:pt x="258740" y="349458"/>
                  </a:lnTo>
                  <a:close/>
                </a:path>
                <a:path w="417829" h="445769">
                  <a:moveTo>
                    <a:pt x="351237" y="0"/>
                  </a:moveTo>
                  <a:lnTo>
                    <a:pt x="311736" y="0"/>
                  </a:lnTo>
                  <a:lnTo>
                    <a:pt x="311736" y="300704"/>
                  </a:lnTo>
                  <a:lnTo>
                    <a:pt x="351237" y="300704"/>
                  </a:lnTo>
                  <a:lnTo>
                    <a:pt x="351237" y="209959"/>
                  </a:lnTo>
                  <a:lnTo>
                    <a:pt x="417428" y="209959"/>
                  </a:lnTo>
                  <a:lnTo>
                    <a:pt x="417428" y="176864"/>
                  </a:lnTo>
                  <a:lnTo>
                    <a:pt x="351237" y="176864"/>
                  </a:lnTo>
                  <a:lnTo>
                    <a:pt x="351237" y="110673"/>
                  </a:lnTo>
                  <a:lnTo>
                    <a:pt x="417428" y="110673"/>
                  </a:lnTo>
                  <a:lnTo>
                    <a:pt x="417428" y="77578"/>
                  </a:lnTo>
                  <a:lnTo>
                    <a:pt x="351237" y="77578"/>
                  </a:lnTo>
                  <a:lnTo>
                    <a:pt x="351237" y="0"/>
                  </a:lnTo>
                  <a:close/>
                </a:path>
                <a:path w="417829" h="445769">
                  <a:moveTo>
                    <a:pt x="151954" y="24910"/>
                  </a:moveTo>
                  <a:lnTo>
                    <a:pt x="113164" y="24910"/>
                  </a:lnTo>
                  <a:lnTo>
                    <a:pt x="113164" y="70816"/>
                  </a:lnTo>
                  <a:lnTo>
                    <a:pt x="104890" y="120515"/>
                  </a:lnTo>
                  <a:lnTo>
                    <a:pt x="81937" y="164408"/>
                  </a:lnTo>
                  <a:lnTo>
                    <a:pt x="46306" y="200028"/>
                  </a:lnTo>
                  <a:lnTo>
                    <a:pt x="0" y="224906"/>
                  </a:lnTo>
                  <a:lnTo>
                    <a:pt x="22063" y="256222"/>
                  </a:lnTo>
                  <a:lnTo>
                    <a:pt x="58887" y="237322"/>
                  </a:lnTo>
                  <a:lnTo>
                    <a:pt x="90322" y="211383"/>
                  </a:lnTo>
                  <a:lnTo>
                    <a:pt x="115519" y="179305"/>
                  </a:lnTo>
                  <a:lnTo>
                    <a:pt x="133627" y="141989"/>
                  </a:lnTo>
                  <a:lnTo>
                    <a:pt x="173850" y="141989"/>
                  </a:lnTo>
                  <a:lnTo>
                    <a:pt x="159999" y="117974"/>
                  </a:lnTo>
                  <a:lnTo>
                    <a:pt x="151954" y="73663"/>
                  </a:lnTo>
                  <a:lnTo>
                    <a:pt x="151954" y="24910"/>
                  </a:lnTo>
                  <a:close/>
                </a:path>
                <a:path w="417829" h="445769">
                  <a:moveTo>
                    <a:pt x="173850" y="141989"/>
                  </a:moveTo>
                  <a:lnTo>
                    <a:pt x="133627" y="141989"/>
                  </a:lnTo>
                  <a:lnTo>
                    <a:pt x="151828" y="175001"/>
                  </a:lnTo>
                  <a:lnTo>
                    <a:pt x="176486" y="203509"/>
                  </a:lnTo>
                  <a:lnTo>
                    <a:pt x="206715" y="226612"/>
                  </a:lnTo>
                  <a:lnTo>
                    <a:pt x="241631" y="243410"/>
                  </a:lnTo>
                  <a:lnTo>
                    <a:pt x="263339" y="212806"/>
                  </a:lnTo>
                  <a:lnTo>
                    <a:pt x="218261" y="190315"/>
                  </a:lnTo>
                  <a:lnTo>
                    <a:pt x="182958" y="157781"/>
                  </a:lnTo>
                  <a:lnTo>
                    <a:pt x="173850" y="141989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812658" y="689424"/>
              <a:ext cx="417830" cy="445770"/>
            </a:xfrm>
            <a:custGeom>
              <a:avLst/>
              <a:gdLst/>
              <a:ahLst/>
              <a:cxnLst/>
              <a:rect l="l" t="t" r="r" b="b"/>
              <a:pathLst>
                <a:path w="417829" h="445769">
                  <a:moveTo>
                    <a:pt x="417428" y="77578"/>
                  </a:moveTo>
                  <a:lnTo>
                    <a:pt x="351237" y="77578"/>
                  </a:lnTo>
                  <a:lnTo>
                    <a:pt x="351237" y="0"/>
                  </a:lnTo>
                  <a:lnTo>
                    <a:pt x="311736" y="0"/>
                  </a:lnTo>
                  <a:lnTo>
                    <a:pt x="311736" y="300704"/>
                  </a:lnTo>
                  <a:lnTo>
                    <a:pt x="351237" y="300704"/>
                  </a:lnTo>
                  <a:lnTo>
                    <a:pt x="351237" y="209959"/>
                  </a:lnTo>
                  <a:lnTo>
                    <a:pt x="417428" y="209959"/>
                  </a:lnTo>
                  <a:lnTo>
                    <a:pt x="417428" y="176864"/>
                  </a:lnTo>
                  <a:lnTo>
                    <a:pt x="351237" y="176864"/>
                  </a:lnTo>
                  <a:lnTo>
                    <a:pt x="351237" y="110673"/>
                  </a:lnTo>
                  <a:lnTo>
                    <a:pt x="417428" y="110673"/>
                  </a:lnTo>
                  <a:lnTo>
                    <a:pt x="417428" y="77578"/>
                  </a:lnTo>
                  <a:close/>
                </a:path>
                <a:path w="417829" h="445769">
                  <a:moveTo>
                    <a:pt x="133627" y="141989"/>
                  </a:moveTo>
                  <a:lnTo>
                    <a:pt x="151828" y="175001"/>
                  </a:lnTo>
                  <a:lnTo>
                    <a:pt x="176486" y="203509"/>
                  </a:lnTo>
                  <a:lnTo>
                    <a:pt x="206715" y="226612"/>
                  </a:lnTo>
                  <a:lnTo>
                    <a:pt x="241631" y="243410"/>
                  </a:lnTo>
                  <a:lnTo>
                    <a:pt x="263339" y="212806"/>
                  </a:lnTo>
                  <a:lnTo>
                    <a:pt x="218261" y="190315"/>
                  </a:lnTo>
                  <a:lnTo>
                    <a:pt x="182958" y="157781"/>
                  </a:lnTo>
                  <a:lnTo>
                    <a:pt x="159999" y="117974"/>
                  </a:lnTo>
                  <a:lnTo>
                    <a:pt x="151954" y="73663"/>
                  </a:lnTo>
                  <a:lnTo>
                    <a:pt x="151954" y="24910"/>
                  </a:lnTo>
                  <a:lnTo>
                    <a:pt x="113164" y="24910"/>
                  </a:lnTo>
                  <a:lnTo>
                    <a:pt x="113164" y="70816"/>
                  </a:lnTo>
                  <a:lnTo>
                    <a:pt x="104890" y="120515"/>
                  </a:lnTo>
                  <a:lnTo>
                    <a:pt x="81937" y="164408"/>
                  </a:lnTo>
                  <a:lnTo>
                    <a:pt x="46306" y="200028"/>
                  </a:lnTo>
                  <a:lnTo>
                    <a:pt x="0" y="224906"/>
                  </a:lnTo>
                  <a:lnTo>
                    <a:pt x="22063" y="256222"/>
                  </a:lnTo>
                  <a:lnTo>
                    <a:pt x="58887" y="237322"/>
                  </a:lnTo>
                  <a:lnTo>
                    <a:pt x="90322" y="211383"/>
                  </a:lnTo>
                  <a:lnTo>
                    <a:pt x="115519" y="179305"/>
                  </a:lnTo>
                  <a:lnTo>
                    <a:pt x="133627" y="141989"/>
                  </a:lnTo>
                  <a:close/>
                </a:path>
                <a:path w="417829" h="445769">
                  <a:moveTo>
                    <a:pt x="234870" y="277929"/>
                  </a:moveTo>
                  <a:lnTo>
                    <a:pt x="195725" y="277929"/>
                  </a:lnTo>
                  <a:lnTo>
                    <a:pt x="195725" y="291808"/>
                  </a:lnTo>
                  <a:lnTo>
                    <a:pt x="187577" y="327633"/>
                  </a:lnTo>
                  <a:lnTo>
                    <a:pt x="165217" y="358574"/>
                  </a:lnTo>
                  <a:lnTo>
                    <a:pt x="131772" y="383843"/>
                  </a:lnTo>
                  <a:lnTo>
                    <a:pt x="90366" y="402655"/>
                  </a:lnTo>
                  <a:lnTo>
                    <a:pt x="44126" y="414225"/>
                  </a:lnTo>
                  <a:lnTo>
                    <a:pt x="60141" y="445185"/>
                  </a:lnTo>
                  <a:lnTo>
                    <a:pt x="108585" y="432330"/>
                  </a:lnTo>
                  <a:lnTo>
                    <a:pt x="152509" y="411868"/>
                  </a:lnTo>
                  <a:lnTo>
                    <a:pt x="189127" y="384132"/>
                  </a:lnTo>
                  <a:lnTo>
                    <a:pt x="215653" y="349458"/>
                  </a:lnTo>
                  <a:lnTo>
                    <a:pt x="241848" y="384132"/>
                  </a:lnTo>
                  <a:lnTo>
                    <a:pt x="278285" y="411868"/>
                  </a:lnTo>
                  <a:lnTo>
                    <a:pt x="322196" y="432330"/>
                  </a:lnTo>
                  <a:lnTo>
                    <a:pt x="370810" y="445185"/>
                  </a:lnTo>
                  <a:lnTo>
                    <a:pt x="386824" y="414225"/>
                  </a:lnTo>
                  <a:lnTo>
                    <a:pt x="340513" y="402655"/>
                  </a:lnTo>
                  <a:lnTo>
                    <a:pt x="298951" y="383843"/>
                  </a:lnTo>
                  <a:lnTo>
                    <a:pt x="265349" y="358574"/>
                  </a:lnTo>
                  <a:lnTo>
                    <a:pt x="242918" y="327633"/>
                  </a:lnTo>
                  <a:lnTo>
                    <a:pt x="234870" y="291808"/>
                  </a:lnTo>
                  <a:lnTo>
                    <a:pt x="234870" y="277929"/>
                  </a:lnTo>
                  <a:close/>
                </a:path>
              </a:pathLst>
            </a:custGeom>
            <a:ln w="10305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/>
          <p:nvPr/>
        </p:nvSpPr>
        <p:spPr>
          <a:xfrm>
            <a:off x="1286353" y="1855116"/>
            <a:ext cx="208915" cy="675640"/>
          </a:xfrm>
          <a:custGeom>
            <a:avLst/>
            <a:gdLst/>
            <a:ahLst/>
            <a:cxnLst/>
            <a:rect l="l" t="t" r="r" b="b"/>
            <a:pathLst>
              <a:path w="208915" h="675639">
                <a:moveTo>
                  <a:pt x="150440" y="274016"/>
                </a:moveTo>
                <a:lnTo>
                  <a:pt x="56415" y="274016"/>
                </a:lnTo>
                <a:lnTo>
                  <a:pt x="56415" y="16655"/>
                </a:lnTo>
                <a:lnTo>
                  <a:pt x="0" y="16655"/>
                </a:lnTo>
                <a:lnTo>
                  <a:pt x="0" y="641521"/>
                </a:lnTo>
                <a:lnTo>
                  <a:pt x="56415" y="641521"/>
                </a:lnTo>
                <a:lnTo>
                  <a:pt x="56415" y="323447"/>
                </a:lnTo>
                <a:lnTo>
                  <a:pt x="150440" y="323447"/>
                </a:lnTo>
                <a:lnTo>
                  <a:pt x="150440" y="675370"/>
                </a:lnTo>
                <a:lnTo>
                  <a:pt x="208467" y="675370"/>
                </a:lnTo>
                <a:lnTo>
                  <a:pt x="208467" y="0"/>
                </a:lnTo>
                <a:lnTo>
                  <a:pt x="150440" y="0"/>
                </a:lnTo>
                <a:lnTo>
                  <a:pt x="150440" y="274016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20997" y="1936784"/>
            <a:ext cx="295910" cy="454025"/>
          </a:xfrm>
          <a:custGeom>
            <a:avLst/>
            <a:gdLst/>
            <a:ahLst/>
            <a:cxnLst/>
            <a:rect l="l" t="t" r="r" b="b"/>
            <a:pathLst>
              <a:path w="295909" h="454025">
                <a:moveTo>
                  <a:pt x="33849" y="0"/>
                </a:moveTo>
                <a:lnTo>
                  <a:pt x="33849" y="49430"/>
                </a:lnTo>
                <a:lnTo>
                  <a:pt x="236406" y="49430"/>
                </a:lnTo>
                <a:lnTo>
                  <a:pt x="234018" y="76269"/>
                </a:lnTo>
                <a:lnTo>
                  <a:pt x="230395" y="102756"/>
                </a:lnTo>
                <a:lnTo>
                  <a:pt x="225413" y="128839"/>
                </a:lnTo>
                <a:lnTo>
                  <a:pt x="218944" y="154470"/>
                </a:lnTo>
                <a:lnTo>
                  <a:pt x="0" y="168708"/>
                </a:lnTo>
                <a:lnTo>
                  <a:pt x="9133" y="221362"/>
                </a:lnTo>
                <a:lnTo>
                  <a:pt x="202826" y="200945"/>
                </a:lnTo>
                <a:lnTo>
                  <a:pt x="183327" y="240591"/>
                </a:lnTo>
                <a:lnTo>
                  <a:pt x="158678" y="278573"/>
                </a:lnTo>
                <a:lnTo>
                  <a:pt x="128478" y="314749"/>
                </a:lnTo>
                <a:lnTo>
                  <a:pt x="92323" y="348978"/>
                </a:lnTo>
                <a:lnTo>
                  <a:pt x="49811" y="381117"/>
                </a:lnTo>
                <a:lnTo>
                  <a:pt x="537" y="411024"/>
                </a:lnTo>
                <a:lnTo>
                  <a:pt x="35998" y="454007"/>
                </a:lnTo>
                <a:lnTo>
                  <a:pt x="88412" y="421938"/>
                </a:lnTo>
                <a:lnTo>
                  <a:pt x="133710" y="387410"/>
                </a:lnTo>
                <a:lnTo>
                  <a:pt x="172342" y="350629"/>
                </a:lnTo>
                <a:lnTo>
                  <a:pt x="204760" y="311802"/>
                </a:lnTo>
                <a:lnTo>
                  <a:pt x="231413" y="271134"/>
                </a:lnTo>
                <a:lnTo>
                  <a:pt x="252753" y="228831"/>
                </a:lnTo>
                <a:lnTo>
                  <a:pt x="269229" y="185099"/>
                </a:lnTo>
                <a:lnTo>
                  <a:pt x="281292" y="140144"/>
                </a:lnTo>
                <a:lnTo>
                  <a:pt x="289392" y="94172"/>
                </a:lnTo>
                <a:lnTo>
                  <a:pt x="293981" y="47389"/>
                </a:lnTo>
                <a:lnTo>
                  <a:pt x="295508" y="0"/>
                </a:lnTo>
                <a:lnTo>
                  <a:pt x="33849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2095229" y="1855653"/>
            <a:ext cx="59690" cy="412115"/>
          </a:xfrm>
          <a:custGeom>
            <a:avLst/>
            <a:gdLst/>
            <a:ahLst/>
            <a:cxnLst/>
            <a:rect l="l" t="t" r="r" b="b"/>
            <a:pathLst>
              <a:path w="59689" h="412114">
                <a:moveTo>
                  <a:pt x="0" y="412099"/>
                </a:moveTo>
                <a:lnTo>
                  <a:pt x="59638" y="412099"/>
                </a:lnTo>
                <a:lnTo>
                  <a:pt x="59638" y="0"/>
                </a:lnTo>
                <a:lnTo>
                  <a:pt x="0" y="0"/>
                </a:lnTo>
                <a:lnTo>
                  <a:pt x="0" y="412099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631012" y="1895949"/>
            <a:ext cx="387985" cy="334010"/>
          </a:xfrm>
          <a:custGeom>
            <a:avLst/>
            <a:gdLst/>
            <a:ahLst/>
            <a:cxnLst/>
            <a:rect l="l" t="t" r="r" b="b"/>
            <a:pathLst>
              <a:path w="387985" h="334010">
                <a:moveTo>
                  <a:pt x="379862" y="263271"/>
                </a:moveTo>
                <a:lnTo>
                  <a:pt x="326665" y="270473"/>
                </a:lnTo>
                <a:lnTo>
                  <a:pt x="275230" y="275847"/>
                </a:lnTo>
                <a:lnTo>
                  <a:pt x="224183" y="279624"/>
                </a:lnTo>
                <a:lnTo>
                  <a:pt x="172150" y="282036"/>
                </a:lnTo>
                <a:lnTo>
                  <a:pt x="117760" y="283313"/>
                </a:lnTo>
                <a:lnTo>
                  <a:pt x="59638" y="283687"/>
                </a:lnTo>
                <a:lnTo>
                  <a:pt x="59638" y="185901"/>
                </a:lnTo>
                <a:lnTo>
                  <a:pt x="308940" y="185901"/>
                </a:lnTo>
                <a:lnTo>
                  <a:pt x="308940" y="0"/>
                </a:lnTo>
                <a:lnTo>
                  <a:pt x="0" y="0"/>
                </a:lnTo>
                <a:lnTo>
                  <a:pt x="0" y="48893"/>
                </a:lnTo>
                <a:lnTo>
                  <a:pt x="249838" y="48893"/>
                </a:lnTo>
                <a:lnTo>
                  <a:pt x="249838" y="138619"/>
                </a:lnTo>
                <a:lnTo>
                  <a:pt x="1612" y="138619"/>
                </a:lnTo>
                <a:lnTo>
                  <a:pt x="1612" y="333655"/>
                </a:lnTo>
                <a:lnTo>
                  <a:pt x="56415" y="333655"/>
                </a:lnTo>
                <a:lnTo>
                  <a:pt x="108020" y="333395"/>
                </a:lnTo>
                <a:lnTo>
                  <a:pt x="156617" y="332496"/>
                </a:lnTo>
                <a:lnTo>
                  <a:pt x="203146" y="330779"/>
                </a:lnTo>
                <a:lnTo>
                  <a:pt x="248548" y="328066"/>
                </a:lnTo>
                <a:lnTo>
                  <a:pt x="293761" y="324178"/>
                </a:lnTo>
                <a:lnTo>
                  <a:pt x="339727" y="318937"/>
                </a:lnTo>
                <a:lnTo>
                  <a:pt x="387384" y="312164"/>
                </a:lnTo>
                <a:lnTo>
                  <a:pt x="379862" y="263271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700322" y="2304826"/>
            <a:ext cx="454659" cy="226060"/>
          </a:xfrm>
          <a:custGeom>
            <a:avLst/>
            <a:gdLst/>
            <a:ahLst/>
            <a:cxnLst/>
            <a:rect l="l" t="t" r="r" b="b"/>
            <a:pathLst>
              <a:path w="454660" h="226060">
                <a:moveTo>
                  <a:pt x="394906" y="49430"/>
                </a:moveTo>
                <a:lnTo>
                  <a:pt x="394906" y="225660"/>
                </a:lnTo>
                <a:lnTo>
                  <a:pt x="454545" y="225660"/>
                </a:lnTo>
                <a:lnTo>
                  <a:pt x="454545" y="0"/>
                </a:lnTo>
                <a:lnTo>
                  <a:pt x="0" y="0"/>
                </a:lnTo>
                <a:lnTo>
                  <a:pt x="0" y="49430"/>
                </a:lnTo>
                <a:lnTo>
                  <a:pt x="394906" y="4943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2308790" y="1855116"/>
            <a:ext cx="528955" cy="676910"/>
          </a:xfrm>
          <a:custGeom>
            <a:avLst/>
            <a:gdLst/>
            <a:ahLst/>
            <a:cxnLst/>
            <a:rect l="l" t="t" r="r" b="b"/>
            <a:pathLst>
              <a:path w="528955" h="676910">
                <a:moveTo>
                  <a:pt x="469589" y="255211"/>
                </a:moveTo>
                <a:lnTo>
                  <a:pt x="326670" y="255211"/>
                </a:lnTo>
                <a:lnTo>
                  <a:pt x="326670" y="304641"/>
                </a:lnTo>
                <a:lnTo>
                  <a:pt x="469589" y="304641"/>
                </a:lnTo>
                <a:lnTo>
                  <a:pt x="469589" y="676444"/>
                </a:lnTo>
                <a:lnTo>
                  <a:pt x="528691" y="676444"/>
                </a:lnTo>
                <a:lnTo>
                  <a:pt x="528691" y="0"/>
                </a:lnTo>
                <a:lnTo>
                  <a:pt x="469589" y="0"/>
                </a:lnTo>
                <a:lnTo>
                  <a:pt x="469589" y="255211"/>
                </a:lnTo>
                <a:close/>
              </a:path>
              <a:path w="528955" h="676910">
                <a:moveTo>
                  <a:pt x="60176" y="300343"/>
                </a:moveTo>
                <a:lnTo>
                  <a:pt x="285299" y="300343"/>
                </a:lnTo>
                <a:lnTo>
                  <a:pt x="285299" y="251987"/>
                </a:lnTo>
                <a:lnTo>
                  <a:pt x="60176" y="251987"/>
                </a:lnTo>
                <a:lnTo>
                  <a:pt x="60176" y="111218"/>
                </a:lnTo>
                <a:lnTo>
                  <a:pt x="315387" y="111218"/>
                </a:lnTo>
                <a:lnTo>
                  <a:pt x="315387" y="61788"/>
                </a:lnTo>
                <a:lnTo>
                  <a:pt x="0" y="61788"/>
                </a:lnTo>
                <a:lnTo>
                  <a:pt x="0" y="513646"/>
                </a:lnTo>
                <a:lnTo>
                  <a:pt x="51579" y="513646"/>
                </a:lnTo>
                <a:lnTo>
                  <a:pt x="113168" y="513027"/>
                </a:lnTo>
                <a:lnTo>
                  <a:pt x="168549" y="511557"/>
                </a:lnTo>
                <a:lnTo>
                  <a:pt x="219482" y="509012"/>
                </a:lnTo>
                <a:lnTo>
                  <a:pt x="267728" y="505169"/>
                </a:lnTo>
                <a:lnTo>
                  <a:pt x="315049" y="499804"/>
                </a:lnTo>
                <a:lnTo>
                  <a:pt x="363206" y="492692"/>
                </a:lnTo>
                <a:lnTo>
                  <a:pt x="356221" y="443261"/>
                </a:lnTo>
                <a:lnTo>
                  <a:pt x="310823" y="450632"/>
                </a:lnTo>
                <a:lnTo>
                  <a:pt x="265977" y="456017"/>
                </a:lnTo>
                <a:lnTo>
                  <a:pt x="220086" y="459716"/>
                </a:lnTo>
                <a:lnTo>
                  <a:pt x="171554" y="462027"/>
                </a:lnTo>
                <a:lnTo>
                  <a:pt x="118782" y="463248"/>
                </a:lnTo>
                <a:lnTo>
                  <a:pt x="60176" y="463679"/>
                </a:lnTo>
                <a:lnTo>
                  <a:pt x="60176" y="300343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2273001" y="2823058"/>
            <a:ext cx="35560" cy="304165"/>
          </a:xfrm>
          <a:custGeom>
            <a:avLst/>
            <a:gdLst/>
            <a:ahLst/>
            <a:cxnLst/>
            <a:rect l="l" t="t" r="r" b="b"/>
            <a:pathLst>
              <a:path w="35560" h="304164">
                <a:moveTo>
                  <a:pt x="35139" y="0"/>
                </a:moveTo>
                <a:lnTo>
                  <a:pt x="35139" y="303907"/>
                </a:lnTo>
                <a:lnTo>
                  <a:pt x="18044" y="303907"/>
                </a:lnTo>
                <a:lnTo>
                  <a:pt x="18044" y="30010"/>
                </a:lnTo>
                <a:lnTo>
                  <a:pt x="0" y="30010"/>
                </a:lnTo>
                <a:lnTo>
                  <a:pt x="23362" y="0"/>
                </a:lnTo>
                <a:lnTo>
                  <a:pt x="35139" y="0"/>
                </a:lnTo>
                <a:close/>
              </a:path>
            </a:pathLst>
          </a:custGeom>
          <a:ln w="778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2432264" y="3095625"/>
            <a:ext cx="34290" cy="34290"/>
          </a:xfrm>
          <a:custGeom>
            <a:avLst/>
            <a:gdLst/>
            <a:ahLst/>
            <a:cxnLst/>
            <a:rect l="l" t="t" r="r" b="b"/>
            <a:pathLst>
              <a:path w="34289" h="34289">
                <a:moveTo>
                  <a:pt x="17094" y="0"/>
                </a:moveTo>
                <a:lnTo>
                  <a:pt x="21780" y="0"/>
                </a:lnTo>
                <a:lnTo>
                  <a:pt x="25800" y="1646"/>
                </a:lnTo>
                <a:lnTo>
                  <a:pt x="29156" y="4938"/>
                </a:lnTo>
                <a:lnTo>
                  <a:pt x="32511" y="8230"/>
                </a:lnTo>
                <a:lnTo>
                  <a:pt x="34189" y="12219"/>
                </a:lnTo>
                <a:lnTo>
                  <a:pt x="34189" y="16904"/>
                </a:lnTo>
                <a:lnTo>
                  <a:pt x="34189" y="21716"/>
                </a:lnTo>
                <a:lnTo>
                  <a:pt x="32511" y="25768"/>
                </a:lnTo>
                <a:lnTo>
                  <a:pt x="29156" y="29061"/>
                </a:lnTo>
                <a:lnTo>
                  <a:pt x="25800" y="32353"/>
                </a:lnTo>
                <a:lnTo>
                  <a:pt x="21780" y="33999"/>
                </a:lnTo>
                <a:lnTo>
                  <a:pt x="17094" y="33999"/>
                </a:lnTo>
                <a:lnTo>
                  <a:pt x="12409" y="33999"/>
                </a:lnTo>
                <a:lnTo>
                  <a:pt x="8389" y="32353"/>
                </a:lnTo>
                <a:lnTo>
                  <a:pt x="5033" y="29061"/>
                </a:lnTo>
                <a:lnTo>
                  <a:pt x="1677" y="25768"/>
                </a:lnTo>
                <a:lnTo>
                  <a:pt x="0" y="21716"/>
                </a:lnTo>
                <a:lnTo>
                  <a:pt x="0" y="16904"/>
                </a:lnTo>
                <a:lnTo>
                  <a:pt x="0" y="12219"/>
                </a:lnTo>
                <a:lnTo>
                  <a:pt x="1677" y="8230"/>
                </a:lnTo>
                <a:lnTo>
                  <a:pt x="5033" y="4938"/>
                </a:lnTo>
                <a:lnTo>
                  <a:pt x="8389" y="1646"/>
                </a:lnTo>
                <a:lnTo>
                  <a:pt x="12409" y="0"/>
                </a:lnTo>
                <a:lnTo>
                  <a:pt x="17094" y="0"/>
                </a:lnTo>
                <a:close/>
              </a:path>
            </a:pathLst>
          </a:custGeom>
          <a:ln w="778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2503773" y="2823058"/>
            <a:ext cx="435609" cy="309245"/>
          </a:xfrm>
          <a:custGeom>
            <a:avLst/>
            <a:gdLst/>
            <a:ahLst/>
            <a:cxnLst/>
            <a:rect l="l" t="t" r="r" b="b"/>
            <a:pathLst>
              <a:path w="435610" h="309244">
                <a:moveTo>
                  <a:pt x="190511" y="104277"/>
                </a:moveTo>
                <a:lnTo>
                  <a:pt x="176301" y="56644"/>
                </a:lnTo>
                <a:lnTo>
                  <a:pt x="137375" y="24526"/>
                </a:lnTo>
                <a:lnTo>
                  <a:pt x="104278" y="18234"/>
                </a:lnTo>
                <a:lnTo>
                  <a:pt x="87076" y="19807"/>
                </a:lnTo>
                <a:lnTo>
                  <a:pt x="43306" y="43401"/>
                </a:lnTo>
                <a:lnTo>
                  <a:pt x="19623" y="87082"/>
                </a:lnTo>
                <a:lnTo>
                  <a:pt x="18044" y="104277"/>
                </a:lnTo>
                <a:lnTo>
                  <a:pt x="18044" y="204947"/>
                </a:lnTo>
                <a:lnTo>
                  <a:pt x="32254" y="252580"/>
                </a:lnTo>
                <a:lnTo>
                  <a:pt x="71180" y="284699"/>
                </a:lnTo>
                <a:lnTo>
                  <a:pt x="104278" y="290991"/>
                </a:lnTo>
                <a:lnTo>
                  <a:pt x="121479" y="289418"/>
                </a:lnTo>
                <a:lnTo>
                  <a:pt x="165249" y="265823"/>
                </a:lnTo>
                <a:lnTo>
                  <a:pt x="188932" y="222143"/>
                </a:lnTo>
                <a:lnTo>
                  <a:pt x="190511" y="204947"/>
                </a:lnTo>
                <a:lnTo>
                  <a:pt x="190511" y="104277"/>
                </a:lnTo>
                <a:close/>
              </a:path>
              <a:path w="435610" h="309244">
                <a:moveTo>
                  <a:pt x="208556" y="204947"/>
                </a:moveTo>
                <a:lnTo>
                  <a:pt x="200934" y="244929"/>
                </a:lnTo>
                <a:lnTo>
                  <a:pt x="178070" y="278644"/>
                </a:lnTo>
                <a:lnTo>
                  <a:pt x="144379" y="301580"/>
                </a:lnTo>
                <a:lnTo>
                  <a:pt x="104278" y="309225"/>
                </a:lnTo>
                <a:lnTo>
                  <a:pt x="83503" y="307314"/>
                </a:lnTo>
                <a:lnTo>
                  <a:pt x="46654" y="292023"/>
                </a:lnTo>
                <a:lnTo>
                  <a:pt x="17201" y="262570"/>
                </a:lnTo>
                <a:lnTo>
                  <a:pt x="1911" y="225722"/>
                </a:lnTo>
                <a:lnTo>
                  <a:pt x="0" y="204947"/>
                </a:lnTo>
                <a:lnTo>
                  <a:pt x="0" y="104277"/>
                </a:lnTo>
                <a:lnTo>
                  <a:pt x="7645" y="64295"/>
                </a:lnTo>
                <a:lnTo>
                  <a:pt x="30580" y="30580"/>
                </a:lnTo>
                <a:lnTo>
                  <a:pt x="64295" y="7645"/>
                </a:lnTo>
                <a:lnTo>
                  <a:pt x="104278" y="0"/>
                </a:lnTo>
                <a:lnTo>
                  <a:pt x="125130" y="1911"/>
                </a:lnTo>
                <a:lnTo>
                  <a:pt x="162026" y="17201"/>
                </a:lnTo>
                <a:lnTo>
                  <a:pt x="191408" y="46654"/>
                </a:lnTo>
                <a:lnTo>
                  <a:pt x="206650" y="83503"/>
                </a:lnTo>
                <a:lnTo>
                  <a:pt x="208556" y="104277"/>
                </a:lnTo>
                <a:lnTo>
                  <a:pt x="208556" y="204947"/>
                </a:lnTo>
                <a:close/>
              </a:path>
              <a:path w="435610" h="309244">
                <a:moveTo>
                  <a:pt x="435058" y="0"/>
                </a:moveTo>
                <a:lnTo>
                  <a:pt x="421738" y="50999"/>
                </a:lnTo>
                <a:lnTo>
                  <a:pt x="384058" y="105227"/>
                </a:lnTo>
                <a:lnTo>
                  <a:pt x="360416" y="132258"/>
                </a:lnTo>
                <a:lnTo>
                  <a:pt x="339351" y="157509"/>
                </a:lnTo>
                <a:lnTo>
                  <a:pt x="304948" y="202667"/>
                </a:lnTo>
                <a:lnTo>
                  <a:pt x="282534" y="248776"/>
                </a:lnTo>
                <a:lnTo>
                  <a:pt x="273797" y="303907"/>
                </a:lnTo>
                <a:lnTo>
                  <a:pt x="255942" y="303907"/>
                </a:lnTo>
                <a:lnTo>
                  <a:pt x="264965" y="242983"/>
                </a:lnTo>
                <a:lnTo>
                  <a:pt x="288232" y="194310"/>
                </a:lnTo>
                <a:lnTo>
                  <a:pt x="322232" y="149864"/>
                </a:lnTo>
                <a:lnTo>
                  <a:pt x="363449" y="101618"/>
                </a:lnTo>
                <a:lnTo>
                  <a:pt x="383524" y="77531"/>
                </a:lnTo>
                <a:lnTo>
                  <a:pt x="398921" y="55415"/>
                </a:lnTo>
                <a:lnTo>
                  <a:pt x="409641" y="35269"/>
                </a:lnTo>
                <a:lnTo>
                  <a:pt x="415683" y="17094"/>
                </a:lnTo>
                <a:lnTo>
                  <a:pt x="255942" y="17094"/>
                </a:lnTo>
                <a:lnTo>
                  <a:pt x="255942" y="0"/>
                </a:lnTo>
                <a:lnTo>
                  <a:pt x="435058" y="0"/>
                </a:lnTo>
                <a:close/>
              </a:path>
            </a:pathLst>
          </a:custGeom>
          <a:ln w="778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1" name="object 31" descr=""/>
          <p:cNvGrpSpPr/>
          <p:nvPr/>
        </p:nvGrpSpPr>
        <p:grpSpPr>
          <a:xfrm>
            <a:off x="913217" y="1847336"/>
            <a:ext cx="589915" cy="691515"/>
            <a:chOff x="913217" y="1847336"/>
            <a:chExt cx="589915" cy="691515"/>
          </a:xfrm>
        </p:grpSpPr>
        <p:sp>
          <p:nvSpPr>
            <p:cNvPr id="32" name="object 32" descr=""/>
            <p:cNvSpPr/>
            <p:nvPr/>
          </p:nvSpPr>
          <p:spPr>
            <a:xfrm>
              <a:off x="920997" y="1855116"/>
              <a:ext cx="574040" cy="675640"/>
            </a:xfrm>
            <a:custGeom>
              <a:avLst/>
              <a:gdLst/>
              <a:ahLst/>
              <a:cxnLst/>
              <a:rect l="l" t="t" r="r" b="b"/>
              <a:pathLst>
                <a:path w="574040" h="675639">
                  <a:moveTo>
                    <a:pt x="573823" y="323447"/>
                  </a:moveTo>
                  <a:lnTo>
                    <a:pt x="515796" y="323447"/>
                  </a:lnTo>
                  <a:lnTo>
                    <a:pt x="515796" y="675370"/>
                  </a:lnTo>
                  <a:lnTo>
                    <a:pt x="573823" y="675370"/>
                  </a:lnTo>
                  <a:lnTo>
                    <a:pt x="573823" y="323447"/>
                  </a:lnTo>
                  <a:close/>
                </a:path>
                <a:path w="574040" h="675639">
                  <a:moveTo>
                    <a:pt x="421770" y="16655"/>
                  </a:moveTo>
                  <a:lnTo>
                    <a:pt x="365355" y="16655"/>
                  </a:lnTo>
                  <a:lnTo>
                    <a:pt x="365355" y="641521"/>
                  </a:lnTo>
                  <a:lnTo>
                    <a:pt x="421770" y="641521"/>
                  </a:lnTo>
                  <a:lnTo>
                    <a:pt x="421770" y="323447"/>
                  </a:lnTo>
                  <a:lnTo>
                    <a:pt x="573823" y="323447"/>
                  </a:lnTo>
                  <a:lnTo>
                    <a:pt x="573823" y="274016"/>
                  </a:lnTo>
                  <a:lnTo>
                    <a:pt x="421770" y="274016"/>
                  </a:lnTo>
                  <a:lnTo>
                    <a:pt x="421770" y="16655"/>
                  </a:lnTo>
                  <a:close/>
                </a:path>
                <a:path w="574040" h="675639">
                  <a:moveTo>
                    <a:pt x="573823" y="0"/>
                  </a:moveTo>
                  <a:lnTo>
                    <a:pt x="515796" y="0"/>
                  </a:lnTo>
                  <a:lnTo>
                    <a:pt x="515796" y="274016"/>
                  </a:lnTo>
                  <a:lnTo>
                    <a:pt x="573823" y="274016"/>
                  </a:lnTo>
                  <a:lnTo>
                    <a:pt x="573823" y="0"/>
                  </a:lnTo>
                  <a:close/>
                </a:path>
                <a:path w="574040" h="675639">
                  <a:moveTo>
                    <a:pt x="263259" y="282612"/>
                  </a:moveTo>
                  <a:lnTo>
                    <a:pt x="202826" y="282612"/>
                  </a:lnTo>
                  <a:lnTo>
                    <a:pt x="183327" y="322259"/>
                  </a:lnTo>
                  <a:lnTo>
                    <a:pt x="158678" y="360241"/>
                  </a:lnTo>
                  <a:lnTo>
                    <a:pt x="128478" y="396417"/>
                  </a:lnTo>
                  <a:lnTo>
                    <a:pt x="92323" y="430645"/>
                  </a:lnTo>
                  <a:lnTo>
                    <a:pt x="49811" y="462784"/>
                  </a:lnTo>
                  <a:lnTo>
                    <a:pt x="537" y="492692"/>
                  </a:lnTo>
                  <a:lnTo>
                    <a:pt x="35998" y="535675"/>
                  </a:lnTo>
                  <a:lnTo>
                    <a:pt x="88412" y="503605"/>
                  </a:lnTo>
                  <a:lnTo>
                    <a:pt x="133710" y="469077"/>
                  </a:lnTo>
                  <a:lnTo>
                    <a:pt x="172342" y="432297"/>
                  </a:lnTo>
                  <a:lnTo>
                    <a:pt x="204760" y="393469"/>
                  </a:lnTo>
                  <a:lnTo>
                    <a:pt x="231413" y="352802"/>
                  </a:lnTo>
                  <a:lnTo>
                    <a:pt x="252753" y="310499"/>
                  </a:lnTo>
                  <a:lnTo>
                    <a:pt x="263259" y="282612"/>
                  </a:lnTo>
                  <a:close/>
                </a:path>
                <a:path w="574040" h="675639">
                  <a:moveTo>
                    <a:pt x="295508" y="81667"/>
                  </a:moveTo>
                  <a:lnTo>
                    <a:pt x="33849" y="81667"/>
                  </a:lnTo>
                  <a:lnTo>
                    <a:pt x="33849" y="131097"/>
                  </a:lnTo>
                  <a:lnTo>
                    <a:pt x="236406" y="131097"/>
                  </a:lnTo>
                  <a:lnTo>
                    <a:pt x="234018" y="157937"/>
                  </a:lnTo>
                  <a:lnTo>
                    <a:pt x="230395" y="184423"/>
                  </a:lnTo>
                  <a:lnTo>
                    <a:pt x="225413" y="210507"/>
                  </a:lnTo>
                  <a:lnTo>
                    <a:pt x="218944" y="236137"/>
                  </a:lnTo>
                  <a:lnTo>
                    <a:pt x="0" y="250375"/>
                  </a:lnTo>
                  <a:lnTo>
                    <a:pt x="9133" y="303029"/>
                  </a:lnTo>
                  <a:lnTo>
                    <a:pt x="202826" y="282612"/>
                  </a:lnTo>
                  <a:lnTo>
                    <a:pt x="263259" y="282612"/>
                  </a:lnTo>
                  <a:lnTo>
                    <a:pt x="269229" y="266767"/>
                  </a:lnTo>
                  <a:lnTo>
                    <a:pt x="281292" y="221812"/>
                  </a:lnTo>
                  <a:lnTo>
                    <a:pt x="289392" y="175840"/>
                  </a:lnTo>
                  <a:lnTo>
                    <a:pt x="293981" y="129056"/>
                  </a:lnTo>
                  <a:lnTo>
                    <a:pt x="295508" y="8166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20997" y="1855116"/>
              <a:ext cx="574040" cy="675640"/>
            </a:xfrm>
            <a:custGeom>
              <a:avLst/>
              <a:gdLst/>
              <a:ahLst/>
              <a:cxnLst/>
              <a:rect l="l" t="t" r="r" b="b"/>
              <a:pathLst>
                <a:path w="574040" h="675639">
                  <a:moveTo>
                    <a:pt x="515796" y="274016"/>
                  </a:moveTo>
                  <a:lnTo>
                    <a:pt x="421770" y="274016"/>
                  </a:lnTo>
                  <a:lnTo>
                    <a:pt x="421770" y="16655"/>
                  </a:lnTo>
                  <a:lnTo>
                    <a:pt x="365355" y="16655"/>
                  </a:lnTo>
                  <a:lnTo>
                    <a:pt x="365355" y="641521"/>
                  </a:lnTo>
                  <a:lnTo>
                    <a:pt x="421770" y="641521"/>
                  </a:lnTo>
                  <a:lnTo>
                    <a:pt x="421770" y="323447"/>
                  </a:lnTo>
                  <a:lnTo>
                    <a:pt x="515796" y="323447"/>
                  </a:lnTo>
                  <a:lnTo>
                    <a:pt x="515796" y="675370"/>
                  </a:lnTo>
                  <a:lnTo>
                    <a:pt x="573823" y="675370"/>
                  </a:lnTo>
                  <a:lnTo>
                    <a:pt x="573823" y="0"/>
                  </a:lnTo>
                  <a:lnTo>
                    <a:pt x="515796" y="0"/>
                  </a:lnTo>
                  <a:lnTo>
                    <a:pt x="515796" y="274016"/>
                  </a:lnTo>
                  <a:close/>
                </a:path>
                <a:path w="574040" h="675639">
                  <a:moveTo>
                    <a:pt x="33849" y="81667"/>
                  </a:moveTo>
                  <a:lnTo>
                    <a:pt x="33849" y="131097"/>
                  </a:lnTo>
                  <a:lnTo>
                    <a:pt x="236406" y="131097"/>
                  </a:lnTo>
                  <a:lnTo>
                    <a:pt x="234018" y="157937"/>
                  </a:lnTo>
                  <a:lnTo>
                    <a:pt x="230395" y="184423"/>
                  </a:lnTo>
                  <a:lnTo>
                    <a:pt x="225413" y="210507"/>
                  </a:lnTo>
                  <a:lnTo>
                    <a:pt x="218944" y="236137"/>
                  </a:lnTo>
                  <a:lnTo>
                    <a:pt x="0" y="250375"/>
                  </a:lnTo>
                  <a:lnTo>
                    <a:pt x="9133" y="303029"/>
                  </a:lnTo>
                  <a:lnTo>
                    <a:pt x="202826" y="282612"/>
                  </a:lnTo>
                  <a:lnTo>
                    <a:pt x="183327" y="322259"/>
                  </a:lnTo>
                  <a:lnTo>
                    <a:pt x="158678" y="360241"/>
                  </a:lnTo>
                  <a:lnTo>
                    <a:pt x="128478" y="396417"/>
                  </a:lnTo>
                  <a:lnTo>
                    <a:pt x="92323" y="430645"/>
                  </a:lnTo>
                  <a:lnTo>
                    <a:pt x="49811" y="462784"/>
                  </a:lnTo>
                  <a:lnTo>
                    <a:pt x="537" y="492692"/>
                  </a:lnTo>
                  <a:lnTo>
                    <a:pt x="35998" y="535675"/>
                  </a:lnTo>
                  <a:lnTo>
                    <a:pt x="88412" y="503605"/>
                  </a:lnTo>
                  <a:lnTo>
                    <a:pt x="133710" y="469077"/>
                  </a:lnTo>
                  <a:lnTo>
                    <a:pt x="172342" y="432297"/>
                  </a:lnTo>
                  <a:lnTo>
                    <a:pt x="204760" y="393469"/>
                  </a:lnTo>
                  <a:lnTo>
                    <a:pt x="231413" y="352802"/>
                  </a:lnTo>
                  <a:lnTo>
                    <a:pt x="252753" y="310499"/>
                  </a:lnTo>
                  <a:lnTo>
                    <a:pt x="269229" y="266767"/>
                  </a:lnTo>
                  <a:lnTo>
                    <a:pt x="281292" y="221812"/>
                  </a:lnTo>
                  <a:lnTo>
                    <a:pt x="289392" y="175840"/>
                  </a:lnTo>
                  <a:lnTo>
                    <a:pt x="293981" y="129056"/>
                  </a:lnTo>
                  <a:lnTo>
                    <a:pt x="295508" y="81667"/>
                  </a:lnTo>
                  <a:lnTo>
                    <a:pt x="33849" y="81667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1623232" y="1847873"/>
            <a:ext cx="539750" cy="690880"/>
            <a:chOff x="1623232" y="1847873"/>
            <a:chExt cx="539750" cy="690880"/>
          </a:xfrm>
        </p:grpSpPr>
        <p:sp>
          <p:nvSpPr>
            <p:cNvPr id="35" name="object 35" descr=""/>
            <p:cNvSpPr/>
            <p:nvPr/>
          </p:nvSpPr>
          <p:spPr>
            <a:xfrm>
              <a:off x="1631012" y="1855653"/>
              <a:ext cx="523875" cy="675005"/>
            </a:xfrm>
            <a:custGeom>
              <a:avLst/>
              <a:gdLst/>
              <a:ahLst/>
              <a:cxnLst/>
              <a:rect l="l" t="t" r="r" b="b"/>
              <a:pathLst>
                <a:path w="523875" h="675005">
                  <a:moveTo>
                    <a:pt x="523855" y="0"/>
                  </a:moveTo>
                  <a:lnTo>
                    <a:pt x="464216" y="0"/>
                  </a:lnTo>
                  <a:lnTo>
                    <a:pt x="464216" y="412099"/>
                  </a:lnTo>
                  <a:lnTo>
                    <a:pt x="523855" y="412099"/>
                  </a:lnTo>
                  <a:lnTo>
                    <a:pt x="523855" y="0"/>
                  </a:lnTo>
                  <a:close/>
                </a:path>
                <a:path w="523875" h="675005">
                  <a:moveTo>
                    <a:pt x="308940" y="40296"/>
                  </a:moveTo>
                  <a:lnTo>
                    <a:pt x="0" y="40296"/>
                  </a:lnTo>
                  <a:lnTo>
                    <a:pt x="0" y="89189"/>
                  </a:lnTo>
                  <a:lnTo>
                    <a:pt x="249838" y="89189"/>
                  </a:lnTo>
                  <a:lnTo>
                    <a:pt x="249838" y="178916"/>
                  </a:lnTo>
                  <a:lnTo>
                    <a:pt x="1612" y="178916"/>
                  </a:lnTo>
                  <a:lnTo>
                    <a:pt x="1612" y="373952"/>
                  </a:lnTo>
                  <a:lnTo>
                    <a:pt x="56415" y="373952"/>
                  </a:lnTo>
                  <a:lnTo>
                    <a:pt x="108020" y="373692"/>
                  </a:lnTo>
                  <a:lnTo>
                    <a:pt x="156617" y="372793"/>
                  </a:lnTo>
                  <a:lnTo>
                    <a:pt x="203146" y="371076"/>
                  </a:lnTo>
                  <a:lnTo>
                    <a:pt x="248548" y="368363"/>
                  </a:lnTo>
                  <a:lnTo>
                    <a:pt x="293761" y="364475"/>
                  </a:lnTo>
                  <a:lnTo>
                    <a:pt x="339727" y="359233"/>
                  </a:lnTo>
                  <a:lnTo>
                    <a:pt x="387384" y="352460"/>
                  </a:lnTo>
                  <a:lnTo>
                    <a:pt x="383003" y="323984"/>
                  </a:lnTo>
                  <a:lnTo>
                    <a:pt x="59638" y="323984"/>
                  </a:lnTo>
                  <a:lnTo>
                    <a:pt x="59638" y="226197"/>
                  </a:lnTo>
                  <a:lnTo>
                    <a:pt x="308940" y="226197"/>
                  </a:lnTo>
                  <a:lnTo>
                    <a:pt x="308940" y="40296"/>
                  </a:lnTo>
                  <a:close/>
                </a:path>
                <a:path w="523875" h="675005">
                  <a:moveTo>
                    <a:pt x="379862" y="303567"/>
                  </a:moveTo>
                  <a:lnTo>
                    <a:pt x="326665" y="310769"/>
                  </a:lnTo>
                  <a:lnTo>
                    <a:pt x="275230" y="316144"/>
                  </a:lnTo>
                  <a:lnTo>
                    <a:pt x="224183" y="319921"/>
                  </a:lnTo>
                  <a:lnTo>
                    <a:pt x="172150" y="322332"/>
                  </a:lnTo>
                  <a:lnTo>
                    <a:pt x="117760" y="323609"/>
                  </a:lnTo>
                  <a:lnTo>
                    <a:pt x="59638" y="323984"/>
                  </a:lnTo>
                  <a:lnTo>
                    <a:pt x="383003" y="323984"/>
                  </a:lnTo>
                  <a:lnTo>
                    <a:pt x="379862" y="303567"/>
                  </a:lnTo>
                  <a:close/>
                </a:path>
                <a:path w="523875" h="675005">
                  <a:moveTo>
                    <a:pt x="523855" y="449172"/>
                  </a:moveTo>
                  <a:lnTo>
                    <a:pt x="69310" y="449172"/>
                  </a:lnTo>
                  <a:lnTo>
                    <a:pt x="69310" y="498602"/>
                  </a:lnTo>
                  <a:lnTo>
                    <a:pt x="464216" y="498602"/>
                  </a:lnTo>
                  <a:lnTo>
                    <a:pt x="464216" y="674833"/>
                  </a:lnTo>
                  <a:lnTo>
                    <a:pt x="523855" y="674833"/>
                  </a:lnTo>
                  <a:lnTo>
                    <a:pt x="523855" y="44917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631012" y="1855653"/>
              <a:ext cx="523875" cy="675005"/>
            </a:xfrm>
            <a:custGeom>
              <a:avLst/>
              <a:gdLst/>
              <a:ahLst/>
              <a:cxnLst/>
              <a:rect l="l" t="t" r="r" b="b"/>
              <a:pathLst>
                <a:path w="523875" h="675005">
                  <a:moveTo>
                    <a:pt x="464216" y="412099"/>
                  </a:moveTo>
                  <a:lnTo>
                    <a:pt x="523855" y="412099"/>
                  </a:lnTo>
                  <a:lnTo>
                    <a:pt x="523855" y="0"/>
                  </a:lnTo>
                  <a:lnTo>
                    <a:pt x="464216" y="0"/>
                  </a:lnTo>
                  <a:lnTo>
                    <a:pt x="464216" y="412099"/>
                  </a:lnTo>
                  <a:close/>
                </a:path>
                <a:path w="523875" h="675005">
                  <a:moveTo>
                    <a:pt x="379862" y="303567"/>
                  </a:moveTo>
                  <a:lnTo>
                    <a:pt x="326665" y="310769"/>
                  </a:lnTo>
                  <a:lnTo>
                    <a:pt x="275230" y="316144"/>
                  </a:lnTo>
                  <a:lnTo>
                    <a:pt x="224183" y="319921"/>
                  </a:lnTo>
                  <a:lnTo>
                    <a:pt x="172150" y="322332"/>
                  </a:lnTo>
                  <a:lnTo>
                    <a:pt x="117760" y="323609"/>
                  </a:lnTo>
                  <a:lnTo>
                    <a:pt x="59638" y="323984"/>
                  </a:lnTo>
                  <a:lnTo>
                    <a:pt x="59638" y="226197"/>
                  </a:lnTo>
                  <a:lnTo>
                    <a:pt x="308940" y="226197"/>
                  </a:lnTo>
                  <a:lnTo>
                    <a:pt x="308940" y="40296"/>
                  </a:lnTo>
                  <a:lnTo>
                    <a:pt x="0" y="40296"/>
                  </a:lnTo>
                  <a:lnTo>
                    <a:pt x="0" y="89189"/>
                  </a:lnTo>
                  <a:lnTo>
                    <a:pt x="249838" y="89189"/>
                  </a:lnTo>
                  <a:lnTo>
                    <a:pt x="249838" y="178916"/>
                  </a:lnTo>
                  <a:lnTo>
                    <a:pt x="1612" y="178916"/>
                  </a:lnTo>
                  <a:lnTo>
                    <a:pt x="1612" y="373952"/>
                  </a:lnTo>
                  <a:lnTo>
                    <a:pt x="56415" y="373952"/>
                  </a:lnTo>
                  <a:lnTo>
                    <a:pt x="108020" y="373692"/>
                  </a:lnTo>
                  <a:lnTo>
                    <a:pt x="156617" y="372793"/>
                  </a:lnTo>
                  <a:lnTo>
                    <a:pt x="203146" y="371076"/>
                  </a:lnTo>
                  <a:lnTo>
                    <a:pt x="248548" y="368363"/>
                  </a:lnTo>
                  <a:lnTo>
                    <a:pt x="293761" y="364475"/>
                  </a:lnTo>
                  <a:lnTo>
                    <a:pt x="339727" y="359233"/>
                  </a:lnTo>
                  <a:lnTo>
                    <a:pt x="387384" y="352460"/>
                  </a:lnTo>
                  <a:lnTo>
                    <a:pt x="379862" y="303567"/>
                  </a:lnTo>
                  <a:close/>
                </a:path>
                <a:path w="523875" h="675005">
                  <a:moveTo>
                    <a:pt x="464216" y="498602"/>
                  </a:moveTo>
                  <a:lnTo>
                    <a:pt x="464216" y="674833"/>
                  </a:lnTo>
                  <a:lnTo>
                    <a:pt x="523855" y="674833"/>
                  </a:lnTo>
                  <a:lnTo>
                    <a:pt x="523855" y="449172"/>
                  </a:lnTo>
                  <a:lnTo>
                    <a:pt x="69310" y="449172"/>
                  </a:lnTo>
                  <a:lnTo>
                    <a:pt x="69310" y="498602"/>
                  </a:lnTo>
                  <a:lnTo>
                    <a:pt x="464216" y="498602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7" name="object 37" descr=""/>
          <p:cNvGrpSpPr/>
          <p:nvPr/>
        </p:nvGrpSpPr>
        <p:grpSpPr>
          <a:xfrm>
            <a:off x="2301010" y="1847336"/>
            <a:ext cx="544830" cy="692150"/>
            <a:chOff x="2301010" y="1847336"/>
            <a:chExt cx="544830" cy="692150"/>
          </a:xfrm>
        </p:grpSpPr>
        <p:sp>
          <p:nvSpPr>
            <p:cNvPr id="38" name="object 38" descr=""/>
            <p:cNvSpPr/>
            <p:nvPr/>
          </p:nvSpPr>
          <p:spPr>
            <a:xfrm>
              <a:off x="2308790" y="1855116"/>
              <a:ext cx="528955" cy="676910"/>
            </a:xfrm>
            <a:custGeom>
              <a:avLst/>
              <a:gdLst/>
              <a:ahLst/>
              <a:cxnLst/>
              <a:rect l="l" t="t" r="r" b="b"/>
              <a:pathLst>
                <a:path w="528955" h="676910">
                  <a:moveTo>
                    <a:pt x="528691" y="0"/>
                  </a:moveTo>
                  <a:lnTo>
                    <a:pt x="469589" y="0"/>
                  </a:lnTo>
                  <a:lnTo>
                    <a:pt x="469589" y="255211"/>
                  </a:lnTo>
                  <a:lnTo>
                    <a:pt x="326670" y="255211"/>
                  </a:lnTo>
                  <a:lnTo>
                    <a:pt x="326670" y="304641"/>
                  </a:lnTo>
                  <a:lnTo>
                    <a:pt x="469589" y="304641"/>
                  </a:lnTo>
                  <a:lnTo>
                    <a:pt x="469589" y="676444"/>
                  </a:lnTo>
                  <a:lnTo>
                    <a:pt x="528691" y="676444"/>
                  </a:lnTo>
                  <a:lnTo>
                    <a:pt x="528691" y="0"/>
                  </a:lnTo>
                  <a:close/>
                </a:path>
                <a:path w="528955" h="676910">
                  <a:moveTo>
                    <a:pt x="315387" y="61788"/>
                  </a:moveTo>
                  <a:lnTo>
                    <a:pt x="0" y="61788"/>
                  </a:lnTo>
                  <a:lnTo>
                    <a:pt x="0" y="513646"/>
                  </a:lnTo>
                  <a:lnTo>
                    <a:pt x="51579" y="513646"/>
                  </a:lnTo>
                  <a:lnTo>
                    <a:pt x="113168" y="513027"/>
                  </a:lnTo>
                  <a:lnTo>
                    <a:pt x="168549" y="511557"/>
                  </a:lnTo>
                  <a:lnTo>
                    <a:pt x="219482" y="509012"/>
                  </a:lnTo>
                  <a:lnTo>
                    <a:pt x="267728" y="505169"/>
                  </a:lnTo>
                  <a:lnTo>
                    <a:pt x="315049" y="499804"/>
                  </a:lnTo>
                  <a:lnTo>
                    <a:pt x="363206" y="492692"/>
                  </a:lnTo>
                  <a:lnTo>
                    <a:pt x="359106" y="463679"/>
                  </a:lnTo>
                  <a:lnTo>
                    <a:pt x="60176" y="463679"/>
                  </a:lnTo>
                  <a:lnTo>
                    <a:pt x="60176" y="300343"/>
                  </a:lnTo>
                  <a:lnTo>
                    <a:pt x="285299" y="300343"/>
                  </a:lnTo>
                  <a:lnTo>
                    <a:pt x="285299" y="251987"/>
                  </a:lnTo>
                  <a:lnTo>
                    <a:pt x="60176" y="251987"/>
                  </a:lnTo>
                  <a:lnTo>
                    <a:pt x="60176" y="111218"/>
                  </a:lnTo>
                  <a:lnTo>
                    <a:pt x="315387" y="111218"/>
                  </a:lnTo>
                  <a:lnTo>
                    <a:pt x="315387" y="61788"/>
                  </a:lnTo>
                  <a:close/>
                </a:path>
                <a:path w="528955" h="676910">
                  <a:moveTo>
                    <a:pt x="356221" y="443261"/>
                  </a:moveTo>
                  <a:lnTo>
                    <a:pt x="310823" y="450632"/>
                  </a:lnTo>
                  <a:lnTo>
                    <a:pt x="265977" y="456017"/>
                  </a:lnTo>
                  <a:lnTo>
                    <a:pt x="220086" y="459716"/>
                  </a:lnTo>
                  <a:lnTo>
                    <a:pt x="171554" y="462027"/>
                  </a:lnTo>
                  <a:lnTo>
                    <a:pt x="118782" y="463248"/>
                  </a:lnTo>
                  <a:lnTo>
                    <a:pt x="60176" y="463679"/>
                  </a:lnTo>
                  <a:lnTo>
                    <a:pt x="359106" y="463679"/>
                  </a:lnTo>
                  <a:lnTo>
                    <a:pt x="356221" y="44326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2308790" y="1855116"/>
              <a:ext cx="528955" cy="676910"/>
            </a:xfrm>
            <a:custGeom>
              <a:avLst/>
              <a:gdLst/>
              <a:ahLst/>
              <a:cxnLst/>
              <a:rect l="l" t="t" r="r" b="b"/>
              <a:pathLst>
                <a:path w="528955" h="676910">
                  <a:moveTo>
                    <a:pt x="469589" y="255211"/>
                  </a:moveTo>
                  <a:lnTo>
                    <a:pt x="326670" y="255211"/>
                  </a:lnTo>
                  <a:lnTo>
                    <a:pt x="326670" y="304641"/>
                  </a:lnTo>
                  <a:lnTo>
                    <a:pt x="469589" y="304641"/>
                  </a:lnTo>
                  <a:lnTo>
                    <a:pt x="469589" y="676444"/>
                  </a:lnTo>
                  <a:lnTo>
                    <a:pt x="528691" y="676444"/>
                  </a:lnTo>
                  <a:lnTo>
                    <a:pt x="528691" y="0"/>
                  </a:lnTo>
                  <a:lnTo>
                    <a:pt x="469589" y="0"/>
                  </a:lnTo>
                  <a:lnTo>
                    <a:pt x="469589" y="255211"/>
                  </a:lnTo>
                  <a:close/>
                </a:path>
                <a:path w="528955" h="676910">
                  <a:moveTo>
                    <a:pt x="60176" y="300343"/>
                  </a:moveTo>
                  <a:lnTo>
                    <a:pt x="285299" y="300343"/>
                  </a:lnTo>
                  <a:lnTo>
                    <a:pt x="285299" y="251987"/>
                  </a:lnTo>
                  <a:lnTo>
                    <a:pt x="60176" y="251987"/>
                  </a:lnTo>
                  <a:lnTo>
                    <a:pt x="60176" y="111218"/>
                  </a:lnTo>
                  <a:lnTo>
                    <a:pt x="315387" y="111218"/>
                  </a:lnTo>
                  <a:lnTo>
                    <a:pt x="315387" y="61788"/>
                  </a:lnTo>
                  <a:lnTo>
                    <a:pt x="0" y="61788"/>
                  </a:lnTo>
                  <a:lnTo>
                    <a:pt x="0" y="513646"/>
                  </a:lnTo>
                  <a:lnTo>
                    <a:pt x="51579" y="513646"/>
                  </a:lnTo>
                  <a:lnTo>
                    <a:pt x="113168" y="513027"/>
                  </a:lnTo>
                  <a:lnTo>
                    <a:pt x="168549" y="511557"/>
                  </a:lnTo>
                  <a:lnTo>
                    <a:pt x="219482" y="509012"/>
                  </a:lnTo>
                  <a:lnTo>
                    <a:pt x="267728" y="505169"/>
                  </a:lnTo>
                  <a:lnTo>
                    <a:pt x="315049" y="499804"/>
                  </a:lnTo>
                  <a:lnTo>
                    <a:pt x="363206" y="492692"/>
                  </a:lnTo>
                  <a:lnTo>
                    <a:pt x="356221" y="443261"/>
                  </a:lnTo>
                  <a:lnTo>
                    <a:pt x="310823" y="450632"/>
                  </a:lnTo>
                  <a:lnTo>
                    <a:pt x="265977" y="456017"/>
                  </a:lnTo>
                  <a:lnTo>
                    <a:pt x="220086" y="459716"/>
                  </a:lnTo>
                  <a:lnTo>
                    <a:pt x="171554" y="462027"/>
                  </a:lnTo>
                  <a:lnTo>
                    <a:pt x="118782" y="463248"/>
                  </a:lnTo>
                  <a:lnTo>
                    <a:pt x="60176" y="463679"/>
                  </a:lnTo>
                  <a:lnTo>
                    <a:pt x="60176" y="300343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" name="object 40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14089" y="2814989"/>
            <a:ext cx="1243427" cy="321184"/>
          </a:xfrm>
          <a:prstGeom prst="rect">
            <a:avLst/>
          </a:prstGeom>
        </p:spPr>
      </p:pic>
      <p:grpSp>
        <p:nvGrpSpPr>
          <p:cNvPr id="41" name="object 41" descr=""/>
          <p:cNvGrpSpPr/>
          <p:nvPr/>
        </p:nvGrpSpPr>
        <p:grpSpPr>
          <a:xfrm>
            <a:off x="2269111" y="2819168"/>
            <a:ext cx="43180" cy="311785"/>
            <a:chOff x="2269111" y="2819168"/>
            <a:chExt cx="43180" cy="311785"/>
          </a:xfrm>
        </p:grpSpPr>
        <p:sp>
          <p:nvSpPr>
            <p:cNvPr id="42" name="object 42" descr=""/>
            <p:cNvSpPr/>
            <p:nvPr/>
          </p:nvSpPr>
          <p:spPr>
            <a:xfrm>
              <a:off x="2273001" y="2823058"/>
              <a:ext cx="35560" cy="304165"/>
            </a:xfrm>
            <a:custGeom>
              <a:avLst/>
              <a:gdLst/>
              <a:ahLst/>
              <a:cxnLst/>
              <a:rect l="l" t="t" r="r" b="b"/>
              <a:pathLst>
                <a:path w="35560" h="304164">
                  <a:moveTo>
                    <a:pt x="35139" y="0"/>
                  </a:moveTo>
                  <a:lnTo>
                    <a:pt x="23362" y="0"/>
                  </a:lnTo>
                  <a:lnTo>
                    <a:pt x="0" y="30010"/>
                  </a:lnTo>
                  <a:lnTo>
                    <a:pt x="18044" y="30010"/>
                  </a:lnTo>
                  <a:lnTo>
                    <a:pt x="18044" y="303907"/>
                  </a:lnTo>
                  <a:lnTo>
                    <a:pt x="35139" y="303907"/>
                  </a:lnTo>
                  <a:lnTo>
                    <a:pt x="3513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2273001" y="2823058"/>
              <a:ext cx="35560" cy="304165"/>
            </a:xfrm>
            <a:custGeom>
              <a:avLst/>
              <a:gdLst/>
              <a:ahLst/>
              <a:cxnLst/>
              <a:rect l="l" t="t" r="r" b="b"/>
              <a:pathLst>
                <a:path w="35560" h="304164">
                  <a:moveTo>
                    <a:pt x="35139" y="0"/>
                  </a:moveTo>
                  <a:lnTo>
                    <a:pt x="35139" y="303907"/>
                  </a:lnTo>
                  <a:lnTo>
                    <a:pt x="18044" y="303907"/>
                  </a:lnTo>
                  <a:lnTo>
                    <a:pt x="18044" y="30010"/>
                  </a:lnTo>
                  <a:lnTo>
                    <a:pt x="0" y="30010"/>
                  </a:lnTo>
                  <a:lnTo>
                    <a:pt x="23362" y="0"/>
                  </a:lnTo>
                  <a:lnTo>
                    <a:pt x="35139" y="0"/>
                  </a:lnTo>
                  <a:close/>
                </a:path>
              </a:pathLst>
            </a:custGeom>
            <a:ln w="778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4" name="object 44" descr=""/>
          <p:cNvGrpSpPr/>
          <p:nvPr/>
        </p:nvGrpSpPr>
        <p:grpSpPr>
          <a:xfrm>
            <a:off x="2428374" y="2819168"/>
            <a:ext cx="514350" cy="317500"/>
            <a:chOff x="2428374" y="2819168"/>
            <a:chExt cx="514350" cy="317500"/>
          </a:xfrm>
        </p:grpSpPr>
        <p:sp>
          <p:nvSpPr>
            <p:cNvPr id="45" name="object 45" descr=""/>
            <p:cNvSpPr/>
            <p:nvPr/>
          </p:nvSpPr>
          <p:spPr>
            <a:xfrm>
              <a:off x="2432264" y="3095624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89" h="34289">
                  <a:moveTo>
                    <a:pt x="21780" y="0"/>
                  </a:moveTo>
                  <a:lnTo>
                    <a:pt x="17094" y="0"/>
                  </a:lnTo>
                  <a:lnTo>
                    <a:pt x="12409" y="0"/>
                  </a:lnTo>
                  <a:lnTo>
                    <a:pt x="8389" y="1646"/>
                  </a:lnTo>
                  <a:lnTo>
                    <a:pt x="1677" y="8230"/>
                  </a:lnTo>
                  <a:lnTo>
                    <a:pt x="0" y="12219"/>
                  </a:lnTo>
                  <a:lnTo>
                    <a:pt x="0" y="21716"/>
                  </a:lnTo>
                  <a:lnTo>
                    <a:pt x="1677" y="25768"/>
                  </a:lnTo>
                  <a:lnTo>
                    <a:pt x="8389" y="32353"/>
                  </a:lnTo>
                  <a:lnTo>
                    <a:pt x="12409" y="33999"/>
                  </a:lnTo>
                  <a:lnTo>
                    <a:pt x="21780" y="33999"/>
                  </a:lnTo>
                  <a:lnTo>
                    <a:pt x="25800" y="32353"/>
                  </a:lnTo>
                  <a:lnTo>
                    <a:pt x="32511" y="25768"/>
                  </a:lnTo>
                  <a:lnTo>
                    <a:pt x="34189" y="21716"/>
                  </a:lnTo>
                  <a:lnTo>
                    <a:pt x="34189" y="12219"/>
                  </a:lnTo>
                  <a:lnTo>
                    <a:pt x="32511" y="8230"/>
                  </a:lnTo>
                  <a:lnTo>
                    <a:pt x="25800" y="1646"/>
                  </a:lnTo>
                  <a:lnTo>
                    <a:pt x="21780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2432264" y="3095624"/>
              <a:ext cx="34290" cy="34290"/>
            </a:xfrm>
            <a:custGeom>
              <a:avLst/>
              <a:gdLst/>
              <a:ahLst/>
              <a:cxnLst/>
              <a:rect l="l" t="t" r="r" b="b"/>
              <a:pathLst>
                <a:path w="34289" h="34289">
                  <a:moveTo>
                    <a:pt x="17094" y="0"/>
                  </a:moveTo>
                  <a:lnTo>
                    <a:pt x="21780" y="0"/>
                  </a:lnTo>
                  <a:lnTo>
                    <a:pt x="25800" y="1646"/>
                  </a:lnTo>
                  <a:lnTo>
                    <a:pt x="29156" y="4938"/>
                  </a:lnTo>
                  <a:lnTo>
                    <a:pt x="32511" y="8230"/>
                  </a:lnTo>
                  <a:lnTo>
                    <a:pt x="34189" y="12219"/>
                  </a:lnTo>
                  <a:lnTo>
                    <a:pt x="34189" y="16904"/>
                  </a:lnTo>
                  <a:lnTo>
                    <a:pt x="34189" y="21716"/>
                  </a:lnTo>
                  <a:lnTo>
                    <a:pt x="32511" y="25768"/>
                  </a:lnTo>
                  <a:lnTo>
                    <a:pt x="29156" y="29061"/>
                  </a:lnTo>
                  <a:lnTo>
                    <a:pt x="25800" y="32353"/>
                  </a:lnTo>
                  <a:lnTo>
                    <a:pt x="21780" y="33999"/>
                  </a:lnTo>
                  <a:lnTo>
                    <a:pt x="17094" y="33999"/>
                  </a:lnTo>
                  <a:lnTo>
                    <a:pt x="12409" y="33999"/>
                  </a:lnTo>
                  <a:lnTo>
                    <a:pt x="8389" y="32353"/>
                  </a:lnTo>
                  <a:lnTo>
                    <a:pt x="5033" y="29061"/>
                  </a:lnTo>
                  <a:lnTo>
                    <a:pt x="1677" y="25768"/>
                  </a:lnTo>
                  <a:lnTo>
                    <a:pt x="0" y="21716"/>
                  </a:lnTo>
                  <a:lnTo>
                    <a:pt x="0" y="16904"/>
                  </a:lnTo>
                  <a:lnTo>
                    <a:pt x="0" y="12219"/>
                  </a:lnTo>
                  <a:lnTo>
                    <a:pt x="1677" y="8230"/>
                  </a:lnTo>
                  <a:lnTo>
                    <a:pt x="5033" y="4938"/>
                  </a:lnTo>
                  <a:lnTo>
                    <a:pt x="8389" y="1646"/>
                  </a:lnTo>
                  <a:lnTo>
                    <a:pt x="12409" y="0"/>
                  </a:lnTo>
                  <a:lnTo>
                    <a:pt x="17094" y="0"/>
                  </a:lnTo>
                  <a:close/>
                </a:path>
              </a:pathLst>
            </a:custGeom>
            <a:ln w="778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2503773" y="2823058"/>
              <a:ext cx="208915" cy="309245"/>
            </a:xfrm>
            <a:custGeom>
              <a:avLst/>
              <a:gdLst/>
              <a:ahLst/>
              <a:cxnLst/>
              <a:rect l="l" t="t" r="r" b="b"/>
              <a:pathLst>
                <a:path w="208914" h="309244">
                  <a:moveTo>
                    <a:pt x="104278" y="0"/>
                  </a:moveTo>
                  <a:lnTo>
                    <a:pt x="64295" y="7645"/>
                  </a:lnTo>
                  <a:lnTo>
                    <a:pt x="30580" y="30580"/>
                  </a:lnTo>
                  <a:lnTo>
                    <a:pt x="7645" y="64295"/>
                  </a:lnTo>
                  <a:lnTo>
                    <a:pt x="0" y="104277"/>
                  </a:lnTo>
                  <a:lnTo>
                    <a:pt x="0" y="204947"/>
                  </a:lnTo>
                  <a:lnTo>
                    <a:pt x="7645" y="244929"/>
                  </a:lnTo>
                  <a:lnTo>
                    <a:pt x="30580" y="278644"/>
                  </a:lnTo>
                  <a:lnTo>
                    <a:pt x="64295" y="301580"/>
                  </a:lnTo>
                  <a:lnTo>
                    <a:pt x="104278" y="309225"/>
                  </a:lnTo>
                  <a:lnTo>
                    <a:pt x="125130" y="307314"/>
                  </a:lnTo>
                  <a:lnTo>
                    <a:pt x="144379" y="301580"/>
                  </a:lnTo>
                  <a:lnTo>
                    <a:pt x="162026" y="292023"/>
                  </a:lnTo>
                  <a:lnTo>
                    <a:pt x="163264" y="290991"/>
                  </a:lnTo>
                  <a:lnTo>
                    <a:pt x="104278" y="290991"/>
                  </a:lnTo>
                  <a:lnTo>
                    <a:pt x="87076" y="289418"/>
                  </a:lnTo>
                  <a:lnTo>
                    <a:pt x="43306" y="265823"/>
                  </a:lnTo>
                  <a:lnTo>
                    <a:pt x="19623" y="222143"/>
                  </a:lnTo>
                  <a:lnTo>
                    <a:pt x="18044" y="204947"/>
                  </a:lnTo>
                  <a:lnTo>
                    <a:pt x="18044" y="104277"/>
                  </a:lnTo>
                  <a:lnTo>
                    <a:pt x="32254" y="56644"/>
                  </a:lnTo>
                  <a:lnTo>
                    <a:pt x="71180" y="24526"/>
                  </a:lnTo>
                  <a:lnTo>
                    <a:pt x="104278" y="18234"/>
                  </a:lnTo>
                  <a:lnTo>
                    <a:pt x="163264" y="18234"/>
                  </a:lnTo>
                  <a:lnTo>
                    <a:pt x="162026" y="17201"/>
                  </a:lnTo>
                  <a:lnTo>
                    <a:pt x="144379" y="7645"/>
                  </a:lnTo>
                  <a:lnTo>
                    <a:pt x="125130" y="1911"/>
                  </a:lnTo>
                  <a:lnTo>
                    <a:pt x="104278" y="0"/>
                  </a:lnTo>
                  <a:close/>
                </a:path>
                <a:path w="208914" h="309244">
                  <a:moveTo>
                    <a:pt x="163264" y="18234"/>
                  </a:moveTo>
                  <a:lnTo>
                    <a:pt x="104278" y="18234"/>
                  </a:lnTo>
                  <a:lnTo>
                    <a:pt x="121479" y="19807"/>
                  </a:lnTo>
                  <a:lnTo>
                    <a:pt x="137375" y="24526"/>
                  </a:lnTo>
                  <a:lnTo>
                    <a:pt x="176301" y="56644"/>
                  </a:lnTo>
                  <a:lnTo>
                    <a:pt x="190511" y="104277"/>
                  </a:lnTo>
                  <a:lnTo>
                    <a:pt x="190511" y="204947"/>
                  </a:lnTo>
                  <a:lnTo>
                    <a:pt x="176301" y="252580"/>
                  </a:lnTo>
                  <a:lnTo>
                    <a:pt x="137375" y="284699"/>
                  </a:lnTo>
                  <a:lnTo>
                    <a:pt x="104278" y="290991"/>
                  </a:lnTo>
                  <a:lnTo>
                    <a:pt x="163264" y="290991"/>
                  </a:lnTo>
                  <a:lnTo>
                    <a:pt x="191408" y="262570"/>
                  </a:lnTo>
                  <a:lnTo>
                    <a:pt x="206650" y="225722"/>
                  </a:lnTo>
                  <a:lnTo>
                    <a:pt x="208556" y="204947"/>
                  </a:lnTo>
                  <a:lnTo>
                    <a:pt x="208556" y="104277"/>
                  </a:lnTo>
                  <a:lnTo>
                    <a:pt x="206650" y="83503"/>
                  </a:lnTo>
                  <a:lnTo>
                    <a:pt x="200934" y="64295"/>
                  </a:lnTo>
                  <a:lnTo>
                    <a:pt x="191408" y="46654"/>
                  </a:lnTo>
                  <a:lnTo>
                    <a:pt x="178070" y="30580"/>
                  </a:lnTo>
                  <a:lnTo>
                    <a:pt x="163264" y="1823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2503773" y="2823058"/>
              <a:ext cx="208915" cy="309245"/>
            </a:xfrm>
            <a:custGeom>
              <a:avLst/>
              <a:gdLst/>
              <a:ahLst/>
              <a:cxnLst/>
              <a:rect l="l" t="t" r="r" b="b"/>
              <a:pathLst>
                <a:path w="208914" h="309244">
                  <a:moveTo>
                    <a:pt x="190511" y="104277"/>
                  </a:moveTo>
                  <a:lnTo>
                    <a:pt x="176301" y="56644"/>
                  </a:lnTo>
                  <a:lnTo>
                    <a:pt x="137375" y="24526"/>
                  </a:lnTo>
                  <a:lnTo>
                    <a:pt x="104278" y="18234"/>
                  </a:lnTo>
                  <a:lnTo>
                    <a:pt x="87076" y="19807"/>
                  </a:lnTo>
                  <a:lnTo>
                    <a:pt x="43306" y="43401"/>
                  </a:lnTo>
                  <a:lnTo>
                    <a:pt x="19623" y="87082"/>
                  </a:lnTo>
                  <a:lnTo>
                    <a:pt x="18044" y="104277"/>
                  </a:lnTo>
                  <a:lnTo>
                    <a:pt x="18044" y="204947"/>
                  </a:lnTo>
                  <a:lnTo>
                    <a:pt x="32254" y="252580"/>
                  </a:lnTo>
                  <a:lnTo>
                    <a:pt x="71180" y="284699"/>
                  </a:lnTo>
                  <a:lnTo>
                    <a:pt x="104278" y="290991"/>
                  </a:lnTo>
                  <a:lnTo>
                    <a:pt x="121479" y="289418"/>
                  </a:lnTo>
                  <a:lnTo>
                    <a:pt x="165249" y="265823"/>
                  </a:lnTo>
                  <a:lnTo>
                    <a:pt x="188932" y="222143"/>
                  </a:lnTo>
                  <a:lnTo>
                    <a:pt x="190511" y="204947"/>
                  </a:lnTo>
                  <a:lnTo>
                    <a:pt x="190511" y="104277"/>
                  </a:lnTo>
                  <a:close/>
                </a:path>
                <a:path w="208914" h="309244">
                  <a:moveTo>
                    <a:pt x="208556" y="204947"/>
                  </a:moveTo>
                  <a:lnTo>
                    <a:pt x="200934" y="244929"/>
                  </a:lnTo>
                  <a:lnTo>
                    <a:pt x="178070" y="278644"/>
                  </a:lnTo>
                  <a:lnTo>
                    <a:pt x="144379" y="301580"/>
                  </a:lnTo>
                  <a:lnTo>
                    <a:pt x="104278" y="309225"/>
                  </a:lnTo>
                  <a:lnTo>
                    <a:pt x="83503" y="307314"/>
                  </a:lnTo>
                  <a:lnTo>
                    <a:pt x="46654" y="292023"/>
                  </a:lnTo>
                  <a:lnTo>
                    <a:pt x="17201" y="262570"/>
                  </a:lnTo>
                  <a:lnTo>
                    <a:pt x="1911" y="225722"/>
                  </a:lnTo>
                  <a:lnTo>
                    <a:pt x="0" y="204947"/>
                  </a:lnTo>
                  <a:lnTo>
                    <a:pt x="0" y="104277"/>
                  </a:lnTo>
                  <a:lnTo>
                    <a:pt x="7645" y="64295"/>
                  </a:lnTo>
                  <a:lnTo>
                    <a:pt x="30580" y="30580"/>
                  </a:lnTo>
                  <a:lnTo>
                    <a:pt x="64295" y="7645"/>
                  </a:lnTo>
                  <a:lnTo>
                    <a:pt x="104278" y="0"/>
                  </a:lnTo>
                  <a:lnTo>
                    <a:pt x="125130" y="1911"/>
                  </a:lnTo>
                  <a:lnTo>
                    <a:pt x="162026" y="17201"/>
                  </a:lnTo>
                  <a:lnTo>
                    <a:pt x="191408" y="46654"/>
                  </a:lnTo>
                  <a:lnTo>
                    <a:pt x="206650" y="83503"/>
                  </a:lnTo>
                  <a:lnTo>
                    <a:pt x="208556" y="104277"/>
                  </a:lnTo>
                  <a:lnTo>
                    <a:pt x="208556" y="204947"/>
                  </a:lnTo>
                  <a:close/>
                </a:path>
              </a:pathLst>
            </a:custGeom>
            <a:ln w="778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2759716" y="2823058"/>
              <a:ext cx="179705" cy="304165"/>
            </a:xfrm>
            <a:custGeom>
              <a:avLst/>
              <a:gdLst/>
              <a:ahLst/>
              <a:cxnLst/>
              <a:rect l="l" t="t" r="r" b="b"/>
              <a:pathLst>
                <a:path w="179705" h="304164">
                  <a:moveTo>
                    <a:pt x="179115" y="0"/>
                  </a:moveTo>
                  <a:lnTo>
                    <a:pt x="0" y="0"/>
                  </a:lnTo>
                  <a:lnTo>
                    <a:pt x="0" y="17094"/>
                  </a:lnTo>
                  <a:lnTo>
                    <a:pt x="159741" y="17094"/>
                  </a:lnTo>
                  <a:lnTo>
                    <a:pt x="153698" y="35269"/>
                  </a:lnTo>
                  <a:lnTo>
                    <a:pt x="142978" y="55415"/>
                  </a:lnTo>
                  <a:lnTo>
                    <a:pt x="127581" y="77531"/>
                  </a:lnTo>
                  <a:lnTo>
                    <a:pt x="107507" y="101618"/>
                  </a:lnTo>
                  <a:lnTo>
                    <a:pt x="85996" y="126216"/>
                  </a:lnTo>
                  <a:lnTo>
                    <a:pt x="66289" y="149864"/>
                  </a:lnTo>
                  <a:lnTo>
                    <a:pt x="32290" y="194310"/>
                  </a:lnTo>
                  <a:lnTo>
                    <a:pt x="9022" y="242983"/>
                  </a:lnTo>
                  <a:lnTo>
                    <a:pt x="0" y="303907"/>
                  </a:lnTo>
                  <a:lnTo>
                    <a:pt x="17854" y="303907"/>
                  </a:lnTo>
                  <a:lnTo>
                    <a:pt x="20513" y="275213"/>
                  </a:lnTo>
                  <a:lnTo>
                    <a:pt x="26591" y="248776"/>
                  </a:lnTo>
                  <a:lnTo>
                    <a:pt x="49005" y="202667"/>
                  </a:lnTo>
                  <a:lnTo>
                    <a:pt x="83408" y="157509"/>
                  </a:lnTo>
                  <a:lnTo>
                    <a:pt x="128116" y="105227"/>
                  </a:lnTo>
                  <a:lnTo>
                    <a:pt x="150000" y="77710"/>
                  </a:lnTo>
                  <a:lnTo>
                    <a:pt x="165795" y="50999"/>
                  </a:lnTo>
                  <a:lnTo>
                    <a:pt x="175500" y="25096"/>
                  </a:lnTo>
                  <a:lnTo>
                    <a:pt x="179115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2759716" y="2823058"/>
              <a:ext cx="179705" cy="304165"/>
            </a:xfrm>
            <a:custGeom>
              <a:avLst/>
              <a:gdLst/>
              <a:ahLst/>
              <a:cxnLst/>
              <a:rect l="l" t="t" r="r" b="b"/>
              <a:pathLst>
                <a:path w="179705" h="304164">
                  <a:moveTo>
                    <a:pt x="179115" y="0"/>
                  </a:moveTo>
                  <a:lnTo>
                    <a:pt x="165795" y="50999"/>
                  </a:lnTo>
                  <a:lnTo>
                    <a:pt x="128116" y="105227"/>
                  </a:lnTo>
                  <a:lnTo>
                    <a:pt x="104474" y="132258"/>
                  </a:lnTo>
                  <a:lnTo>
                    <a:pt x="83408" y="157509"/>
                  </a:lnTo>
                  <a:lnTo>
                    <a:pt x="49005" y="202667"/>
                  </a:lnTo>
                  <a:lnTo>
                    <a:pt x="26591" y="248776"/>
                  </a:lnTo>
                  <a:lnTo>
                    <a:pt x="17854" y="303907"/>
                  </a:lnTo>
                  <a:lnTo>
                    <a:pt x="0" y="303907"/>
                  </a:lnTo>
                  <a:lnTo>
                    <a:pt x="9022" y="242983"/>
                  </a:lnTo>
                  <a:lnTo>
                    <a:pt x="32290" y="194310"/>
                  </a:lnTo>
                  <a:lnTo>
                    <a:pt x="66289" y="149864"/>
                  </a:lnTo>
                  <a:lnTo>
                    <a:pt x="107507" y="101618"/>
                  </a:lnTo>
                  <a:lnTo>
                    <a:pt x="127581" y="77531"/>
                  </a:lnTo>
                  <a:lnTo>
                    <a:pt x="142978" y="55415"/>
                  </a:lnTo>
                  <a:lnTo>
                    <a:pt x="153698" y="35269"/>
                  </a:lnTo>
                  <a:lnTo>
                    <a:pt x="159741" y="17094"/>
                  </a:lnTo>
                  <a:lnTo>
                    <a:pt x="0" y="17094"/>
                  </a:lnTo>
                  <a:lnTo>
                    <a:pt x="0" y="0"/>
                  </a:lnTo>
                  <a:lnTo>
                    <a:pt x="179115" y="0"/>
                  </a:lnTo>
                  <a:close/>
                </a:path>
              </a:pathLst>
            </a:custGeom>
            <a:ln w="778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1989" y="809344"/>
            <a:ext cx="7306635" cy="4333917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036" y="1059897"/>
            <a:ext cx="1085067" cy="24146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889297" y="3782218"/>
            <a:ext cx="375285" cy="73025"/>
          </a:xfrm>
          <a:custGeom>
            <a:avLst/>
            <a:gdLst/>
            <a:ahLst/>
            <a:cxnLst/>
            <a:rect l="l" t="t" r="r" b="b"/>
            <a:pathLst>
              <a:path w="375284" h="73025">
                <a:moveTo>
                  <a:pt x="375111" y="72890"/>
                </a:moveTo>
                <a:lnTo>
                  <a:pt x="0" y="72890"/>
                </a:lnTo>
                <a:lnTo>
                  <a:pt x="0" y="0"/>
                </a:lnTo>
                <a:lnTo>
                  <a:pt x="375111" y="0"/>
                </a:lnTo>
                <a:lnTo>
                  <a:pt x="375111" y="72890"/>
                </a:lnTo>
                <a:close/>
              </a:path>
            </a:pathLst>
          </a:custGeom>
          <a:solidFill>
            <a:srgbClr val="A383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64409" y="6379475"/>
            <a:ext cx="6242173" cy="351122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31964" y="5800781"/>
            <a:ext cx="7456539" cy="4205963"/>
          </a:xfrm>
          <a:prstGeom prst="rect">
            <a:avLst/>
          </a:prstGeom>
        </p:spPr>
      </p:pic>
      <p:grpSp>
        <p:nvGrpSpPr>
          <p:cNvPr id="7" name="object 7" descr=""/>
          <p:cNvGrpSpPr/>
          <p:nvPr/>
        </p:nvGrpSpPr>
        <p:grpSpPr>
          <a:xfrm>
            <a:off x="9836139" y="5470541"/>
            <a:ext cx="248920" cy="262255"/>
            <a:chOff x="9836139" y="5470541"/>
            <a:chExt cx="248920" cy="262255"/>
          </a:xfrm>
        </p:grpSpPr>
        <p:sp>
          <p:nvSpPr>
            <p:cNvPr id="8" name="object 8" descr=""/>
            <p:cNvSpPr/>
            <p:nvPr/>
          </p:nvSpPr>
          <p:spPr>
            <a:xfrm>
              <a:off x="10017554" y="5473487"/>
              <a:ext cx="64135" cy="255904"/>
            </a:xfrm>
            <a:custGeom>
              <a:avLst/>
              <a:gdLst/>
              <a:ahLst/>
              <a:cxnLst/>
              <a:rect l="l" t="t" r="r" b="b"/>
              <a:pathLst>
                <a:path w="64134" h="255904">
                  <a:moveTo>
                    <a:pt x="22384" y="105615"/>
                  </a:moveTo>
                  <a:lnTo>
                    <a:pt x="22384" y="0"/>
                  </a:lnTo>
                  <a:lnTo>
                    <a:pt x="0" y="0"/>
                  </a:lnTo>
                  <a:lnTo>
                    <a:pt x="0" y="255797"/>
                  </a:lnTo>
                  <a:lnTo>
                    <a:pt x="22384" y="255797"/>
                  </a:lnTo>
                  <a:lnTo>
                    <a:pt x="22384" y="124947"/>
                  </a:lnTo>
                  <a:lnTo>
                    <a:pt x="64101" y="124947"/>
                  </a:lnTo>
                  <a:lnTo>
                    <a:pt x="64101" y="105615"/>
                  </a:lnTo>
                  <a:lnTo>
                    <a:pt x="22384" y="105615"/>
                  </a:lnTo>
                  <a:close/>
                </a:path>
              </a:pathLst>
            </a:custGeom>
            <a:ln w="5893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836139" y="5487228"/>
              <a:ext cx="169506" cy="189245"/>
            </a:xfrm>
            <a:prstGeom prst="rect">
              <a:avLst/>
            </a:prstGeom>
          </p:spPr>
        </p:pic>
      </p:grpSp>
      <p:grpSp>
        <p:nvGrpSpPr>
          <p:cNvPr id="10" name="object 10" descr=""/>
          <p:cNvGrpSpPr/>
          <p:nvPr/>
        </p:nvGrpSpPr>
        <p:grpSpPr>
          <a:xfrm>
            <a:off x="10118473" y="5470541"/>
            <a:ext cx="207645" cy="262255"/>
            <a:chOff x="10118473" y="5470541"/>
            <a:chExt cx="207645" cy="262255"/>
          </a:xfrm>
        </p:grpSpPr>
        <p:sp>
          <p:nvSpPr>
            <p:cNvPr id="11" name="object 11" descr=""/>
            <p:cNvSpPr/>
            <p:nvPr/>
          </p:nvSpPr>
          <p:spPr>
            <a:xfrm>
              <a:off x="10300092" y="5473487"/>
              <a:ext cx="22860" cy="256540"/>
            </a:xfrm>
            <a:custGeom>
              <a:avLst/>
              <a:gdLst/>
              <a:ahLst/>
              <a:cxnLst/>
              <a:rect l="l" t="t" r="r" b="b"/>
              <a:pathLst>
                <a:path w="22859" h="256539">
                  <a:moveTo>
                    <a:pt x="0" y="0"/>
                  </a:moveTo>
                  <a:lnTo>
                    <a:pt x="0" y="256204"/>
                  </a:lnTo>
                  <a:lnTo>
                    <a:pt x="22588" y="256204"/>
                  </a:lnTo>
                  <a:lnTo>
                    <a:pt x="22588" y="0"/>
                  </a:lnTo>
                  <a:lnTo>
                    <a:pt x="0" y="0"/>
                  </a:lnTo>
                  <a:close/>
                </a:path>
              </a:pathLst>
            </a:custGeom>
            <a:ln w="5893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118473" y="5490280"/>
              <a:ext cx="136538" cy="184157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10383103" y="5470541"/>
            <a:ext cx="213360" cy="262255"/>
            <a:chOff x="10383103" y="5470541"/>
            <a:chExt cx="213360" cy="262255"/>
          </a:xfrm>
        </p:grpSpPr>
        <p:sp>
          <p:nvSpPr>
            <p:cNvPr id="14" name="object 14" descr=""/>
            <p:cNvSpPr/>
            <p:nvPr/>
          </p:nvSpPr>
          <p:spPr>
            <a:xfrm>
              <a:off x="10386050" y="5473487"/>
              <a:ext cx="207645" cy="256540"/>
            </a:xfrm>
            <a:custGeom>
              <a:avLst/>
              <a:gdLst/>
              <a:ahLst/>
              <a:cxnLst/>
              <a:rect l="l" t="t" r="r" b="b"/>
              <a:pathLst>
                <a:path w="207645" h="256539">
                  <a:moveTo>
                    <a:pt x="184979" y="97679"/>
                  </a:moveTo>
                  <a:lnTo>
                    <a:pt x="127593" y="97679"/>
                  </a:lnTo>
                  <a:lnTo>
                    <a:pt x="121063" y="65354"/>
                  </a:lnTo>
                  <a:lnTo>
                    <a:pt x="107561" y="40852"/>
                  </a:lnTo>
                  <a:lnTo>
                    <a:pt x="88201" y="25278"/>
                  </a:lnTo>
                  <a:lnTo>
                    <a:pt x="64101" y="19739"/>
                  </a:lnTo>
                  <a:lnTo>
                    <a:pt x="38088" y="26111"/>
                  </a:lnTo>
                  <a:lnTo>
                    <a:pt x="17780" y="44006"/>
                  </a:lnTo>
                  <a:lnTo>
                    <a:pt x="4607" y="72051"/>
                  </a:lnTo>
                  <a:lnTo>
                    <a:pt x="0" y="108871"/>
                  </a:lnTo>
                  <a:lnTo>
                    <a:pt x="4607" y="145806"/>
                  </a:lnTo>
                  <a:lnTo>
                    <a:pt x="17780" y="173889"/>
                  </a:lnTo>
                  <a:lnTo>
                    <a:pt x="38088" y="191746"/>
                  </a:lnTo>
                  <a:lnTo>
                    <a:pt x="64101" y="198003"/>
                  </a:lnTo>
                  <a:lnTo>
                    <a:pt x="88777" y="192307"/>
                  </a:lnTo>
                  <a:lnTo>
                    <a:pt x="108426" y="176013"/>
                  </a:lnTo>
                  <a:lnTo>
                    <a:pt x="121836" y="150313"/>
                  </a:lnTo>
                  <a:lnTo>
                    <a:pt x="127796" y="116401"/>
                  </a:lnTo>
                  <a:lnTo>
                    <a:pt x="184979" y="116401"/>
                  </a:lnTo>
                  <a:lnTo>
                    <a:pt x="184979" y="256204"/>
                  </a:lnTo>
                  <a:lnTo>
                    <a:pt x="207364" y="256204"/>
                  </a:lnTo>
                  <a:lnTo>
                    <a:pt x="207364" y="0"/>
                  </a:lnTo>
                  <a:lnTo>
                    <a:pt x="184979" y="0"/>
                  </a:lnTo>
                  <a:lnTo>
                    <a:pt x="184979" y="97679"/>
                  </a:lnTo>
                  <a:close/>
                </a:path>
              </a:pathLst>
            </a:custGeom>
            <a:ln w="5893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04674" y="5510426"/>
              <a:ext cx="90955" cy="143865"/>
            </a:xfrm>
            <a:prstGeom prst="rect">
              <a:avLst/>
            </a:prstGeom>
          </p:spPr>
        </p:pic>
      </p:grpSp>
      <p:sp>
        <p:nvSpPr>
          <p:cNvPr id="16" name="object 16" descr=""/>
          <p:cNvSpPr/>
          <p:nvPr/>
        </p:nvSpPr>
        <p:spPr>
          <a:xfrm>
            <a:off x="10787768" y="5499332"/>
            <a:ext cx="191135" cy="127000"/>
          </a:xfrm>
          <a:custGeom>
            <a:avLst/>
            <a:gdLst/>
            <a:ahLst/>
            <a:cxnLst/>
            <a:rect l="l" t="t" r="r" b="b"/>
            <a:pathLst>
              <a:path w="191134" h="127000">
                <a:moveTo>
                  <a:pt x="406" y="108261"/>
                </a:moveTo>
                <a:lnTo>
                  <a:pt x="406" y="126576"/>
                </a:lnTo>
                <a:lnTo>
                  <a:pt x="190474" y="126576"/>
                </a:lnTo>
                <a:lnTo>
                  <a:pt x="190474" y="108261"/>
                </a:lnTo>
                <a:lnTo>
                  <a:pt x="150386" y="108261"/>
                </a:lnTo>
                <a:lnTo>
                  <a:pt x="150386" y="18721"/>
                </a:lnTo>
                <a:lnTo>
                  <a:pt x="191084" y="18721"/>
                </a:lnTo>
                <a:lnTo>
                  <a:pt x="191084" y="0"/>
                </a:lnTo>
                <a:lnTo>
                  <a:pt x="0" y="0"/>
                </a:lnTo>
                <a:lnTo>
                  <a:pt x="0" y="18721"/>
                </a:lnTo>
                <a:lnTo>
                  <a:pt x="40496" y="18721"/>
                </a:lnTo>
                <a:lnTo>
                  <a:pt x="40496" y="108261"/>
                </a:lnTo>
                <a:lnTo>
                  <a:pt x="406" y="108261"/>
                </a:lnTo>
                <a:close/>
              </a:path>
              <a:path w="191134" h="127000">
                <a:moveTo>
                  <a:pt x="62881" y="108261"/>
                </a:moveTo>
                <a:lnTo>
                  <a:pt x="62881" y="18721"/>
                </a:lnTo>
                <a:lnTo>
                  <a:pt x="128204" y="18721"/>
                </a:lnTo>
                <a:lnTo>
                  <a:pt x="128204" y="108261"/>
                </a:lnTo>
                <a:lnTo>
                  <a:pt x="62881" y="108261"/>
                </a:lnTo>
                <a:close/>
              </a:path>
            </a:pathLst>
          </a:custGeom>
          <a:ln w="5893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10767011" y="5676986"/>
            <a:ext cx="234315" cy="19685"/>
          </a:xfrm>
          <a:custGeom>
            <a:avLst/>
            <a:gdLst/>
            <a:ahLst/>
            <a:cxnLst/>
            <a:rect l="l" t="t" r="r" b="b"/>
            <a:pathLst>
              <a:path w="234315" h="19685">
                <a:moveTo>
                  <a:pt x="0" y="19332"/>
                </a:moveTo>
                <a:lnTo>
                  <a:pt x="234227" y="19332"/>
                </a:lnTo>
                <a:lnTo>
                  <a:pt x="234227" y="0"/>
                </a:lnTo>
                <a:lnTo>
                  <a:pt x="0" y="0"/>
                </a:lnTo>
                <a:lnTo>
                  <a:pt x="0" y="19332"/>
                </a:lnTo>
                <a:close/>
              </a:path>
            </a:pathLst>
          </a:custGeom>
          <a:ln w="5893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1044665" y="5473487"/>
            <a:ext cx="210820" cy="255904"/>
          </a:xfrm>
          <a:custGeom>
            <a:avLst/>
            <a:gdLst/>
            <a:ahLst/>
            <a:cxnLst/>
            <a:rect l="l" t="t" r="r" b="b"/>
            <a:pathLst>
              <a:path w="210820" h="255904">
                <a:moveTo>
                  <a:pt x="188845" y="255797"/>
                </a:moveTo>
                <a:lnTo>
                  <a:pt x="210416" y="255797"/>
                </a:lnTo>
                <a:lnTo>
                  <a:pt x="210416" y="0"/>
                </a:lnTo>
                <a:lnTo>
                  <a:pt x="188845" y="0"/>
                </a:lnTo>
                <a:lnTo>
                  <a:pt x="188845" y="255797"/>
                </a:lnTo>
                <a:close/>
              </a:path>
              <a:path w="210820" h="255904">
                <a:moveTo>
                  <a:pt x="104190" y="92184"/>
                </a:moveTo>
                <a:lnTo>
                  <a:pt x="104190" y="110703"/>
                </a:lnTo>
                <a:lnTo>
                  <a:pt x="136749" y="110703"/>
                </a:lnTo>
                <a:lnTo>
                  <a:pt x="136749" y="242162"/>
                </a:lnTo>
                <a:lnTo>
                  <a:pt x="158117" y="242162"/>
                </a:lnTo>
                <a:lnTo>
                  <a:pt x="158117" y="6308"/>
                </a:lnTo>
                <a:lnTo>
                  <a:pt x="136749" y="6308"/>
                </a:lnTo>
                <a:lnTo>
                  <a:pt x="136749" y="92184"/>
                </a:lnTo>
                <a:lnTo>
                  <a:pt x="104190" y="92184"/>
                </a:lnTo>
                <a:close/>
              </a:path>
              <a:path w="210820" h="255904">
                <a:moveTo>
                  <a:pt x="22384" y="116604"/>
                </a:moveTo>
                <a:lnTo>
                  <a:pt x="91776" y="116604"/>
                </a:lnTo>
                <a:lnTo>
                  <a:pt x="91776" y="28489"/>
                </a:lnTo>
                <a:lnTo>
                  <a:pt x="0" y="28489"/>
                </a:lnTo>
                <a:lnTo>
                  <a:pt x="0" y="47211"/>
                </a:lnTo>
                <a:lnTo>
                  <a:pt x="70002" y="47211"/>
                </a:lnTo>
                <a:lnTo>
                  <a:pt x="70002" y="98086"/>
                </a:lnTo>
                <a:lnTo>
                  <a:pt x="407" y="98086"/>
                </a:lnTo>
                <a:lnTo>
                  <a:pt x="407" y="192712"/>
                </a:lnTo>
                <a:lnTo>
                  <a:pt x="17500" y="192712"/>
                </a:lnTo>
                <a:lnTo>
                  <a:pt x="41353" y="192366"/>
                </a:lnTo>
                <a:lnTo>
                  <a:pt x="65016" y="191313"/>
                </a:lnTo>
                <a:lnTo>
                  <a:pt x="89443" y="189078"/>
                </a:lnTo>
                <a:lnTo>
                  <a:pt x="115585" y="185183"/>
                </a:lnTo>
                <a:lnTo>
                  <a:pt x="113958" y="166461"/>
                </a:lnTo>
                <a:lnTo>
                  <a:pt x="89376" y="170092"/>
                </a:lnTo>
                <a:lnTo>
                  <a:pt x="66416" y="172235"/>
                </a:lnTo>
                <a:lnTo>
                  <a:pt x="44333" y="173272"/>
                </a:lnTo>
                <a:lnTo>
                  <a:pt x="22384" y="173584"/>
                </a:lnTo>
                <a:lnTo>
                  <a:pt x="22384" y="116604"/>
                </a:lnTo>
                <a:close/>
              </a:path>
            </a:pathLst>
          </a:custGeom>
          <a:ln w="5893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 descr=""/>
          <p:cNvGrpSpPr/>
          <p:nvPr/>
        </p:nvGrpSpPr>
        <p:grpSpPr>
          <a:xfrm>
            <a:off x="11308993" y="5470744"/>
            <a:ext cx="211454" cy="258445"/>
            <a:chOff x="11308993" y="5470744"/>
            <a:chExt cx="211454" cy="258445"/>
          </a:xfrm>
        </p:grpSpPr>
        <p:sp>
          <p:nvSpPr>
            <p:cNvPr id="20" name="object 20" descr=""/>
            <p:cNvSpPr/>
            <p:nvPr/>
          </p:nvSpPr>
          <p:spPr>
            <a:xfrm>
              <a:off x="11494681" y="5473691"/>
              <a:ext cx="22860" cy="146685"/>
            </a:xfrm>
            <a:custGeom>
              <a:avLst/>
              <a:gdLst/>
              <a:ahLst/>
              <a:cxnLst/>
              <a:rect l="l" t="t" r="r" b="b"/>
              <a:pathLst>
                <a:path w="22859" h="146685">
                  <a:moveTo>
                    <a:pt x="0" y="0"/>
                  </a:moveTo>
                  <a:lnTo>
                    <a:pt x="0" y="146111"/>
                  </a:lnTo>
                  <a:lnTo>
                    <a:pt x="22588" y="146111"/>
                  </a:lnTo>
                  <a:lnTo>
                    <a:pt x="22588" y="0"/>
                  </a:lnTo>
                  <a:lnTo>
                    <a:pt x="0" y="0"/>
                  </a:lnTo>
                  <a:close/>
                </a:path>
              </a:pathLst>
            </a:custGeom>
            <a:ln w="5893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308993" y="5484175"/>
              <a:ext cx="139997" cy="125346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1350807" y="5633641"/>
              <a:ext cx="167005" cy="92710"/>
            </a:xfrm>
            <a:custGeom>
              <a:avLst/>
              <a:gdLst/>
              <a:ahLst/>
              <a:cxnLst/>
              <a:rect l="l" t="t" r="r" b="b"/>
              <a:pathLst>
                <a:path w="167004" h="92710">
                  <a:moveTo>
                    <a:pt x="0" y="0"/>
                  </a:moveTo>
                  <a:lnTo>
                    <a:pt x="0" y="92184"/>
                  </a:lnTo>
                  <a:lnTo>
                    <a:pt x="166461" y="92184"/>
                  </a:lnTo>
                  <a:lnTo>
                    <a:pt x="166461" y="0"/>
                  </a:lnTo>
                  <a:lnTo>
                    <a:pt x="0" y="0"/>
                  </a:lnTo>
                  <a:close/>
                </a:path>
                <a:path w="167004" h="92710">
                  <a:moveTo>
                    <a:pt x="144280" y="18314"/>
                  </a:moveTo>
                  <a:lnTo>
                    <a:pt x="144280" y="73666"/>
                  </a:lnTo>
                  <a:lnTo>
                    <a:pt x="22385" y="73666"/>
                  </a:lnTo>
                  <a:lnTo>
                    <a:pt x="22385" y="18314"/>
                  </a:lnTo>
                  <a:lnTo>
                    <a:pt x="144280" y="18314"/>
                  </a:lnTo>
                  <a:close/>
                </a:path>
              </a:pathLst>
            </a:custGeom>
            <a:ln w="5893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3" name="object 2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571789" y="5470541"/>
            <a:ext cx="244597" cy="260469"/>
          </a:xfrm>
          <a:prstGeom prst="rect">
            <a:avLst/>
          </a:prstGeom>
        </p:spPr>
      </p:pic>
      <p:grpSp>
        <p:nvGrpSpPr>
          <p:cNvPr id="24" name="object 24" descr=""/>
          <p:cNvGrpSpPr/>
          <p:nvPr/>
        </p:nvGrpSpPr>
        <p:grpSpPr>
          <a:xfrm>
            <a:off x="9836139" y="5470541"/>
            <a:ext cx="489584" cy="262255"/>
            <a:chOff x="9836139" y="5470541"/>
            <a:chExt cx="489584" cy="262255"/>
          </a:xfrm>
        </p:grpSpPr>
        <p:sp>
          <p:nvSpPr>
            <p:cNvPr id="25" name="object 25" descr=""/>
            <p:cNvSpPr/>
            <p:nvPr/>
          </p:nvSpPr>
          <p:spPr>
            <a:xfrm>
              <a:off x="9839086" y="5473487"/>
              <a:ext cx="242570" cy="255904"/>
            </a:xfrm>
            <a:custGeom>
              <a:avLst/>
              <a:gdLst/>
              <a:ahLst/>
              <a:cxnLst/>
              <a:rect l="l" t="t" r="r" b="b"/>
              <a:pathLst>
                <a:path w="242570" h="255904">
                  <a:moveTo>
                    <a:pt x="200852" y="0"/>
                  </a:moveTo>
                  <a:lnTo>
                    <a:pt x="178468" y="0"/>
                  </a:lnTo>
                  <a:lnTo>
                    <a:pt x="178468" y="255797"/>
                  </a:lnTo>
                  <a:lnTo>
                    <a:pt x="200852" y="255797"/>
                  </a:lnTo>
                  <a:lnTo>
                    <a:pt x="200852" y="124947"/>
                  </a:lnTo>
                  <a:lnTo>
                    <a:pt x="242570" y="124947"/>
                  </a:lnTo>
                  <a:lnTo>
                    <a:pt x="242570" y="105615"/>
                  </a:lnTo>
                  <a:lnTo>
                    <a:pt x="200852" y="105615"/>
                  </a:lnTo>
                  <a:lnTo>
                    <a:pt x="200852" y="0"/>
                  </a:lnTo>
                  <a:close/>
                </a:path>
                <a:path w="242570" h="255904">
                  <a:moveTo>
                    <a:pt x="80382" y="16687"/>
                  </a:moveTo>
                  <a:lnTo>
                    <a:pt x="52788" y="21144"/>
                  </a:lnTo>
                  <a:lnTo>
                    <a:pt x="31186" y="33424"/>
                  </a:lnTo>
                  <a:lnTo>
                    <a:pt x="17138" y="52343"/>
                  </a:lnTo>
                  <a:lnTo>
                    <a:pt x="12209" y="76718"/>
                  </a:lnTo>
                  <a:lnTo>
                    <a:pt x="16233" y="98949"/>
                  </a:lnTo>
                  <a:lnTo>
                    <a:pt x="27841" y="116820"/>
                  </a:lnTo>
                  <a:lnTo>
                    <a:pt x="45877" y="129445"/>
                  </a:lnTo>
                  <a:lnTo>
                    <a:pt x="69189" y="135936"/>
                  </a:lnTo>
                  <a:lnTo>
                    <a:pt x="69189" y="180197"/>
                  </a:lnTo>
                  <a:lnTo>
                    <a:pt x="50852" y="180626"/>
                  </a:lnTo>
                  <a:lnTo>
                    <a:pt x="5831" y="181113"/>
                  </a:lnTo>
                  <a:lnTo>
                    <a:pt x="0" y="181113"/>
                  </a:lnTo>
                  <a:lnTo>
                    <a:pt x="3867" y="200038"/>
                  </a:lnTo>
                  <a:lnTo>
                    <a:pt x="40041" y="200038"/>
                  </a:lnTo>
                  <a:lnTo>
                    <a:pt x="80229" y="198945"/>
                  </a:lnTo>
                  <a:lnTo>
                    <a:pt x="122054" y="196061"/>
                  </a:lnTo>
                  <a:lnTo>
                    <a:pt x="163613" y="190677"/>
                  </a:lnTo>
                  <a:lnTo>
                    <a:pt x="162701" y="181113"/>
                  </a:lnTo>
                  <a:lnTo>
                    <a:pt x="162614" y="180197"/>
                  </a:lnTo>
                  <a:lnTo>
                    <a:pt x="162536" y="179383"/>
                  </a:lnTo>
                  <a:lnTo>
                    <a:pt x="91778" y="179383"/>
                  </a:lnTo>
                  <a:lnTo>
                    <a:pt x="91778" y="135936"/>
                  </a:lnTo>
                  <a:lnTo>
                    <a:pt x="91419" y="135936"/>
                  </a:lnTo>
                  <a:lnTo>
                    <a:pt x="114303" y="129445"/>
                  </a:lnTo>
                  <a:lnTo>
                    <a:pt x="114514" y="129445"/>
                  </a:lnTo>
                  <a:lnTo>
                    <a:pt x="131880" y="117214"/>
                  </a:lnTo>
                  <a:lnTo>
                    <a:pt x="80382" y="117214"/>
                  </a:lnTo>
                  <a:lnTo>
                    <a:pt x="61803" y="114350"/>
                  </a:lnTo>
                  <a:lnTo>
                    <a:pt x="47135" y="106047"/>
                  </a:lnTo>
                  <a:lnTo>
                    <a:pt x="37542" y="93205"/>
                  </a:lnTo>
                  <a:lnTo>
                    <a:pt x="34187" y="76718"/>
                  </a:lnTo>
                  <a:lnTo>
                    <a:pt x="37542" y="60257"/>
                  </a:lnTo>
                  <a:lnTo>
                    <a:pt x="47135" y="47440"/>
                  </a:lnTo>
                  <a:lnTo>
                    <a:pt x="61803" y="39087"/>
                  </a:lnTo>
                  <a:lnTo>
                    <a:pt x="80382" y="36019"/>
                  </a:lnTo>
                  <a:lnTo>
                    <a:pt x="131069" y="36019"/>
                  </a:lnTo>
                  <a:lnTo>
                    <a:pt x="129119" y="33424"/>
                  </a:lnTo>
                  <a:lnTo>
                    <a:pt x="107574" y="21144"/>
                  </a:lnTo>
                  <a:lnTo>
                    <a:pt x="80382" y="16687"/>
                  </a:lnTo>
                  <a:close/>
                </a:path>
                <a:path w="242570" h="255904">
                  <a:moveTo>
                    <a:pt x="161984" y="173584"/>
                  </a:moveTo>
                  <a:lnTo>
                    <a:pt x="144976" y="175577"/>
                  </a:lnTo>
                  <a:lnTo>
                    <a:pt x="127492" y="177170"/>
                  </a:lnTo>
                  <a:lnTo>
                    <a:pt x="109701" y="178420"/>
                  </a:lnTo>
                  <a:lnTo>
                    <a:pt x="91778" y="179383"/>
                  </a:lnTo>
                  <a:lnTo>
                    <a:pt x="162536" y="179383"/>
                  </a:lnTo>
                  <a:lnTo>
                    <a:pt x="161984" y="173584"/>
                  </a:lnTo>
                  <a:close/>
                </a:path>
                <a:path w="242570" h="255904">
                  <a:moveTo>
                    <a:pt x="131069" y="36019"/>
                  </a:moveTo>
                  <a:lnTo>
                    <a:pt x="80382" y="36019"/>
                  </a:lnTo>
                  <a:lnTo>
                    <a:pt x="98699" y="39087"/>
                  </a:lnTo>
                  <a:lnTo>
                    <a:pt x="113221" y="47440"/>
                  </a:lnTo>
                  <a:lnTo>
                    <a:pt x="122820" y="60257"/>
                  </a:lnTo>
                  <a:lnTo>
                    <a:pt x="126372" y="76718"/>
                  </a:lnTo>
                  <a:lnTo>
                    <a:pt x="122820" y="93205"/>
                  </a:lnTo>
                  <a:lnTo>
                    <a:pt x="113221" y="106047"/>
                  </a:lnTo>
                  <a:lnTo>
                    <a:pt x="98699" y="114350"/>
                  </a:lnTo>
                  <a:lnTo>
                    <a:pt x="80382" y="117214"/>
                  </a:lnTo>
                  <a:lnTo>
                    <a:pt x="131880" y="117214"/>
                  </a:lnTo>
                  <a:lnTo>
                    <a:pt x="148553" y="76718"/>
                  </a:lnTo>
                  <a:lnTo>
                    <a:pt x="143339" y="52343"/>
                  </a:lnTo>
                  <a:lnTo>
                    <a:pt x="131069" y="36019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10017554" y="5473487"/>
              <a:ext cx="64135" cy="255904"/>
            </a:xfrm>
            <a:custGeom>
              <a:avLst/>
              <a:gdLst/>
              <a:ahLst/>
              <a:cxnLst/>
              <a:rect l="l" t="t" r="r" b="b"/>
              <a:pathLst>
                <a:path w="64134" h="255904">
                  <a:moveTo>
                    <a:pt x="22384" y="105615"/>
                  </a:moveTo>
                  <a:lnTo>
                    <a:pt x="22384" y="0"/>
                  </a:lnTo>
                  <a:lnTo>
                    <a:pt x="0" y="0"/>
                  </a:lnTo>
                  <a:lnTo>
                    <a:pt x="0" y="255797"/>
                  </a:lnTo>
                  <a:lnTo>
                    <a:pt x="22384" y="255797"/>
                  </a:lnTo>
                  <a:lnTo>
                    <a:pt x="22384" y="124947"/>
                  </a:lnTo>
                  <a:lnTo>
                    <a:pt x="64101" y="124947"/>
                  </a:lnTo>
                  <a:lnTo>
                    <a:pt x="64101" y="105615"/>
                  </a:lnTo>
                  <a:lnTo>
                    <a:pt x="22384" y="105615"/>
                  </a:lnTo>
                  <a:close/>
                </a:path>
              </a:pathLst>
            </a:custGeom>
            <a:ln w="5893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836139" y="5487228"/>
              <a:ext cx="169506" cy="189245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0121420" y="5473487"/>
              <a:ext cx="201295" cy="256540"/>
            </a:xfrm>
            <a:custGeom>
              <a:avLst/>
              <a:gdLst/>
              <a:ahLst/>
              <a:cxnLst/>
              <a:rect l="l" t="t" r="r" b="b"/>
              <a:pathLst>
                <a:path w="201295" h="256539">
                  <a:moveTo>
                    <a:pt x="201259" y="0"/>
                  </a:moveTo>
                  <a:lnTo>
                    <a:pt x="178671" y="0"/>
                  </a:lnTo>
                  <a:lnTo>
                    <a:pt x="178671" y="256204"/>
                  </a:lnTo>
                  <a:lnTo>
                    <a:pt x="201259" y="256204"/>
                  </a:lnTo>
                  <a:lnTo>
                    <a:pt x="201259" y="0"/>
                  </a:lnTo>
                  <a:close/>
                </a:path>
                <a:path w="201295" h="256539">
                  <a:moveTo>
                    <a:pt x="65322" y="19739"/>
                  </a:moveTo>
                  <a:lnTo>
                    <a:pt x="38975" y="26111"/>
                  </a:lnTo>
                  <a:lnTo>
                    <a:pt x="18314" y="44006"/>
                  </a:lnTo>
                  <a:lnTo>
                    <a:pt x="4826" y="72051"/>
                  </a:lnTo>
                  <a:lnTo>
                    <a:pt x="0" y="108871"/>
                  </a:lnTo>
                  <a:lnTo>
                    <a:pt x="4826" y="145806"/>
                  </a:lnTo>
                  <a:lnTo>
                    <a:pt x="18314" y="173889"/>
                  </a:lnTo>
                  <a:lnTo>
                    <a:pt x="38975" y="191746"/>
                  </a:lnTo>
                  <a:lnTo>
                    <a:pt x="65322" y="198003"/>
                  </a:lnTo>
                  <a:lnTo>
                    <a:pt x="91497" y="191746"/>
                  </a:lnTo>
                  <a:lnTo>
                    <a:pt x="107582" y="177857"/>
                  </a:lnTo>
                  <a:lnTo>
                    <a:pt x="65322" y="177857"/>
                  </a:lnTo>
                  <a:lnTo>
                    <a:pt x="47700" y="172944"/>
                  </a:lnTo>
                  <a:lnTo>
                    <a:pt x="33932" y="159008"/>
                  </a:lnTo>
                  <a:lnTo>
                    <a:pt x="24972" y="137250"/>
                  </a:lnTo>
                  <a:lnTo>
                    <a:pt x="21774" y="108871"/>
                  </a:lnTo>
                  <a:lnTo>
                    <a:pt x="24972" y="80607"/>
                  </a:lnTo>
                  <a:lnTo>
                    <a:pt x="33932" y="58887"/>
                  </a:lnTo>
                  <a:lnTo>
                    <a:pt x="47700" y="44912"/>
                  </a:lnTo>
                  <a:lnTo>
                    <a:pt x="65322" y="39885"/>
                  </a:lnTo>
                  <a:lnTo>
                    <a:pt x="107415" y="39885"/>
                  </a:lnTo>
                  <a:lnTo>
                    <a:pt x="91497" y="26111"/>
                  </a:lnTo>
                  <a:lnTo>
                    <a:pt x="65322" y="19739"/>
                  </a:lnTo>
                  <a:close/>
                </a:path>
                <a:path w="201295" h="256539">
                  <a:moveTo>
                    <a:pt x="107415" y="39885"/>
                  </a:moveTo>
                  <a:lnTo>
                    <a:pt x="65322" y="39885"/>
                  </a:lnTo>
                  <a:lnTo>
                    <a:pt x="82912" y="44912"/>
                  </a:lnTo>
                  <a:lnTo>
                    <a:pt x="96610" y="58887"/>
                  </a:lnTo>
                  <a:lnTo>
                    <a:pt x="105500" y="80607"/>
                  </a:lnTo>
                  <a:lnTo>
                    <a:pt x="108667" y="108871"/>
                  </a:lnTo>
                  <a:lnTo>
                    <a:pt x="105500" y="137250"/>
                  </a:lnTo>
                  <a:lnTo>
                    <a:pt x="96610" y="159008"/>
                  </a:lnTo>
                  <a:lnTo>
                    <a:pt x="82912" y="172944"/>
                  </a:lnTo>
                  <a:lnTo>
                    <a:pt x="65322" y="177857"/>
                  </a:lnTo>
                  <a:lnTo>
                    <a:pt x="107582" y="177857"/>
                  </a:lnTo>
                  <a:lnTo>
                    <a:pt x="112177" y="173889"/>
                  </a:lnTo>
                  <a:lnTo>
                    <a:pt x="125761" y="145806"/>
                  </a:lnTo>
                  <a:lnTo>
                    <a:pt x="130645" y="108871"/>
                  </a:lnTo>
                  <a:lnTo>
                    <a:pt x="125761" y="72051"/>
                  </a:lnTo>
                  <a:lnTo>
                    <a:pt x="112177" y="44006"/>
                  </a:lnTo>
                  <a:lnTo>
                    <a:pt x="107415" y="39885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10300092" y="5473487"/>
              <a:ext cx="22860" cy="256540"/>
            </a:xfrm>
            <a:custGeom>
              <a:avLst/>
              <a:gdLst/>
              <a:ahLst/>
              <a:cxnLst/>
              <a:rect l="l" t="t" r="r" b="b"/>
              <a:pathLst>
                <a:path w="22859" h="256539">
                  <a:moveTo>
                    <a:pt x="0" y="0"/>
                  </a:moveTo>
                  <a:lnTo>
                    <a:pt x="0" y="256204"/>
                  </a:lnTo>
                  <a:lnTo>
                    <a:pt x="22588" y="256204"/>
                  </a:lnTo>
                  <a:lnTo>
                    <a:pt x="22588" y="0"/>
                  </a:lnTo>
                  <a:lnTo>
                    <a:pt x="0" y="0"/>
                  </a:lnTo>
                  <a:close/>
                </a:path>
              </a:pathLst>
            </a:custGeom>
            <a:ln w="5893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118473" y="5490280"/>
              <a:ext cx="136538" cy="184157"/>
            </a:xfrm>
            <a:prstGeom prst="rect">
              <a:avLst/>
            </a:prstGeom>
          </p:spPr>
        </p:pic>
      </p:grpSp>
      <p:grpSp>
        <p:nvGrpSpPr>
          <p:cNvPr id="31" name="object 31" descr=""/>
          <p:cNvGrpSpPr/>
          <p:nvPr/>
        </p:nvGrpSpPr>
        <p:grpSpPr>
          <a:xfrm>
            <a:off x="10383103" y="5470541"/>
            <a:ext cx="213360" cy="262255"/>
            <a:chOff x="10383103" y="5470541"/>
            <a:chExt cx="213360" cy="262255"/>
          </a:xfrm>
        </p:grpSpPr>
        <p:sp>
          <p:nvSpPr>
            <p:cNvPr id="32" name="object 32" descr=""/>
            <p:cNvSpPr/>
            <p:nvPr/>
          </p:nvSpPr>
          <p:spPr>
            <a:xfrm>
              <a:off x="10386050" y="5473487"/>
              <a:ext cx="207645" cy="256540"/>
            </a:xfrm>
            <a:custGeom>
              <a:avLst/>
              <a:gdLst/>
              <a:ahLst/>
              <a:cxnLst/>
              <a:rect l="l" t="t" r="r" b="b"/>
              <a:pathLst>
                <a:path w="207645" h="256539">
                  <a:moveTo>
                    <a:pt x="207364" y="116401"/>
                  </a:moveTo>
                  <a:lnTo>
                    <a:pt x="184979" y="116401"/>
                  </a:lnTo>
                  <a:lnTo>
                    <a:pt x="184979" y="256204"/>
                  </a:lnTo>
                  <a:lnTo>
                    <a:pt x="207364" y="256204"/>
                  </a:lnTo>
                  <a:lnTo>
                    <a:pt x="207364" y="116401"/>
                  </a:lnTo>
                  <a:close/>
                </a:path>
                <a:path w="207645" h="256539">
                  <a:moveTo>
                    <a:pt x="64101" y="19739"/>
                  </a:moveTo>
                  <a:lnTo>
                    <a:pt x="38088" y="26111"/>
                  </a:lnTo>
                  <a:lnTo>
                    <a:pt x="17780" y="44006"/>
                  </a:lnTo>
                  <a:lnTo>
                    <a:pt x="4607" y="72051"/>
                  </a:lnTo>
                  <a:lnTo>
                    <a:pt x="0" y="108871"/>
                  </a:lnTo>
                  <a:lnTo>
                    <a:pt x="4607" y="145806"/>
                  </a:lnTo>
                  <a:lnTo>
                    <a:pt x="17780" y="173889"/>
                  </a:lnTo>
                  <a:lnTo>
                    <a:pt x="38088" y="191746"/>
                  </a:lnTo>
                  <a:lnTo>
                    <a:pt x="64101" y="198003"/>
                  </a:lnTo>
                  <a:lnTo>
                    <a:pt x="88777" y="192307"/>
                  </a:lnTo>
                  <a:lnTo>
                    <a:pt x="106202" y="177857"/>
                  </a:lnTo>
                  <a:lnTo>
                    <a:pt x="64101" y="177857"/>
                  </a:lnTo>
                  <a:lnTo>
                    <a:pt x="46810" y="172944"/>
                  </a:lnTo>
                  <a:lnTo>
                    <a:pt x="33373" y="159008"/>
                  </a:lnTo>
                  <a:lnTo>
                    <a:pt x="24667" y="137250"/>
                  </a:lnTo>
                  <a:lnTo>
                    <a:pt x="21570" y="108871"/>
                  </a:lnTo>
                  <a:lnTo>
                    <a:pt x="24667" y="80607"/>
                  </a:lnTo>
                  <a:lnTo>
                    <a:pt x="33373" y="58887"/>
                  </a:lnTo>
                  <a:lnTo>
                    <a:pt x="46810" y="44912"/>
                  </a:lnTo>
                  <a:lnTo>
                    <a:pt x="64101" y="39885"/>
                  </a:lnTo>
                  <a:lnTo>
                    <a:pt x="106359" y="39885"/>
                  </a:lnTo>
                  <a:lnTo>
                    <a:pt x="88201" y="25278"/>
                  </a:lnTo>
                  <a:lnTo>
                    <a:pt x="64101" y="19739"/>
                  </a:lnTo>
                  <a:close/>
                </a:path>
                <a:path w="207645" h="256539">
                  <a:moveTo>
                    <a:pt x="106359" y="39885"/>
                  </a:moveTo>
                  <a:lnTo>
                    <a:pt x="64101" y="39885"/>
                  </a:lnTo>
                  <a:lnTo>
                    <a:pt x="81306" y="44912"/>
                  </a:lnTo>
                  <a:lnTo>
                    <a:pt x="94753" y="58887"/>
                  </a:lnTo>
                  <a:lnTo>
                    <a:pt x="103507" y="80607"/>
                  </a:lnTo>
                  <a:lnTo>
                    <a:pt x="106632" y="108871"/>
                  </a:lnTo>
                  <a:lnTo>
                    <a:pt x="103507" y="137250"/>
                  </a:lnTo>
                  <a:lnTo>
                    <a:pt x="94753" y="159008"/>
                  </a:lnTo>
                  <a:lnTo>
                    <a:pt x="81306" y="172944"/>
                  </a:lnTo>
                  <a:lnTo>
                    <a:pt x="64101" y="177857"/>
                  </a:lnTo>
                  <a:lnTo>
                    <a:pt x="106202" y="177857"/>
                  </a:lnTo>
                  <a:lnTo>
                    <a:pt x="108426" y="176013"/>
                  </a:lnTo>
                  <a:lnTo>
                    <a:pt x="121836" y="150313"/>
                  </a:lnTo>
                  <a:lnTo>
                    <a:pt x="127796" y="116401"/>
                  </a:lnTo>
                  <a:lnTo>
                    <a:pt x="207364" y="116401"/>
                  </a:lnTo>
                  <a:lnTo>
                    <a:pt x="207364" y="97679"/>
                  </a:lnTo>
                  <a:lnTo>
                    <a:pt x="127593" y="97679"/>
                  </a:lnTo>
                  <a:lnTo>
                    <a:pt x="121063" y="65354"/>
                  </a:lnTo>
                  <a:lnTo>
                    <a:pt x="107561" y="40852"/>
                  </a:lnTo>
                  <a:lnTo>
                    <a:pt x="106359" y="39885"/>
                  </a:lnTo>
                  <a:close/>
                </a:path>
                <a:path w="207645" h="256539">
                  <a:moveTo>
                    <a:pt x="207364" y="0"/>
                  </a:moveTo>
                  <a:lnTo>
                    <a:pt x="184979" y="0"/>
                  </a:lnTo>
                  <a:lnTo>
                    <a:pt x="184979" y="97679"/>
                  </a:lnTo>
                  <a:lnTo>
                    <a:pt x="207364" y="97679"/>
                  </a:lnTo>
                  <a:lnTo>
                    <a:pt x="207364" y="0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386050" y="5473487"/>
              <a:ext cx="207645" cy="256540"/>
            </a:xfrm>
            <a:custGeom>
              <a:avLst/>
              <a:gdLst/>
              <a:ahLst/>
              <a:cxnLst/>
              <a:rect l="l" t="t" r="r" b="b"/>
              <a:pathLst>
                <a:path w="207645" h="256539">
                  <a:moveTo>
                    <a:pt x="184979" y="97679"/>
                  </a:moveTo>
                  <a:lnTo>
                    <a:pt x="127593" y="97679"/>
                  </a:lnTo>
                  <a:lnTo>
                    <a:pt x="121063" y="65354"/>
                  </a:lnTo>
                  <a:lnTo>
                    <a:pt x="107561" y="40852"/>
                  </a:lnTo>
                  <a:lnTo>
                    <a:pt x="88201" y="25278"/>
                  </a:lnTo>
                  <a:lnTo>
                    <a:pt x="64101" y="19739"/>
                  </a:lnTo>
                  <a:lnTo>
                    <a:pt x="38088" y="26111"/>
                  </a:lnTo>
                  <a:lnTo>
                    <a:pt x="17780" y="44006"/>
                  </a:lnTo>
                  <a:lnTo>
                    <a:pt x="4607" y="72051"/>
                  </a:lnTo>
                  <a:lnTo>
                    <a:pt x="0" y="108871"/>
                  </a:lnTo>
                  <a:lnTo>
                    <a:pt x="4607" y="145806"/>
                  </a:lnTo>
                  <a:lnTo>
                    <a:pt x="17780" y="173889"/>
                  </a:lnTo>
                  <a:lnTo>
                    <a:pt x="38088" y="191746"/>
                  </a:lnTo>
                  <a:lnTo>
                    <a:pt x="64101" y="198003"/>
                  </a:lnTo>
                  <a:lnTo>
                    <a:pt x="88777" y="192307"/>
                  </a:lnTo>
                  <a:lnTo>
                    <a:pt x="108426" y="176013"/>
                  </a:lnTo>
                  <a:lnTo>
                    <a:pt x="121836" y="150313"/>
                  </a:lnTo>
                  <a:lnTo>
                    <a:pt x="127796" y="116401"/>
                  </a:lnTo>
                  <a:lnTo>
                    <a:pt x="184979" y="116401"/>
                  </a:lnTo>
                  <a:lnTo>
                    <a:pt x="184979" y="256204"/>
                  </a:lnTo>
                  <a:lnTo>
                    <a:pt x="207364" y="256204"/>
                  </a:lnTo>
                  <a:lnTo>
                    <a:pt x="207364" y="0"/>
                  </a:lnTo>
                  <a:lnTo>
                    <a:pt x="184979" y="0"/>
                  </a:lnTo>
                  <a:lnTo>
                    <a:pt x="184979" y="97679"/>
                  </a:lnTo>
                  <a:close/>
                </a:path>
              </a:pathLst>
            </a:custGeom>
            <a:ln w="5893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404674" y="5510426"/>
              <a:ext cx="90955" cy="143865"/>
            </a:xfrm>
            <a:prstGeom prst="rect">
              <a:avLst/>
            </a:prstGeom>
          </p:spPr>
        </p:pic>
      </p:grpSp>
      <p:sp>
        <p:nvSpPr>
          <p:cNvPr id="35" name="object 35" descr=""/>
          <p:cNvSpPr/>
          <p:nvPr/>
        </p:nvSpPr>
        <p:spPr>
          <a:xfrm>
            <a:off x="10787761" y="5499341"/>
            <a:ext cx="191135" cy="127000"/>
          </a:xfrm>
          <a:custGeom>
            <a:avLst/>
            <a:gdLst/>
            <a:ahLst/>
            <a:cxnLst/>
            <a:rect l="l" t="t" r="r" b="b"/>
            <a:pathLst>
              <a:path w="191134" h="127000">
                <a:moveTo>
                  <a:pt x="191084" y="0"/>
                </a:moveTo>
                <a:lnTo>
                  <a:pt x="128206" y="0"/>
                </a:lnTo>
                <a:lnTo>
                  <a:pt x="128206" y="18719"/>
                </a:lnTo>
                <a:lnTo>
                  <a:pt x="128206" y="108254"/>
                </a:lnTo>
                <a:lnTo>
                  <a:pt x="62877" y="108254"/>
                </a:lnTo>
                <a:lnTo>
                  <a:pt x="62877" y="18719"/>
                </a:lnTo>
                <a:lnTo>
                  <a:pt x="128206" y="18719"/>
                </a:lnTo>
                <a:lnTo>
                  <a:pt x="128206" y="0"/>
                </a:lnTo>
                <a:lnTo>
                  <a:pt x="0" y="0"/>
                </a:lnTo>
                <a:lnTo>
                  <a:pt x="0" y="18719"/>
                </a:lnTo>
                <a:lnTo>
                  <a:pt x="40500" y="18719"/>
                </a:lnTo>
                <a:lnTo>
                  <a:pt x="40500" y="108254"/>
                </a:lnTo>
                <a:lnTo>
                  <a:pt x="406" y="108254"/>
                </a:lnTo>
                <a:lnTo>
                  <a:pt x="406" y="126568"/>
                </a:lnTo>
                <a:lnTo>
                  <a:pt x="190474" y="126568"/>
                </a:lnTo>
                <a:lnTo>
                  <a:pt x="190474" y="108254"/>
                </a:lnTo>
                <a:lnTo>
                  <a:pt x="150393" y="108254"/>
                </a:lnTo>
                <a:lnTo>
                  <a:pt x="150393" y="18719"/>
                </a:lnTo>
                <a:lnTo>
                  <a:pt x="191084" y="18719"/>
                </a:lnTo>
                <a:lnTo>
                  <a:pt x="191084" y="0"/>
                </a:lnTo>
                <a:close/>
              </a:path>
            </a:pathLst>
          </a:custGeom>
          <a:solidFill>
            <a:srgbClr val="A383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 descr=""/>
          <p:cNvSpPr/>
          <p:nvPr/>
        </p:nvSpPr>
        <p:spPr>
          <a:xfrm>
            <a:off x="10767011" y="5676986"/>
            <a:ext cx="234315" cy="19685"/>
          </a:xfrm>
          <a:custGeom>
            <a:avLst/>
            <a:gdLst/>
            <a:ahLst/>
            <a:cxnLst/>
            <a:rect l="l" t="t" r="r" b="b"/>
            <a:pathLst>
              <a:path w="234315" h="19685">
                <a:moveTo>
                  <a:pt x="234227" y="0"/>
                </a:moveTo>
                <a:lnTo>
                  <a:pt x="0" y="0"/>
                </a:lnTo>
                <a:lnTo>
                  <a:pt x="0" y="19332"/>
                </a:lnTo>
                <a:lnTo>
                  <a:pt x="234227" y="19332"/>
                </a:lnTo>
                <a:lnTo>
                  <a:pt x="234227" y="0"/>
                </a:lnTo>
                <a:close/>
              </a:path>
            </a:pathLst>
          </a:custGeom>
          <a:solidFill>
            <a:srgbClr val="A383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0787768" y="5499332"/>
            <a:ext cx="191135" cy="127000"/>
          </a:xfrm>
          <a:custGeom>
            <a:avLst/>
            <a:gdLst/>
            <a:ahLst/>
            <a:cxnLst/>
            <a:rect l="l" t="t" r="r" b="b"/>
            <a:pathLst>
              <a:path w="191134" h="127000">
                <a:moveTo>
                  <a:pt x="406" y="108261"/>
                </a:moveTo>
                <a:lnTo>
                  <a:pt x="406" y="126576"/>
                </a:lnTo>
                <a:lnTo>
                  <a:pt x="190474" y="126576"/>
                </a:lnTo>
                <a:lnTo>
                  <a:pt x="190474" y="108261"/>
                </a:lnTo>
                <a:lnTo>
                  <a:pt x="150386" y="108261"/>
                </a:lnTo>
                <a:lnTo>
                  <a:pt x="150386" y="18721"/>
                </a:lnTo>
                <a:lnTo>
                  <a:pt x="191084" y="18721"/>
                </a:lnTo>
                <a:lnTo>
                  <a:pt x="191084" y="0"/>
                </a:lnTo>
                <a:lnTo>
                  <a:pt x="0" y="0"/>
                </a:lnTo>
                <a:lnTo>
                  <a:pt x="0" y="18721"/>
                </a:lnTo>
                <a:lnTo>
                  <a:pt x="40496" y="18721"/>
                </a:lnTo>
                <a:lnTo>
                  <a:pt x="40496" y="108261"/>
                </a:lnTo>
                <a:lnTo>
                  <a:pt x="406" y="108261"/>
                </a:lnTo>
                <a:close/>
              </a:path>
              <a:path w="191134" h="127000">
                <a:moveTo>
                  <a:pt x="62881" y="108261"/>
                </a:moveTo>
                <a:lnTo>
                  <a:pt x="62881" y="18721"/>
                </a:lnTo>
                <a:lnTo>
                  <a:pt x="128204" y="18721"/>
                </a:lnTo>
                <a:lnTo>
                  <a:pt x="128204" y="108261"/>
                </a:lnTo>
                <a:lnTo>
                  <a:pt x="62881" y="108261"/>
                </a:lnTo>
                <a:close/>
              </a:path>
            </a:pathLst>
          </a:custGeom>
          <a:ln w="5893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8" name="object 38" descr=""/>
          <p:cNvGrpSpPr/>
          <p:nvPr/>
        </p:nvGrpSpPr>
        <p:grpSpPr>
          <a:xfrm>
            <a:off x="10764064" y="5470541"/>
            <a:ext cx="494030" cy="262255"/>
            <a:chOff x="10764064" y="5470541"/>
            <a:chExt cx="494030" cy="262255"/>
          </a:xfrm>
        </p:grpSpPr>
        <p:sp>
          <p:nvSpPr>
            <p:cNvPr id="39" name="object 39" descr=""/>
            <p:cNvSpPr/>
            <p:nvPr/>
          </p:nvSpPr>
          <p:spPr>
            <a:xfrm>
              <a:off x="10767011" y="5676986"/>
              <a:ext cx="234315" cy="19685"/>
            </a:xfrm>
            <a:custGeom>
              <a:avLst/>
              <a:gdLst/>
              <a:ahLst/>
              <a:cxnLst/>
              <a:rect l="l" t="t" r="r" b="b"/>
              <a:pathLst>
                <a:path w="234315" h="19685">
                  <a:moveTo>
                    <a:pt x="0" y="19332"/>
                  </a:moveTo>
                  <a:lnTo>
                    <a:pt x="234227" y="19332"/>
                  </a:lnTo>
                  <a:lnTo>
                    <a:pt x="234227" y="0"/>
                  </a:lnTo>
                  <a:lnTo>
                    <a:pt x="0" y="0"/>
                  </a:lnTo>
                  <a:lnTo>
                    <a:pt x="0" y="19332"/>
                  </a:lnTo>
                  <a:close/>
                </a:path>
              </a:pathLst>
            </a:custGeom>
            <a:ln w="5893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1044665" y="5473487"/>
              <a:ext cx="210820" cy="255904"/>
            </a:xfrm>
            <a:custGeom>
              <a:avLst/>
              <a:gdLst/>
              <a:ahLst/>
              <a:cxnLst/>
              <a:rect l="l" t="t" r="r" b="b"/>
              <a:pathLst>
                <a:path w="210820" h="255904">
                  <a:moveTo>
                    <a:pt x="210416" y="0"/>
                  </a:moveTo>
                  <a:lnTo>
                    <a:pt x="188845" y="0"/>
                  </a:lnTo>
                  <a:lnTo>
                    <a:pt x="188845" y="255797"/>
                  </a:lnTo>
                  <a:lnTo>
                    <a:pt x="210416" y="255797"/>
                  </a:lnTo>
                  <a:lnTo>
                    <a:pt x="210416" y="0"/>
                  </a:lnTo>
                  <a:close/>
                </a:path>
                <a:path w="210820" h="255904">
                  <a:moveTo>
                    <a:pt x="158117" y="6308"/>
                  </a:moveTo>
                  <a:lnTo>
                    <a:pt x="136749" y="6308"/>
                  </a:lnTo>
                  <a:lnTo>
                    <a:pt x="136749" y="92184"/>
                  </a:lnTo>
                  <a:lnTo>
                    <a:pt x="104190" y="92184"/>
                  </a:lnTo>
                  <a:lnTo>
                    <a:pt x="104190" y="110703"/>
                  </a:lnTo>
                  <a:lnTo>
                    <a:pt x="136749" y="110703"/>
                  </a:lnTo>
                  <a:lnTo>
                    <a:pt x="136749" y="242162"/>
                  </a:lnTo>
                  <a:lnTo>
                    <a:pt x="158117" y="242162"/>
                  </a:lnTo>
                  <a:lnTo>
                    <a:pt x="158117" y="6308"/>
                  </a:lnTo>
                  <a:close/>
                </a:path>
                <a:path w="210820" h="255904">
                  <a:moveTo>
                    <a:pt x="91776" y="28489"/>
                  </a:moveTo>
                  <a:lnTo>
                    <a:pt x="0" y="28489"/>
                  </a:lnTo>
                  <a:lnTo>
                    <a:pt x="0" y="47211"/>
                  </a:lnTo>
                  <a:lnTo>
                    <a:pt x="70002" y="47211"/>
                  </a:lnTo>
                  <a:lnTo>
                    <a:pt x="70002" y="98086"/>
                  </a:lnTo>
                  <a:lnTo>
                    <a:pt x="407" y="98086"/>
                  </a:lnTo>
                  <a:lnTo>
                    <a:pt x="407" y="192712"/>
                  </a:lnTo>
                  <a:lnTo>
                    <a:pt x="17500" y="192712"/>
                  </a:lnTo>
                  <a:lnTo>
                    <a:pt x="41353" y="192366"/>
                  </a:lnTo>
                  <a:lnTo>
                    <a:pt x="65016" y="191313"/>
                  </a:lnTo>
                  <a:lnTo>
                    <a:pt x="89443" y="189078"/>
                  </a:lnTo>
                  <a:lnTo>
                    <a:pt x="115585" y="185183"/>
                  </a:lnTo>
                  <a:lnTo>
                    <a:pt x="114577" y="173584"/>
                  </a:lnTo>
                  <a:lnTo>
                    <a:pt x="22384" y="173584"/>
                  </a:lnTo>
                  <a:lnTo>
                    <a:pt x="22384" y="116604"/>
                  </a:lnTo>
                  <a:lnTo>
                    <a:pt x="91776" y="116604"/>
                  </a:lnTo>
                  <a:lnTo>
                    <a:pt x="91776" y="28489"/>
                  </a:lnTo>
                  <a:close/>
                </a:path>
                <a:path w="210820" h="255904">
                  <a:moveTo>
                    <a:pt x="113958" y="166461"/>
                  </a:moveTo>
                  <a:lnTo>
                    <a:pt x="89376" y="170092"/>
                  </a:lnTo>
                  <a:lnTo>
                    <a:pt x="66416" y="172235"/>
                  </a:lnTo>
                  <a:lnTo>
                    <a:pt x="44333" y="173272"/>
                  </a:lnTo>
                  <a:lnTo>
                    <a:pt x="22384" y="173584"/>
                  </a:lnTo>
                  <a:lnTo>
                    <a:pt x="114577" y="173584"/>
                  </a:lnTo>
                  <a:lnTo>
                    <a:pt x="113958" y="166461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11044665" y="5473487"/>
              <a:ext cx="210820" cy="255904"/>
            </a:xfrm>
            <a:custGeom>
              <a:avLst/>
              <a:gdLst/>
              <a:ahLst/>
              <a:cxnLst/>
              <a:rect l="l" t="t" r="r" b="b"/>
              <a:pathLst>
                <a:path w="210820" h="255904">
                  <a:moveTo>
                    <a:pt x="188845" y="255797"/>
                  </a:moveTo>
                  <a:lnTo>
                    <a:pt x="210416" y="255797"/>
                  </a:lnTo>
                  <a:lnTo>
                    <a:pt x="210416" y="0"/>
                  </a:lnTo>
                  <a:lnTo>
                    <a:pt x="188845" y="0"/>
                  </a:lnTo>
                  <a:lnTo>
                    <a:pt x="188845" y="255797"/>
                  </a:lnTo>
                  <a:close/>
                </a:path>
                <a:path w="210820" h="255904">
                  <a:moveTo>
                    <a:pt x="104190" y="92184"/>
                  </a:moveTo>
                  <a:lnTo>
                    <a:pt x="104190" y="110703"/>
                  </a:lnTo>
                  <a:lnTo>
                    <a:pt x="136749" y="110703"/>
                  </a:lnTo>
                  <a:lnTo>
                    <a:pt x="136749" y="242162"/>
                  </a:lnTo>
                  <a:lnTo>
                    <a:pt x="158117" y="242162"/>
                  </a:lnTo>
                  <a:lnTo>
                    <a:pt x="158117" y="6308"/>
                  </a:lnTo>
                  <a:lnTo>
                    <a:pt x="136749" y="6308"/>
                  </a:lnTo>
                  <a:lnTo>
                    <a:pt x="136749" y="92184"/>
                  </a:lnTo>
                  <a:lnTo>
                    <a:pt x="104190" y="92184"/>
                  </a:lnTo>
                  <a:close/>
                </a:path>
                <a:path w="210820" h="255904">
                  <a:moveTo>
                    <a:pt x="22384" y="116604"/>
                  </a:moveTo>
                  <a:lnTo>
                    <a:pt x="91776" y="116604"/>
                  </a:lnTo>
                  <a:lnTo>
                    <a:pt x="91776" y="28489"/>
                  </a:lnTo>
                  <a:lnTo>
                    <a:pt x="0" y="28489"/>
                  </a:lnTo>
                  <a:lnTo>
                    <a:pt x="0" y="47211"/>
                  </a:lnTo>
                  <a:lnTo>
                    <a:pt x="70002" y="47211"/>
                  </a:lnTo>
                  <a:lnTo>
                    <a:pt x="70002" y="98086"/>
                  </a:lnTo>
                  <a:lnTo>
                    <a:pt x="407" y="98086"/>
                  </a:lnTo>
                  <a:lnTo>
                    <a:pt x="407" y="192712"/>
                  </a:lnTo>
                  <a:lnTo>
                    <a:pt x="17500" y="192712"/>
                  </a:lnTo>
                  <a:lnTo>
                    <a:pt x="41353" y="192366"/>
                  </a:lnTo>
                  <a:lnTo>
                    <a:pt x="65016" y="191313"/>
                  </a:lnTo>
                  <a:lnTo>
                    <a:pt x="89443" y="189078"/>
                  </a:lnTo>
                  <a:lnTo>
                    <a:pt x="115585" y="185183"/>
                  </a:lnTo>
                  <a:lnTo>
                    <a:pt x="113958" y="166461"/>
                  </a:lnTo>
                  <a:lnTo>
                    <a:pt x="89376" y="170092"/>
                  </a:lnTo>
                  <a:lnTo>
                    <a:pt x="66416" y="172235"/>
                  </a:lnTo>
                  <a:lnTo>
                    <a:pt x="44333" y="173272"/>
                  </a:lnTo>
                  <a:lnTo>
                    <a:pt x="22384" y="173584"/>
                  </a:lnTo>
                  <a:lnTo>
                    <a:pt x="22384" y="116604"/>
                  </a:lnTo>
                  <a:close/>
                </a:path>
              </a:pathLst>
            </a:custGeom>
            <a:ln w="5893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2" name="object 42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1308993" y="5470744"/>
            <a:ext cx="211222" cy="258027"/>
          </a:xfrm>
          <a:prstGeom prst="rect">
            <a:avLst/>
          </a:prstGeom>
        </p:spPr>
      </p:pic>
      <p:grpSp>
        <p:nvGrpSpPr>
          <p:cNvPr id="43" name="object 43" descr=""/>
          <p:cNvGrpSpPr/>
          <p:nvPr/>
        </p:nvGrpSpPr>
        <p:grpSpPr>
          <a:xfrm>
            <a:off x="11571789" y="5470541"/>
            <a:ext cx="245110" cy="260985"/>
            <a:chOff x="11571789" y="5470541"/>
            <a:chExt cx="245110" cy="260985"/>
          </a:xfrm>
        </p:grpSpPr>
        <p:sp>
          <p:nvSpPr>
            <p:cNvPr id="44" name="object 44" descr=""/>
            <p:cNvSpPr/>
            <p:nvPr/>
          </p:nvSpPr>
          <p:spPr>
            <a:xfrm>
              <a:off x="11574736" y="5473487"/>
              <a:ext cx="238760" cy="254635"/>
            </a:xfrm>
            <a:custGeom>
              <a:avLst/>
              <a:gdLst/>
              <a:ahLst/>
              <a:cxnLst/>
              <a:rect l="l" t="t" r="r" b="b"/>
              <a:pathLst>
                <a:path w="238759" h="254635">
                  <a:moveTo>
                    <a:pt x="134309" y="158932"/>
                  </a:moveTo>
                  <a:lnTo>
                    <a:pt x="111924" y="158932"/>
                  </a:lnTo>
                  <a:lnTo>
                    <a:pt x="111924" y="166868"/>
                  </a:lnTo>
                  <a:lnTo>
                    <a:pt x="104760" y="192057"/>
                  </a:lnTo>
                  <a:lnTo>
                    <a:pt x="85596" y="212706"/>
                  </a:lnTo>
                  <a:lnTo>
                    <a:pt x="57924" y="227937"/>
                  </a:lnTo>
                  <a:lnTo>
                    <a:pt x="25234" y="236871"/>
                  </a:lnTo>
                  <a:lnTo>
                    <a:pt x="34392" y="254576"/>
                  </a:lnTo>
                  <a:lnTo>
                    <a:pt x="62094" y="247224"/>
                  </a:lnTo>
                  <a:lnTo>
                    <a:pt x="87212" y="235523"/>
                  </a:lnTo>
                  <a:lnTo>
                    <a:pt x="108152" y="219663"/>
                  </a:lnTo>
                  <a:lnTo>
                    <a:pt x="123320" y="199835"/>
                  </a:lnTo>
                  <a:lnTo>
                    <a:pt x="148666" y="199835"/>
                  </a:lnTo>
                  <a:lnTo>
                    <a:pt x="141419" y="192057"/>
                  </a:lnTo>
                  <a:lnTo>
                    <a:pt x="134309" y="166868"/>
                  </a:lnTo>
                  <a:lnTo>
                    <a:pt x="134309" y="158932"/>
                  </a:lnTo>
                  <a:close/>
                </a:path>
                <a:path w="238759" h="254635">
                  <a:moveTo>
                    <a:pt x="148666" y="199835"/>
                  </a:moveTo>
                  <a:lnTo>
                    <a:pt x="123320" y="199835"/>
                  </a:lnTo>
                  <a:lnTo>
                    <a:pt x="138299" y="219663"/>
                  </a:lnTo>
                  <a:lnTo>
                    <a:pt x="159135" y="235523"/>
                  </a:lnTo>
                  <a:lnTo>
                    <a:pt x="184245" y="247224"/>
                  </a:lnTo>
                  <a:lnTo>
                    <a:pt x="212045" y="254576"/>
                  </a:lnTo>
                  <a:lnTo>
                    <a:pt x="221202" y="236871"/>
                  </a:lnTo>
                  <a:lnTo>
                    <a:pt x="188452" y="227937"/>
                  </a:lnTo>
                  <a:lnTo>
                    <a:pt x="160662" y="212706"/>
                  </a:lnTo>
                  <a:lnTo>
                    <a:pt x="148666" y="199835"/>
                  </a:lnTo>
                  <a:close/>
                </a:path>
                <a:path w="238759" h="254635">
                  <a:moveTo>
                    <a:pt x="200852" y="0"/>
                  </a:moveTo>
                  <a:lnTo>
                    <a:pt x="178264" y="0"/>
                  </a:lnTo>
                  <a:lnTo>
                    <a:pt x="178264" y="171956"/>
                  </a:lnTo>
                  <a:lnTo>
                    <a:pt x="200852" y="171956"/>
                  </a:lnTo>
                  <a:lnTo>
                    <a:pt x="200852" y="120063"/>
                  </a:lnTo>
                  <a:lnTo>
                    <a:pt x="238704" y="120063"/>
                  </a:lnTo>
                  <a:lnTo>
                    <a:pt x="238704" y="101138"/>
                  </a:lnTo>
                  <a:lnTo>
                    <a:pt x="200852" y="101138"/>
                  </a:lnTo>
                  <a:lnTo>
                    <a:pt x="200852" y="63288"/>
                  </a:lnTo>
                  <a:lnTo>
                    <a:pt x="238704" y="63288"/>
                  </a:lnTo>
                  <a:lnTo>
                    <a:pt x="238704" y="44362"/>
                  </a:lnTo>
                  <a:lnTo>
                    <a:pt x="200852" y="44362"/>
                  </a:lnTo>
                  <a:lnTo>
                    <a:pt x="200852" y="0"/>
                  </a:lnTo>
                  <a:close/>
                </a:path>
                <a:path w="238759" h="254635">
                  <a:moveTo>
                    <a:pt x="86894" y="14245"/>
                  </a:moveTo>
                  <a:lnTo>
                    <a:pt x="64713" y="14245"/>
                  </a:lnTo>
                  <a:lnTo>
                    <a:pt x="64713" y="40496"/>
                  </a:lnTo>
                  <a:lnTo>
                    <a:pt x="59982" y="68915"/>
                  </a:lnTo>
                  <a:lnTo>
                    <a:pt x="46856" y="94016"/>
                  </a:lnTo>
                  <a:lnTo>
                    <a:pt x="26480" y="114385"/>
                  </a:lnTo>
                  <a:lnTo>
                    <a:pt x="0" y="128611"/>
                  </a:lnTo>
                  <a:lnTo>
                    <a:pt x="12617" y="146518"/>
                  </a:lnTo>
                  <a:lnTo>
                    <a:pt x="33674" y="135711"/>
                  </a:lnTo>
                  <a:lnTo>
                    <a:pt x="51650" y="120877"/>
                  </a:lnTo>
                  <a:lnTo>
                    <a:pt x="66059" y="102534"/>
                  </a:lnTo>
                  <a:lnTo>
                    <a:pt x="76414" y="81195"/>
                  </a:lnTo>
                  <a:lnTo>
                    <a:pt x="99416" y="81195"/>
                  </a:lnTo>
                  <a:lnTo>
                    <a:pt x="91495" y="67462"/>
                  </a:lnTo>
                  <a:lnTo>
                    <a:pt x="86894" y="42124"/>
                  </a:lnTo>
                  <a:lnTo>
                    <a:pt x="86894" y="14245"/>
                  </a:lnTo>
                  <a:close/>
                </a:path>
                <a:path w="238759" h="254635">
                  <a:moveTo>
                    <a:pt x="99416" y="81195"/>
                  </a:moveTo>
                  <a:lnTo>
                    <a:pt x="76414" y="81195"/>
                  </a:lnTo>
                  <a:lnTo>
                    <a:pt x="86822" y="100073"/>
                  </a:lnTo>
                  <a:lnTo>
                    <a:pt x="100922" y="116375"/>
                  </a:lnTo>
                  <a:lnTo>
                    <a:pt x="118208" y="129587"/>
                  </a:lnTo>
                  <a:lnTo>
                    <a:pt x="138175" y="139192"/>
                  </a:lnTo>
                  <a:lnTo>
                    <a:pt x="150589" y="121691"/>
                  </a:lnTo>
                  <a:lnTo>
                    <a:pt x="124811" y="108830"/>
                  </a:lnTo>
                  <a:lnTo>
                    <a:pt x="104624" y="90226"/>
                  </a:lnTo>
                  <a:lnTo>
                    <a:pt x="99416" y="81195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571789" y="5470541"/>
              <a:ext cx="244597" cy="260469"/>
            </a:xfrm>
            <a:prstGeom prst="rect">
              <a:avLst/>
            </a:prstGeom>
          </p:spPr>
        </p:pic>
      </p:grpSp>
      <p:pic>
        <p:nvPicPr>
          <p:cNvPr id="46" name="object 46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850589" y="375602"/>
            <a:ext cx="219769" cy="255789"/>
          </a:xfrm>
          <a:prstGeom prst="rect">
            <a:avLst/>
          </a:prstGeom>
        </p:spPr>
      </p:pic>
      <p:grpSp>
        <p:nvGrpSpPr>
          <p:cNvPr id="47" name="object 47" descr=""/>
          <p:cNvGrpSpPr/>
          <p:nvPr/>
        </p:nvGrpSpPr>
        <p:grpSpPr>
          <a:xfrm>
            <a:off x="10121729" y="375398"/>
            <a:ext cx="205740" cy="262255"/>
            <a:chOff x="10121729" y="375398"/>
            <a:chExt cx="205740" cy="262255"/>
          </a:xfrm>
        </p:grpSpPr>
        <p:sp>
          <p:nvSpPr>
            <p:cNvPr id="48" name="object 48" descr=""/>
            <p:cNvSpPr/>
            <p:nvPr/>
          </p:nvSpPr>
          <p:spPr>
            <a:xfrm>
              <a:off x="10226832" y="378345"/>
              <a:ext cx="97790" cy="256540"/>
            </a:xfrm>
            <a:custGeom>
              <a:avLst/>
              <a:gdLst/>
              <a:ahLst/>
              <a:cxnLst/>
              <a:rect l="l" t="t" r="r" b="b"/>
              <a:pathLst>
                <a:path w="97790" h="256540">
                  <a:moveTo>
                    <a:pt x="74683" y="92999"/>
                  </a:moveTo>
                  <a:lnTo>
                    <a:pt x="0" y="92999"/>
                  </a:lnTo>
                  <a:lnTo>
                    <a:pt x="0" y="111924"/>
                  </a:lnTo>
                  <a:lnTo>
                    <a:pt x="74683" y="111924"/>
                  </a:lnTo>
                  <a:lnTo>
                    <a:pt x="74683" y="256204"/>
                  </a:lnTo>
                  <a:lnTo>
                    <a:pt x="97271" y="256204"/>
                  </a:lnTo>
                  <a:lnTo>
                    <a:pt x="97271" y="0"/>
                  </a:lnTo>
                  <a:lnTo>
                    <a:pt x="74683" y="0"/>
                  </a:lnTo>
                  <a:lnTo>
                    <a:pt x="74683" y="92999"/>
                  </a:lnTo>
                  <a:close/>
                </a:path>
              </a:pathLst>
            </a:custGeom>
            <a:ln w="5893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121729" y="399819"/>
              <a:ext cx="143458" cy="174389"/>
            </a:xfrm>
            <a:prstGeom prst="rect">
              <a:avLst/>
            </a:prstGeom>
          </p:spPr>
        </p:pic>
      </p:grpSp>
      <p:pic>
        <p:nvPicPr>
          <p:cNvPr id="50" name="object 50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377608" y="375398"/>
            <a:ext cx="244597" cy="260469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850589" y="375602"/>
            <a:ext cx="219769" cy="255789"/>
          </a:xfrm>
          <a:prstGeom prst="rect">
            <a:avLst/>
          </a:prstGeom>
        </p:spPr>
      </p:pic>
      <p:grpSp>
        <p:nvGrpSpPr>
          <p:cNvPr id="52" name="object 52" descr=""/>
          <p:cNvGrpSpPr/>
          <p:nvPr/>
        </p:nvGrpSpPr>
        <p:grpSpPr>
          <a:xfrm>
            <a:off x="10121729" y="375398"/>
            <a:ext cx="205740" cy="262255"/>
            <a:chOff x="10121729" y="375398"/>
            <a:chExt cx="205740" cy="262255"/>
          </a:xfrm>
        </p:grpSpPr>
        <p:sp>
          <p:nvSpPr>
            <p:cNvPr id="53" name="object 53" descr=""/>
            <p:cNvSpPr/>
            <p:nvPr/>
          </p:nvSpPr>
          <p:spPr>
            <a:xfrm>
              <a:off x="10124676" y="378345"/>
              <a:ext cx="200025" cy="256540"/>
            </a:xfrm>
            <a:custGeom>
              <a:avLst/>
              <a:gdLst/>
              <a:ahLst/>
              <a:cxnLst/>
              <a:rect l="l" t="t" r="r" b="b"/>
              <a:pathLst>
                <a:path w="200025" h="256540">
                  <a:moveTo>
                    <a:pt x="199428" y="0"/>
                  </a:moveTo>
                  <a:lnTo>
                    <a:pt x="176840" y="0"/>
                  </a:lnTo>
                  <a:lnTo>
                    <a:pt x="176840" y="92999"/>
                  </a:lnTo>
                  <a:lnTo>
                    <a:pt x="102156" y="92999"/>
                  </a:lnTo>
                  <a:lnTo>
                    <a:pt x="102156" y="111924"/>
                  </a:lnTo>
                  <a:lnTo>
                    <a:pt x="176840" y="111924"/>
                  </a:lnTo>
                  <a:lnTo>
                    <a:pt x="176840" y="256204"/>
                  </a:lnTo>
                  <a:lnTo>
                    <a:pt x="199428" y="256204"/>
                  </a:lnTo>
                  <a:lnTo>
                    <a:pt x="199428" y="0"/>
                  </a:lnTo>
                  <a:close/>
                </a:path>
                <a:path w="200025" h="256540">
                  <a:moveTo>
                    <a:pt x="117418" y="24420"/>
                  </a:moveTo>
                  <a:lnTo>
                    <a:pt x="0" y="24420"/>
                  </a:lnTo>
                  <a:lnTo>
                    <a:pt x="0" y="192916"/>
                  </a:lnTo>
                  <a:lnTo>
                    <a:pt x="19739" y="192916"/>
                  </a:lnTo>
                  <a:lnTo>
                    <a:pt x="53545" y="192551"/>
                  </a:lnTo>
                  <a:lnTo>
                    <a:pt x="82925" y="191212"/>
                  </a:lnTo>
                  <a:lnTo>
                    <a:pt x="110168" y="188538"/>
                  </a:lnTo>
                  <a:lnTo>
                    <a:pt x="137564" y="184166"/>
                  </a:lnTo>
                  <a:lnTo>
                    <a:pt x="136098" y="173787"/>
                  </a:lnTo>
                  <a:lnTo>
                    <a:pt x="22791" y="173787"/>
                  </a:lnTo>
                  <a:lnTo>
                    <a:pt x="22791" y="43345"/>
                  </a:lnTo>
                  <a:lnTo>
                    <a:pt x="117418" y="43345"/>
                  </a:lnTo>
                  <a:lnTo>
                    <a:pt x="117418" y="24420"/>
                  </a:lnTo>
                  <a:close/>
                </a:path>
                <a:path w="200025" h="256540">
                  <a:moveTo>
                    <a:pt x="134919" y="165444"/>
                  </a:moveTo>
                  <a:lnTo>
                    <a:pt x="108857" y="169609"/>
                  </a:lnTo>
                  <a:lnTo>
                    <a:pt x="82785" y="172134"/>
                  </a:lnTo>
                  <a:lnTo>
                    <a:pt x="54748" y="173399"/>
                  </a:lnTo>
                  <a:lnTo>
                    <a:pt x="22791" y="173787"/>
                  </a:lnTo>
                  <a:lnTo>
                    <a:pt x="136098" y="173787"/>
                  </a:lnTo>
                  <a:lnTo>
                    <a:pt x="134919" y="165444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226832" y="378345"/>
              <a:ext cx="97790" cy="256540"/>
            </a:xfrm>
            <a:custGeom>
              <a:avLst/>
              <a:gdLst/>
              <a:ahLst/>
              <a:cxnLst/>
              <a:rect l="l" t="t" r="r" b="b"/>
              <a:pathLst>
                <a:path w="97790" h="256540">
                  <a:moveTo>
                    <a:pt x="74683" y="92999"/>
                  </a:moveTo>
                  <a:lnTo>
                    <a:pt x="0" y="92999"/>
                  </a:lnTo>
                  <a:lnTo>
                    <a:pt x="0" y="111924"/>
                  </a:lnTo>
                  <a:lnTo>
                    <a:pt x="74683" y="111924"/>
                  </a:lnTo>
                  <a:lnTo>
                    <a:pt x="74683" y="256204"/>
                  </a:lnTo>
                  <a:lnTo>
                    <a:pt x="97271" y="256204"/>
                  </a:lnTo>
                  <a:lnTo>
                    <a:pt x="97271" y="0"/>
                  </a:lnTo>
                  <a:lnTo>
                    <a:pt x="74683" y="0"/>
                  </a:lnTo>
                  <a:lnTo>
                    <a:pt x="74683" y="92999"/>
                  </a:lnTo>
                  <a:close/>
                </a:path>
              </a:pathLst>
            </a:custGeom>
            <a:ln w="5893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121729" y="399819"/>
              <a:ext cx="143458" cy="174389"/>
            </a:xfrm>
            <a:prstGeom prst="rect">
              <a:avLst/>
            </a:prstGeom>
          </p:spPr>
        </p:pic>
      </p:grpSp>
      <p:grpSp>
        <p:nvGrpSpPr>
          <p:cNvPr id="56" name="object 56" descr=""/>
          <p:cNvGrpSpPr/>
          <p:nvPr/>
        </p:nvGrpSpPr>
        <p:grpSpPr>
          <a:xfrm>
            <a:off x="10377608" y="375398"/>
            <a:ext cx="245110" cy="260985"/>
            <a:chOff x="10377608" y="375398"/>
            <a:chExt cx="245110" cy="260985"/>
          </a:xfrm>
        </p:grpSpPr>
        <p:sp>
          <p:nvSpPr>
            <p:cNvPr id="57" name="object 57" descr=""/>
            <p:cNvSpPr/>
            <p:nvPr/>
          </p:nvSpPr>
          <p:spPr>
            <a:xfrm>
              <a:off x="10380555" y="378345"/>
              <a:ext cx="238760" cy="254635"/>
            </a:xfrm>
            <a:custGeom>
              <a:avLst/>
              <a:gdLst/>
              <a:ahLst/>
              <a:cxnLst/>
              <a:rect l="l" t="t" r="r" b="b"/>
              <a:pathLst>
                <a:path w="238759" h="254634">
                  <a:moveTo>
                    <a:pt x="134309" y="158932"/>
                  </a:moveTo>
                  <a:lnTo>
                    <a:pt x="111924" y="158932"/>
                  </a:lnTo>
                  <a:lnTo>
                    <a:pt x="111924" y="166868"/>
                  </a:lnTo>
                  <a:lnTo>
                    <a:pt x="104760" y="192058"/>
                  </a:lnTo>
                  <a:lnTo>
                    <a:pt x="85596" y="212706"/>
                  </a:lnTo>
                  <a:lnTo>
                    <a:pt x="57923" y="227937"/>
                  </a:lnTo>
                  <a:lnTo>
                    <a:pt x="25233" y="236872"/>
                  </a:lnTo>
                  <a:lnTo>
                    <a:pt x="34390" y="254576"/>
                  </a:lnTo>
                  <a:lnTo>
                    <a:pt x="62093" y="247225"/>
                  </a:lnTo>
                  <a:lnTo>
                    <a:pt x="87211" y="235523"/>
                  </a:lnTo>
                  <a:lnTo>
                    <a:pt x="108151" y="219663"/>
                  </a:lnTo>
                  <a:lnTo>
                    <a:pt x="123320" y="199835"/>
                  </a:lnTo>
                  <a:lnTo>
                    <a:pt x="148666" y="199835"/>
                  </a:lnTo>
                  <a:lnTo>
                    <a:pt x="141419" y="192058"/>
                  </a:lnTo>
                  <a:lnTo>
                    <a:pt x="134309" y="166868"/>
                  </a:lnTo>
                  <a:lnTo>
                    <a:pt x="134309" y="158932"/>
                  </a:lnTo>
                  <a:close/>
                </a:path>
                <a:path w="238759" h="254634">
                  <a:moveTo>
                    <a:pt x="148666" y="199835"/>
                  </a:moveTo>
                  <a:lnTo>
                    <a:pt x="123320" y="199835"/>
                  </a:lnTo>
                  <a:lnTo>
                    <a:pt x="138299" y="219663"/>
                  </a:lnTo>
                  <a:lnTo>
                    <a:pt x="159135" y="235523"/>
                  </a:lnTo>
                  <a:lnTo>
                    <a:pt x="184245" y="247225"/>
                  </a:lnTo>
                  <a:lnTo>
                    <a:pt x="212045" y="254576"/>
                  </a:lnTo>
                  <a:lnTo>
                    <a:pt x="221202" y="236872"/>
                  </a:lnTo>
                  <a:lnTo>
                    <a:pt x="188452" y="227937"/>
                  </a:lnTo>
                  <a:lnTo>
                    <a:pt x="160662" y="212706"/>
                  </a:lnTo>
                  <a:lnTo>
                    <a:pt x="148666" y="199835"/>
                  </a:lnTo>
                  <a:close/>
                </a:path>
                <a:path w="238759" h="254634">
                  <a:moveTo>
                    <a:pt x="200852" y="0"/>
                  </a:moveTo>
                  <a:lnTo>
                    <a:pt x="178264" y="0"/>
                  </a:lnTo>
                  <a:lnTo>
                    <a:pt x="178264" y="171956"/>
                  </a:lnTo>
                  <a:lnTo>
                    <a:pt x="200852" y="171956"/>
                  </a:lnTo>
                  <a:lnTo>
                    <a:pt x="200852" y="120064"/>
                  </a:lnTo>
                  <a:lnTo>
                    <a:pt x="238704" y="120064"/>
                  </a:lnTo>
                  <a:lnTo>
                    <a:pt x="238704" y="101139"/>
                  </a:lnTo>
                  <a:lnTo>
                    <a:pt x="200852" y="101139"/>
                  </a:lnTo>
                  <a:lnTo>
                    <a:pt x="200852" y="63288"/>
                  </a:lnTo>
                  <a:lnTo>
                    <a:pt x="238704" y="63288"/>
                  </a:lnTo>
                  <a:lnTo>
                    <a:pt x="238704" y="44362"/>
                  </a:lnTo>
                  <a:lnTo>
                    <a:pt x="200852" y="44362"/>
                  </a:lnTo>
                  <a:lnTo>
                    <a:pt x="200852" y="0"/>
                  </a:lnTo>
                  <a:close/>
                </a:path>
                <a:path w="238759" h="254634">
                  <a:moveTo>
                    <a:pt x="86893" y="14245"/>
                  </a:moveTo>
                  <a:lnTo>
                    <a:pt x="64712" y="14245"/>
                  </a:lnTo>
                  <a:lnTo>
                    <a:pt x="64712" y="40496"/>
                  </a:lnTo>
                  <a:lnTo>
                    <a:pt x="59981" y="68916"/>
                  </a:lnTo>
                  <a:lnTo>
                    <a:pt x="46855" y="94016"/>
                  </a:lnTo>
                  <a:lnTo>
                    <a:pt x="26480" y="114385"/>
                  </a:lnTo>
                  <a:lnTo>
                    <a:pt x="0" y="128610"/>
                  </a:lnTo>
                  <a:lnTo>
                    <a:pt x="12616" y="146518"/>
                  </a:lnTo>
                  <a:lnTo>
                    <a:pt x="33674" y="135711"/>
                  </a:lnTo>
                  <a:lnTo>
                    <a:pt x="51650" y="120877"/>
                  </a:lnTo>
                  <a:lnTo>
                    <a:pt x="66059" y="102534"/>
                  </a:lnTo>
                  <a:lnTo>
                    <a:pt x="76413" y="81196"/>
                  </a:lnTo>
                  <a:lnTo>
                    <a:pt x="99415" y="81196"/>
                  </a:lnTo>
                  <a:lnTo>
                    <a:pt x="91494" y="67462"/>
                  </a:lnTo>
                  <a:lnTo>
                    <a:pt x="86893" y="42124"/>
                  </a:lnTo>
                  <a:lnTo>
                    <a:pt x="86893" y="14245"/>
                  </a:lnTo>
                  <a:close/>
                </a:path>
                <a:path w="238759" h="254634">
                  <a:moveTo>
                    <a:pt x="99415" y="81196"/>
                  </a:moveTo>
                  <a:lnTo>
                    <a:pt x="76413" y="81196"/>
                  </a:lnTo>
                  <a:lnTo>
                    <a:pt x="86822" y="100073"/>
                  </a:lnTo>
                  <a:lnTo>
                    <a:pt x="100922" y="116375"/>
                  </a:lnTo>
                  <a:lnTo>
                    <a:pt x="118208" y="129586"/>
                  </a:lnTo>
                  <a:lnTo>
                    <a:pt x="138175" y="139192"/>
                  </a:lnTo>
                  <a:lnTo>
                    <a:pt x="150588" y="121692"/>
                  </a:lnTo>
                  <a:lnTo>
                    <a:pt x="124811" y="108830"/>
                  </a:lnTo>
                  <a:lnTo>
                    <a:pt x="104623" y="90225"/>
                  </a:lnTo>
                  <a:lnTo>
                    <a:pt x="99415" y="81196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 descr="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377608" y="375398"/>
              <a:ext cx="244597" cy="260469"/>
            </a:xfrm>
            <a:prstGeom prst="rect">
              <a:avLst/>
            </a:prstGeom>
          </p:spPr>
        </p:pic>
      </p:grpSp>
      <p:sp>
        <p:nvSpPr>
          <p:cNvPr id="59" name="object 59" descr=""/>
          <p:cNvSpPr/>
          <p:nvPr/>
        </p:nvSpPr>
        <p:spPr>
          <a:xfrm>
            <a:off x="1385214" y="2010801"/>
            <a:ext cx="161290" cy="406400"/>
          </a:xfrm>
          <a:custGeom>
            <a:avLst/>
            <a:gdLst/>
            <a:ahLst/>
            <a:cxnLst/>
            <a:rect l="l" t="t" r="r" b="b"/>
            <a:pathLst>
              <a:path w="161290" h="406400">
                <a:moveTo>
                  <a:pt x="59638" y="0"/>
                </a:moveTo>
                <a:lnTo>
                  <a:pt x="0" y="0"/>
                </a:lnTo>
                <a:lnTo>
                  <a:pt x="0" y="406189"/>
                </a:lnTo>
                <a:lnTo>
                  <a:pt x="59638" y="406189"/>
                </a:lnTo>
                <a:lnTo>
                  <a:pt x="59638" y="220825"/>
                </a:lnTo>
                <a:lnTo>
                  <a:pt x="161186" y="220825"/>
                </a:lnTo>
                <a:lnTo>
                  <a:pt x="161186" y="169783"/>
                </a:lnTo>
                <a:lnTo>
                  <a:pt x="59638" y="169783"/>
                </a:lnTo>
                <a:lnTo>
                  <a:pt x="59638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 descr=""/>
          <p:cNvSpPr/>
          <p:nvPr/>
        </p:nvSpPr>
        <p:spPr>
          <a:xfrm>
            <a:off x="945713" y="2052710"/>
            <a:ext cx="314325" cy="311785"/>
          </a:xfrm>
          <a:custGeom>
            <a:avLst/>
            <a:gdLst/>
            <a:ahLst/>
            <a:cxnLst/>
            <a:rect l="l" t="t" r="r" b="b"/>
            <a:pathLst>
              <a:path w="314325" h="311785">
                <a:moveTo>
                  <a:pt x="255211" y="0"/>
                </a:moveTo>
                <a:lnTo>
                  <a:pt x="255211" y="103696"/>
                </a:lnTo>
                <a:lnTo>
                  <a:pt x="58564" y="103696"/>
                </a:lnTo>
                <a:lnTo>
                  <a:pt x="58564" y="0"/>
                </a:lnTo>
                <a:lnTo>
                  <a:pt x="0" y="0"/>
                </a:lnTo>
                <a:lnTo>
                  <a:pt x="0" y="311626"/>
                </a:lnTo>
                <a:lnTo>
                  <a:pt x="314313" y="311626"/>
                </a:lnTo>
                <a:lnTo>
                  <a:pt x="314313" y="0"/>
                </a:lnTo>
                <a:lnTo>
                  <a:pt x="255211" y="0"/>
                </a:lnTo>
                <a:close/>
              </a:path>
              <a:path w="314325" h="311785">
                <a:moveTo>
                  <a:pt x="58564" y="263271"/>
                </a:moveTo>
                <a:lnTo>
                  <a:pt x="58564" y="150978"/>
                </a:lnTo>
                <a:lnTo>
                  <a:pt x="255211" y="150978"/>
                </a:lnTo>
                <a:lnTo>
                  <a:pt x="255211" y="263271"/>
                </a:lnTo>
                <a:lnTo>
                  <a:pt x="58564" y="263271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 descr=""/>
          <p:cNvSpPr/>
          <p:nvPr/>
        </p:nvSpPr>
        <p:spPr>
          <a:xfrm>
            <a:off x="1004277" y="2435258"/>
            <a:ext cx="447040" cy="250825"/>
          </a:xfrm>
          <a:custGeom>
            <a:avLst/>
            <a:gdLst/>
            <a:ahLst/>
            <a:cxnLst/>
            <a:rect l="l" t="t" r="r" b="b"/>
            <a:pathLst>
              <a:path w="447040" h="250825">
                <a:moveTo>
                  <a:pt x="224048" y="0"/>
                </a:moveTo>
                <a:lnTo>
                  <a:pt x="159134" y="3748"/>
                </a:lnTo>
                <a:lnTo>
                  <a:pt x="104114" y="14765"/>
                </a:lnTo>
                <a:lnTo>
                  <a:pt x="59840" y="32707"/>
                </a:lnTo>
                <a:lnTo>
                  <a:pt x="27162" y="57231"/>
                </a:lnTo>
                <a:lnTo>
                  <a:pt x="0" y="124651"/>
                </a:lnTo>
                <a:lnTo>
                  <a:pt x="6932" y="161537"/>
                </a:lnTo>
                <a:lnTo>
                  <a:pt x="59840" y="217131"/>
                </a:lnTo>
                <a:lnTo>
                  <a:pt x="104114" y="235212"/>
                </a:lnTo>
                <a:lnTo>
                  <a:pt x="159134" y="246398"/>
                </a:lnTo>
                <a:lnTo>
                  <a:pt x="224048" y="250375"/>
                </a:lnTo>
                <a:lnTo>
                  <a:pt x="288657" y="246398"/>
                </a:lnTo>
                <a:lnTo>
                  <a:pt x="343326" y="235212"/>
                </a:lnTo>
                <a:lnTo>
                  <a:pt x="387250" y="217131"/>
                </a:lnTo>
                <a:lnTo>
                  <a:pt x="419621" y="192468"/>
                </a:lnTo>
                <a:lnTo>
                  <a:pt x="446486" y="124651"/>
                </a:lnTo>
                <a:lnTo>
                  <a:pt x="439635" y="87993"/>
                </a:lnTo>
                <a:lnTo>
                  <a:pt x="387250" y="32707"/>
                </a:lnTo>
                <a:lnTo>
                  <a:pt x="343326" y="14765"/>
                </a:lnTo>
                <a:lnTo>
                  <a:pt x="288657" y="3748"/>
                </a:lnTo>
                <a:lnTo>
                  <a:pt x="224048" y="0"/>
                </a:lnTo>
                <a:close/>
              </a:path>
              <a:path w="447040" h="250825">
                <a:moveTo>
                  <a:pt x="224048" y="202020"/>
                </a:moveTo>
                <a:lnTo>
                  <a:pt x="155217" y="196731"/>
                </a:lnTo>
                <a:lnTo>
                  <a:pt x="103360" y="181469"/>
                </a:lnTo>
                <a:lnTo>
                  <a:pt x="70745" y="157140"/>
                </a:lnTo>
                <a:lnTo>
                  <a:pt x="59638" y="124651"/>
                </a:lnTo>
                <a:lnTo>
                  <a:pt x="70745" y="92237"/>
                </a:lnTo>
                <a:lnTo>
                  <a:pt x="103360" y="68034"/>
                </a:lnTo>
                <a:lnTo>
                  <a:pt x="155217" y="52796"/>
                </a:lnTo>
                <a:lnTo>
                  <a:pt x="224048" y="47281"/>
                </a:lnTo>
                <a:lnTo>
                  <a:pt x="292804" y="52796"/>
                </a:lnTo>
                <a:lnTo>
                  <a:pt x="344535" y="68034"/>
                </a:lnTo>
                <a:lnTo>
                  <a:pt x="377125" y="92237"/>
                </a:lnTo>
                <a:lnTo>
                  <a:pt x="388458" y="124651"/>
                </a:lnTo>
                <a:lnTo>
                  <a:pt x="377125" y="157140"/>
                </a:lnTo>
                <a:lnTo>
                  <a:pt x="344535" y="181469"/>
                </a:lnTo>
                <a:lnTo>
                  <a:pt x="292804" y="196731"/>
                </a:lnTo>
                <a:lnTo>
                  <a:pt x="224048" y="20202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 descr=""/>
          <p:cNvSpPr/>
          <p:nvPr/>
        </p:nvSpPr>
        <p:spPr>
          <a:xfrm>
            <a:off x="2065678" y="2010264"/>
            <a:ext cx="161290" cy="495934"/>
          </a:xfrm>
          <a:custGeom>
            <a:avLst/>
            <a:gdLst/>
            <a:ahLst/>
            <a:cxnLst/>
            <a:rect l="l" t="t" r="r" b="b"/>
            <a:pathLst>
              <a:path w="161289" h="495935">
                <a:moveTo>
                  <a:pt x="59638" y="0"/>
                </a:moveTo>
                <a:lnTo>
                  <a:pt x="0" y="0"/>
                </a:lnTo>
                <a:lnTo>
                  <a:pt x="0" y="495379"/>
                </a:lnTo>
                <a:lnTo>
                  <a:pt x="59638" y="495379"/>
                </a:lnTo>
                <a:lnTo>
                  <a:pt x="59638" y="256286"/>
                </a:lnTo>
                <a:lnTo>
                  <a:pt x="161186" y="256286"/>
                </a:lnTo>
                <a:lnTo>
                  <a:pt x="161186" y="205781"/>
                </a:lnTo>
                <a:lnTo>
                  <a:pt x="59638" y="205781"/>
                </a:lnTo>
                <a:lnTo>
                  <a:pt x="59638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/>
          <p:nvPr/>
        </p:nvSpPr>
        <p:spPr>
          <a:xfrm>
            <a:off x="1626177" y="2072052"/>
            <a:ext cx="312420" cy="311150"/>
          </a:xfrm>
          <a:custGeom>
            <a:avLst/>
            <a:gdLst/>
            <a:ahLst/>
            <a:cxnLst/>
            <a:rect l="l" t="t" r="r" b="b"/>
            <a:pathLst>
              <a:path w="312419" h="311150">
                <a:moveTo>
                  <a:pt x="0" y="0"/>
                </a:moveTo>
                <a:lnTo>
                  <a:pt x="0" y="311089"/>
                </a:lnTo>
                <a:lnTo>
                  <a:pt x="312164" y="311089"/>
                </a:lnTo>
                <a:lnTo>
                  <a:pt x="312164" y="0"/>
                </a:lnTo>
                <a:lnTo>
                  <a:pt x="0" y="0"/>
                </a:lnTo>
                <a:close/>
              </a:path>
              <a:path w="312419" h="311150">
                <a:moveTo>
                  <a:pt x="58027" y="262733"/>
                </a:moveTo>
                <a:lnTo>
                  <a:pt x="58027" y="48892"/>
                </a:lnTo>
                <a:lnTo>
                  <a:pt x="254137" y="48892"/>
                </a:lnTo>
                <a:lnTo>
                  <a:pt x="254137" y="262733"/>
                </a:lnTo>
                <a:lnTo>
                  <a:pt x="58027" y="262733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 descr=""/>
          <p:cNvSpPr/>
          <p:nvPr/>
        </p:nvSpPr>
        <p:spPr>
          <a:xfrm>
            <a:off x="1702471" y="2458899"/>
            <a:ext cx="454025" cy="212725"/>
          </a:xfrm>
          <a:custGeom>
            <a:avLst/>
            <a:gdLst/>
            <a:ahLst/>
            <a:cxnLst/>
            <a:rect l="l" t="t" r="r" b="b"/>
            <a:pathLst>
              <a:path w="454025" h="212725">
                <a:moveTo>
                  <a:pt x="0" y="0"/>
                </a:moveTo>
                <a:lnTo>
                  <a:pt x="0" y="212228"/>
                </a:lnTo>
                <a:lnTo>
                  <a:pt x="454008" y="212228"/>
                </a:lnTo>
                <a:lnTo>
                  <a:pt x="454008" y="162798"/>
                </a:lnTo>
                <a:lnTo>
                  <a:pt x="59101" y="162798"/>
                </a:lnTo>
                <a:lnTo>
                  <a:pt x="59101" y="0"/>
                </a:lnTo>
                <a:lnTo>
                  <a:pt x="0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 descr=""/>
          <p:cNvSpPr/>
          <p:nvPr/>
        </p:nvSpPr>
        <p:spPr>
          <a:xfrm>
            <a:off x="2277627" y="2033904"/>
            <a:ext cx="616585" cy="309245"/>
          </a:xfrm>
          <a:custGeom>
            <a:avLst/>
            <a:gdLst/>
            <a:ahLst/>
            <a:cxnLst/>
            <a:rect l="l" t="t" r="r" b="b"/>
            <a:pathLst>
              <a:path w="616585" h="309244">
                <a:moveTo>
                  <a:pt x="141843" y="156350"/>
                </a:moveTo>
                <a:lnTo>
                  <a:pt x="141843" y="48356"/>
                </a:lnTo>
                <a:lnTo>
                  <a:pt x="535675" y="48356"/>
                </a:lnTo>
                <a:lnTo>
                  <a:pt x="535675" y="0"/>
                </a:lnTo>
                <a:lnTo>
                  <a:pt x="82204" y="0"/>
                </a:lnTo>
                <a:lnTo>
                  <a:pt x="82204" y="205243"/>
                </a:lnTo>
                <a:lnTo>
                  <a:pt x="542660" y="205243"/>
                </a:lnTo>
                <a:lnTo>
                  <a:pt x="542660" y="156350"/>
                </a:lnTo>
                <a:lnTo>
                  <a:pt x="141843" y="156350"/>
                </a:lnTo>
                <a:close/>
              </a:path>
              <a:path w="616585" h="309244">
                <a:moveTo>
                  <a:pt x="0" y="308940"/>
                </a:moveTo>
                <a:lnTo>
                  <a:pt x="616268" y="308940"/>
                </a:lnTo>
                <a:lnTo>
                  <a:pt x="616268" y="260584"/>
                </a:lnTo>
                <a:lnTo>
                  <a:pt x="0" y="260584"/>
                </a:lnTo>
                <a:lnTo>
                  <a:pt x="0" y="30894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 descr=""/>
          <p:cNvSpPr/>
          <p:nvPr/>
        </p:nvSpPr>
        <p:spPr>
          <a:xfrm>
            <a:off x="2352310" y="2403021"/>
            <a:ext cx="481965" cy="275590"/>
          </a:xfrm>
          <a:custGeom>
            <a:avLst/>
            <a:gdLst/>
            <a:ahLst/>
            <a:cxnLst/>
            <a:rect l="l" t="t" r="r" b="b"/>
            <a:pathLst>
              <a:path w="481964" h="275589">
                <a:moveTo>
                  <a:pt x="461530" y="156888"/>
                </a:moveTo>
                <a:lnTo>
                  <a:pt x="461530" y="0"/>
                </a:lnTo>
                <a:lnTo>
                  <a:pt x="0" y="0"/>
                </a:lnTo>
                <a:lnTo>
                  <a:pt x="0" y="46743"/>
                </a:lnTo>
                <a:lnTo>
                  <a:pt x="402965" y="46743"/>
                </a:lnTo>
                <a:lnTo>
                  <a:pt x="402965" y="111755"/>
                </a:lnTo>
                <a:lnTo>
                  <a:pt x="1611" y="111755"/>
                </a:lnTo>
                <a:lnTo>
                  <a:pt x="1611" y="275091"/>
                </a:lnTo>
                <a:lnTo>
                  <a:pt x="481946" y="275091"/>
                </a:lnTo>
                <a:lnTo>
                  <a:pt x="481946" y="226735"/>
                </a:lnTo>
                <a:lnTo>
                  <a:pt x="60176" y="226735"/>
                </a:lnTo>
                <a:lnTo>
                  <a:pt x="60176" y="156888"/>
                </a:lnTo>
                <a:lnTo>
                  <a:pt x="461530" y="156888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 descr=""/>
          <p:cNvSpPr/>
          <p:nvPr/>
        </p:nvSpPr>
        <p:spPr>
          <a:xfrm>
            <a:off x="3456694" y="2010801"/>
            <a:ext cx="59690" cy="675640"/>
          </a:xfrm>
          <a:custGeom>
            <a:avLst/>
            <a:gdLst/>
            <a:ahLst/>
            <a:cxnLst/>
            <a:rect l="l" t="t" r="r" b="b"/>
            <a:pathLst>
              <a:path w="59689" h="675639">
                <a:moveTo>
                  <a:pt x="0" y="675370"/>
                </a:moveTo>
                <a:lnTo>
                  <a:pt x="59639" y="675370"/>
                </a:lnTo>
                <a:lnTo>
                  <a:pt x="59639" y="0"/>
                </a:lnTo>
                <a:lnTo>
                  <a:pt x="0" y="0"/>
                </a:lnTo>
                <a:lnTo>
                  <a:pt x="0" y="67537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 descr=""/>
          <p:cNvSpPr/>
          <p:nvPr/>
        </p:nvSpPr>
        <p:spPr>
          <a:xfrm>
            <a:off x="2966688" y="2084409"/>
            <a:ext cx="349885" cy="474980"/>
          </a:xfrm>
          <a:custGeom>
            <a:avLst/>
            <a:gdLst/>
            <a:ahLst/>
            <a:cxnLst/>
            <a:rect l="l" t="t" r="r" b="b"/>
            <a:pathLst>
              <a:path w="349885" h="474980">
                <a:moveTo>
                  <a:pt x="31162" y="0"/>
                </a:moveTo>
                <a:lnTo>
                  <a:pt x="31162" y="48356"/>
                </a:lnTo>
                <a:lnTo>
                  <a:pt x="289060" y="48356"/>
                </a:lnTo>
                <a:lnTo>
                  <a:pt x="282700" y="95765"/>
                </a:lnTo>
                <a:lnTo>
                  <a:pt x="271480" y="141229"/>
                </a:lnTo>
                <a:lnTo>
                  <a:pt x="255344" y="184676"/>
                </a:lnTo>
                <a:lnTo>
                  <a:pt x="234235" y="226030"/>
                </a:lnTo>
                <a:lnTo>
                  <a:pt x="208098" y="265218"/>
                </a:lnTo>
                <a:lnTo>
                  <a:pt x="176874" y="302166"/>
                </a:lnTo>
                <a:lnTo>
                  <a:pt x="140509" y="336799"/>
                </a:lnTo>
                <a:lnTo>
                  <a:pt x="98946" y="369043"/>
                </a:lnTo>
                <a:lnTo>
                  <a:pt x="52128" y="398825"/>
                </a:lnTo>
                <a:lnTo>
                  <a:pt x="0" y="426069"/>
                </a:lnTo>
                <a:lnTo>
                  <a:pt x="32236" y="474962"/>
                </a:lnTo>
                <a:lnTo>
                  <a:pt x="82159" y="448695"/>
                </a:lnTo>
                <a:lnTo>
                  <a:pt x="127364" y="420307"/>
                </a:lnTo>
                <a:lnTo>
                  <a:pt x="167979" y="389911"/>
                </a:lnTo>
                <a:lnTo>
                  <a:pt x="204131" y="357618"/>
                </a:lnTo>
                <a:lnTo>
                  <a:pt x="235950" y="323538"/>
                </a:lnTo>
                <a:lnTo>
                  <a:pt x="263561" y="287785"/>
                </a:lnTo>
                <a:lnTo>
                  <a:pt x="287094" y="250469"/>
                </a:lnTo>
                <a:lnTo>
                  <a:pt x="306674" y="211701"/>
                </a:lnTo>
                <a:lnTo>
                  <a:pt x="322431" y="171594"/>
                </a:lnTo>
                <a:lnTo>
                  <a:pt x="334492" y="130259"/>
                </a:lnTo>
                <a:lnTo>
                  <a:pt x="342984" y="87807"/>
                </a:lnTo>
                <a:lnTo>
                  <a:pt x="348035" y="44350"/>
                </a:lnTo>
                <a:lnTo>
                  <a:pt x="349774" y="0"/>
                </a:lnTo>
                <a:lnTo>
                  <a:pt x="31162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 descr=""/>
          <p:cNvSpPr/>
          <p:nvPr/>
        </p:nvSpPr>
        <p:spPr>
          <a:xfrm>
            <a:off x="3668516" y="2008220"/>
            <a:ext cx="360680" cy="616585"/>
          </a:xfrm>
          <a:custGeom>
            <a:avLst/>
            <a:gdLst/>
            <a:ahLst/>
            <a:cxnLst/>
            <a:rect l="l" t="t" r="r" b="b"/>
            <a:pathLst>
              <a:path w="360679" h="616585">
                <a:moveTo>
                  <a:pt x="1899" y="616163"/>
                </a:moveTo>
                <a:lnTo>
                  <a:pt x="13473" y="561710"/>
                </a:lnTo>
                <a:lnTo>
                  <a:pt x="30722" y="516113"/>
                </a:lnTo>
                <a:lnTo>
                  <a:pt x="53645" y="479371"/>
                </a:lnTo>
                <a:lnTo>
                  <a:pt x="82243" y="451486"/>
                </a:lnTo>
                <a:lnTo>
                  <a:pt x="112764" y="428693"/>
                </a:lnTo>
                <a:lnTo>
                  <a:pt x="141457" y="407230"/>
                </a:lnTo>
                <a:lnTo>
                  <a:pt x="193358" y="368292"/>
                </a:lnTo>
                <a:lnTo>
                  <a:pt x="239893" y="329782"/>
                </a:lnTo>
                <a:lnTo>
                  <a:pt x="283009" y="286808"/>
                </a:lnTo>
                <a:lnTo>
                  <a:pt x="314064" y="237899"/>
                </a:lnTo>
                <a:lnTo>
                  <a:pt x="324416" y="181581"/>
                </a:lnTo>
                <a:lnTo>
                  <a:pt x="321757" y="152497"/>
                </a:lnTo>
                <a:lnTo>
                  <a:pt x="300484" y="101023"/>
                </a:lnTo>
                <a:lnTo>
                  <a:pt x="259481" y="60020"/>
                </a:lnTo>
                <a:lnTo>
                  <a:pt x="208007" y="38747"/>
                </a:lnTo>
                <a:lnTo>
                  <a:pt x="178922" y="36088"/>
                </a:lnTo>
                <a:lnTo>
                  <a:pt x="150146" y="38747"/>
                </a:lnTo>
                <a:lnTo>
                  <a:pt x="98863" y="60020"/>
                </a:lnTo>
                <a:lnTo>
                  <a:pt x="60068" y="97747"/>
                </a:lnTo>
                <a:lnTo>
                  <a:pt x="39174" y="141243"/>
                </a:lnTo>
                <a:lnTo>
                  <a:pt x="34568" y="165627"/>
                </a:lnTo>
                <a:lnTo>
                  <a:pt x="0" y="153091"/>
                </a:lnTo>
                <a:lnTo>
                  <a:pt x="17094" y="99718"/>
                </a:lnTo>
                <a:lnTo>
                  <a:pt x="50903" y="53563"/>
                </a:lnTo>
                <a:lnTo>
                  <a:pt x="109499" y="13390"/>
                </a:lnTo>
                <a:lnTo>
                  <a:pt x="178922" y="0"/>
                </a:lnTo>
                <a:lnTo>
                  <a:pt x="215142" y="3323"/>
                </a:lnTo>
                <a:lnTo>
                  <a:pt x="279246" y="29915"/>
                </a:lnTo>
                <a:lnTo>
                  <a:pt x="330316" y="81151"/>
                </a:lnTo>
                <a:lnTo>
                  <a:pt x="356813" y="145350"/>
                </a:lnTo>
                <a:lnTo>
                  <a:pt x="360125" y="181581"/>
                </a:lnTo>
                <a:lnTo>
                  <a:pt x="356872" y="217813"/>
                </a:lnTo>
                <a:lnTo>
                  <a:pt x="330850" y="283152"/>
                </a:lnTo>
                <a:lnTo>
                  <a:pt x="289610" y="331302"/>
                </a:lnTo>
                <a:lnTo>
                  <a:pt x="247823" y="368530"/>
                </a:lnTo>
                <a:lnTo>
                  <a:pt x="199626" y="405331"/>
                </a:lnTo>
                <a:lnTo>
                  <a:pt x="173224" y="425084"/>
                </a:lnTo>
                <a:lnTo>
                  <a:pt x="115862" y="468010"/>
                </a:lnTo>
                <a:lnTo>
                  <a:pt x="66858" y="519104"/>
                </a:lnTo>
                <a:lnTo>
                  <a:pt x="40646" y="581974"/>
                </a:lnTo>
                <a:lnTo>
                  <a:pt x="360125" y="581974"/>
                </a:lnTo>
                <a:lnTo>
                  <a:pt x="360125" y="616163"/>
                </a:lnTo>
                <a:lnTo>
                  <a:pt x="1899" y="616163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 descr=""/>
          <p:cNvSpPr/>
          <p:nvPr/>
        </p:nvSpPr>
        <p:spPr>
          <a:xfrm>
            <a:off x="2273001" y="2978743"/>
            <a:ext cx="35560" cy="304165"/>
          </a:xfrm>
          <a:custGeom>
            <a:avLst/>
            <a:gdLst/>
            <a:ahLst/>
            <a:cxnLst/>
            <a:rect l="l" t="t" r="r" b="b"/>
            <a:pathLst>
              <a:path w="35560" h="304164">
                <a:moveTo>
                  <a:pt x="35139" y="0"/>
                </a:moveTo>
                <a:lnTo>
                  <a:pt x="35139" y="303907"/>
                </a:lnTo>
                <a:lnTo>
                  <a:pt x="18044" y="303907"/>
                </a:lnTo>
                <a:lnTo>
                  <a:pt x="18044" y="30010"/>
                </a:lnTo>
                <a:lnTo>
                  <a:pt x="0" y="30010"/>
                </a:lnTo>
                <a:lnTo>
                  <a:pt x="23362" y="0"/>
                </a:lnTo>
                <a:lnTo>
                  <a:pt x="35139" y="0"/>
                </a:lnTo>
                <a:close/>
              </a:path>
            </a:pathLst>
          </a:custGeom>
          <a:ln w="778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 descr=""/>
          <p:cNvSpPr/>
          <p:nvPr/>
        </p:nvSpPr>
        <p:spPr>
          <a:xfrm>
            <a:off x="3560784" y="2978743"/>
            <a:ext cx="35560" cy="304165"/>
          </a:xfrm>
          <a:custGeom>
            <a:avLst/>
            <a:gdLst/>
            <a:ahLst/>
            <a:cxnLst/>
            <a:rect l="l" t="t" r="r" b="b"/>
            <a:pathLst>
              <a:path w="35560" h="304164">
                <a:moveTo>
                  <a:pt x="35139" y="0"/>
                </a:moveTo>
                <a:lnTo>
                  <a:pt x="35139" y="303907"/>
                </a:lnTo>
                <a:lnTo>
                  <a:pt x="18044" y="303907"/>
                </a:lnTo>
                <a:lnTo>
                  <a:pt x="18044" y="30010"/>
                </a:lnTo>
                <a:lnTo>
                  <a:pt x="0" y="30010"/>
                </a:lnTo>
                <a:lnTo>
                  <a:pt x="23362" y="0"/>
                </a:lnTo>
                <a:lnTo>
                  <a:pt x="35139" y="0"/>
                </a:lnTo>
                <a:close/>
              </a:path>
            </a:pathLst>
          </a:custGeom>
          <a:ln w="778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2" name="object 72" descr=""/>
          <p:cNvGrpSpPr/>
          <p:nvPr/>
        </p:nvGrpSpPr>
        <p:grpSpPr>
          <a:xfrm>
            <a:off x="937933" y="2003021"/>
            <a:ext cx="616585" cy="690880"/>
            <a:chOff x="937933" y="2003021"/>
            <a:chExt cx="616585" cy="690880"/>
          </a:xfrm>
        </p:grpSpPr>
        <p:sp>
          <p:nvSpPr>
            <p:cNvPr id="73" name="object 73" descr=""/>
            <p:cNvSpPr/>
            <p:nvPr/>
          </p:nvSpPr>
          <p:spPr>
            <a:xfrm>
              <a:off x="945713" y="2010801"/>
              <a:ext cx="600710" cy="675005"/>
            </a:xfrm>
            <a:custGeom>
              <a:avLst/>
              <a:gdLst/>
              <a:ahLst/>
              <a:cxnLst/>
              <a:rect l="l" t="t" r="r" b="b"/>
              <a:pathLst>
                <a:path w="600710" h="675005">
                  <a:moveTo>
                    <a:pt x="499140" y="0"/>
                  </a:moveTo>
                  <a:lnTo>
                    <a:pt x="439501" y="0"/>
                  </a:lnTo>
                  <a:lnTo>
                    <a:pt x="439501" y="406189"/>
                  </a:lnTo>
                  <a:lnTo>
                    <a:pt x="499140" y="406189"/>
                  </a:lnTo>
                  <a:lnTo>
                    <a:pt x="499140" y="220825"/>
                  </a:lnTo>
                  <a:lnTo>
                    <a:pt x="600687" y="220825"/>
                  </a:lnTo>
                  <a:lnTo>
                    <a:pt x="600687" y="169783"/>
                  </a:lnTo>
                  <a:lnTo>
                    <a:pt x="499140" y="169783"/>
                  </a:lnTo>
                  <a:lnTo>
                    <a:pt x="499140" y="0"/>
                  </a:lnTo>
                  <a:close/>
                </a:path>
                <a:path w="600710" h="675005">
                  <a:moveTo>
                    <a:pt x="58564" y="41908"/>
                  </a:moveTo>
                  <a:lnTo>
                    <a:pt x="0" y="41908"/>
                  </a:lnTo>
                  <a:lnTo>
                    <a:pt x="0" y="353535"/>
                  </a:lnTo>
                  <a:lnTo>
                    <a:pt x="314313" y="353535"/>
                  </a:lnTo>
                  <a:lnTo>
                    <a:pt x="314313" y="305179"/>
                  </a:lnTo>
                  <a:lnTo>
                    <a:pt x="58564" y="305179"/>
                  </a:lnTo>
                  <a:lnTo>
                    <a:pt x="58564" y="192886"/>
                  </a:lnTo>
                  <a:lnTo>
                    <a:pt x="314313" y="192886"/>
                  </a:lnTo>
                  <a:lnTo>
                    <a:pt x="314313" y="145605"/>
                  </a:lnTo>
                  <a:lnTo>
                    <a:pt x="58564" y="145605"/>
                  </a:lnTo>
                  <a:lnTo>
                    <a:pt x="58564" y="41908"/>
                  </a:lnTo>
                  <a:close/>
                </a:path>
                <a:path w="600710" h="675005">
                  <a:moveTo>
                    <a:pt x="314313" y="192886"/>
                  </a:moveTo>
                  <a:lnTo>
                    <a:pt x="255211" y="192886"/>
                  </a:lnTo>
                  <a:lnTo>
                    <a:pt x="255211" y="305179"/>
                  </a:lnTo>
                  <a:lnTo>
                    <a:pt x="314313" y="305179"/>
                  </a:lnTo>
                  <a:lnTo>
                    <a:pt x="314313" y="192886"/>
                  </a:lnTo>
                  <a:close/>
                </a:path>
                <a:path w="600710" h="675005">
                  <a:moveTo>
                    <a:pt x="314313" y="41908"/>
                  </a:moveTo>
                  <a:lnTo>
                    <a:pt x="255211" y="41908"/>
                  </a:lnTo>
                  <a:lnTo>
                    <a:pt x="255211" y="145605"/>
                  </a:lnTo>
                  <a:lnTo>
                    <a:pt x="314313" y="145605"/>
                  </a:lnTo>
                  <a:lnTo>
                    <a:pt x="314313" y="41908"/>
                  </a:lnTo>
                  <a:close/>
                </a:path>
                <a:path w="600710" h="675005">
                  <a:moveTo>
                    <a:pt x="282613" y="424457"/>
                  </a:moveTo>
                  <a:lnTo>
                    <a:pt x="217698" y="428205"/>
                  </a:lnTo>
                  <a:lnTo>
                    <a:pt x="162678" y="439222"/>
                  </a:lnTo>
                  <a:lnTo>
                    <a:pt x="118404" y="457164"/>
                  </a:lnTo>
                  <a:lnTo>
                    <a:pt x="85727" y="481688"/>
                  </a:lnTo>
                  <a:lnTo>
                    <a:pt x="58564" y="549108"/>
                  </a:lnTo>
                  <a:lnTo>
                    <a:pt x="65496" y="585994"/>
                  </a:lnTo>
                  <a:lnTo>
                    <a:pt x="118404" y="641588"/>
                  </a:lnTo>
                  <a:lnTo>
                    <a:pt x="162678" y="659669"/>
                  </a:lnTo>
                  <a:lnTo>
                    <a:pt x="217698" y="670855"/>
                  </a:lnTo>
                  <a:lnTo>
                    <a:pt x="282613" y="674833"/>
                  </a:lnTo>
                  <a:lnTo>
                    <a:pt x="347222" y="670855"/>
                  </a:lnTo>
                  <a:lnTo>
                    <a:pt x="401891" y="659669"/>
                  </a:lnTo>
                  <a:lnTo>
                    <a:pt x="445814" y="641588"/>
                  </a:lnTo>
                  <a:lnTo>
                    <a:pt x="465648" y="626477"/>
                  </a:lnTo>
                  <a:lnTo>
                    <a:pt x="282613" y="626477"/>
                  </a:lnTo>
                  <a:lnTo>
                    <a:pt x="213781" y="621188"/>
                  </a:lnTo>
                  <a:lnTo>
                    <a:pt x="161925" y="605926"/>
                  </a:lnTo>
                  <a:lnTo>
                    <a:pt x="129309" y="581597"/>
                  </a:lnTo>
                  <a:lnTo>
                    <a:pt x="118203" y="549108"/>
                  </a:lnTo>
                  <a:lnTo>
                    <a:pt x="129309" y="516694"/>
                  </a:lnTo>
                  <a:lnTo>
                    <a:pt x="161925" y="492491"/>
                  </a:lnTo>
                  <a:lnTo>
                    <a:pt x="213781" y="477254"/>
                  </a:lnTo>
                  <a:lnTo>
                    <a:pt x="282613" y="471738"/>
                  </a:lnTo>
                  <a:lnTo>
                    <a:pt x="465052" y="471738"/>
                  </a:lnTo>
                  <a:lnTo>
                    <a:pt x="445814" y="457164"/>
                  </a:lnTo>
                  <a:lnTo>
                    <a:pt x="401891" y="439222"/>
                  </a:lnTo>
                  <a:lnTo>
                    <a:pt x="347222" y="428205"/>
                  </a:lnTo>
                  <a:lnTo>
                    <a:pt x="282613" y="424457"/>
                  </a:lnTo>
                  <a:close/>
                </a:path>
                <a:path w="600710" h="675005">
                  <a:moveTo>
                    <a:pt x="465052" y="471738"/>
                  </a:moveTo>
                  <a:lnTo>
                    <a:pt x="282613" y="471738"/>
                  </a:lnTo>
                  <a:lnTo>
                    <a:pt x="351369" y="477254"/>
                  </a:lnTo>
                  <a:lnTo>
                    <a:pt x="403099" y="492491"/>
                  </a:lnTo>
                  <a:lnTo>
                    <a:pt x="435689" y="516694"/>
                  </a:lnTo>
                  <a:lnTo>
                    <a:pt x="447023" y="549108"/>
                  </a:lnTo>
                  <a:lnTo>
                    <a:pt x="435689" y="581597"/>
                  </a:lnTo>
                  <a:lnTo>
                    <a:pt x="403099" y="605926"/>
                  </a:lnTo>
                  <a:lnTo>
                    <a:pt x="351369" y="621188"/>
                  </a:lnTo>
                  <a:lnTo>
                    <a:pt x="282613" y="626477"/>
                  </a:lnTo>
                  <a:lnTo>
                    <a:pt x="465648" y="626477"/>
                  </a:lnTo>
                  <a:lnTo>
                    <a:pt x="478185" y="616925"/>
                  </a:lnTo>
                  <a:lnTo>
                    <a:pt x="498199" y="585994"/>
                  </a:lnTo>
                  <a:lnTo>
                    <a:pt x="505050" y="549108"/>
                  </a:lnTo>
                  <a:lnTo>
                    <a:pt x="498199" y="512450"/>
                  </a:lnTo>
                  <a:lnTo>
                    <a:pt x="478185" y="481688"/>
                  </a:lnTo>
                  <a:lnTo>
                    <a:pt x="465052" y="47173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945713" y="2010801"/>
              <a:ext cx="600710" cy="675005"/>
            </a:xfrm>
            <a:custGeom>
              <a:avLst/>
              <a:gdLst/>
              <a:ahLst/>
              <a:cxnLst/>
              <a:rect l="l" t="t" r="r" b="b"/>
              <a:pathLst>
                <a:path w="600710" h="675005">
                  <a:moveTo>
                    <a:pt x="499140" y="0"/>
                  </a:moveTo>
                  <a:lnTo>
                    <a:pt x="439501" y="0"/>
                  </a:lnTo>
                  <a:lnTo>
                    <a:pt x="439501" y="406189"/>
                  </a:lnTo>
                  <a:lnTo>
                    <a:pt x="499140" y="406189"/>
                  </a:lnTo>
                  <a:lnTo>
                    <a:pt x="499140" y="220825"/>
                  </a:lnTo>
                  <a:lnTo>
                    <a:pt x="600687" y="220825"/>
                  </a:lnTo>
                  <a:lnTo>
                    <a:pt x="600687" y="169783"/>
                  </a:lnTo>
                  <a:lnTo>
                    <a:pt x="499140" y="169783"/>
                  </a:lnTo>
                  <a:lnTo>
                    <a:pt x="499140" y="0"/>
                  </a:lnTo>
                  <a:close/>
                </a:path>
                <a:path w="600710" h="675005">
                  <a:moveTo>
                    <a:pt x="255211" y="41908"/>
                  </a:moveTo>
                  <a:lnTo>
                    <a:pt x="255211" y="145605"/>
                  </a:lnTo>
                  <a:lnTo>
                    <a:pt x="58564" y="145605"/>
                  </a:lnTo>
                  <a:lnTo>
                    <a:pt x="58564" y="41908"/>
                  </a:lnTo>
                  <a:lnTo>
                    <a:pt x="0" y="41908"/>
                  </a:lnTo>
                  <a:lnTo>
                    <a:pt x="0" y="353535"/>
                  </a:lnTo>
                  <a:lnTo>
                    <a:pt x="314313" y="353535"/>
                  </a:lnTo>
                  <a:lnTo>
                    <a:pt x="314313" y="41908"/>
                  </a:lnTo>
                  <a:lnTo>
                    <a:pt x="255211" y="41908"/>
                  </a:lnTo>
                  <a:close/>
                </a:path>
                <a:path w="600710" h="675005">
                  <a:moveTo>
                    <a:pt x="58564" y="305179"/>
                  </a:moveTo>
                  <a:lnTo>
                    <a:pt x="58564" y="192886"/>
                  </a:lnTo>
                  <a:lnTo>
                    <a:pt x="255211" y="192886"/>
                  </a:lnTo>
                  <a:lnTo>
                    <a:pt x="255211" y="305179"/>
                  </a:lnTo>
                  <a:lnTo>
                    <a:pt x="58564" y="305179"/>
                  </a:lnTo>
                  <a:close/>
                </a:path>
                <a:path w="600710" h="675005">
                  <a:moveTo>
                    <a:pt x="282613" y="424457"/>
                  </a:moveTo>
                  <a:lnTo>
                    <a:pt x="217698" y="428205"/>
                  </a:lnTo>
                  <a:lnTo>
                    <a:pt x="162678" y="439222"/>
                  </a:lnTo>
                  <a:lnTo>
                    <a:pt x="118404" y="457164"/>
                  </a:lnTo>
                  <a:lnTo>
                    <a:pt x="85727" y="481688"/>
                  </a:lnTo>
                  <a:lnTo>
                    <a:pt x="58564" y="549108"/>
                  </a:lnTo>
                  <a:lnTo>
                    <a:pt x="65496" y="585994"/>
                  </a:lnTo>
                  <a:lnTo>
                    <a:pt x="118404" y="641588"/>
                  </a:lnTo>
                  <a:lnTo>
                    <a:pt x="162678" y="659669"/>
                  </a:lnTo>
                  <a:lnTo>
                    <a:pt x="217698" y="670855"/>
                  </a:lnTo>
                  <a:lnTo>
                    <a:pt x="282613" y="674833"/>
                  </a:lnTo>
                  <a:lnTo>
                    <a:pt x="347222" y="670855"/>
                  </a:lnTo>
                  <a:lnTo>
                    <a:pt x="401891" y="659669"/>
                  </a:lnTo>
                  <a:lnTo>
                    <a:pt x="445814" y="641588"/>
                  </a:lnTo>
                  <a:lnTo>
                    <a:pt x="478185" y="616925"/>
                  </a:lnTo>
                  <a:lnTo>
                    <a:pt x="505050" y="549108"/>
                  </a:lnTo>
                  <a:lnTo>
                    <a:pt x="498199" y="512450"/>
                  </a:lnTo>
                  <a:lnTo>
                    <a:pt x="445814" y="457164"/>
                  </a:lnTo>
                  <a:lnTo>
                    <a:pt x="401891" y="439222"/>
                  </a:lnTo>
                  <a:lnTo>
                    <a:pt x="347222" y="428205"/>
                  </a:lnTo>
                  <a:lnTo>
                    <a:pt x="282613" y="424457"/>
                  </a:lnTo>
                  <a:close/>
                </a:path>
                <a:path w="600710" h="675005">
                  <a:moveTo>
                    <a:pt x="282613" y="626477"/>
                  </a:moveTo>
                  <a:lnTo>
                    <a:pt x="213781" y="621188"/>
                  </a:lnTo>
                  <a:lnTo>
                    <a:pt x="161925" y="605926"/>
                  </a:lnTo>
                  <a:lnTo>
                    <a:pt x="129309" y="581597"/>
                  </a:lnTo>
                  <a:lnTo>
                    <a:pt x="118203" y="549108"/>
                  </a:lnTo>
                  <a:lnTo>
                    <a:pt x="129309" y="516694"/>
                  </a:lnTo>
                  <a:lnTo>
                    <a:pt x="161924" y="492491"/>
                  </a:lnTo>
                  <a:lnTo>
                    <a:pt x="213781" y="477254"/>
                  </a:lnTo>
                  <a:lnTo>
                    <a:pt x="282613" y="471738"/>
                  </a:lnTo>
                  <a:lnTo>
                    <a:pt x="351369" y="477254"/>
                  </a:lnTo>
                  <a:lnTo>
                    <a:pt x="403099" y="492491"/>
                  </a:lnTo>
                  <a:lnTo>
                    <a:pt x="435689" y="516694"/>
                  </a:lnTo>
                  <a:lnTo>
                    <a:pt x="447023" y="549108"/>
                  </a:lnTo>
                  <a:lnTo>
                    <a:pt x="435689" y="581597"/>
                  </a:lnTo>
                  <a:lnTo>
                    <a:pt x="403099" y="605926"/>
                  </a:lnTo>
                  <a:lnTo>
                    <a:pt x="351369" y="621188"/>
                  </a:lnTo>
                  <a:lnTo>
                    <a:pt x="282613" y="626477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5" name="object 75" descr=""/>
          <p:cNvGrpSpPr/>
          <p:nvPr/>
        </p:nvGrpSpPr>
        <p:grpSpPr>
          <a:xfrm>
            <a:off x="1618397" y="2002484"/>
            <a:ext cx="616585" cy="676910"/>
            <a:chOff x="1618397" y="2002484"/>
            <a:chExt cx="616585" cy="676910"/>
          </a:xfrm>
        </p:grpSpPr>
        <p:sp>
          <p:nvSpPr>
            <p:cNvPr id="76" name="object 76" descr=""/>
            <p:cNvSpPr/>
            <p:nvPr/>
          </p:nvSpPr>
          <p:spPr>
            <a:xfrm>
              <a:off x="1626171" y="2010409"/>
              <a:ext cx="600710" cy="660400"/>
            </a:xfrm>
            <a:custGeom>
              <a:avLst/>
              <a:gdLst/>
              <a:ahLst/>
              <a:cxnLst/>
              <a:rect l="l" t="t" r="r" b="b"/>
              <a:pathLst>
                <a:path w="600710" h="660400">
                  <a:moveTo>
                    <a:pt x="312166" y="62230"/>
                  </a:moveTo>
                  <a:lnTo>
                    <a:pt x="0" y="62230"/>
                  </a:lnTo>
                  <a:lnTo>
                    <a:pt x="0" y="110490"/>
                  </a:lnTo>
                  <a:lnTo>
                    <a:pt x="0" y="323850"/>
                  </a:lnTo>
                  <a:lnTo>
                    <a:pt x="0" y="372110"/>
                  </a:lnTo>
                  <a:lnTo>
                    <a:pt x="312166" y="372110"/>
                  </a:lnTo>
                  <a:lnTo>
                    <a:pt x="312166" y="324383"/>
                  </a:lnTo>
                  <a:lnTo>
                    <a:pt x="312166" y="323850"/>
                  </a:lnTo>
                  <a:lnTo>
                    <a:pt x="312166" y="110540"/>
                  </a:lnTo>
                  <a:lnTo>
                    <a:pt x="254139" y="110540"/>
                  </a:lnTo>
                  <a:lnTo>
                    <a:pt x="254139" y="323850"/>
                  </a:lnTo>
                  <a:lnTo>
                    <a:pt x="58026" y="323850"/>
                  </a:lnTo>
                  <a:lnTo>
                    <a:pt x="58026" y="110490"/>
                  </a:lnTo>
                  <a:lnTo>
                    <a:pt x="312166" y="110490"/>
                  </a:lnTo>
                  <a:lnTo>
                    <a:pt x="312166" y="62230"/>
                  </a:lnTo>
                  <a:close/>
                </a:path>
                <a:path w="600710" h="660400">
                  <a:moveTo>
                    <a:pt x="530301" y="610870"/>
                  </a:moveTo>
                  <a:lnTo>
                    <a:pt x="135394" y="610870"/>
                  </a:lnTo>
                  <a:lnTo>
                    <a:pt x="135394" y="448310"/>
                  </a:lnTo>
                  <a:lnTo>
                    <a:pt x="76288" y="448310"/>
                  </a:lnTo>
                  <a:lnTo>
                    <a:pt x="76288" y="610870"/>
                  </a:lnTo>
                  <a:lnTo>
                    <a:pt x="76288" y="660400"/>
                  </a:lnTo>
                  <a:lnTo>
                    <a:pt x="530301" y="660400"/>
                  </a:lnTo>
                  <a:lnTo>
                    <a:pt x="530301" y="610870"/>
                  </a:lnTo>
                  <a:close/>
                </a:path>
                <a:path w="600710" h="660400">
                  <a:moveTo>
                    <a:pt x="600684" y="205740"/>
                  </a:moveTo>
                  <a:lnTo>
                    <a:pt x="499135" y="205740"/>
                  </a:lnTo>
                  <a:lnTo>
                    <a:pt x="499135" y="0"/>
                  </a:lnTo>
                  <a:lnTo>
                    <a:pt x="439496" y="0"/>
                  </a:lnTo>
                  <a:lnTo>
                    <a:pt x="439496" y="205740"/>
                  </a:lnTo>
                  <a:lnTo>
                    <a:pt x="439496" y="256540"/>
                  </a:lnTo>
                  <a:lnTo>
                    <a:pt x="439496" y="495300"/>
                  </a:lnTo>
                  <a:lnTo>
                    <a:pt x="499135" y="495300"/>
                  </a:lnTo>
                  <a:lnTo>
                    <a:pt x="499135" y="256540"/>
                  </a:lnTo>
                  <a:lnTo>
                    <a:pt x="600684" y="256540"/>
                  </a:lnTo>
                  <a:lnTo>
                    <a:pt x="600684" y="20574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 descr=""/>
            <p:cNvSpPr/>
            <p:nvPr/>
          </p:nvSpPr>
          <p:spPr>
            <a:xfrm>
              <a:off x="1626177" y="2010264"/>
              <a:ext cx="600710" cy="661035"/>
            </a:xfrm>
            <a:custGeom>
              <a:avLst/>
              <a:gdLst/>
              <a:ahLst/>
              <a:cxnLst/>
              <a:rect l="l" t="t" r="r" b="b"/>
              <a:pathLst>
                <a:path w="600710" h="661035">
                  <a:moveTo>
                    <a:pt x="499140" y="0"/>
                  </a:moveTo>
                  <a:lnTo>
                    <a:pt x="439501" y="0"/>
                  </a:lnTo>
                  <a:lnTo>
                    <a:pt x="439501" y="495379"/>
                  </a:lnTo>
                  <a:lnTo>
                    <a:pt x="499140" y="495379"/>
                  </a:lnTo>
                  <a:lnTo>
                    <a:pt x="499140" y="256286"/>
                  </a:lnTo>
                  <a:lnTo>
                    <a:pt x="600687" y="256286"/>
                  </a:lnTo>
                  <a:lnTo>
                    <a:pt x="600687" y="205781"/>
                  </a:lnTo>
                  <a:lnTo>
                    <a:pt x="499140" y="205781"/>
                  </a:lnTo>
                  <a:lnTo>
                    <a:pt x="499140" y="0"/>
                  </a:lnTo>
                  <a:close/>
                </a:path>
                <a:path w="600710" h="661035">
                  <a:moveTo>
                    <a:pt x="0" y="61788"/>
                  </a:moveTo>
                  <a:lnTo>
                    <a:pt x="0" y="372877"/>
                  </a:lnTo>
                  <a:lnTo>
                    <a:pt x="312164" y="372877"/>
                  </a:lnTo>
                  <a:lnTo>
                    <a:pt x="312164" y="61788"/>
                  </a:lnTo>
                  <a:lnTo>
                    <a:pt x="0" y="61788"/>
                  </a:lnTo>
                  <a:close/>
                </a:path>
                <a:path w="600710" h="661035">
                  <a:moveTo>
                    <a:pt x="58027" y="324521"/>
                  </a:moveTo>
                  <a:lnTo>
                    <a:pt x="58027" y="110681"/>
                  </a:lnTo>
                  <a:lnTo>
                    <a:pt x="254137" y="110681"/>
                  </a:lnTo>
                  <a:lnTo>
                    <a:pt x="254137" y="324521"/>
                  </a:lnTo>
                  <a:lnTo>
                    <a:pt x="58027" y="324521"/>
                  </a:lnTo>
                  <a:close/>
                </a:path>
                <a:path w="600710" h="661035">
                  <a:moveTo>
                    <a:pt x="76294" y="448635"/>
                  </a:moveTo>
                  <a:lnTo>
                    <a:pt x="76294" y="660863"/>
                  </a:lnTo>
                  <a:lnTo>
                    <a:pt x="530302" y="660863"/>
                  </a:lnTo>
                  <a:lnTo>
                    <a:pt x="530302" y="611433"/>
                  </a:lnTo>
                  <a:lnTo>
                    <a:pt x="135396" y="611433"/>
                  </a:lnTo>
                  <a:lnTo>
                    <a:pt x="135396" y="448635"/>
                  </a:lnTo>
                  <a:lnTo>
                    <a:pt x="76294" y="448635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8" name="object 78" descr=""/>
          <p:cNvSpPr/>
          <p:nvPr/>
        </p:nvSpPr>
        <p:spPr>
          <a:xfrm>
            <a:off x="2359832" y="2190750"/>
            <a:ext cx="461009" cy="48260"/>
          </a:xfrm>
          <a:custGeom>
            <a:avLst/>
            <a:gdLst/>
            <a:ahLst/>
            <a:cxnLst/>
            <a:rect l="l" t="t" r="r" b="b"/>
            <a:pathLst>
              <a:path w="461010" h="48260">
                <a:moveTo>
                  <a:pt x="0" y="48260"/>
                </a:moveTo>
                <a:lnTo>
                  <a:pt x="460455" y="48260"/>
                </a:lnTo>
                <a:lnTo>
                  <a:pt x="460455" y="0"/>
                </a:lnTo>
                <a:lnTo>
                  <a:pt x="0" y="0"/>
                </a:lnTo>
                <a:lnTo>
                  <a:pt x="0" y="4826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 descr=""/>
          <p:cNvSpPr/>
          <p:nvPr/>
        </p:nvSpPr>
        <p:spPr>
          <a:xfrm>
            <a:off x="2359825" y="2033269"/>
            <a:ext cx="454025" cy="157480"/>
          </a:xfrm>
          <a:custGeom>
            <a:avLst/>
            <a:gdLst/>
            <a:ahLst/>
            <a:cxnLst/>
            <a:rect l="l" t="t" r="r" b="b"/>
            <a:pathLst>
              <a:path w="454025" h="157480">
                <a:moveTo>
                  <a:pt x="453466" y="0"/>
                </a:moveTo>
                <a:lnTo>
                  <a:pt x="0" y="0"/>
                </a:lnTo>
                <a:lnTo>
                  <a:pt x="0" y="49530"/>
                </a:lnTo>
                <a:lnTo>
                  <a:pt x="0" y="157480"/>
                </a:lnTo>
                <a:lnTo>
                  <a:pt x="59639" y="157480"/>
                </a:lnTo>
                <a:lnTo>
                  <a:pt x="59639" y="49530"/>
                </a:lnTo>
                <a:lnTo>
                  <a:pt x="453466" y="49530"/>
                </a:lnTo>
                <a:lnTo>
                  <a:pt x="453466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0" name="object 80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14089" y="2970675"/>
            <a:ext cx="1243427" cy="321184"/>
          </a:xfrm>
          <a:prstGeom prst="rect">
            <a:avLst/>
          </a:prstGeom>
        </p:spPr>
      </p:pic>
      <p:sp>
        <p:nvSpPr>
          <p:cNvPr id="81" name="object 81" descr=""/>
          <p:cNvSpPr/>
          <p:nvPr/>
        </p:nvSpPr>
        <p:spPr>
          <a:xfrm>
            <a:off x="2277627" y="2294489"/>
            <a:ext cx="616585" cy="48895"/>
          </a:xfrm>
          <a:custGeom>
            <a:avLst/>
            <a:gdLst/>
            <a:ahLst/>
            <a:cxnLst/>
            <a:rect l="l" t="t" r="r" b="b"/>
            <a:pathLst>
              <a:path w="616585" h="48894">
                <a:moveTo>
                  <a:pt x="616268" y="0"/>
                </a:moveTo>
                <a:lnTo>
                  <a:pt x="0" y="0"/>
                </a:lnTo>
                <a:lnTo>
                  <a:pt x="0" y="48355"/>
                </a:lnTo>
                <a:lnTo>
                  <a:pt x="616268" y="48355"/>
                </a:lnTo>
                <a:lnTo>
                  <a:pt x="616268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 descr=""/>
          <p:cNvSpPr/>
          <p:nvPr/>
        </p:nvSpPr>
        <p:spPr>
          <a:xfrm>
            <a:off x="2352306" y="2402839"/>
            <a:ext cx="481965" cy="275590"/>
          </a:xfrm>
          <a:custGeom>
            <a:avLst/>
            <a:gdLst/>
            <a:ahLst/>
            <a:cxnLst/>
            <a:rect l="l" t="t" r="r" b="b"/>
            <a:pathLst>
              <a:path w="481964" h="275589">
                <a:moveTo>
                  <a:pt x="481939" y="227330"/>
                </a:moveTo>
                <a:lnTo>
                  <a:pt x="60172" y="227330"/>
                </a:lnTo>
                <a:lnTo>
                  <a:pt x="60172" y="157480"/>
                </a:lnTo>
                <a:lnTo>
                  <a:pt x="461530" y="157480"/>
                </a:lnTo>
                <a:lnTo>
                  <a:pt x="461530" y="111760"/>
                </a:lnTo>
                <a:lnTo>
                  <a:pt x="461530" y="46990"/>
                </a:lnTo>
                <a:lnTo>
                  <a:pt x="461530" y="0"/>
                </a:lnTo>
                <a:lnTo>
                  <a:pt x="0" y="0"/>
                </a:lnTo>
                <a:lnTo>
                  <a:pt x="0" y="46990"/>
                </a:lnTo>
                <a:lnTo>
                  <a:pt x="402958" y="46990"/>
                </a:lnTo>
                <a:lnTo>
                  <a:pt x="402958" y="111760"/>
                </a:lnTo>
                <a:lnTo>
                  <a:pt x="1612" y="111760"/>
                </a:lnTo>
                <a:lnTo>
                  <a:pt x="1612" y="157480"/>
                </a:lnTo>
                <a:lnTo>
                  <a:pt x="1612" y="227330"/>
                </a:lnTo>
                <a:lnTo>
                  <a:pt x="1612" y="275590"/>
                </a:lnTo>
                <a:lnTo>
                  <a:pt x="481939" y="275590"/>
                </a:lnTo>
                <a:lnTo>
                  <a:pt x="481939" y="22733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 descr=""/>
          <p:cNvSpPr/>
          <p:nvPr/>
        </p:nvSpPr>
        <p:spPr>
          <a:xfrm>
            <a:off x="2277627" y="2033904"/>
            <a:ext cx="616585" cy="309245"/>
          </a:xfrm>
          <a:custGeom>
            <a:avLst/>
            <a:gdLst/>
            <a:ahLst/>
            <a:cxnLst/>
            <a:rect l="l" t="t" r="r" b="b"/>
            <a:pathLst>
              <a:path w="616585" h="309244">
                <a:moveTo>
                  <a:pt x="141843" y="156350"/>
                </a:moveTo>
                <a:lnTo>
                  <a:pt x="141843" y="48356"/>
                </a:lnTo>
                <a:lnTo>
                  <a:pt x="535675" y="48356"/>
                </a:lnTo>
                <a:lnTo>
                  <a:pt x="535675" y="0"/>
                </a:lnTo>
                <a:lnTo>
                  <a:pt x="82204" y="0"/>
                </a:lnTo>
                <a:lnTo>
                  <a:pt x="82204" y="205243"/>
                </a:lnTo>
                <a:lnTo>
                  <a:pt x="542660" y="205243"/>
                </a:lnTo>
                <a:lnTo>
                  <a:pt x="542660" y="156350"/>
                </a:lnTo>
                <a:lnTo>
                  <a:pt x="141843" y="156350"/>
                </a:lnTo>
                <a:close/>
              </a:path>
              <a:path w="616585" h="309244">
                <a:moveTo>
                  <a:pt x="0" y="308940"/>
                </a:moveTo>
                <a:lnTo>
                  <a:pt x="616268" y="308940"/>
                </a:lnTo>
                <a:lnTo>
                  <a:pt x="616268" y="260584"/>
                </a:lnTo>
                <a:lnTo>
                  <a:pt x="0" y="260584"/>
                </a:lnTo>
                <a:lnTo>
                  <a:pt x="0" y="30894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 descr=""/>
          <p:cNvSpPr/>
          <p:nvPr/>
        </p:nvSpPr>
        <p:spPr>
          <a:xfrm>
            <a:off x="2352310" y="2403021"/>
            <a:ext cx="481965" cy="275590"/>
          </a:xfrm>
          <a:custGeom>
            <a:avLst/>
            <a:gdLst/>
            <a:ahLst/>
            <a:cxnLst/>
            <a:rect l="l" t="t" r="r" b="b"/>
            <a:pathLst>
              <a:path w="481964" h="275589">
                <a:moveTo>
                  <a:pt x="461530" y="156888"/>
                </a:moveTo>
                <a:lnTo>
                  <a:pt x="461530" y="0"/>
                </a:lnTo>
                <a:lnTo>
                  <a:pt x="0" y="0"/>
                </a:lnTo>
                <a:lnTo>
                  <a:pt x="0" y="46743"/>
                </a:lnTo>
                <a:lnTo>
                  <a:pt x="402965" y="46743"/>
                </a:lnTo>
                <a:lnTo>
                  <a:pt x="402965" y="111755"/>
                </a:lnTo>
                <a:lnTo>
                  <a:pt x="1611" y="111755"/>
                </a:lnTo>
                <a:lnTo>
                  <a:pt x="1611" y="275091"/>
                </a:lnTo>
                <a:lnTo>
                  <a:pt x="481946" y="275091"/>
                </a:lnTo>
                <a:lnTo>
                  <a:pt x="481946" y="226735"/>
                </a:lnTo>
                <a:lnTo>
                  <a:pt x="60176" y="226735"/>
                </a:lnTo>
                <a:lnTo>
                  <a:pt x="60176" y="156888"/>
                </a:lnTo>
                <a:lnTo>
                  <a:pt x="461530" y="156888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5" name="object 85" descr=""/>
          <p:cNvGrpSpPr/>
          <p:nvPr/>
        </p:nvGrpSpPr>
        <p:grpSpPr>
          <a:xfrm>
            <a:off x="2958908" y="2003021"/>
            <a:ext cx="565785" cy="691515"/>
            <a:chOff x="2958908" y="2003021"/>
            <a:chExt cx="565785" cy="691515"/>
          </a:xfrm>
        </p:grpSpPr>
        <p:sp>
          <p:nvSpPr>
            <p:cNvPr id="86" name="object 86" descr=""/>
            <p:cNvSpPr/>
            <p:nvPr/>
          </p:nvSpPr>
          <p:spPr>
            <a:xfrm>
              <a:off x="2966688" y="2010801"/>
              <a:ext cx="549910" cy="675640"/>
            </a:xfrm>
            <a:custGeom>
              <a:avLst/>
              <a:gdLst/>
              <a:ahLst/>
              <a:cxnLst/>
              <a:rect l="l" t="t" r="r" b="b"/>
              <a:pathLst>
                <a:path w="549910" h="675639">
                  <a:moveTo>
                    <a:pt x="549645" y="0"/>
                  </a:moveTo>
                  <a:lnTo>
                    <a:pt x="490006" y="0"/>
                  </a:lnTo>
                  <a:lnTo>
                    <a:pt x="490006" y="675370"/>
                  </a:lnTo>
                  <a:lnTo>
                    <a:pt x="549645" y="675370"/>
                  </a:lnTo>
                  <a:lnTo>
                    <a:pt x="549645" y="0"/>
                  </a:lnTo>
                  <a:close/>
                </a:path>
                <a:path w="549910" h="675639">
                  <a:moveTo>
                    <a:pt x="349774" y="73608"/>
                  </a:moveTo>
                  <a:lnTo>
                    <a:pt x="31162" y="73608"/>
                  </a:lnTo>
                  <a:lnTo>
                    <a:pt x="31162" y="121964"/>
                  </a:lnTo>
                  <a:lnTo>
                    <a:pt x="289060" y="121964"/>
                  </a:lnTo>
                  <a:lnTo>
                    <a:pt x="282700" y="169373"/>
                  </a:lnTo>
                  <a:lnTo>
                    <a:pt x="271480" y="214837"/>
                  </a:lnTo>
                  <a:lnTo>
                    <a:pt x="255344" y="258284"/>
                  </a:lnTo>
                  <a:lnTo>
                    <a:pt x="234235" y="299639"/>
                  </a:lnTo>
                  <a:lnTo>
                    <a:pt x="208098" y="338827"/>
                  </a:lnTo>
                  <a:lnTo>
                    <a:pt x="176874" y="375774"/>
                  </a:lnTo>
                  <a:lnTo>
                    <a:pt x="140509" y="410407"/>
                  </a:lnTo>
                  <a:lnTo>
                    <a:pt x="98946" y="442652"/>
                  </a:lnTo>
                  <a:lnTo>
                    <a:pt x="52128" y="472433"/>
                  </a:lnTo>
                  <a:lnTo>
                    <a:pt x="0" y="499677"/>
                  </a:lnTo>
                  <a:lnTo>
                    <a:pt x="32236" y="548570"/>
                  </a:lnTo>
                  <a:lnTo>
                    <a:pt x="82159" y="522303"/>
                  </a:lnTo>
                  <a:lnTo>
                    <a:pt x="127364" y="493916"/>
                  </a:lnTo>
                  <a:lnTo>
                    <a:pt x="167979" y="463519"/>
                  </a:lnTo>
                  <a:lnTo>
                    <a:pt x="204131" y="431226"/>
                  </a:lnTo>
                  <a:lnTo>
                    <a:pt x="235950" y="397147"/>
                  </a:lnTo>
                  <a:lnTo>
                    <a:pt x="263561" y="361393"/>
                  </a:lnTo>
                  <a:lnTo>
                    <a:pt x="287094" y="324077"/>
                  </a:lnTo>
                  <a:lnTo>
                    <a:pt x="306674" y="285310"/>
                  </a:lnTo>
                  <a:lnTo>
                    <a:pt x="322431" y="245202"/>
                  </a:lnTo>
                  <a:lnTo>
                    <a:pt x="334492" y="203867"/>
                  </a:lnTo>
                  <a:lnTo>
                    <a:pt x="342984" y="161415"/>
                  </a:lnTo>
                  <a:lnTo>
                    <a:pt x="348035" y="117958"/>
                  </a:lnTo>
                  <a:lnTo>
                    <a:pt x="349774" y="7360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 descr=""/>
            <p:cNvSpPr/>
            <p:nvPr/>
          </p:nvSpPr>
          <p:spPr>
            <a:xfrm>
              <a:off x="2966688" y="2010801"/>
              <a:ext cx="549910" cy="675640"/>
            </a:xfrm>
            <a:custGeom>
              <a:avLst/>
              <a:gdLst/>
              <a:ahLst/>
              <a:cxnLst/>
              <a:rect l="l" t="t" r="r" b="b"/>
              <a:pathLst>
                <a:path w="549910" h="675639">
                  <a:moveTo>
                    <a:pt x="490006" y="675370"/>
                  </a:moveTo>
                  <a:lnTo>
                    <a:pt x="549645" y="675370"/>
                  </a:lnTo>
                  <a:lnTo>
                    <a:pt x="549645" y="0"/>
                  </a:lnTo>
                  <a:lnTo>
                    <a:pt x="490006" y="0"/>
                  </a:lnTo>
                  <a:lnTo>
                    <a:pt x="490006" y="675370"/>
                  </a:lnTo>
                  <a:close/>
                </a:path>
                <a:path w="549910" h="675639">
                  <a:moveTo>
                    <a:pt x="31162" y="73608"/>
                  </a:moveTo>
                  <a:lnTo>
                    <a:pt x="31162" y="121964"/>
                  </a:lnTo>
                  <a:lnTo>
                    <a:pt x="289060" y="121964"/>
                  </a:lnTo>
                  <a:lnTo>
                    <a:pt x="282700" y="169373"/>
                  </a:lnTo>
                  <a:lnTo>
                    <a:pt x="271480" y="214837"/>
                  </a:lnTo>
                  <a:lnTo>
                    <a:pt x="255344" y="258284"/>
                  </a:lnTo>
                  <a:lnTo>
                    <a:pt x="234235" y="299639"/>
                  </a:lnTo>
                  <a:lnTo>
                    <a:pt x="208098" y="338827"/>
                  </a:lnTo>
                  <a:lnTo>
                    <a:pt x="176874" y="375774"/>
                  </a:lnTo>
                  <a:lnTo>
                    <a:pt x="140509" y="410407"/>
                  </a:lnTo>
                  <a:lnTo>
                    <a:pt x="98946" y="442652"/>
                  </a:lnTo>
                  <a:lnTo>
                    <a:pt x="52128" y="472433"/>
                  </a:lnTo>
                  <a:lnTo>
                    <a:pt x="0" y="499677"/>
                  </a:lnTo>
                  <a:lnTo>
                    <a:pt x="32236" y="548570"/>
                  </a:lnTo>
                  <a:lnTo>
                    <a:pt x="82159" y="522303"/>
                  </a:lnTo>
                  <a:lnTo>
                    <a:pt x="127364" y="493916"/>
                  </a:lnTo>
                  <a:lnTo>
                    <a:pt x="167979" y="463519"/>
                  </a:lnTo>
                  <a:lnTo>
                    <a:pt x="204131" y="431226"/>
                  </a:lnTo>
                  <a:lnTo>
                    <a:pt x="235950" y="397147"/>
                  </a:lnTo>
                  <a:lnTo>
                    <a:pt x="263561" y="361393"/>
                  </a:lnTo>
                  <a:lnTo>
                    <a:pt x="287094" y="324077"/>
                  </a:lnTo>
                  <a:lnTo>
                    <a:pt x="306674" y="285310"/>
                  </a:lnTo>
                  <a:lnTo>
                    <a:pt x="322431" y="245202"/>
                  </a:lnTo>
                  <a:lnTo>
                    <a:pt x="334492" y="203867"/>
                  </a:lnTo>
                  <a:lnTo>
                    <a:pt x="342984" y="161415"/>
                  </a:lnTo>
                  <a:lnTo>
                    <a:pt x="348035" y="117958"/>
                  </a:lnTo>
                  <a:lnTo>
                    <a:pt x="349774" y="73608"/>
                  </a:lnTo>
                  <a:lnTo>
                    <a:pt x="31162" y="73608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8" name="object 88" descr=""/>
          <p:cNvGrpSpPr/>
          <p:nvPr/>
        </p:nvGrpSpPr>
        <p:grpSpPr>
          <a:xfrm>
            <a:off x="3660735" y="2000440"/>
            <a:ext cx="375920" cy="631825"/>
            <a:chOff x="3660735" y="2000440"/>
            <a:chExt cx="375920" cy="631825"/>
          </a:xfrm>
        </p:grpSpPr>
        <p:sp>
          <p:nvSpPr>
            <p:cNvPr id="89" name="object 89" descr=""/>
            <p:cNvSpPr/>
            <p:nvPr/>
          </p:nvSpPr>
          <p:spPr>
            <a:xfrm>
              <a:off x="3668515" y="2008220"/>
              <a:ext cx="360680" cy="616585"/>
            </a:xfrm>
            <a:custGeom>
              <a:avLst/>
              <a:gdLst/>
              <a:ahLst/>
              <a:cxnLst/>
              <a:rect l="l" t="t" r="r" b="b"/>
              <a:pathLst>
                <a:path w="360679" h="616585">
                  <a:moveTo>
                    <a:pt x="178922" y="0"/>
                  </a:moveTo>
                  <a:lnTo>
                    <a:pt x="109499" y="13390"/>
                  </a:lnTo>
                  <a:lnTo>
                    <a:pt x="50903" y="53563"/>
                  </a:lnTo>
                  <a:lnTo>
                    <a:pt x="17094" y="99718"/>
                  </a:lnTo>
                  <a:lnTo>
                    <a:pt x="0" y="153091"/>
                  </a:lnTo>
                  <a:lnTo>
                    <a:pt x="34568" y="165627"/>
                  </a:lnTo>
                  <a:lnTo>
                    <a:pt x="39174" y="141243"/>
                  </a:lnTo>
                  <a:lnTo>
                    <a:pt x="47674" y="118617"/>
                  </a:lnTo>
                  <a:lnTo>
                    <a:pt x="76355" y="78634"/>
                  </a:lnTo>
                  <a:lnTo>
                    <a:pt x="123460" y="46725"/>
                  </a:lnTo>
                  <a:lnTo>
                    <a:pt x="178922" y="36088"/>
                  </a:lnTo>
                  <a:lnTo>
                    <a:pt x="208007" y="38747"/>
                  </a:lnTo>
                  <a:lnTo>
                    <a:pt x="259481" y="60020"/>
                  </a:lnTo>
                  <a:lnTo>
                    <a:pt x="300484" y="101023"/>
                  </a:lnTo>
                  <a:lnTo>
                    <a:pt x="321757" y="152497"/>
                  </a:lnTo>
                  <a:lnTo>
                    <a:pt x="324416" y="181581"/>
                  </a:lnTo>
                  <a:lnTo>
                    <a:pt x="321828" y="210666"/>
                  </a:lnTo>
                  <a:lnTo>
                    <a:pt x="301125" y="263279"/>
                  </a:lnTo>
                  <a:lnTo>
                    <a:pt x="261879" y="308853"/>
                  </a:lnTo>
                  <a:lnTo>
                    <a:pt x="217053" y="349595"/>
                  </a:lnTo>
                  <a:lnTo>
                    <a:pt x="82243" y="451486"/>
                  </a:lnTo>
                  <a:lnTo>
                    <a:pt x="53645" y="479371"/>
                  </a:lnTo>
                  <a:lnTo>
                    <a:pt x="30722" y="516113"/>
                  </a:lnTo>
                  <a:lnTo>
                    <a:pt x="13473" y="561710"/>
                  </a:lnTo>
                  <a:lnTo>
                    <a:pt x="1899" y="616163"/>
                  </a:lnTo>
                  <a:lnTo>
                    <a:pt x="360125" y="616163"/>
                  </a:lnTo>
                  <a:lnTo>
                    <a:pt x="360125" y="581974"/>
                  </a:lnTo>
                  <a:lnTo>
                    <a:pt x="40646" y="581974"/>
                  </a:lnTo>
                  <a:lnTo>
                    <a:pt x="50903" y="549067"/>
                  </a:lnTo>
                  <a:lnTo>
                    <a:pt x="66858" y="519104"/>
                  </a:lnTo>
                  <a:lnTo>
                    <a:pt x="88511" y="492085"/>
                  </a:lnTo>
                  <a:lnTo>
                    <a:pt x="115862" y="468010"/>
                  </a:lnTo>
                  <a:lnTo>
                    <a:pt x="224508" y="386717"/>
                  </a:lnTo>
                  <a:lnTo>
                    <a:pt x="247823" y="368530"/>
                  </a:lnTo>
                  <a:lnTo>
                    <a:pt x="289610" y="331302"/>
                  </a:lnTo>
                  <a:lnTo>
                    <a:pt x="330850" y="283152"/>
                  </a:lnTo>
                  <a:lnTo>
                    <a:pt x="356872" y="217813"/>
                  </a:lnTo>
                  <a:lnTo>
                    <a:pt x="360125" y="181581"/>
                  </a:lnTo>
                  <a:lnTo>
                    <a:pt x="356813" y="145350"/>
                  </a:lnTo>
                  <a:lnTo>
                    <a:pt x="330316" y="81151"/>
                  </a:lnTo>
                  <a:lnTo>
                    <a:pt x="279246" y="29915"/>
                  </a:lnTo>
                  <a:lnTo>
                    <a:pt x="215142" y="3323"/>
                  </a:lnTo>
                  <a:lnTo>
                    <a:pt x="178922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 descr=""/>
            <p:cNvSpPr/>
            <p:nvPr/>
          </p:nvSpPr>
          <p:spPr>
            <a:xfrm>
              <a:off x="3668515" y="2008220"/>
              <a:ext cx="360680" cy="616585"/>
            </a:xfrm>
            <a:custGeom>
              <a:avLst/>
              <a:gdLst/>
              <a:ahLst/>
              <a:cxnLst/>
              <a:rect l="l" t="t" r="r" b="b"/>
              <a:pathLst>
                <a:path w="360679" h="616585">
                  <a:moveTo>
                    <a:pt x="1899" y="616163"/>
                  </a:moveTo>
                  <a:lnTo>
                    <a:pt x="13473" y="561710"/>
                  </a:lnTo>
                  <a:lnTo>
                    <a:pt x="30722" y="516113"/>
                  </a:lnTo>
                  <a:lnTo>
                    <a:pt x="53645" y="479371"/>
                  </a:lnTo>
                  <a:lnTo>
                    <a:pt x="82243" y="451486"/>
                  </a:lnTo>
                  <a:lnTo>
                    <a:pt x="112764" y="428693"/>
                  </a:lnTo>
                  <a:lnTo>
                    <a:pt x="141457" y="407230"/>
                  </a:lnTo>
                  <a:lnTo>
                    <a:pt x="193358" y="368292"/>
                  </a:lnTo>
                  <a:lnTo>
                    <a:pt x="239893" y="329782"/>
                  </a:lnTo>
                  <a:lnTo>
                    <a:pt x="283009" y="286808"/>
                  </a:lnTo>
                  <a:lnTo>
                    <a:pt x="314064" y="237899"/>
                  </a:lnTo>
                  <a:lnTo>
                    <a:pt x="324416" y="181581"/>
                  </a:lnTo>
                  <a:lnTo>
                    <a:pt x="321757" y="152497"/>
                  </a:lnTo>
                  <a:lnTo>
                    <a:pt x="300484" y="101023"/>
                  </a:lnTo>
                  <a:lnTo>
                    <a:pt x="259481" y="60020"/>
                  </a:lnTo>
                  <a:lnTo>
                    <a:pt x="208007" y="38747"/>
                  </a:lnTo>
                  <a:lnTo>
                    <a:pt x="178922" y="36088"/>
                  </a:lnTo>
                  <a:lnTo>
                    <a:pt x="150146" y="38747"/>
                  </a:lnTo>
                  <a:lnTo>
                    <a:pt x="98863" y="60020"/>
                  </a:lnTo>
                  <a:lnTo>
                    <a:pt x="60068" y="97747"/>
                  </a:lnTo>
                  <a:lnTo>
                    <a:pt x="39174" y="141243"/>
                  </a:lnTo>
                  <a:lnTo>
                    <a:pt x="34568" y="165627"/>
                  </a:lnTo>
                  <a:lnTo>
                    <a:pt x="0" y="153091"/>
                  </a:lnTo>
                  <a:lnTo>
                    <a:pt x="17094" y="99718"/>
                  </a:lnTo>
                  <a:lnTo>
                    <a:pt x="50903" y="53563"/>
                  </a:lnTo>
                  <a:lnTo>
                    <a:pt x="109499" y="13390"/>
                  </a:lnTo>
                  <a:lnTo>
                    <a:pt x="178922" y="0"/>
                  </a:lnTo>
                  <a:lnTo>
                    <a:pt x="215142" y="3323"/>
                  </a:lnTo>
                  <a:lnTo>
                    <a:pt x="279246" y="29915"/>
                  </a:lnTo>
                  <a:lnTo>
                    <a:pt x="330316" y="81151"/>
                  </a:lnTo>
                  <a:lnTo>
                    <a:pt x="356813" y="145350"/>
                  </a:lnTo>
                  <a:lnTo>
                    <a:pt x="360125" y="181581"/>
                  </a:lnTo>
                  <a:lnTo>
                    <a:pt x="356872" y="217813"/>
                  </a:lnTo>
                  <a:lnTo>
                    <a:pt x="330850" y="283152"/>
                  </a:lnTo>
                  <a:lnTo>
                    <a:pt x="289610" y="331302"/>
                  </a:lnTo>
                  <a:lnTo>
                    <a:pt x="247823" y="368530"/>
                  </a:lnTo>
                  <a:lnTo>
                    <a:pt x="199626" y="405331"/>
                  </a:lnTo>
                  <a:lnTo>
                    <a:pt x="173224" y="425084"/>
                  </a:lnTo>
                  <a:lnTo>
                    <a:pt x="115862" y="468010"/>
                  </a:lnTo>
                  <a:lnTo>
                    <a:pt x="66858" y="519104"/>
                  </a:lnTo>
                  <a:lnTo>
                    <a:pt x="40646" y="581974"/>
                  </a:lnTo>
                  <a:lnTo>
                    <a:pt x="360125" y="581974"/>
                  </a:lnTo>
                  <a:lnTo>
                    <a:pt x="360125" y="616163"/>
                  </a:lnTo>
                  <a:lnTo>
                    <a:pt x="1899" y="616163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91" name="object 91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428374" y="2970675"/>
            <a:ext cx="1016926" cy="321184"/>
          </a:xfrm>
          <a:prstGeom prst="rect">
            <a:avLst/>
          </a:prstGeom>
        </p:spPr>
      </p:pic>
      <p:pic>
        <p:nvPicPr>
          <p:cNvPr id="92" name="object 92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716157" y="2974853"/>
            <a:ext cx="529732" cy="317005"/>
          </a:xfrm>
          <a:prstGeom prst="rect">
            <a:avLst/>
          </a:prstGeom>
        </p:spPr>
      </p:pic>
      <p:grpSp>
        <p:nvGrpSpPr>
          <p:cNvPr id="93" name="object 93" descr=""/>
          <p:cNvGrpSpPr/>
          <p:nvPr/>
        </p:nvGrpSpPr>
        <p:grpSpPr>
          <a:xfrm>
            <a:off x="2269111" y="2974853"/>
            <a:ext cx="43180" cy="311785"/>
            <a:chOff x="2269111" y="2974853"/>
            <a:chExt cx="43180" cy="311785"/>
          </a:xfrm>
        </p:grpSpPr>
        <p:sp>
          <p:nvSpPr>
            <p:cNvPr id="94" name="object 94" descr=""/>
            <p:cNvSpPr/>
            <p:nvPr/>
          </p:nvSpPr>
          <p:spPr>
            <a:xfrm>
              <a:off x="2273001" y="2978743"/>
              <a:ext cx="35560" cy="304165"/>
            </a:xfrm>
            <a:custGeom>
              <a:avLst/>
              <a:gdLst/>
              <a:ahLst/>
              <a:cxnLst/>
              <a:rect l="l" t="t" r="r" b="b"/>
              <a:pathLst>
                <a:path w="35560" h="304164">
                  <a:moveTo>
                    <a:pt x="35139" y="0"/>
                  </a:moveTo>
                  <a:lnTo>
                    <a:pt x="23362" y="0"/>
                  </a:lnTo>
                  <a:lnTo>
                    <a:pt x="0" y="30010"/>
                  </a:lnTo>
                  <a:lnTo>
                    <a:pt x="18044" y="30010"/>
                  </a:lnTo>
                  <a:lnTo>
                    <a:pt x="18044" y="303907"/>
                  </a:lnTo>
                  <a:lnTo>
                    <a:pt x="35139" y="303907"/>
                  </a:lnTo>
                  <a:lnTo>
                    <a:pt x="3513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 descr=""/>
            <p:cNvSpPr/>
            <p:nvPr/>
          </p:nvSpPr>
          <p:spPr>
            <a:xfrm>
              <a:off x="2273001" y="2978743"/>
              <a:ext cx="35560" cy="304165"/>
            </a:xfrm>
            <a:custGeom>
              <a:avLst/>
              <a:gdLst/>
              <a:ahLst/>
              <a:cxnLst/>
              <a:rect l="l" t="t" r="r" b="b"/>
              <a:pathLst>
                <a:path w="35560" h="304164">
                  <a:moveTo>
                    <a:pt x="35139" y="0"/>
                  </a:moveTo>
                  <a:lnTo>
                    <a:pt x="35139" y="303907"/>
                  </a:lnTo>
                  <a:lnTo>
                    <a:pt x="18044" y="303907"/>
                  </a:lnTo>
                  <a:lnTo>
                    <a:pt x="18044" y="30010"/>
                  </a:lnTo>
                  <a:lnTo>
                    <a:pt x="0" y="30010"/>
                  </a:lnTo>
                  <a:lnTo>
                    <a:pt x="23362" y="0"/>
                  </a:lnTo>
                  <a:lnTo>
                    <a:pt x="35139" y="0"/>
                  </a:lnTo>
                  <a:close/>
                </a:path>
              </a:pathLst>
            </a:custGeom>
            <a:ln w="778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6" name="object 96" descr=""/>
          <p:cNvGrpSpPr/>
          <p:nvPr/>
        </p:nvGrpSpPr>
        <p:grpSpPr>
          <a:xfrm>
            <a:off x="3556894" y="2974853"/>
            <a:ext cx="43180" cy="311785"/>
            <a:chOff x="3556894" y="2974853"/>
            <a:chExt cx="43180" cy="311785"/>
          </a:xfrm>
        </p:grpSpPr>
        <p:sp>
          <p:nvSpPr>
            <p:cNvPr id="97" name="object 97" descr=""/>
            <p:cNvSpPr/>
            <p:nvPr/>
          </p:nvSpPr>
          <p:spPr>
            <a:xfrm>
              <a:off x="3560784" y="2978743"/>
              <a:ext cx="35560" cy="304165"/>
            </a:xfrm>
            <a:custGeom>
              <a:avLst/>
              <a:gdLst/>
              <a:ahLst/>
              <a:cxnLst/>
              <a:rect l="l" t="t" r="r" b="b"/>
              <a:pathLst>
                <a:path w="35560" h="304164">
                  <a:moveTo>
                    <a:pt x="35139" y="0"/>
                  </a:moveTo>
                  <a:lnTo>
                    <a:pt x="23362" y="0"/>
                  </a:lnTo>
                  <a:lnTo>
                    <a:pt x="0" y="30010"/>
                  </a:lnTo>
                  <a:lnTo>
                    <a:pt x="18044" y="30010"/>
                  </a:lnTo>
                  <a:lnTo>
                    <a:pt x="18044" y="303907"/>
                  </a:lnTo>
                  <a:lnTo>
                    <a:pt x="35139" y="303907"/>
                  </a:lnTo>
                  <a:lnTo>
                    <a:pt x="3513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 descr=""/>
            <p:cNvSpPr/>
            <p:nvPr/>
          </p:nvSpPr>
          <p:spPr>
            <a:xfrm>
              <a:off x="3560784" y="2978743"/>
              <a:ext cx="35560" cy="304165"/>
            </a:xfrm>
            <a:custGeom>
              <a:avLst/>
              <a:gdLst/>
              <a:ahLst/>
              <a:cxnLst/>
              <a:rect l="l" t="t" r="r" b="b"/>
              <a:pathLst>
                <a:path w="35560" h="304164">
                  <a:moveTo>
                    <a:pt x="35139" y="0"/>
                  </a:moveTo>
                  <a:lnTo>
                    <a:pt x="35139" y="303907"/>
                  </a:lnTo>
                  <a:lnTo>
                    <a:pt x="18044" y="303907"/>
                  </a:lnTo>
                  <a:lnTo>
                    <a:pt x="18044" y="30010"/>
                  </a:lnTo>
                  <a:lnTo>
                    <a:pt x="0" y="30010"/>
                  </a:lnTo>
                  <a:lnTo>
                    <a:pt x="23362" y="0"/>
                  </a:lnTo>
                  <a:lnTo>
                    <a:pt x="35139" y="0"/>
                  </a:lnTo>
                  <a:close/>
                </a:path>
              </a:pathLst>
            </a:custGeom>
            <a:ln w="778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27349" y="137663"/>
            <a:ext cx="8202024" cy="4865016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8036" y="1059897"/>
            <a:ext cx="1085067" cy="241464"/>
          </a:xfrm>
          <a:prstGeom prst="rect">
            <a:avLst/>
          </a:prstGeom>
        </p:spPr>
      </p:pic>
      <p:sp>
        <p:nvSpPr>
          <p:cNvPr id="4" name="object 4" descr=""/>
          <p:cNvSpPr/>
          <p:nvPr/>
        </p:nvSpPr>
        <p:spPr>
          <a:xfrm>
            <a:off x="916699" y="2460131"/>
            <a:ext cx="615950" cy="511809"/>
          </a:xfrm>
          <a:custGeom>
            <a:avLst/>
            <a:gdLst/>
            <a:ahLst/>
            <a:cxnLst/>
            <a:rect l="l" t="t" r="r" b="b"/>
            <a:pathLst>
              <a:path w="615950" h="511810">
                <a:moveTo>
                  <a:pt x="481947" y="67160"/>
                </a:moveTo>
                <a:lnTo>
                  <a:pt x="481603" y="108942"/>
                </a:lnTo>
                <a:lnTo>
                  <a:pt x="480633" y="153544"/>
                </a:lnTo>
                <a:lnTo>
                  <a:pt x="478320" y="201549"/>
                </a:lnTo>
                <a:lnTo>
                  <a:pt x="473947" y="253539"/>
                </a:lnTo>
                <a:lnTo>
                  <a:pt x="466798" y="310096"/>
                </a:lnTo>
                <a:lnTo>
                  <a:pt x="456157" y="371802"/>
                </a:lnTo>
                <a:lnTo>
                  <a:pt x="516333" y="378787"/>
                </a:lnTo>
                <a:lnTo>
                  <a:pt x="526748" y="314288"/>
                </a:lnTo>
                <a:lnTo>
                  <a:pt x="533745" y="256086"/>
                </a:lnTo>
                <a:lnTo>
                  <a:pt x="538026" y="203228"/>
                </a:lnTo>
                <a:lnTo>
                  <a:pt x="540292" y="154758"/>
                </a:lnTo>
                <a:lnTo>
                  <a:pt x="541245" y="109720"/>
                </a:lnTo>
                <a:lnTo>
                  <a:pt x="541586" y="67160"/>
                </a:lnTo>
                <a:lnTo>
                  <a:pt x="541586" y="0"/>
                </a:lnTo>
                <a:lnTo>
                  <a:pt x="65549" y="0"/>
                </a:lnTo>
                <a:lnTo>
                  <a:pt x="65549" y="49430"/>
                </a:lnTo>
                <a:lnTo>
                  <a:pt x="481947" y="49430"/>
                </a:lnTo>
                <a:lnTo>
                  <a:pt x="481947" y="67160"/>
                </a:lnTo>
                <a:close/>
              </a:path>
              <a:path w="615950" h="511810">
                <a:moveTo>
                  <a:pt x="300343" y="220287"/>
                </a:moveTo>
                <a:lnTo>
                  <a:pt x="241242" y="220287"/>
                </a:lnTo>
                <a:lnTo>
                  <a:pt x="241242" y="461529"/>
                </a:lnTo>
                <a:lnTo>
                  <a:pt x="0" y="461529"/>
                </a:lnTo>
                <a:lnTo>
                  <a:pt x="0" y="511497"/>
                </a:lnTo>
                <a:lnTo>
                  <a:pt x="615731" y="511497"/>
                </a:lnTo>
                <a:lnTo>
                  <a:pt x="615731" y="461529"/>
                </a:lnTo>
                <a:lnTo>
                  <a:pt x="300343" y="461529"/>
                </a:lnTo>
                <a:lnTo>
                  <a:pt x="300343" y="220287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623490" y="2391895"/>
            <a:ext cx="609600" cy="676910"/>
          </a:xfrm>
          <a:custGeom>
            <a:avLst/>
            <a:gdLst/>
            <a:ahLst/>
            <a:cxnLst/>
            <a:rect l="l" t="t" r="r" b="b"/>
            <a:pathLst>
              <a:path w="609600" h="676910">
                <a:moveTo>
                  <a:pt x="496453" y="268644"/>
                </a:moveTo>
                <a:lnTo>
                  <a:pt x="496453" y="0"/>
                </a:lnTo>
                <a:lnTo>
                  <a:pt x="437352" y="0"/>
                </a:lnTo>
                <a:lnTo>
                  <a:pt x="437352" y="676445"/>
                </a:lnTo>
                <a:lnTo>
                  <a:pt x="496453" y="676445"/>
                </a:lnTo>
                <a:lnTo>
                  <a:pt x="496453" y="319149"/>
                </a:lnTo>
                <a:lnTo>
                  <a:pt x="609284" y="319149"/>
                </a:lnTo>
                <a:lnTo>
                  <a:pt x="609284" y="268644"/>
                </a:lnTo>
                <a:lnTo>
                  <a:pt x="496453" y="268644"/>
                </a:lnTo>
                <a:close/>
              </a:path>
              <a:path w="609600" h="676910">
                <a:moveTo>
                  <a:pt x="60713" y="304642"/>
                </a:moveTo>
                <a:lnTo>
                  <a:pt x="307328" y="304642"/>
                </a:lnTo>
                <a:lnTo>
                  <a:pt x="307328" y="62863"/>
                </a:lnTo>
                <a:lnTo>
                  <a:pt x="0" y="62863"/>
                </a:lnTo>
                <a:lnTo>
                  <a:pt x="0" y="112293"/>
                </a:lnTo>
                <a:lnTo>
                  <a:pt x="247689" y="112293"/>
                </a:lnTo>
                <a:lnTo>
                  <a:pt x="247689" y="255211"/>
                </a:lnTo>
                <a:lnTo>
                  <a:pt x="1611" y="255211"/>
                </a:lnTo>
                <a:lnTo>
                  <a:pt x="1611" y="513110"/>
                </a:lnTo>
                <a:lnTo>
                  <a:pt x="55340" y="513110"/>
                </a:lnTo>
                <a:lnTo>
                  <a:pt x="117524" y="512435"/>
                </a:lnTo>
                <a:lnTo>
                  <a:pt x="174558" y="510761"/>
                </a:lnTo>
                <a:lnTo>
                  <a:pt x="228011" y="507804"/>
                </a:lnTo>
                <a:lnTo>
                  <a:pt x="279449" y="503279"/>
                </a:lnTo>
                <a:lnTo>
                  <a:pt x="330439" y="496904"/>
                </a:lnTo>
                <a:lnTo>
                  <a:pt x="382548" y="488394"/>
                </a:lnTo>
                <a:lnTo>
                  <a:pt x="376638" y="438963"/>
                </a:lnTo>
                <a:lnTo>
                  <a:pt x="326223" y="447337"/>
                </a:lnTo>
                <a:lnTo>
                  <a:pt x="276882" y="453570"/>
                </a:lnTo>
                <a:lnTo>
                  <a:pt x="227138" y="457937"/>
                </a:lnTo>
                <a:lnTo>
                  <a:pt x="175513" y="460714"/>
                </a:lnTo>
                <a:lnTo>
                  <a:pt x="120531" y="462178"/>
                </a:lnTo>
                <a:lnTo>
                  <a:pt x="60713" y="462604"/>
                </a:lnTo>
                <a:lnTo>
                  <a:pt x="60713" y="304642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269031" y="2391895"/>
            <a:ext cx="644525" cy="675640"/>
          </a:xfrm>
          <a:custGeom>
            <a:avLst/>
            <a:gdLst/>
            <a:ahLst/>
            <a:cxnLst/>
            <a:rect l="l" t="t" r="r" b="b"/>
            <a:pathLst>
              <a:path w="644525" h="675639">
                <a:moveTo>
                  <a:pt x="531377" y="270793"/>
                </a:moveTo>
                <a:lnTo>
                  <a:pt x="531377" y="0"/>
                </a:lnTo>
                <a:lnTo>
                  <a:pt x="471738" y="0"/>
                </a:lnTo>
                <a:lnTo>
                  <a:pt x="471738" y="675370"/>
                </a:lnTo>
                <a:lnTo>
                  <a:pt x="531377" y="675370"/>
                </a:lnTo>
                <a:lnTo>
                  <a:pt x="531377" y="320760"/>
                </a:lnTo>
                <a:lnTo>
                  <a:pt x="644207" y="320760"/>
                </a:lnTo>
                <a:lnTo>
                  <a:pt x="644207" y="270793"/>
                </a:lnTo>
                <a:lnTo>
                  <a:pt x="531377" y="270793"/>
                </a:lnTo>
                <a:close/>
              </a:path>
              <a:path w="644525" h="675639">
                <a:moveTo>
                  <a:pt x="321835" y="122501"/>
                </a:moveTo>
                <a:lnTo>
                  <a:pt x="396518" y="122501"/>
                </a:lnTo>
                <a:lnTo>
                  <a:pt x="396518" y="73071"/>
                </a:lnTo>
                <a:lnTo>
                  <a:pt x="16655" y="73071"/>
                </a:lnTo>
                <a:lnTo>
                  <a:pt x="16655" y="122501"/>
                </a:lnTo>
                <a:lnTo>
                  <a:pt x="91338" y="122501"/>
                </a:lnTo>
                <a:lnTo>
                  <a:pt x="91338" y="456157"/>
                </a:lnTo>
                <a:lnTo>
                  <a:pt x="67471" y="456468"/>
                </a:lnTo>
                <a:lnTo>
                  <a:pt x="44259" y="456627"/>
                </a:lnTo>
                <a:lnTo>
                  <a:pt x="21751" y="456686"/>
                </a:lnTo>
                <a:lnTo>
                  <a:pt x="0" y="456694"/>
                </a:lnTo>
                <a:lnTo>
                  <a:pt x="7521" y="507737"/>
                </a:lnTo>
                <a:lnTo>
                  <a:pt x="54298" y="507422"/>
                </a:lnTo>
                <a:lnTo>
                  <a:pt x="104292" y="506729"/>
                </a:lnTo>
                <a:lnTo>
                  <a:pt x="156792" y="505432"/>
                </a:lnTo>
                <a:lnTo>
                  <a:pt x="211086" y="503304"/>
                </a:lnTo>
                <a:lnTo>
                  <a:pt x="266464" y="500118"/>
                </a:lnTo>
                <a:lnTo>
                  <a:pt x="322213" y="495648"/>
                </a:lnTo>
                <a:lnTo>
                  <a:pt x="377621" y="489666"/>
                </a:lnTo>
                <a:lnTo>
                  <a:pt x="431979" y="481947"/>
                </a:lnTo>
                <a:lnTo>
                  <a:pt x="428755" y="437889"/>
                </a:lnTo>
                <a:lnTo>
                  <a:pt x="402680" y="440916"/>
                </a:lnTo>
                <a:lnTo>
                  <a:pt x="376101" y="443564"/>
                </a:lnTo>
                <a:lnTo>
                  <a:pt x="349119" y="445860"/>
                </a:lnTo>
                <a:lnTo>
                  <a:pt x="321835" y="447829"/>
                </a:lnTo>
                <a:lnTo>
                  <a:pt x="321835" y="122501"/>
                </a:lnTo>
                <a:close/>
              </a:path>
              <a:path w="644525" h="675639">
                <a:moveTo>
                  <a:pt x="264345" y="122501"/>
                </a:moveTo>
                <a:lnTo>
                  <a:pt x="264345" y="451321"/>
                </a:lnTo>
                <a:lnTo>
                  <a:pt x="235348" y="452631"/>
                </a:lnTo>
                <a:lnTo>
                  <a:pt x="206452" y="453739"/>
                </a:lnTo>
                <a:lnTo>
                  <a:pt x="177758" y="454646"/>
                </a:lnTo>
                <a:lnTo>
                  <a:pt x="149366" y="455351"/>
                </a:lnTo>
                <a:lnTo>
                  <a:pt x="149366" y="122501"/>
                </a:lnTo>
                <a:lnTo>
                  <a:pt x="264345" y="122501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995164" y="2391895"/>
            <a:ext cx="523240" cy="675640"/>
          </a:xfrm>
          <a:custGeom>
            <a:avLst/>
            <a:gdLst/>
            <a:ahLst/>
            <a:cxnLst/>
            <a:rect l="l" t="t" r="r" b="b"/>
            <a:pathLst>
              <a:path w="523239" h="675639">
                <a:moveTo>
                  <a:pt x="463141" y="175156"/>
                </a:moveTo>
                <a:lnTo>
                  <a:pt x="270255" y="175156"/>
                </a:lnTo>
                <a:lnTo>
                  <a:pt x="270255" y="224049"/>
                </a:lnTo>
                <a:lnTo>
                  <a:pt x="463141" y="224049"/>
                </a:lnTo>
                <a:lnTo>
                  <a:pt x="463141" y="403503"/>
                </a:lnTo>
                <a:lnTo>
                  <a:pt x="522780" y="403503"/>
                </a:lnTo>
                <a:lnTo>
                  <a:pt x="522780" y="0"/>
                </a:lnTo>
                <a:lnTo>
                  <a:pt x="463141" y="0"/>
                </a:lnTo>
                <a:lnTo>
                  <a:pt x="463141" y="175156"/>
                </a:lnTo>
                <a:close/>
              </a:path>
              <a:path w="523239" h="675639">
                <a:moveTo>
                  <a:pt x="348162" y="300343"/>
                </a:moveTo>
                <a:lnTo>
                  <a:pt x="305445" y="308166"/>
                </a:lnTo>
                <a:lnTo>
                  <a:pt x="262892" y="313855"/>
                </a:lnTo>
                <a:lnTo>
                  <a:pt x="218743" y="317738"/>
                </a:lnTo>
                <a:lnTo>
                  <a:pt x="171235" y="320144"/>
                </a:lnTo>
                <a:lnTo>
                  <a:pt x="118608" y="321400"/>
                </a:lnTo>
                <a:lnTo>
                  <a:pt x="59101" y="321835"/>
                </a:lnTo>
                <a:lnTo>
                  <a:pt x="59101" y="96174"/>
                </a:lnTo>
                <a:lnTo>
                  <a:pt x="310552" y="96174"/>
                </a:lnTo>
                <a:lnTo>
                  <a:pt x="310552" y="46744"/>
                </a:lnTo>
                <a:lnTo>
                  <a:pt x="0" y="46744"/>
                </a:lnTo>
                <a:lnTo>
                  <a:pt x="0" y="371265"/>
                </a:lnTo>
                <a:lnTo>
                  <a:pt x="50505" y="371265"/>
                </a:lnTo>
                <a:lnTo>
                  <a:pt x="113700" y="371126"/>
                </a:lnTo>
                <a:lnTo>
                  <a:pt x="169225" y="369972"/>
                </a:lnTo>
                <a:lnTo>
                  <a:pt x="219078" y="367504"/>
                </a:lnTo>
                <a:lnTo>
                  <a:pt x="265260" y="363425"/>
                </a:lnTo>
                <a:lnTo>
                  <a:pt x="309771" y="357435"/>
                </a:lnTo>
                <a:lnTo>
                  <a:pt x="354609" y="349236"/>
                </a:lnTo>
                <a:lnTo>
                  <a:pt x="348162" y="300343"/>
                </a:lnTo>
                <a:close/>
              </a:path>
              <a:path w="523239" h="675639">
                <a:moveTo>
                  <a:pt x="463141" y="486782"/>
                </a:moveTo>
                <a:lnTo>
                  <a:pt x="463141" y="675370"/>
                </a:lnTo>
                <a:lnTo>
                  <a:pt x="522780" y="675370"/>
                </a:lnTo>
                <a:lnTo>
                  <a:pt x="522780" y="438426"/>
                </a:lnTo>
                <a:lnTo>
                  <a:pt x="68235" y="438426"/>
                </a:lnTo>
                <a:lnTo>
                  <a:pt x="68235" y="486782"/>
                </a:lnTo>
                <a:lnTo>
                  <a:pt x="463141" y="486782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908919" y="2452351"/>
            <a:ext cx="631825" cy="527685"/>
            <a:chOff x="908919" y="2452351"/>
            <a:chExt cx="631825" cy="527685"/>
          </a:xfrm>
        </p:grpSpPr>
        <p:sp>
          <p:nvSpPr>
            <p:cNvPr id="9" name="object 9" descr=""/>
            <p:cNvSpPr/>
            <p:nvPr/>
          </p:nvSpPr>
          <p:spPr>
            <a:xfrm>
              <a:off x="916699" y="2460130"/>
              <a:ext cx="615950" cy="511809"/>
            </a:xfrm>
            <a:custGeom>
              <a:avLst/>
              <a:gdLst/>
              <a:ahLst/>
              <a:cxnLst/>
              <a:rect l="l" t="t" r="r" b="b"/>
              <a:pathLst>
                <a:path w="615950" h="511810">
                  <a:moveTo>
                    <a:pt x="615731" y="461529"/>
                  </a:moveTo>
                  <a:lnTo>
                    <a:pt x="0" y="461529"/>
                  </a:lnTo>
                  <a:lnTo>
                    <a:pt x="0" y="511497"/>
                  </a:lnTo>
                  <a:lnTo>
                    <a:pt x="615731" y="511497"/>
                  </a:lnTo>
                  <a:lnTo>
                    <a:pt x="615731" y="461529"/>
                  </a:lnTo>
                  <a:close/>
                </a:path>
                <a:path w="615950" h="511810">
                  <a:moveTo>
                    <a:pt x="300343" y="220287"/>
                  </a:moveTo>
                  <a:lnTo>
                    <a:pt x="241242" y="220287"/>
                  </a:lnTo>
                  <a:lnTo>
                    <a:pt x="241242" y="461529"/>
                  </a:lnTo>
                  <a:lnTo>
                    <a:pt x="300343" y="461529"/>
                  </a:lnTo>
                  <a:lnTo>
                    <a:pt x="300343" y="220287"/>
                  </a:lnTo>
                  <a:close/>
                </a:path>
                <a:path w="615950" h="511810">
                  <a:moveTo>
                    <a:pt x="541586" y="0"/>
                  </a:moveTo>
                  <a:lnTo>
                    <a:pt x="65549" y="0"/>
                  </a:lnTo>
                  <a:lnTo>
                    <a:pt x="65549" y="49430"/>
                  </a:lnTo>
                  <a:lnTo>
                    <a:pt x="481947" y="49430"/>
                  </a:lnTo>
                  <a:lnTo>
                    <a:pt x="481947" y="67160"/>
                  </a:lnTo>
                  <a:lnTo>
                    <a:pt x="481603" y="108942"/>
                  </a:lnTo>
                  <a:lnTo>
                    <a:pt x="480633" y="153544"/>
                  </a:lnTo>
                  <a:lnTo>
                    <a:pt x="478320" y="201549"/>
                  </a:lnTo>
                  <a:lnTo>
                    <a:pt x="473947" y="253539"/>
                  </a:lnTo>
                  <a:lnTo>
                    <a:pt x="466798" y="310096"/>
                  </a:lnTo>
                  <a:lnTo>
                    <a:pt x="456157" y="371802"/>
                  </a:lnTo>
                  <a:lnTo>
                    <a:pt x="516333" y="378787"/>
                  </a:lnTo>
                  <a:lnTo>
                    <a:pt x="526748" y="314288"/>
                  </a:lnTo>
                  <a:lnTo>
                    <a:pt x="533745" y="256086"/>
                  </a:lnTo>
                  <a:lnTo>
                    <a:pt x="538026" y="203228"/>
                  </a:lnTo>
                  <a:lnTo>
                    <a:pt x="540292" y="154758"/>
                  </a:lnTo>
                  <a:lnTo>
                    <a:pt x="541245" y="109720"/>
                  </a:lnTo>
                  <a:lnTo>
                    <a:pt x="541586" y="67160"/>
                  </a:lnTo>
                  <a:lnTo>
                    <a:pt x="541586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916699" y="2460131"/>
              <a:ext cx="615950" cy="511809"/>
            </a:xfrm>
            <a:custGeom>
              <a:avLst/>
              <a:gdLst/>
              <a:ahLst/>
              <a:cxnLst/>
              <a:rect l="l" t="t" r="r" b="b"/>
              <a:pathLst>
                <a:path w="615950" h="511810">
                  <a:moveTo>
                    <a:pt x="481947" y="67160"/>
                  </a:moveTo>
                  <a:lnTo>
                    <a:pt x="481603" y="108942"/>
                  </a:lnTo>
                  <a:lnTo>
                    <a:pt x="480633" y="153544"/>
                  </a:lnTo>
                  <a:lnTo>
                    <a:pt x="478320" y="201549"/>
                  </a:lnTo>
                  <a:lnTo>
                    <a:pt x="473947" y="253539"/>
                  </a:lnTo>
                  <a:lnTo>
                    <a:pt x="466798" y="310096"/>
                  </a:lnTo>
                  <a:lnTo>
                    <a:pt x="456157" y="371802"/>
                  </a:lnTo>
                  <a:lnTo>
                    <a:pt x="516333" y="378787"/>
                  </a:lnTo>
                  <a:lnTo>
                    <a:pt x="526748" y="314288"/>
                  </a:lnTo>
                  <a:lnTo>
                    <a:pt x="533745" y="256086"/>
                  </a:lnTo>
                  <a:lnTo>
                    <a:pt x="538026" y="203228"/>
                  </a:lnTo>
                  <a:lnTo>
                    <a:pt x="540292" y="154758"/>
                  </a:lnTo>
                  <a:lnTo>
                    <a:pt x="541245" y="109720"/>
                  </a:lnTo>
                  <a:lnTo>
                    <a:pt x="541586" y="67160"/>
                  </a:lnTo>
                  <a:lnTo>
                    <a:pt x="541586" y="0"/>
                  </a:lnTo>
                  <a:lnTo>
                    <a:pt x="65549" y="0"/>
                  </a:lnTo>
                  <a:lnTo>
                    <a:pt x="65549" y="49430"/>
                  </a:lnTo>
                  <a:lnTo>
                    <a:pt x="481947" y="49430"/>
                  </a:lnTo>
                  <a:lnTo>
                    <a:pt x="481947" y="67160"/>
                  </a:lnTo>
                  <a:close/>
                </a:path>
                <a:path w="615950" h="511810">
                  <a:moveTo>
                    <a:pt x="300343" y="220287"/>
                  </a:moveTo>
                  <a:lnTo>
                    <a:pt x="241242" y="220287"/>
                  </a:lnTo>
                  <a:lnTo>
                    <a:pt x="241242" y="461529"/>
                  </a:lnTo>
                  <a:lnTo>
                    <a:pt x="0" y="461529"/>
                  </a:lnTo>
                  <a:lnTo>
                    <a:pt x="0" y="511497"/>
                  </a:lnTo>
                  <a:lnTo>
                    <a:pt x="615731" y="511497"/>
                  </a:lnTo>
                  <a:lnTo>
                    <a:pt x="615731" y="461529"/>
                  </a:lnTo>
                  <a:lnTo>
                    <a:pt x="300343" y="461529"/>
                  </a:lnTo>
                  <a:lnTo>
                    <a:pt x="300343" y="220287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 descr=""/>
          <p:cNvGrpSpPr/>
          <p:nvPr/>
        </p:nvGrpSpPr>
        <p:grpSpPr>
          <a:xfrm>
            <a:off x="1615710" y="2384115"/>
            <a:ext cx="1305560" cy="692150"/>
            <a:chOff x="1615710" y="2384115"/>
            <a:chExt cx="1305560" cy="692150"/>
          </a:xfrm>
        </p:grpSpPr>
        <p:sp>
          <p:nvSpPr>
            <p:cNvPr id="12" name="object 12" descr=""/>
            <p:cNvSpPr/>
            <p:nvPr/>
          </p:nvSpPr>
          <p:spPr>
            <a:xfrm>
              <a:off x="1623490" y="2391895"/>
              <a:ext cx="609600" cy="676910"/>
            </a:xfrm>
            <a:custGeom>
              <a:avLst/>
              <a:gdLst/>
              <a:ahLst/>
              <a:cxnLst/>
              <a:rect l="l" t="t" r="r" b="b"/>
              <a:pathLst>
                <a:path w="609600" h="676910">
                  <a:moveTo>
                    <a:pt x="496453" y="0"/>
                  </a:moveTo>
                  <a:lnTo>
                    <a:pt x="437352" y="0"/>
                  </a:lnTo>
                  <a:lnTo>
                    <a:pt x="437352" y="676445"/>
                  </a:lnTo>
                  <a:lnTo>
                    <a:pt x="496453" y="676445"/>
                  </a:lnTo>
                  <a:lnTo>
                    <a:pt x="496453" y="319149"/>
                  </a:lnTo>
                  <a:lnTo>
                    <a:pt x="609284" y="319149"/>
                  </a:lnTo>
                  <a:lnTo>
                    <a:pt x="609284" y="268644"/>
                  </a:lnTo>
                  <a:lnTo>
                    <a:pt x="496453" y="268644"/>
                  </a:lnTo>
                  <a:lnTo>
                    <a:pt x="496453" y="0"/>
                  </a:lnTo>
                  <a:close/>
                </a:path>
                <a:path w="609600" h="676910">
                  <a:moveTo>
                    <a:pt x="307328" y="62863"/>
                  </a:moveTo>
                  <a:lnTo>
                    <a:pt x="0" y="62863"/>
                  </a:lnTo>
                  <a:lnTo>
                    <a:pt x="0" y="112293"/>
                  </a:lnTo>
                  <a:lnTo>
                    <a:pt x="247689" y="112293"/>
                  </a:lnTo>
                  <a:lnTo>
                    <a:pt x="247689" y="255211"/>
                  </a:lnTo>
                  <a:lnTo>
                    <a:pt x="1611" y="255211"/>
                  </a:lnTo>
                  <a:lnTo>
                    <a:pt x="1611" y="513110"/>
                  </a:lnTo>
                  <a:lnTo>
                    <a:pt x="55340" y="513110"/>
                  </a:lnTo>
                  <a:lnTo>
                    <a:pt x="117524" y="512435"/>
                  </a:lnTo>
                  <a:lnTo>
                    <a:pt x="174558" y="510761"/>
                  </a:lnTo>
                  <a:lnTo>
                    <a:pt x="228011" y="507804"/>
                  </a:lnTo>
                  <a:lnTo>
                    <a:pt x="279449" y="503279"/>
                  </a:lnTo>
                  <a:lnTo>
                    <a:pt x="330439" y="496904"/>
                  </a:lnTo>
                  <a:lnTo>
                    <a:pt x="382548" y="488394"/>
                  </a:lnTo>
                  <a:lnTo>
                    <a:pt x="379465" y="462604"/>
                  </a:lnTo>
                  <a:lnTo>
                    <a:pt x="60713" y="462604"/>
                  </a:lnTo>
                  <a:lnTo>
                    <a:pt x="60713" y="304642"/>
                  </a:lnTo>
                  <a:lnTo>
                    <a:pt x="307328" y="304642"/>
                  </a:lnTo>
                  <a:lnTo>
                    <a:pt x="307328" y="62863"/>
                  </a:lnTo>
                  <a:close/>
                </a:path>
                <a:path w="609600" h="676910">
                  <a:moveTo>
                    <a:pt x="376638" y="438963"/>
                  </a:moveTo>
                  <a:lnTo>
                    <a:pt x="326223" y="447337"/>
                  </a:lnTo>
                  <a:lnTo>
                    <a:pt x="276882" y="453570"/>
                  </a:lnTo>
                  <a:lnTo>
                    <a:pt x="227138" y="457937"/>
                  </a:lnTo>
                  <a:lnTo>
                    <a:pt x="175513" y="460714"/>
                  </a:lnTo>
                  <a:lnTo>
                    <a:pt x="120531" y="462178"/>
                  </a:lnTo>
                  <a:lnTo>
                    <a:pt x="60713" y="462604"/>
                  </a:lnTo>
                  <a:lnTo>
                    <a:pt x="379465" y="462604"/>
                  </a:lnTo>
                  <a:lnTo>
                    <a:pt x="376638" y="43896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623490" y="2391895"/>
              <a:ext cx="609600" cy="676910"/>
            </a:xfrm>
            <a:custGeom>
              <a:avLst/>
              <a:gdLst/>
              <a:ahLst/>
              <a:cxnLst/>
              <a:rect l="l" t="t" r="r" b="b"/>
              <a:pathLst>
                <a:path w="609600" h="676910">
                  <a:moveTo>
                    <a:pt x="496453" y="268644"/>
                  </a:moveTo>
                  <a:lnTo>
                    <a:pt x="496453" y="0"/>
                  </a:lnTo>
                  <a:lnTo>
                    <a:pt x="437352" y="0"/>
                  </a:lnTo>
                  <a:lnTo>
                    <a:pt x="437352" y="676445"/>
                  </a:lnTo>
                  <a:lnTo>
                    <a:pt x="496453" y="676445"/>
                  </a:lnTo>
                  <a:lnTo>
                    <a:pt x="496453" y="319149"/>
                  </a:lnTo>
                  <a:lnTo>
                    <a:pt x="609284" y="319149"/>
                  </a:lnTo>
                  <a:lnTo>
                    <a:pt x="609284" y="268644"/>
                  </a:lnTo>
                  <a:lnTo>
                    <a:pt x="496453" y="268644"/>
                  </a:lnTo>
                  <a:close/>
                </a:path>
                <a:path w="609600" h="676910">
                  <a:moveTo>
                    <a:pt x="60713" y="304642"/>
                  </a:moveTo>
                  <a:lnTo>
                    <a:pt x="307328" y="304642"/>
                  </a:lnTo>
                  <a:lnTo>
                    <a:pt x="307328" y="62863"/>
                  </a:lnTo>
                  <a:lnTo>
                    <a:pt x="0" y="62863"/>
                  </a:lnTo>
                  <a:lnTo>
                    <a:pt x="0" y="112293"/>
                  </a:lnTo>
                  <a:lnTo>
                    <a:pt x="247689" y="112293"/>
                  </a:lnTo>
                  <a:lnTo>
                    <a:pt x="247689" y="255211"/>
                  </a:lnTo>
                  <a:lnTo>
                    <a:pt x="1611" y="255211"/>
                  </a:lnTo>
                  <a:lnTo>
                    <a:pt x="1611" y="513110"/>
                  </a:lnTo>
                  <a:lnTo>
                    <a:pt x="55340" y="513110"/>
                  </a:lnTo>
                  <a:lnTo>
                    <a:pt x="117524" y="512435"/>
                  </a:lnTo>
                  <a:lnTo>
                    <a:pt x="174558" y="510761"/>
                  </a:lnTo>
                  <a:lnTo>
                    <a:pt x="228011" y="507804"/>
                  </a:lnTo>
                  <a:lnTo>
                    <a:pt x="279449" y="503279"/>
                  </a:lnTo>
                  <a:lnTo>
                    <a:pt x="330439" y="496904"/>
                  </a:lnTo>
                  <a:lnTo>
                    <a:pt x="382548" y="488394"/>
                  </a:lnTo>
                  <a:lnTo>
                    <a:pt x="376638" y="438963"/>
                  </a:lnTo>
                  <a:lnTo>
                    <a:pt x="326223" y="447337"/>
                  </a:lnTo>
                  <a:lnTo>
                    <a:pt x="276882" y="453570"/>
                  </a:lnTo>
                  <a:lnTo>
                    <a:pt x="227138" y="457937"/>
                  </a:lnTo>
                  <a:lnTo>
                    <a:pt x="175513" y="460714"/>
                  </a:lnTo>
                  <a:lnTo>
                    <a:pt x="120531" y="462178"/>
                  </a:lnTo>
                  <a:lnTo>
                    <a:pt x="60713" y="462604"/>
                  </a:lnTo>
                  <a:lnTo>
                    <a:pt x="60713" y="304642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269031" y="2391895"/>
              <a:ext cx="644525" cy="675640"/>
            </a:xfrm>
            <a:custGeom>
              <a:avLst/>
              <a:gdLst/>
              <a:ahLst/>
              <a:cxnLst/>
              <a:rect l="l" t="t" r="r" b="b"/>
              <a:pathLst>
                <a:path w="644525" h="675639">
                  <a:moveTo>
                    <a:pt x="531377" y="0"/>
                  </a:moveTo>
                  <a:lnTo>
                    <a:pt x="471738" y="0"/>
                  </a:lnTo>
                  <a:lnTo>
                    <a:pt x="471738" y="675370"/>
                  </a:lnTo>
                  <a:lnTo>
                    <a:pt x="531377" y="675370"/>
                  </a:lnTo>
                  <a:lnTo>
                    <a:pt x="531377" y="320760"/>
                  </a:lnTo>
                  <a:lnTo>
                    <a:pt x="644207" y="320760"/>
                  </a:lnTo>
                  <a:lnTo>
                    <a:pt x="644207" y="270793"/>
                  </a:lnTo>
                  <a:lnTo>
                    <a:pt x="531377" y="270793"/>
                  </a:lnTo>
                  <a:lnTo>
                    <a:pt x="531377" y="0"/>
                  </a:lnTo>
                  <a:close/>
                </a:path>
                <a:path w="644525" h="675639">
                  <a:moveTo>
                    <a:pt x="149366" y="122501"/>
                  </a:moveTo>
                  <a:lnTo>
                    <a:pt x="91338" y="122501"/>
                  </a:lnTo>
                  <a:lnTo>
                    <a:pt x="91338" y="456157"/>
                  </a:lnTo>
                  <a:lnTo>
                    <a:pt x="34485" y="456694"/>
                  </a:lnTo>
                  <a:lnTo>
                    <a:pt x="0" y="456694"/>
                  </a:lnTo>
                  <a:lnTo>
                    <a:pt x="7373" y="506729"/>
                  </a:lnTo>
                  <a:lnTo>
                    <a:pt x="7475" y="507422"/>
                  </a:lnTo>
                  <a:lnTo>
                    <a:pt x="7521" y="507737"/>
                  </a:lnTo>
                  <a:lnTo>
                    <a:pt x="104292" y="506729"/>
                  </a:lnTo>
                  <a:lnTo>
                    <a:pt x="156792" y="505432"/>
                  </a:lnTo>
                  <a:lnTo>
                    <a:pt x="211086" y="503304"/>
                  </a:lnTo>
                  <a:lnTo>
                    <a:pt x="266464" y="500118"/>
                  </a:lnTo>
                  <a:lnTo>
                    <a:pt x="322213" y="495648"/>
                  </a:lnTo>
                  <a:lnTo>
                    <a:pt x="377621" y="489666"/>
                  </a:lnTo>
                  <a:lnTo>
                    <a:pt x="431979" y="481947"/>
                  </a:lnTo>
                  <a:lnTo>
                    <a:pt x="430131" y="456694"/>
                  </a:lnTo>
                  <a:lnTo>
                    <a:pt x="430033" y="455351"/>
                  </a:lnTo>
                  <a:lnTo>
                    <a:pt x="149366" y="455351"/>
                  </a:lnTo>
                  <a:lnTo>
                    <a:pt x="149366" y="122501"/>
                  </a:lnTo>
                  <a:close/>
                </a:path>
                <a:path w="644525" h="675639">
                  <a:moveTo>
                    <a:pt x="321835" y="122501"/>
                  </a:moveTo>
                  <a:lnTo>
                    <a:pt x="264345" y="122501"/>
                  </a:lnTo>
                  <a:lnTo>
                    <a:pt x="264345" y="451321"/>
                  </a:lnTo>
                  <a:lnTo>
                    <a:pt x="206452" y="453739"/>
                  </a:lnTo>
                  <a:lnTo>
                    <a:pt x="149366" y="455351"/>
                  </a:lnTo>
                  <a:lnTo>
                    <a:pt x="430033" y="455351"/>
                  </a:lnTo>
                  <a:lnTo>
                    <a:pt x="429482" y="447829"/>
                  </a:lnTo>
                  <a:lnTo>
                    <a:pt x="321835" y="447829"/>
                  </a:lnTo>
                  <a:lnTo>
                    <a:pt x="321835" y="122501"/>
                  </a:lnTo>
                  <a:close/>
                </a:path>
                <a:path w="644525" h="675639">
                  <a:moveTo>
                    <a:pt x="428755" y="437889"/>
                  </a:moveTo>
                  <a:lnTo>
                    <a:pt x="402680" y="440916"/>
                  </a:lnTo>
                  <a:lnTo>
                    <a:pt x="376101" y="443564"/>
                  </a:lnTo>
                  <a:lnTo>
                    <a:pt x="349119" y="445860"/>
                  </a:lnTo>
                  <a:lnTo>
                    <a:pt x="321835" y="447829"/>
                  </a:lnTo>
                  <a:lnTo>
                    <a:pt x="429482" y="447829"/>
                  </a:lnTo>
                  <a:lnTo>
                    <a:pt x="428755" y="437889"/>
                  </a:lnTo>
                  <a:close/>
                </a:path>
                <a:path w="644525" h="675639">
                  <a:moveTo>
                    <a:pt x="396518" y="73071"/>
                  </a:moveTo>
                  <a:lnTo>
                    <a:pt x="16655" y="73071"/>
                  </a:lnTo>
                  <a:lnTo>
                    <a:pt x="16655" y="122501"/>
                  </a:lnTo>
                  <a:lnTo>
                    <a:pt x="396518" y="122501"/>
                  </a:lnTo>
                  <a:lnTo>
                    <a:pt x="396518" y="7307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269031" y="2391895"/>
              <a:ext cx="644525" cy="675640"/>
            </a:xfrm>
            <a:custGeom>
              <a:avLst/>
              <a:gdLst/>
              <a:ahLst/>
              <a:cxnLst/>
              <a:rect l="l" t="t" r="r" b="b"/>
              <a:pathLst>
                <a:path w="644525" h="675639">
                  <a:moveTo>
                    <a:pt x="531377" y="270793"/>
                  </a:moveTo>
                  <a:lnTo>
                    <a:pt x="531377" y="0"/>
                  </a:lnTo>
                  <a:lnTo>
                    <a:pt x="471738" y="0"/>
                  </a:lnTo>
                  <a:lnTo>
                    <a:pt x="471738" y="675370"/>
                  </a:lnTo>
                  <a:lnTo>
                    <a:pt x="531377" y="675370"/>
                  </a:lnTo>
                  <a:lnTo>
                    <a:pt x="531377" y="320760"/>
                  </a:lnTo>
                  <a:lnTo>
                    <a:pt x="644207" y="320760"/>
                  </a:lnTo>
                  <a:lnTo>
                    <a:pt x="644207" y="270793"/>
                  </a:lnTo>
                  <a:lnTo>
                    <a:pt x="531377" y="270793"/>
                  </a:lnTo>
                  <a:close/>
                </a:path>
                <a:path w="644525" h="675639">
                  <a:moveTo>
                    <a:pt x="321835" y="122501"/>
                  </a:moveTo>
                  <a:lnTo>
                    <a:pt x="396518" y="122501"/>
                  </a:lnTo>
                  <a:lnTo>
                    <a:pt x="396518" y="73071"/>
                  </a:lnTo>
                  <a:lnTo>
                    <a:pt x="16655" y="73071"/>
                  </a:lnTo>
                  <a:lnTo>
                    <a:pt x="16655" y="122501"/>
                  </a:lnTo>
                  <a:lnTo>
                    <a:pt x="91338" y="122501"/>
                  </a:lnTo>
                  <a:lnTo>
                    <a:pt x="91338" y="456157"/>
                  </a:lnTo>
                  <a:lnTo>
                    <a:pt x="67471" y="456468"/>
                  </a:lnTo>
                  <a:lnTo>
                    <a:pt x="44259" y="456627"/>
                  </a:lnTo>
                  <a:lnTo>
                    <a:pt x="21751" y="456686"/>
                  </a:lnTo>
                  <a:lnTo>
                    <a:pt x="0" y="456694"/>
                  </a:lnTo>
                  <a:lnTo>
                    <a:pt x="7521" y="507737"/>
                  </a:lnTo>
                  <a:lnTo>
                    <a:pt x="54298" y="507422"/>
                  </a:lnTo>
                  <a:lnTo>
                    <a:pt x="104292" y="506729"/>
                  </a:lnTo>
                  <a:lnTo>
                    <a:pt x="156792" y="505432"/>
                  </a:lnTo>
                  <a:lnTo>
                    <a:pt x="211086" y="503304"/>
                  </a:lnTo>
                  <a:lnTo>
                    <a:pt x="266464" y="500118"/>
                  </a:lnTo>
                  <a:lnTo>
                    <a:pt x="322213" y="495648"/>
                  </a:lnTo>
                  <a:lnTo>
                    <a:pt x="377621" y="489666"/>
                  </a:lnTo>
                  <a:lnTo>
                    <a:pt x="431979" y="481947"/>
                  </a:lnTo>
                  <a:lnTo>
                    <a:pt x="428755" y="437889"/>
                  </a:lnTo>
                  <a:lnTo>
                    <a:pt x="402680" y="440916"/>
                  </a:lnTo>
                  <a:lnTo>
                    <a:pt x="376101" y="443564"/>
                  </a:lnTo>
                  <a:lnTo>
                    <a:pt x="349119" y="445860"/>
                  </a:lnTo>
                  <a:lnTo>
                    <a:pt x="321835" y="447829"/>
                  </a:lnTo>
                  <a:lnTo>
                    <a:pt x="321835" y="122501"/>
                  </a:lnTo>
                  <a:close/>
                </a:path>
                <a:path w="644525" h="675639">
                  <a:moveTo>
                    <a:pt x="264345" y="122501"/>
                  </a:moveTo>
                  <a:lnTo>
                    <a:pt x="264345" y="451321"/>
                  </a:lnTo>
                  <a:lnTo>
                    <a:pt x="235348" y="452631"/>
                  </a:lnTo>
                  <a:lnTo>
                    <a:pt x="206452" y="453739"/>
                  </a:lnTo>
                  <a:lnTo>
                    <a:pt x="177758" y="454646"/>
                  </a:lnTo>
                  <a:lnTo>
                    <a:pt x="149366" y="455351"/>
                  </a:lnTo>
                  <a:lnTo>
                    <a:pt x="149366" y="122501"/>
                  </a:lnTo>
                  <a:lnTo>
                    <a:pt x="264345" y="122501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2987384" y="2384115"/>
            <a:ext cx="538480" cy="691515"/>
            <a:chOff x="2987384" y="2384115"/>
            <a:chExt cx="538480" cy="691515"/>
          </a:xfrm>
        </p:grpSpPr>
        <p:sp>
          <p:nvSpPr>
            <p:cNvPr id="17" name="object 17" descr=""/>
            <p:cNvSpPr/>
            <p:nvPr/>
          </p:nvSpPr>
          <p:spPr>
            <a:xfrm>
              <a:off x="2995164" y="2391895"/>
              <a:ext cx="523240" cy="675640"/>
            </a:xfrm>
            <a:custGeom>
              <a:avLst/>
              <a:gdLst/>
              <a:ahLst/>
              <a:cxnLst/>
              <a:rect l="l" t="t" r="r" b="b"/>
              <a:pathLst>
                <a:path w="523239" h="675639">
                  <a:moveTo>
                    <a:pt x="522780" y="0"/>
                  </a:moveTo>
                  <a:lnTo>
                    <a:pt x="463141" y="0"/>
                  </a:lnTo>
                  <a:lnTo>
                    <a:pt x="463141" y="175156"/>
                  </a:lnTo>
                  <a:lnTo>
                    <a:pt x="270255" y="175156"/>
                  </a:lnTo>
                  <a:lnTo>
                    <a:pt x="270255" y="224049"/>
                  </a:lnTo>
                  <a:lnTo>
                    <a:pt x="463141" y="224049"/>
                  </a:lnTo>
                  <a:lnTo>
                    <a:pt x="463141" y="403503"/>
                  </a:lnTo>
                  <a:lnTo>
                    <a:pt x="522780" y="403503"/>
                  </a:lnTo>
                  <a:lnTo>
                    <a:pt x="522780" y="0"/>
                  </a:lnTo>
                  <a:close/>
                </a:path>
                <a:path w="523239" h="675639">
                  <a:moveTo>
                    <a:pt x="310552" y="46744"/>
                  </a:moveTo>
                  <a:lnTo>
                    <a:pt x="0" y="46744"/>
                  </a:lnTo>
                  <a:lnTo>
                    <a:pt x="0" y="371265"/>
                  </a:lnTo>
                  <a:lnTo>
                    <a:pt x="50505" y="371265"/>
                  </a:lnTo>
                  <a:lnTo>
                    <a:pt x="113700" y="371126"/>
                  </a:lnTo>
                  <a:lnTo>
                    <a:pt x="169225" y="369972"/>
                  </a:lnTo>
                  <a:lnTo>
                    <a:pt x="219078" y="367504"/>
                  </a:lnTo>
                  <a:lnTo>
                    <a:pt x="265260" y="363425"/>
                  </a:lnTo>
                  <a:lnTo>
                    <a:pt x="309771" y="357435"/>
                  </a:lnTo>
                  <a:lnTo>
                    <a:pt x="354609" y="349236"/>
                  </a:lnTo>
                  <a:lnTo>
                    <a:pt x="350996" y="321835"/>
                  </a:lnTo>
                  <a:lnTo>
                    <a:pt x="59101" y="321835"/>
                  </a:lnTo>
                  <a:lnTo>
                    <a:pt x="59101" y="96174"/>
                  </a:lnTo>
                  <a:lnTo>
                    <a:pt x="310552" y="96174"/>
                  </a:lnTo>
                  <a:lnTo>
                    <a:pt x="310552" y="46744"/>
                  </a:lnTo>
                  <a:close/>
                </a:path>
                <a:path w="523239" h="675639">
                  <a:moveTo>
                    <a:pt x="348162" y="300343"/>
                  </a:moveTo>
                  <a:lnTo>
                    <a:pt x="305445" y="308166"/>
                  </a:lnTo>
                  <a:lnTo>
                    <a:pt x="262892" y="313855"/>
                  </a:lnTo>
                  <a:lnTo>
                    <a:pt x="218743" y="317738"/>
                  </a:lnTo>
                  <a:lnTo>
                    <a:pt x="171235" y="320144"/>
                  </a:lnTo>
                  <a:lnTo>
                    <a:pt x="118608" y="321400"/>
                  </a:lnTo>
                  <a:lnTo>
                    <a:pt x="59101" y="321835"/>
                  </a:lnTo>
                  <a:lnTo>
                    <a:pt x="350996" y="321835"/>
                  </a:lnTo>
                  <a:lnTo>
                    <a:pt x="348162" y="300343"/>
                  </a:lnTo>
                  <a:close/>
                </a:path>
                <a:path w="523239" h="675639">
                  <a:moveTo>
                    <a:pt x="522780" y="438426"/>
                  </a:moveTo>
                  <a:lnTo>
                    <a:pt x="68235" y="438426"/>
                  </a:lnTo>
                  <a:lnTo>
                    <a:pt x="68235" y="486782"/>
                  </a:lnTo>
                  <a:lnTo>
                    <a:pt x="463141" y="486782"/>
                  </a:lnTo>
                  <a:lnTo>
                    <a:pt x="463141" y="675370"/>
                  </a:lnTo>
                  <a:lnTo>
                    <a:pt x="522780" y="675370"/>
                  </a:lnTo>
                  <a:lnTo>
                    <a:pt x="522780" y="43842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2995164" y="2391895"/>
              <a:ext cx="523240" cy="675640"/>
            </a:xfrm>
            <a:custGeom>
              <a:avLst/>
              <a:gdLst/>
              <a:ahLst/>
              <a:cxnLst/>
              <a:rect l="l" t="t" r="r" b="b"/>
              <a:pathLst>
                <a:path w="523239" h="675639">
                  <a:moveTo>
                    <a:pt x="463141" y="175156"/>
                  </a:moveTo>
                  <a:lnTo>
                    <a:pt x="270255" y="175156"/>
                  </a:lnTo>
                  <a:lnTo>
                    <a:pt x="270255" y="224049"/>
                  </a:lnTo>
                  <a:lnTo>
                    <a:pt x="463141" y="224049"/>
                  </a:lnTo>
                  <a:lnTo>
                    <a:pt x="463141" y="403503"/>
                  </a:lnTo>
                  <a:lnTo>
                    <a:pt x="522780" y="403503"/>
                  </a:lnTo>
                  <a:lnTo>
                    <a:pt x="522780" y="0"/>
                  </a:lnTo>
                  <a:lnTo>
                    <a:pt x="463141" y="0"/>
                  </a:lnTo>
                  <a:lnTo>
                    <a:pt x="463141" y="175156"/>
                  </a:lnTo>
                  <a:close/>
                </a:path>
                <a:path w="523239" h="675639">
                  <a:moveTo>
                    <a:pt x="348162" y="300343"/>
                  </a:moveTo>
                  <a:lnTo>
                    <a:pt x="305445" y="308166"/>
                  </a:lnTo>
                  <a:lnTo>
                    <a:pt x="262892" y="313855"/>
                  </a:lnTo>
                  <a:lnTo>
                    <a:pt x="218743" y="317738"/>
                  </a:lnTo>
                  <a:lnTo>
                    <a:pt x="171235" y="320144"/>
                  </a:lnTo>
                  <a:lnTo>
                    <a:pt x="118608" y="321400"/>
                  </a:lnTo>
                  <a:lnTo>
                    <a:pt x="59101" y="321835"/>
                  </a:lnTo>
                  <a:lnTo>
                    <a:pt x="59101" y="96174"/>
                  </a:lnTo>
                  <a:lnTo>
                    <a:pt x="310552" y="96174"/>
                  </a:lnTo>
                  <a:lnTo>
                    <a:pt x="310552" y="46744"/>
                  </a:lnTo>
                  <a:lnTo>
                    <a:pt x="0" y="46744"/>
                  </a:lnTo>
                  <a:lnTo>
                    <a:pt x="0" y="371265"/>
                  </a:lnTo>
                  <a:lnTo>
                    <a:pt x="50505" y="371265"/>
                  </a:lnTo>
                  <a:lnTo>
                    <a:pt x="113700" y="371126"/>
                  </a:lnTo>
                  <a:lnTo>
                    <a:pt x="169225" y="369972"/>
                  </a:lnTo>
                  <a:lnTo>
                    <a:pt x="219078" y="367504"/>
                  </a:lnTo>
                  <a:lnTo>
                    <a:pt x="265260" y="363425"/>
                  </a:lnTo>
                  <a:lnTo>
                    <a:pt x="309771" y="357435"/>
                  </a:lnTo>
                  <a:lnTo>
                    <a:pt x="354609" y="349236"/>
                  </a:lnTo>
                  <a:lnTo>
                    <a:pt x="348162" y="300343"/>
                  </a:lnTo>
                  <a:close/>
                </a:path>
                <a:path w="523239" h="675639">
                  <a:moveTo>
                    <a:pt x="463141" y="486782"/>
                  </a:moveTo>
                  <a:lnTo>
                    <a:pt x="463141" y="675370"/>
                  </a:lnTo>
                  <a:lnTo>
                    <a:pt x="522780" y="675370"/>
                  </a:lnTo>
                  <a:lnTo>
                    <a:pt x="522780" y="438426"/>
                  </a:lnTo>
                  <a:lnTo>
                    <a:pt x="68235" y="438426"/>
                  </a:lnTo>
                  <a:lnTo>
                    <a:pt x="68235" y="486782"/>
                  </a:lnTo>
                  <a:lnTo>
                    <a:pt x="463141" y="486782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/>
          <p:nvPr/>
        </p:nvSpPr>
        <p:spPr>
          <a:xfrm>
            <a:off x="889297" y="3782218"/>
            <a:ext cx="375285" cy="73025"/>
          </a:xfrm>
          <a:custGeom>
            <a:avLst/>
            <a:gdLst/>
            <a:ahLst/>
            <a:cxnLst/>
            <a:rect l="l" t="t" r="r" b="b"/>
            <a:pathLst>
              <a:path w="375284" h="73025">
                <a:moveTo>
                  <a:pt x="375111" y="72890"/>
                </a:moveTo>
                <a:lnTo>
                  <a:pt x="0" y="72890"/>
                </a:lnTo>
                <a:lnTo>
                  <a:pt x="0" y="0"/>
                </a:lnTo>
                <a:lnTo>
                  <a:pt x="375111" y="0"/>
                </a:lnTo>
                <a:lnTo>
                  <a:pt x="375111" y="72890"/>
                </a:lnTo>
                <a:close/>
              </a:path>
            </a:pathLst>
          </a:custGeom>
          <a:solidFill>
            <a:srgbClr val="A3835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27349" y="5284053"/>
            <a:ext cx="8202024" cy="48650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036" y="1059897"/>
            <a:ext cx="1085067" cy="241464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936782" y="2026102"/>
            <a:ext cx="540385" cy="613410"/>
          </a:xfrm>
          <a:custGeom>
            <a:avLst/>
            <a:gdLst/>
            <a:ahLst/>
            <a:cxnLst/>
            <a:rect l="l" t="t" r="r" b="b"/>
            <a:pathLst>
              <a:path w="540385" h="613410">
                <a:moveTo>
                  <a:pt x="252999" y="516635"/>
                </a:moveTo>
                <a:lnTo>
                  <a:pt x="252999" y="0"/>
                </a:lnTo>
                <a:lnTo>
                  <a:pt x="287188" y="0"/>
                </a:lnTo>
                <a:lnTo>
                  <a:pt x="287188" y="516635"/>
                </a:lnTo>
                <a:lnTo>
                  <a:pt x="291818" y="524589"/>
                </a:lnTo>
                <a:lnTo>
                  <a:pt x="326743" y="560345"/>
                </a:lnTo>
                <a:lnTo>
                  <a:pt x="367390" y="576870"/>
                </a:lnTo>
                <a:lnTo>
                  <a:pt x="390135" y="578936"/>
                </a:lnTo>
                <a:lnTo>
                  <a:pt x="412893" y="576834"/>
                </a:lnTo>
                <a:lnTo>
                  <a:pt x="453635" y="560025"/>
                </a:lnTo>
                <a:lnTo>
                  <a:pt x="486660" y="527640"/>
                </a:lnTo>
                <a:lnTo>
                  <a:pt x="503850" y="487088"/>
                </a:lnTo>
                <a:lnTo>
                  <a:pt x="505999" y="464212"/>
                </a:lnTo>
                <a:lnTo>
                  <a:pt x="505999" y="0"/>
                </a:lnTo>
                <a:lnTo>
                  <a:pt x="540188" y="0"/>
                </a:lnTo>
                <a:lnTo>
                  <a:pt x="540188" y="467251"/>
                </a:lnTo>
                <a:lnTo>
                  <a:pt x="537030" y="495837"/>
                </a:lnTo>
                <a:lnTo>
                  <a:pt x="515187" y="546741"/>
                </a:lnTo>
                <a:lnTo>
                  <a:pt x="473329" y="588338"/>
                </a:lnTo>
                <a:lnTo>
                  <a:pt x="420146" y="610371"/>
                </a:lnTo>
                <a:lnTo>
                  <a:pt x="390135" y="613125"/>
                </a:lnTo>
                <a:lnTo>
                  <a:pt x="360291" y="610394"/>
                </a:lnTo>
                <a:lnTo>
                  <a:pt x="307298" y="588551"/>
                </a:lnTo>
                <a:lnTo>
                  <a:pt x="274146" y="559182"/>
                </a:lnTo>
                <a:lnTo>
                  <a:pt x="270094" y="553863"/>
                </a:lnTo>
                <a:lnTo>
                  <a:pt x="266042" y="559182"/>
                </a:lnTo>
                <a:lnTo>
                  <a:pt x="232889" y="588551"/>
                </a:lnTo>
                <a:lnTo>
                  <a:pt x="179896" y="610394"/>
                </a:lnTo>
                <a:lnTo>
                  <a:pt x="150052" y="613125"/>
                </a:lnTo>
                <a:lnTo>
                  <a:pt x="120065" y="610371"/>
                </a:lnTo>
                <a:lnTo>
                  <a:pt x="67072" y="588338"/>
                </a:lnTo>
                <a:lnTo>
                  <a:pt x="25214" y="546741"/>
                </a:lnTo>
                <a:lnTo>
                  <a:pt x="3181" y="495837"/>
                </a:lnTo>
                <a:lnTo>
                  <a:pt x="0" y="467251"/>
                </a:lnTo>
                <a:lnTo>
                  <a:pt x="0" y="0"/>
                </a:lnTo>
                <a:lnTo>
                  <a:pt x="34189" y="0"/>
                </a:lnTo>
                <a:lnTo>
                  <a:pt x="34189" y="464212"/>
                </a:lnTo>
                <a:lnTo>
                  <a:pt x="36337" y="487088"/>
                </a:lnTo>
                <a:lnTo>
                  <a:pt x="53527" y="527640"/>
                </a:lnTo>
                <a:lnTo>
                  <a:pt x="86553" y="560025"/>
                </a:lnTo>
                <a:lnTo>
                  <a:pt x="127295" y="576834"/>
                </a:lnTo>
                <a:lnTo>
                  <a:pt x="150052" y="578936"/>
                </a:lnTo>
                <a:lnTo>
                  <a:pt x="172797" y="576870"/>
                </a:lnTo>
                <a:lnTo>
                  <a:pt x="213444" y="560345"/>
                </a:lnTo>
                <a:lnTo>
                  <a:pt x="243217" y="532115"/>
                </a:lnTo>
                <a:lnTo>
                  <a:pt x="248369" y="524589"/>
                </a:lnTo>
                <a:lnTo>
                  <a:pt x="252999" y="516635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79720" y="2227058"/>
            <a:ext cx="412750" cy="417830"/>
          </a:xfrm>
          <a:custGeom>
            <a:avLst/>
            <a:gdLst/>
            <a:ahLst/>
            <a:cxnLst/>
            <a:rect l="l" t="t" r="r" b="b"/>
            <a:pathLst>
              <a:path w="412750" h="417830">
                <a:moveTo>
                  <a:pt x="412168" y="406850"/>
                </a:moveTo>
                <a:lnTo>
                  <a:pt x="377979" y="406850"/>
                </a:lnTo>
                <a:lnTo>
                  <a:pt x="377979" y="330874"/>
                </a:lnTo>
                <a:lnTo>
                  <a:pt x="372922" y="337451"/>
                </a:lnTo>
                <a:lnTo>
                  <a:pt x="324155" y="383084"/>
                </a:lnTo>
                <a:lnTo>
                  <a:pt x="288803" y="402197"/>
                </a:lnTo>
                <a:lnTo>
                  <a:pt x="250269" y="413664"/>
                </a:lnTo>
                <a:lnTo>
                  <a:pt x="208553" y="417487"/>
                </a:lnTo>
                <a:lnTo>
                  <a:pt x="167004" y="413664"/>
                </a:lnTo>
                <a:lnTo>
                  <a:pt x="128589" y="402197"/>
                </a:lnTo>
                <a:lnTo>
                  <a:pt x="93307" y="383084"/>
                </a:lnTo>
                <a:lnTo>
                  <a:pt x="61160" y="356326"/>
                </a:lnTo>
                <a:lnTo>
                  <a:pt x="34402" y="324179"/>
                </a:lnTo>
                <a:lnTo>
                  <a:pt x="15290" y="288898"/>
                </a:lnTo>
                <a:lnTo>
                  <a:pt x="3822" y="250482"/>
                </a:lnTo>
                <a:lnTo>
                  <a:pt x="0" y="208933"/>
                </a:lnTo>
                <a:lnTo>
                  <a:pt x="3822" y="167218"/>
                </a:lnTo>
                <a:lnTo>
                  <a:pt x="15290" y="128683"/>
                </a:lnTo>
                <a:lnTo>
                  <a:pt x="34402" y="93331"/>
                </a:lnTo>
                <a:lnTo>
                  <a:pt x="61160" y="61160"/>
                </a:lnTo>
                <a:lnTo>
                  <a:pt x="93307" y="34402"/>
                </a:lnTo>
                <a:lnTo>
                  <a:pt x="128589" y="15289"/>
                </a:lnTo>
                <a:lnTo>
                  <a:pt x="167004" y="3822"/>
                </a:lnTo>
                <a:lnTo>
                  <a:pt x="208553" y="0"/>
                </a:lnTo>
                <a:lnTo>
                  <a:pt x="250269" y="3822"/>
                </a:lnTo>
                <a:lnTo>
                  <a:pt x="288803" y="15289"/>
                </a:lnTo>
                <a:lnTo>
                  <a:pt x="324155" y="34402"/>
                </a:lnTo>
                <a:lnTo>
                  <a:pt x="356326" y="61160"/>
                </a:lnTo>
                <a:lnTo>
                  <a:pt x="377979" y="86612"/>
                </a:lnTo>
                <a:lnTo>
                  <a:pt x="377979" y="33808"/>
                </a:lnTo>
                <a:lnTo>
                  <a:pt x="412168" y="33808"/>
                </a:lnTo>
                <a:lnTo>
                  <a:pt x="412168" y="406850"/>
                </a:lnTo>
                <a:close/>
              </a:path>
              <a:path w="412750" h="417830">
                <a:moveTo>
                  <a:pt x="377979" y="242742"/>
                </a:moveTo>
                <a:lnTo>
                  <a:pt x="377979" y="175124"/>
                </a:lnTo>
                <a:lnTo>
                  <a:pt x="371450" y="150811"/>
                </a:lnTo>
                <a:lnTo>
                  <a:pt x="347708" y="106746"/>
                </a:lnTo>
                <a:lnTo>
                  <a:pt x="303927" y="64888"/>
                </a:lnTo>
                <a:lnTo>
                  <a:pt x="242956" y="39625"/>
                </a:lnTo>
                <a:lnTo>
                  <a:pt x="208553" y="36468"/>
                </a:lnTo>
                <a:lnTo>
                  <a:pt x="174150" y="39625"/>
                </a:lnTo>
                <a:lnTo>
                  <a:pt x="113180" y="64888"/>
                </a:lnTo>
                <a:lnTo>
                  <a:pt x="64508" y="113560"/>
                </a:lnTo>
                <a:lnTo>
                  <a:pt x="39246" y="174530"/>
                </a:lnTo>
                <a:lnTo>
                  <a:pt x="36088" y="208933"/>
                </a:lnTo>
                <a:lnTo>
                  <a:pt x="39246" y="243324"/>
                </a:lnTo>
                <a:lnTo>
                  <a:pt x="64508" y="304199"/>
                </a:lnTo>
                <a:lnTo>
                  <a:pt x="113180" y="352705"/>
                </a:lnTo>
                <a:lnTo>
                  <a:pt x="174150" y="377872"/>
                </a:lnTo>
                <a:lnTo>
                  <a:pt x="208553" y="381018"/>
                </a:lnTo>
                <a:lnTo>
                  <a:pt x="242956" y="377860"/>
                </a:lnTo>
                <a:lnTo>
                  <a:pt x="303927" y="352598"/>
                </a:lnTo>
                <a:lnTo>
                  <a:pt x="347708" y="310764"/>
                </a:lnTo>
                <a:lnTo>
                  <a:pt x="371450" y="266888"/>
                </a:lnTo>
                <a:lnTo>
                  <a:pt x="377979" y="242742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113633" y="2026102"/>
            <a:ext cx="34290" cy="608330"/>
          </a:xfrm>
          <a:custGeom>
            <a:avLst/>
            <a:gdLst/>
            <a:ahLst/>
            <a:cxnLst/>
            <a:rect l="l" t="t" r="r" b="b"/>
            <a:pathLst>
              <a:path w="34289" h="608330">
                <a:moveTo>
                  <a:pt x="34189" y="0"/>
                </a:moveTo>
                <a:lnTo>
                  <a:pt x="34189" y="607807"/>
                </a:lnTo>
                <a:lnTo>
                  <a:pt x="0" y="607807"/>
                </a:lnTo>
                <a:lnTo>
                  <a:pt x="0" y="0"/>
                </a:lnTo>
                <a:lnTo>
                  <a:pt x="34189" y="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2269565" y="2102078"/>
            <a:ext cx="369570" cy="615315"/>
          </a:xfrm>
          <a:custGeom>
            <a:avLst/>
            <a:gdLst/>
            <a:ahLst/>
            <a:cxnLst/>
            <a:rect l="l" t="t" r="r" b="b"/>
            <a:pathLst>
              <a:path w="369569" h="615314">
                <a:moveTo>
                  <a:pt x="181962" y="158789"/>
                </a:moveTo>
                <a:lnTo>
                  <a:pt x="90031" y="272753"/>
                </a:lnTo>
                <a:lnTo>
                  <a:pt x="236664" y="531830"/>
                </a:lnTo>
                <a:lnTo>
                  <a:pt x="194118" y="531830"/>
                </a:lnTo>
                <a:lnTo>
                  <a:pt x="67618" y="300104"/>
                </a:lnTo>
                <a:lnTo>
                  <a:pt x="34189" y="341511"/>
                </a:lnTo>
                <a:lnTo>
                  <a:pt x="34189" y="531830"/>
                </a:lnTo>
                <a:lnTo>
                  <a:pt x="0" y="531830"/>
                </a:lnTo>
                <a:lnTo>
                  <a:pt x="0" y="0"/>
                </a:lnTo>
                <a:lnTo>
                  <a:pt x="34189" y="0"/>
                </a:lnTo>
                <a:lnTo>
                  <a:pt x="34189" y="286808"/>
                </a:lnTo>
                <a:lnTo>
                  <a:pt x="137896" y="158789"/>
                </a:lnTo>
                <a:lnTo>
                  <a:pt x="181962" y="158789"/>
                </a:lnTo>
                <a:close/>
              </a:path>
              <a:path w="369569" h="615314">
                <a:moveTo>
                  <a:pt x="369425" y="468770"/>
                </a:moveTo>
                <a:lnTo>
                  <a:pt x="299147" y="615024"/>
                </a:lnTo>
                <a:lnTo>
                  <a:pt x="267237" y="615024"/>
                </a:lnTo>
                <a:lnTo>
                  <a:pt x="306364" y="468770"/>
                </a:lnTo>
                <a:lnTo>
                  <a:pt x="369425" y="46877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741740" y="2026102"/>
            <a:ext cx="335915" cy="608330"/>
          </a:xfrm>
          <a:custGeom>
            <a:avLst/>
            <a:gdLst/>
            <a:ahLst/>
            <a:cxnLst/>
            <a:rect l="l" t="t" r="r" b="b"/>
            <a:pathLst>
              <a:path w="335914" h="608330">
                <a:moveTo>
                  <a:pt x="34189" y="34569"/>
                </a:moveTo>
                <a:lnTo>
                  <a:pt x="34189" y="362405"/>
                </a:lnTo>
                <a:lnTo>
                  <a:pt x="137516" y="362405"/>
                </a:lnTo>
                <a:lnTo>
                  <a:pt x="200243" y="350391"/>
                </a:lnTo>
                <a:lnTo>
                  <a:pt x="253189" y="314350"/>
                </a:lnTo>
                <a:lnTo>
                  <a:pt x="289230" y="261309"/>
                </a:lnTo>
                <a:lnTo>
                  <a:pt x="301244" y="198297"/>
                </a:lnTo>
                <a:lnTo>
                  <a:pt x="298240" y="165556"/>
                </a:lnTo>
                <a:lnTo>
                  <a:pt x="274213" y="107624"/>
                </a:lnTo>
                <a:lnTo>
                  <a:pt x="227939" y="61493"/>
                </a:lnTo>
                <a:lnTo>
                  <a:pt x="170102" y="37560"/>
                </a:lnTo>
                <a:lnTo>
                  <a:pt x="137516" y="34569"/>
                </a:lnTo>
                <a:lnTo>
                  <a:pt x="34189" y="34569"/>
                </a:lnTo>
                <a:close/>
              </a:path>
              <a:path w="335914" h="608330">
                <a:moveTo>
                  <a:pt x="147772" y="396593"/>
                </a:moveTo>
                <a:lnTo>
                  <a:pt x="144480" y="396847"/>
                </a:lnTo>
                <a:lnTo>
                  <a:pt x="141061" y="396974"/>
                </a:lnTo>
                <a:lnTo>
                  <a:pt x="137516" y="396974"/>
                </a:lnTo>
                <a:lnTo>
                  <a:pt x="34189" y="396974"/>
                </a:lnTo>
                <a:lnTo>
                  <a:pt x="34189" y="607807"/>
                </a:lnTo>
                <a:lnTo>
                  <a:pt x="0" y="607807"/>
                </a:lnTo>
                <a:lnTo>
                  <a:pt x="0" y="0"/>
                </a:lnTo>
                <a:lnTo>
                  <a:pt x="159549" y="0"/>
                </a:lnTo>
                <a:lnTo>
                  <a:pt x="223843" y="19279"/>
                </a:lnTo>
                <a:lnTo>
                  <a:pt x="277691" y="58121"/>
                </a:lnTo>
                <a:lnTo>
                  <a:pt x="303119" y="88678"/>
                </a:lnTo>
                <a:lnTo>
                  <a:pt x="321282" y="122226"/>
                </a:lnTo>
                <a:lnTo>
                  <a:pt x="332180" y="158766"/>
                </a:lnTo>
                <a:lnTo>
                  <a:pt x="335813" y="198297"/>
                </a:lnTo>
                <a:lnTo>
                  <a:pt x="332180" y="237994"/>
                </a:lnTo>
                <a:lnTo>
                  <a:pt x="321282" y="274653"/>
                </a:lnTo>
                <a:lnTo>
                  <a:pt x="303119" y="308272"/>
                </a:lnTo>
                <a:lnTo>
                  <a:pt x="277691" y="338852"/>
                </a:lnTo>
                <a:lnTo>
                  <a:pt x="234480" y="372186"/>
                </a:lnTo>
                <a:lnTo>
                  <a:pt x="185381" y="391655"/>
                </a:lnTo>
                <a:lnTo>
                  <a:pt x="325556" y="607807"/>
                </a:lnTo>
                <a:lnTo>
                  <a:pt x="283389" y="607807"/>
                </a:lnTo>
                <a:lnTo>
                  <a:pt x="147772" y="396593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163209" y="2260867"/>
            <a:ext cx="303530" cy="378460"/>
          </a:xfrm>
          <a:custGeom>
            <a:avLst/>
            <a:gdLst/>
            <a:ahLst/>
            <a:cxnLst/>
            <a:rect l="l" t="t" r="r" b="b"/>
            <a:pathLst>
              <a:path w="303529" h="378460">
                <a:moveTo>
                  <a:pt x="153851" y="378360"/>
                </a:moveTo>
                <a:lnTo>
                  <a:pt x="91075" y="368008"/>
                </a:lnTo>
                <a:lnTo>
                  <a:pt x="42546" y="336953"/>
                </a:lnTo>
                <a:lnTo>
                  <a:pt x="11206" y="290133"/>
                </a:lnTo>
                <a:lnTo>
                  <a:pt x="0" y="232486"/>
                </a:lnTo>
                <a:lnTo>
                  <a:pt x="0" y="0"/>
                </a:lnTo>
                <a:lnTo>
                  <a:pt x="34188" y="0"/>
                </a:lnTo>
                <a:lnTo>
                  <a:pt x="34188" y="229447"/>
                </a:lnTo>
                <a:lnTo>
                  <a:pt x="36349" y="252311"/>
                </a:lnTo>
                <a:lnTo>
                  <a:pt x="53634" y="292768"/>
                </a:lnTo>
                <a:lnTo>
                  <a:pt x="86873" y="325153"/>
                </a:lnTo>
                <a:lnTo>
                  <a:pt x="129230" y="342057"/>
                </a:lnTo>
                <a:lnTo>
                  <a:pt x="153471" y="344170"/>
                </a:lnTo>
                <a:lnTo>
                  <a:pt x="176228" y="342069"/>
                </a:lnTo>
                <a:lnTo>
                  <a:pt x="216970" y="325259"/>
                </a:lnTo>
                <a:lnTo>
                  <a:pt x="249995" y="292875"/>
                </a:lnTo>
                <a:lnTo>
                  <a:pt x="267185" y="252323"/>
                </a:lnTo>
                <a:lnTo>
                  <a:pt x="269334" y="229447"/>
                </a:lnTo>
                <a:lnTo>
                  <a:pt x="269334" y="0"/>
                </a:lnTo>
                <a:lnTo>
                  <a:pt x="303523" y="0"/>
                </a:lnTo>
                <a:lnTo>
                  <a:pt x="303523" y="232486"/>
                </a:lnTo>
                <a:lnTo>
                  <a:pt x="300436" y="262663"/>
                </a:lnTo>
                <a:lnTo>
                  <a:pt x="279163" y="314896"/>
                </a:lnTo>
                <a:lnTo>
                  <a:pt x="238753" y="355068"/>
                </a:lnTo>
                <a:lnTo>
                  <a:pt x="185191" y="375772"/>
                </a:lnTo>
                <a:lnTo>
                  <a:pt x="153851" y="37836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3588475" y="2238455"/>
            <a:ext cx="293370" cy="395605"/>
          </a:xfrm>
          <a:custGeom>
            <a:avLst/>
            <a:gdLst/>
            <a:ahLst/>
            <a:cxnLst/>
            <a:rect l="l" t="t" r="r" b="b"/>
            <a:pathLst>
              <a:path w="293370" h="395605">
                <a:moveTo>
                  <a:pt x="34188" y="105606"/>
                </a:moveTo>
                <a:lnTo>
                  <a:pt x="34188" y="395454"/>
                </a:lnTo>
                <a:lnTo>
                  <a:pt x="0" y="395454"/>
                </a:lnTo>
                <a:lnTo>
                  <a:pt x="0" y="22412"/>
                </a:lnTo>
                <a:lnTo>
                  <a:pt x="34188" y="22412"/>
                </a:lnTo>
                <a:lnTo>
                  <a:pt x="34188" y="46345"/>
                </a:lnTo>
                <a:lnTo>
                  <a:pt x="58501" y="26069"/>
                </a:lnTo>
                <a:lnTo>
                  <a:pt x="84712" y="11586"/>
                </a:lnTo>
                <a:lnTo>
                  <a:pt x="112824" y="2896"/>
                </a:lnTo>
                <a:lnTo>
                  <a:pt x="142834" y="0"/>
                </a:lnTo>
                <a:lnTo>
                  <a:pt x="174340" y="2587"/>
                </a:lnTo>
                <a:lnTo>
                  <a:pt x="228093" y="23291"/>
                </a:lnTo>
                <a:lnTo>
                  <a:pt x="268527" y="63463"/>
                </a:lnTo>
                <a:lnTo>
                  <a:pt x="289800" y="115697"/>
                </a:lnTo>
                <a:lnTo>
                  <a:pt x="292886" y="145873"/>
                </a:lnTo>
                <a:lnTo>
                  <a:pt x="292886" y="395454"/>
                </a:lnTo>
                <a:lnTo>
                  <a:pt x="258697" y="395454"/>
                </a:lnTo>
                <a:lnTo>
                  <a:pt x="258697" y="148912"/>
                </a:lnTo>
                <a:lnTo>
                  <a:pt x="256548" y="126036"/>
                </a:lnTo>
                <a:lnTo>
                  <a:pt x="239359" y="85484"/>
                </a:lnTo>
                <a:lnTo>
                  <a:pt x="206333" y="53099"/>
                </a:lnTo>
                <a:lnTo>
                  <a:pt x="165591" y="36290"/>
                </a:lnTo>
                <a:lnTo>
                  <a:pt x="142834" y="34189"/>
                </a:lnTo>
                <a:lnTo>
                  <a:pt x="120089" y="36254"/>
                </a:lnTo>
                <a:lnTo>
                  <a:pt x="79442" y="52779"/>
                </a:lnTo>
                <a:lnTo>
                  <a:pt x="45395" y="86137"/>
                </a:lnTo>
                <a:lnTo>
                  <a:pt x="39174" y="95800"/>
                </a:lnTo>
                <a:lnTo>
                  <a:pt x="34188" y="105606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2831704" y="2988269"/>
            <a:ext cx="35560" cy="304165"/>
          </a:xfrm>
          <a:custGeom>
            <a:avLst/>
            <a:gdLst/>
            <a:ahLst/>
            <a:cxnLst/>
            <a:rect l="l" t="t" r="r" b="b"/>
            <a:pathLst>
              <a:path w="35560" h="304164">
                <a:moveTo>
                  <a:pt x="35139" y="0"/>
                </a:moveTo>
                <a:lnTo>
                  <a:pt x="35139" y="303907"/>
                </a:lnTo>
                <a:lnTo>
                  <a:pt x="18044" y="303907"/>
                </a:lnTo>
                <a:lnTo>
                  <a:pt x="18044" y="30010"/>
                </a:lnTo>
                <a:lnTo>
                  <a:pt x="0" y="30010"/>
                </a:lnTo>
                <a:lnTo>
                  <a:pt x="23362" y="0"/>
                </a:lnTo>
                <a:lnTo>
                  <a:pt x="35139" y="0"/>
                </a:lnTo>
                <a:close/>
              </a:path>
            </a:pathLst>
          </a:custGeom>
          <a:ln w="7780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929002" y="2018322"/>
            <a:ext cx="556260" cy="629285"/>
            <a:chOff x="929002" y="2018322"/>
            <a:chExt cx="556260" cy="629285"/>
          </a:xfrm>
        </p:grpSpPr>
        <p:sp>
          <p:nvSpPr>
            <p:cNvPr id="12" name="object 12" descr=""/>
            <p:cNvSpPr/>
            <p:nvPr/>
          </p:nvSpPr>
          <p:spPr>
            <a:xfrm>
              <a:off x="936782" y="2026102"/>
              <a:ext cx="540385" cy="613410"/>
            </a:xfrm>
            <a:custGeom>
              <a:avLst/>
              <a:gdLst/>
              <a:ahLst/>
              <a:cxnLst/>
              <a:rect l="l" t="t" r="r" b="b"/>
              <a:pathLst>
                <a:path w="540385" h="613410">
                  <a:moveTo>
                    <a:pt x="540188" y="0"/>
                  </a:moveTo>
                  <a:lnTo>
                    <a:pt x="505999" y="0"/>
                  </a:lnTo>
                  <a:lnTo>
                    <a:pt x="505999" y="464212"/>
                  </a:lnTo>
                  <a:lnTo>
                    <a:pt x="503850" y="487088"/>
                  </a:lnTo>
                  <a:lnTo>
                    <a:pt x="486660" y="527640"/>
                  </a:lnTo>
                  <a:lnTo>
                    <a:pt x="453635" y="560025"/>
                  </a:lnTo>
                  <a:lnTo>
                    <a:pt x="412893" y="576834"/>
                  </a:lnTo>
                  <a:lnTo>
                    <a:pt x="390135" y="578936"/>
                  </a:lnTo>
                  <a:lnTo>
                    <a:pt x="367390" y="576870"/>
                  </a:lnTo>
                  <a:lnTo>
                    <a:pt x="326743" y="560345"/>
                  </a:lnTo>
                  <a:lnTo>
                    <a:pt x="296970" y="532115"/>
                  </a:lnTo>
                  <a:lnTo>
                    <a:pt x="287188" y="516635"/>
                  </a:lnTo>
                  <a:lnTo>
                    <a:pt x="287188" y="0"/>
                  </a:lnTo>
                  <a:lnTo>
                    <a:pt x="252999" y="0"/>
                  </a:lnTo>
                  <a:lnTo>
                    <a:pt x="252999" y="516635"/>
                  </a:lnTo>
                  <a:lnTo>
                    <a:pt x="248369" y="524589"/>
                  </a:lnTo>
                  <a:lnTo>
                    <a:pt x="213444" y="560345"/>
                  </a:lnTo>
                  <a:lnTo>
                    <a:pt x="172797" y="576870"/>
                  </a:lnTo>
                  <a:lnTo>
                    <a:pt x="150052" y="578936"/>
                  </a:lnTo>
                  <a:lnTo>
                    <a:pt x="127295" y="576834"/>
                  </a:lnTo>
                  <a:lnTo>
                    <a:pt x="86553" y="560025"/>
                  </a:lnTo>
                  <a:lnTo>
                    <a:pt x="53527" y="527640"/>
                  </a:lnTo>
                  <a:lnTo>
                    <a:pt x="36337" y="487088"/>
                  </a:lnTo>
                  <a:lnTo>
                    <a:pt x="34189" y="464212"/>
                  </a:lnTo>
                  <a:lnTo>
                    <a:pt x="34189" y="0"/>
                  </a:lnTo>
                  <a:lnTo>
                    <a:pt x="0" y="0"/>
                  </a:lnTo>
                  <a:lnTo>
                    <a:pt x="0" y="467251"/>
                  </a:lnTo>
                  <a:lnTo>
                    <a:pt x="3181" y="495837"/>
                  </a:lnTo>
                  <a:lnTo>
                    <a:pt x="25214" y="546741"/>
                  </a:lnTo>
                  <a:lnTo>
                    <a:pt x="67072" y="588338"/>
                  </a:lnTo>
                  <a:lnTo>
                    <a:pt x="120065" y="610371"/>
                  </a:lnTo>
                  <a:lnTo>
                    <a:pt x="150052" y="613125"/>
                  </a:lnTo>
                  <a:lnTo>
                    <a:pt x="179896" y="610394"/>
                  </a:lnTo>
                  <a:lnTo>
                    <a:pt x="232889" y="588551"/>
                  </a:lnTo>
                  <a:lnTo>
                    <a:pt x="266042" y="559182"/>
                  </a:lnTo>
                  <a:lnTo>
                    <a:pt x="270094" y="553863"/>
                  </a:lnTo>
                  <a:lnTo>
                    <a:pt x="274146" y="559182"/>
                  </a:lnTo>
                  <a:lnTo>
                    <a:pt x="307298" y="588551"/>
                  </a:lnTo>
                  <a:lnTo>
                    <a:pt x="360291" y="610394"/>
                  </a:lnTo>
                  <a:lnTo>
                    <a:pt x="390135" y="613125"/>
                  </a:lnTo>
                  <a:lnTo>
                    <a:pt x="420146" y="610371"/>
                  </a:lnTo>
                  <a:lnTo>
                    <a:pt x="473329" y="588338"/>
                  </a:lnTo>
                  <a:lnTo>
                    <a:pt x="515187" y="546741"/>
                  </a:lnTo>
                  <a:lnTo>
                    <a:pt x="537030" y="495837"/>
                  </a:lnTo>
                  <a:lnTo>
                    <a:pt x="540188" y="467251"/>
                  </a:lnTo>
                  <a:lnTo>
                    <a:pt x="540188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936782" y="2026102"/>
              <a:ext cx="540385" cy="613410"/>
            </a:xfrm>
            <a:custGeom>
              <a:avLst/>
              <a:gdLst/>
              <a:ahLst/>
              <a:cxnLst/>
              <a:rect l="l" t="t" r="r" b="b"/>
              <a:pathLst>
                <a:path w="540385" h="613410">
                  <a:moveTo>
                    <a:pt x="252999" y="516635"/>
                  </a:moveTo>
                  <a:lnTo>
                    <a:pt x="252999" y="0"/>
                  </a:lnTo>
                  <a:lnTo>
                    <a:pt x="287188" y="0"/>
                  </a:lnTo>
                  <a:lnTo>
                    <a:pt x="287188" y="516635"/>
                  </a:lnTo>
                  <a:lnTo>
                    <a:pt x="291818" y="524589"/>
                  </a:lnTo>
                  <a:lnTo>
                    <a:pt x="326743" y="560345"/>
                  </a:lnTo>
                  <a:lnTo>
                    <a:pt x="367390" y="576870"/>
                  </a:lnTo>
                  <a:lnTo>
                    <a:pt x="390135" y="578936"/>
                  </a:lnTo>
                  <a:lnTo>
                    <a:pt x="412893" y="576834"/>
                  </a:lnTo>
                  <a:lnTo>
                    <a:pt x="453635" y="560025"/>
                  </a:lnTo>
                  <a:lnTo>
                    <a:pt x="486660" y="527640"/>
                  </a:lnTo>
                  <a:lnTo>
                    <a:pt x="503850" y="487088"/>
                  </a:lnTo>
                  <a:lnTo>
                    <a:pt x="505999" y="464212"/>
                  </a:lnTo>
                  <a:lnTo>
                    <a:pt x="505999" y="0"/>
                  </a:lnTo>
                  <a:lnTo>
                    <a:pt x="540188" y="0"/>
                  </a:lnTo>
                  <a:lnTo>
                    <a:pt x="540188" y="467251"/>
                  </a:lnTo>
                  <a:lnTo>
                    <a:pt x="537030" y="495837"/>
                  </a:lnTo>
                  <a:lnTo>
                    <a:pt x="515187" y="546741"/>
                  </a:lnTo>
                  <a:lnTo>
                    <a:pt x="473329" y="588338"/>
                  </a:lnTo>
                  <a:lnTo>
                    <a:pt x="420146" y="610371"/>
                  </a:lnTo>
                  <a:lnTo>
                    <a:pt x="390135" y="613125"/>
                  </a:lnTo>
                  <a:lnTo>
                    <a:pt x="360291" y="610394"/>
                  </a:lnTo>
                  <a:lnTo>
                    <a:pt x="307298" y="588551"/>
                  </a:lnTo>
                  <a:lnTo>
                    <a:pt x="274146" y="559182"/>
                  </a:lnTo>
                  <a:lnTo>
                    <a:pt x="270094" y="553863"/>
                  </a:lnTo>
                  <a:lnTo>
                    <a:pt x="266042" y="559182"/>
                  </a:lnTo>
                  <a:lnTo>
                    <a:pt x="232889" y="588551"/>
                  </a:lnTo>
                  <a:lnTo>
                    <a:pt x="179896" y="610394"/>
                  </a:lnTo>
                  <a:lnTo>
                    <a:pt x="150052" y="613125"/>
                  </a:lnTo>
                  <a:lnTo>
                    <a:pt x="120065" y="610371"/>
                  </a:lnTo>
                  <a:lnTo>
                    <a:pt x="67072" y="588338"/>
                  </a:lnTo>
                  <a:lnTo>
                    <a:pt x="25214" y="546741"/>
                  </a:lnTo>
                  <a:lnTo>
                    <a:pt x="3181" y="495837"/>
                  </a:lnTo>
                  <a:lnTo>
                    <a:pt x="0" y="467251"/>
                  </a:lnTo>
                  <a:lnTo>
                    <a:pt x="0" y="0"/>
                  </a:lnTo>
                  <a:lnTo>
                    <a:pt x="34189" y="0"/>
                  </a:lnTo>
                  <a:lnTo>
                    <a:pt x="34189" y="464212"/>
                  </a:lnTo>
                  <a:lnTo>
                    <a:pt x="36337" y="487088"/>
                  </a:lnTo>
                  <a:lnTo>
                    <a:pt x="53527" y="527640"/>
                  </a:lnTo>
                  <a:lnTo>
                    <a:pt x="86553" y="560025"/>
                  </a:lnTo>
                  <a:lnTo>
                    <a:pt x="127295" y="576834"/>
                  </a:lnTo>
                  <a:lnTo>
                    <a:pt x="150052" y="578936"/>
                  </a:lnTo>
                  <a:lnTo>
                    <a:pt x="172797" y="576870"/>
                  </a:lnTo>
                  <a:lnTo>
                    <a:pt x="213444" y="560345"/>
                  </a:lnTo>
                  <a:lnTo>
                    <a:pt x="243217" y="532115"/>
                  </a:lnTo>
                  <a:lnTo>
                    <a:pt x="248369" y="524589"/>
                  </a:lnTo>
                  <a:lnTo>
                    <a:pt x="252999" y="516635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 descr=""/>
          <p:cNvGrpSpPr/>
          <p:nvPr/>
        </p:nvGrpSpPr>
        <p:grpSpPr>
          <a:xfrm>
            <a:off x="1571940" y="2219278"/>
            <a:ext cx="427990" cy="433070"/>
            <a:chOff x="1571940" y="2219278"/>
            <a:chExt cx="427990" cy="433070"/>
          </a:xfrm>
        </p:grpSpPr>
        <p:sp>
          <p:nvSpPr>
            <p:cNvPr id="15" name="object 15" descr=""/>
            <p:cNvSpPr/>
            <p:nvPr/>
          </p:nvSpPr>
          <p:spPr>
            <a:xfrm>
              <a:off x="1579720" y="2227058"/>
              <a:ext cx="412750" cy="417830"/>
            </a:xfrm>
            <a:custGeom>
              <a:avLst/>
              <a:gdLst/>
              <a:ahLst/>
              <a:cxnLst/>
              <a:rect l="l" t="t" r="r" b="b"/>
              <a:pathLst>
                <a:path w="412750" h="417830">
                  <a:moveTo>
                    <a:pt x="208553" y="0"/>
                  </a:moveTo>
                  <a:lnTo>
                    <a:pt x="167004" y="3822"/>
                  </a:lnTo>
                  <a:lnTo>
                    <a:pt x="128589" y="15289"/>
                  </a:lnTo>
                  <a:lnTo>
                    <a:pt x="93307" y="34402"/>
                  </a:lnTo>
                  <a:lnTo>
                    <a:pt x="61160" y="61160"/>
                  </a:lnTo>
                  <a:lnTo>
                    <a:pt x="34402" y="93331"/>
                  </a:lnTo>
                  <a:lnTo>
                    <a:pt x="15290" y="128683"/>
                  </a:lnTo>
                  <a:lnTo>
                    <a:pt x="3822" y="167218"/>
                  </a:lnTo>
                  <a:lnTo>
                    <a:pt x="0" y="208933"/>
                  </a:lnTo>
                  <a:lnTo>
                    <a:pt x="3822" y="250482"/>
                  </a:lnTo>
                  <a:lnTo>
                    <a:pt x="15290" y="288898"/>
                  </a:lnTo>
                  <a:lnTo>
                    <a:pt x="34402" y="324179"/>
                  </a:lnTo>
                  <a:lnTo>
                    <a:pt x="61160" y="356326"/>
                  </a:lnTo>
                  <a:lnTo>
                    <a:pt x="93307" y="383084"/>
                  </a:lnTo>
                  <a:lnTo>
                    <a:pt x="128589" y="402197"/>
                  </a:lnTo>
                  <a:lnTo>
                    <a:pt x="167004" y="413664"/>
                  </a:lnTo>
                  <a:lnTo>
                    <a:pt x="208553" y="417487"/>
                  </a:lnTo>
                  <a:lnTo>
                    <a:pt x="250269" y="413664"/>
                  </a:lnTo>
                  <a:lnTo>
                    <a:pt x="288803" y="402197"/>
                  </a:lnTo>
                  <a:lnTo>
                    <a:pt x="324155" y="383084"/>
                  </a:lnTo>
                  <a:lnTo>
                    <a:pt x="326639" y="381018"/>
                  </a:lnTo>
                  <a:lnTo>
                    <a:pt x="208553" y="381018"/>
                  </a:lnTo>
                  <a:lnTo>
                    <a:pt x="174150" y="377872"/>
                  </a:lnTo>
                  <a:lnTo>
                    <a:pt x="113180" y="352705"/>
                  </a:lnTo>
                  <a:lnTo>
                    <a:pt x="64508" y="304200"/>
                  </a:lnTo>
                  <a:lnTo>
                    <a:pt x="39246" y="243324"/>
                  </a:lnTo>
                  <a:lnTo>
                    <a:pt x="36088" y="208933"/>
                  </a:lnTo>
                  <a:lnTo>
                    <a:pt x="39191" y="175124"/>
                  </a:lnTo>
                  <a:lnTo>
                    <a:pt x="39246" y="174530"/>
                  </a:lnTo>
                  <a:lnTo>
                    <a:pt x="64508" y="113560"/>
                  </a:lnTo>
                  <a:lnTo>
                    <a:pt x="113180" y="64888"/>
                  </a:lnTo>
                  <a:lnTo>
                    <a:pt x="174150" y="39625"/>
                  </a:lnTo>
                  <a:lnTo>
                    <a:pt x="208553" y="36468"/>
                  </a:lnTo>
                  <a:lnTo>
                    <a:pt x="326639" y="36468"/>
                  </a:lnTo>
                  <a:lnTo>
                    <a:pt x="324155" y="34402"/>
                  </a:lnTo>
                  <a:lnTo>
                    <a:pt x="288803" y="15289"/>
                  </a:lnTo>
                  <a:lnTo>
                    <a:pt x="250269" y="3822"/>
                  </a:lnTo>
                  <a:lnTo>
                    <a:pt x="208553" y="0"/>
                  </a:lnTo>
                  <a:close/>
                </a:path>
                <a:path w="412750" h="417830">
                  <a:moveTo>
                    <a:pt x="412168" y="330874"/>
                  </a:moveTo>
                  <a:lnTo>
                    <a:pt x="377979" y="330874"/>
                  </a:lnTo>
                  <a:lnTo>
                    <a:pt x="377979" y="406850"/>
                  </a:lnTo>
                  <a:lnTo>
                    <a:pt x="412168" y="406850"/>
                  </a:lnTo>
                  <a:lnTo>
                    <a:pt x="412168" y="330874"/>
                  </a:lnTo>
                  <a:close/>
                </a:path>
                <a:path w="412750" h="417830">
                  <a:moveTo>
                    <a:pt x="326639" y="36468"/>
                  </a:moveTo>
                  <a:lnTo>
                    <a:pt x="208553" y="36468"/>
                  </a:lnTo>
                  <a:lnTo>
                    <a:pt x="242956" y="39625"/>
                  </a:lnTo>
                  <a:lnTo>
                    <a:pt x="274747" y="49099"/>
                  </a:lnTo>
                  <a:lnTo>
                    <a:pt x="330494" y="86992"/>
                  </a:lnTo>
                  <a:lnTo>
                    <a:pt x="361360" y="128019"/>
                  </a:lnTo>
                  <a:lnTo>
                    <a:pt x="377979" y="175124"/>
                  </a:lnTo>
                  <a:lnTo>
                    <a:pt x="377979" y="242742"/>
                  </a:lnTo>
                  <a:lnTo>
                    <a:pt x="361360" y="289562"/>
                  </a:lnTo>
                  <a:lnTo>
                    <a:pt x="330494" y="330494"/>
                  </a:lnTo>
                  <a:lnTo>
                    <a:pt x="274588" y="368435"/>
                  </a:lnTo>
                  <a:lnTo>
                    <a:pt x="208553" y="381018"/>
                  </a:lnTo>
                  <a:lnTo>
                    <a:pt x="326639" y="381018"/>
                  </a:lnTo>
                  <a:lnTo>
                    <a:pt x="356326" y="356326"/>
                  </a:lnTo>
                  <a:lnTo>
                    <a:pt x="377979" y="330874"/>
                  </a:lnTo>
                  <a:lnTo>
                    <a:pt x="412168" y="330874"/>
                  </a:lnTo>
                  <a:lnTo>
                    <a:pt x="412168" y="86612"/>
                  </a:lnTo>
                  <a:lnTo>
                    <a:pt x="377979" y="86612"/>
                  </a:lnTo>
                  <a:lnTo>
                    <a:pt x="372922" y="80035"/>
                  </a:lnTo>
                  <a:lnTo>
                    <a:pt x="367628" y="73601"/>
                  </a:lnTo>
                  <a:lnTo>
                    <a:pt x="362096" y="67309"/>
                  </a:lnTo>
                  <a:lnTo>
                    <a:pt x="356326" y="61160"/>
                  </a:lnTo>
                  <a:lnTo>
                    <a:pt x="326639" y="36468"/>
                  </a:lnTo>
                  <a:close/>
                </a:path>
                <a:path w="412750" h="417830">
                  <a:moveTo>
                    <a:pt x="412168" y="33808"/>
                  </a:moveTo>
                  <a:lnTo>
                    <a:pt x="377979" y="33808"/>
                  </a:lnTo>
                  <a:lnTo>
                    <a:pt x="377979" y="86612"/>
                  </a:lnTo>
                  <a:lnTo>
                    <a:pt x="412168" y="86612"/>
                  </a:lnTo>
                  <a:lnTo>
                    <a:pt x="412168" y="3380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79720" y="2227058"/>
              <a:ext cx="412750" cy="417830"/>
            </a:xfrm>
            <a:custGeom>
              <a:avLst/>
              <a:gdLst/>
              <a:ahLst/>
              <a:cxnLst/>
              <a:rect l="l" t="t" r="r" b="b"/>
              <a:pathLst>
                <a:path w="412750" h="417830">
                  <a:moveTo>
                    <a:pt x="412168" y="406850"/>
                  </a:moveTo>
                  <a:lnTo>
                    <a:pt x="377979" y="406850"/>
                  </a:lnTo>
                  <a:lnTo>
                    <a:pt x="377979" y="330874"/>
                  </a:lnTo>
                  <a:lnTo>
                    <a:pt x="372922" y="337451"/>
                  </a:lnTo>
                  <a:lnTo>
                    <a:pt x="324155" y="383084"/>
                  </a:lnTo>
                  <a:lnTo>
                    <a:pt x="288803" y="402197"/>
                  </a:lnTo>
                  <a:lnTo>
                    <a:pt x="250269" y="413664"/>
                  </a:lnTo>
                  <a:lnTo>
                    <a:pt x="208553" y="417487"/>
                  </a:lnTo>
                  <a:lnTo>
                    <a:pt x="167004" y="413664"/>
                  </a:lnTo>
                  <a:lnTo>
                    <a:pt x="128589" y="402197"/>
                  </a:lnTo>
                  <a:lnTo>
                    <a:pt x="93307" y="383084"/>
                  </a:lnTo>
                  <a:lnTo>
                    <a:pt x="61160" y="356326"/>
                  </a:lnTo>
                  <a:lnTo>
                    <a:pt x="34402" y="324179"/>
                  </a:lnTo>
                  <a:lnTo>
                    <a:pt x="15290" y="288898"/>
                  </a:lnTo>
                  <a:lnTo>
                    <a:pt x="3822" y="250482"/>
                  </a:lnTo>
                  <a:lnTo>
                    <a:pt x="0" y="208933"/>
                  </a:lnTo>
                  <a:lnTo>
                    <a:pt x="3822" y="167218"/>
                  </a:lnTo>
                  <a:lnTo>
                    <a:pt x="15290" y="128683"/>
                  </a:lnTo>
                  <a:lnTo>
                    <a:pt x="34402" y="93331"/>
                  </a:lnTo>
                  <a:lnTo>
                    <a:pt x="61160" y="61160"/>
                  </a:lnTo>
                  <a:lnTo>
                    <a:pt x="93307" y="34402"/>
                  </a:lnTo>
                  <a:lnTo>
                    <a:pt x="128589" y="15289"/>
                  </a:lnTo>
                  <a:lnTo>
                    <a:pt x="167004" y="3822"/>
                  </a:lnTo>
                  <a:lnTo>
                    <a:pt x="208553" y="0"/>
                  </a:lnTo>
                  <a:lnTo>
                    <a:pt x="250269" y="3822"/>
                  </a:lnTo>
                  <a:lnTo>
                    <a:pt x="288803" y="15289"/>
                  </a:lnTo>
                  <a:lnTo>
                    <a:pt x="324155" y="34402"/>
                  </a:lnTo>
                  <a:lnTo>
                    <a:pt x="356326" y="61160"/>
                  </a:lnTo>
                  <a:lnTo>
                    <a:pt x="377979" y="86612"/>
                  </a:lnTo>
                  <a:lnTo>
                    <a:pt x="377979" y="33808"/>
                  </a:lnTo>
                  <a:lnTo>
                    <a:pt x="412168" y="33808"/>
                  </a:lnTo>
                  <a:lnTo>
                    <a:pt x="412168" y="406850"/>
                  </a:lnTo>
                  <a:close/>
                </a:path>
                <a:path w="412750" h="417830">
                  <a:moveTo>
                    <a:pt x="377979" y="242742"/>
                  </a:moveTo>
                  <a:lnTo>
                    <a:pt x="377979" y="175124"/>
                  </a:lnTo>
                  <a:lnTo>
                    <a:pt x="371450" y="150811"/>
                  </a:lnTo>
                  <a:lnTo>
                    <a:pt x="347708" y="106746"/>
                  </a:lnTo>
                  <a:lnTo>
                    <a:pt x="303927" y="64888"/>
                  </a:lnTo>
                  <a:lnTo>
                    <a:pt x="242956" y="39625"/>
                  </a:lnTo>
                  <a:lnTo>
                    <a:pt x="208553" y="36468"/>
                  </a:lnTo>
                  <a:lnTo>
                    <a:pt x="174150" y="39625"/>
                  </a:lnTo>
                  <a:lnTo>
                    <a:pt x="113180" y="64888"/>
                  </a:lnTo>
                  <a:lnTo>
                    <a:pt x="64508" y="113560"/>
                  </a:lnTo>
                  <a:lnTo>
                    <a:pt x="39246" y="174530"/>
                  </a:lnTo>
                  <a:lnTo>
                    <a:pt x="36088" y="208933"/>
                  </a:lnTo>
                  <a:lnTo>
                    <a:pt x="39246" y="243324"/>
                  </a:lnTo>
                  <a:lnTo>
                    <a:pt x="64508" y="304199"/>
                  </a:lnTo>
                  <a:lnTo>
                    <a:pt x="113180" y="352705"/>
                  </a:lnTo>
                  <a:lnTo>
                    <a:pt x="174150" y="377872"/>
                  </a:lnTo>
                  <a:lnTo>
                    <a:pt x="208553" y="381018"/>
                  </a:lnTo>
                  <a:lnTo>
                    <a:pt x="242956" y="377860"/>
                  </a:lnTo>
                  <a:lnTo>
                    <a:pt x="303927" y="352598"/>
                  </a:lnTo>
                  <a:lnTo>
                    <a:pt x="347708" y="310764"/>
                  </a:lnTo>
                  <a:lnTo>
                    <a:pt x="371450" y="266888"/>
                  </a:lnTo>
                  <a:lnTo>
                    <a:pt x="377979" y="242742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 descr=""/>
          <p:cNvGrpSpPr/>
          <p:nvPr/>
        </p:nvGrpSpPr>
        <p:grpSpPr>
          <a:xfrm>
            <a:off x="2105853" y="2018322"/>
            <a:ext cx="50165" cy="623570"/>
            <a:chOff x="2105853" y="2018322"/>
            <a:chExt cx="50165" cy="623570"/>
          </a:xfrm>
        </p:grpSpPr>
        <p:sp>
          <p:nvSpPr>
            <p:cNvPr id="18" name="object 18" descr=""/>
            <p:cNvSpPr/>
            <p:nvPr/>
          </p:nvSpPr>
          <p:spPr>
            <a:xfrm>
              <a:off x="2113633" y="2026102"/>
              <a:ext cx="34290" cy="608330"/>
            </a:xfrm>
            <a:custGeom>
              <a:avLst/>
              <a:gdLst/>
              <a:ahLst/>
              <a:cxnLst/>
              <a:rect l="l" t="t" r="r" b="b"/>
              <a:pathLst>
                <a:path w="34289" h="608330">
                  <a:moveTo>
                    <a:pt x="34189" y="0"/>
                  </a:moveTo>
                  <a:lnTo>
                    <a:pt x="0" y="0"/>
                  </a:lnTo>
                  <a:lnTo>
                    <a:pt x="0" y="607807"/>
                  </a:lnTo>
                  <a:lnTo>
                    <a:pt x="34189" y="607807"/>
                  </a:lnTo>
                  <a:lnTo>
                    <a:pt x="3418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113633" y="2026102"/>
              <a:ext cx="34290" cy="608330"/>
            </a:xfrm>
            <a:custGeom>
              <a:avLst/>
              <a:gdLst/>
              <a:ahLst/>
              <a:cxnLst/>
              <a:rect l="l" t="t" r="r" b="b"/>
              <a:pathLst>
                <a:path w="34289" h="608330">
                  <a:moveTo>
                    <a:pt x="34189" y="0"/>
                  </a:moveTo>
                  <a:lnTo>
                    <a:pt x="34189" y="607807"/>
                  </a:lnTo>
                  <a:lnTo>
                    <a:pt x="0" y="607807"/>
                  </a:lnTo>
                  <a:lnTo>
                    <a:pt x="0" y="0"/>
                  </a:lnTo>
                  <a:lnTo>
                    <a:pt x="34189" y="0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0" name="object 20" descr=""/>
          <p:cNvGrpSpPr/>
          <p:nvPr/>
        </p:nvGrpSpPr>
        <p:grpSpPr>
          <a:xfrm>
            <a:off x="2261785" y="2094298"/>
            <a:ext cx="385445" cy="631190"/>
            <a:chOff x="2261785" y="2094298"/>
            <a:chExt cx="385445" cy="631190"/>
          </a:xfrm>
        </p:grpSpPr>
        <p:sp>
          <p:nvSpPr>
            <p:cNvPr id="21" name="object 21" descr=""/>
            <p:cNvSpPr/>
            <p:nvPr/>
          </p:nvSpPr>
          <p:spPr>
            <a:xfrm>
              <a:off x="2269565" y="2102078"/>
              <a:ext cx="236854" cy="532130"/>
            </a:xfrm>
            <a:custGeom>
              <a:avLst/>
              <a:gdLst/>
              <a:ahLst/>
              <a:cxnLst/>
              <a:rect l="l" t="t" r="r" b="b"/>
              <a:pathLst>
                <a:path w="236855" h="532130">
                  <a:moveTo>
                    <a:pt x="34189" y="0"/>
                  </a:moveTo>
                  <a:lnTo>
                    <a:pt x="0" y="0"/>
                  </a:lnTo>
                  <a:lnTo>
                    <a:pt x="0" y="531830"/>
                  </a:lnTo>
                  <a:lnTo>
                    <a:pt x="34189" y="531830"/>
                  </a:lnTo>
                  <a:lnTo>
                    <a:pt x="34189" y="341511"/>
                  </a:lnTo>
                  <a:lnTo>
                    <a:pt x="67618" y="300104"/>
                  </a:lnTo>
                  <a:lnTo>
                    <a:pt x="194118" y="531830"/>
                  </a:lnTo>
                  <a:lnTo>
                    <a:pt x="236664" y="531830"/>
                  </a:lnTo>
                  <a:lnTo>
                    <a:pt x="90031" y="272753"/>
                  </a:lnTo>
                  <a:lnTo>
                    <a:pt x="181962" y="158789"/>
                  </a:lnTo>
                  <a:lnTo>
                    <a:pt x="137896" y="158789"/>
                  </a:lnTo>
                  <a:lnTo>
                    <a:pt x="34189" y="286808"/>
                  </a:lnTo>
                  <a:lnTo>
                    <a:pt x="3418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269565" y="2102078"/>
              <a:ext cx="236854" cy="532130"/>
            </a:xfrm>
            <a:custGeom>
              <a:avLst/>
              <a:gdLst/>
              <a:ahLst/>
              <a:cxnLst/>
              <a:rect l="l" t="t" r="r" b="b"/>
              <a:pathLst>
                <a:path w="236855" h="532130">
                  <a:moveTo>
                    <a:pt x="181962" y="158789"/>
                  </a:moveTo>
                  <a:lnTo>
                    <a:pt x="90031" y="272753"/>
                  </a:lnTo>
                  <a:lnTo>
                    <a:pt x="236664" y="531830"/>
                  </a:lnTo>
                  <a:lnTo>
                    <a:pt x="194118" y="531830"/>
                  </a:lnTo>
                  <a:lnTo>
                    <a:pt x="67618" y="300104"/>
                  </a:lnTo>
                  <a:lnTo>
                    <a:pt x="34189" y="341511"/>
                  </a:lnTo>
                  <a:lnTo>
                    <a:pt x="34189" y="531830"/>
                  </a:lnTo>
                  <a:lnTo>
                    <a:pt x="0" y="531830"/>
                  </a:lnTo>
                  <a:lnTo>
                    <a:pt x="0" y="0"/>
                  </a:lnTo>
                  <a:lnTo>
                    <a:pt x="34189" y="0"/>
                  </a:lnTo>
                  <a:lnTo>
                    <a:pt x="34189" y="286808"/>
                  </a:lnTo>
                  <a:lnTo>
                    <a:pt x="137896" y="158789"/>
                  </a:lnTo>
                  <a:lnTo>
                    <a:pt x="181962" y="158789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29023" y="2563069"/>
              <a:ext cx="117747" cy="161813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2733960" y="2018322"/>
            <a:ext cx="351790" cy="623570"/>
            <a:chOff x="2733960" y="2018322"/>
            <a:chExt cx="351790" cy="623570"/>
          </a:xfrm>
        </p:grpSpPr>
        <p:sp>
          <p:nvSpPr>
            <p:cNvPr id="25" name="object 25" descr=""/>
            <p:cNvSpPr/>
            <p:nvPr/>
          </p:nvSpPr>
          <p:spPr>
            <a:xfrm>
              <a:off x="2741740" y="2026102"/>
              <a:ext cx="335915" cy="608330"/>
            </a:xfrm>
            <a:custGeom>
              <a:avLst/>
              <a:gdLst/>
              <a:ahLst/>
              <a:cxnLst/>
              <a:rect l="l" t="t" r="r" b="b"/>
              <a:pathLst>
                <a:path w="335914" h="608330">
                  <a:moveTo>
                    <a:pt x="159549" y="0"/>
                  </a:moveTo>
                  <a:lnTo>
                    <a:pt x="0" y="0"/>
                  </a:lnTo>
                  <a:lnTo>
                    <a:pt x="0" y="607807"/>
                  </a:lnTo>
                  <a:lnTo>
                    <a:pt x="34189" y="607807"/>
                  </a:lnTo>
                  <a:lnTo>
                    <a:pt x="34189" y="396974"/>
                  </a:lnTo>
                  <a:lnTo>
                    <a:pt x="142833" y="396974"/>
                  </a:lnTo>
                  <a:lnTo>
                    <a:pt x="147772" y="396593"/>
                  </a:lnTo>
                  <a:lnTo>
                    <a:pt x="188583" y="396593"/>
                  </a:lnTo>
                  <a:lnTo>
                    <a:pt x="185381" y="391655"/>
                  </a:lnTo>
                  <a:lnTo>
                    <a:pt x="210666" y="383654"/>
                  </a:lnTo>
                  <a:lnTo>
                    <a:pt x="234480" y="372186"/>
                  </a:lnTo>
                  <a:lnTo>
                    <a:pt x="249114" y="362405"/>
                  </a:lnTo>
                  <a:lnTo>
                    <a:pt x="34189" y="362405"/>
                  </a:lnTo>
                  <a:lnTo>
                    <a:pt x="34189" y="34569"/>
                  </a:lnTo>
                  <a:lnTo>
                    <a:pt x="249270" y="34569"/>
                  </a:lnTo>
                  <a:lnTo>
                    <a:pt x="223843" y="19279"/>
                  </a:lnTo>
                  <a:lnTo>
                    <a:pt x="193002" y="7194"/>
                  </a:lnTo>
                  <a:lnTo>
                    <a:pt x="159549" y="0"/>
                  </a:lnTo>
                  <a:close/>
                </a:path>
                <a:path w="335914" h="608330">
                  <a:moveTo>
                    <a:pt x="188583" y="396593"/>
                  </a:moveTo>
                  <a:lnTo>
                    <a:pt x="147772" y="396593"/>
                  </a:lnTo>
                  <a:lnTo>
                    <a:pt x="283389" y="607807"/>
                  </a:lnTo>
                  <a:lnTo>
                    <a:pt x="325556" y="607807"/>
                  </a:lnTo>
                  <a:lnTo>
                    <a:pt x="188583" y="396593"/>
                  </a:lnTo>
                  <a:close/>
                </a:path>
                <a:path w="335914" h="608330">
                  <a:moveTo>
                    <a:pt x="249270" y="34569"/>
                  </a:moveTo>
                  <a:lnTo>
                    <a:pt x="137516" y="34569"/>
                  </a:lnTo>
                  <a:lnTo>
                    <a:pt x="170102" y="37560"/>
                  </a:lnTo>
                  <a:lnTo>
                    <a:pt x="200243" y="46535"/>
                  </a:lnTo>
                  <a:lnTo>
                    <a:pt x="253189" y="82433"/>
                  </a:lnTo>
                  <a:lnTo>
                    <a:pt x="289230" y="135332"/>
                  </a:lnTo>
                  <a:lnTo>
                    <a:pt x="301244" y="198297"/>
                  </a:lnTo>
                  <a:lnTo>
                    <a:pt x="298240" y="231049"/>
                  </a:lnTo>
                  <a:lnTo>
                    <a:pt x="274213" y="289076"/>
                  </a:lnTo>
                  <a:lnTo>
                    <a:pt x="227939" y="335374"/>
                  </a:lnTo>
                  <a:lnTo>
                    <a:pt x="170102" y="359401"/>
                  </a:lnTo>
                  <a:lnTo>
                    <a:pt x="137516" y="362405"/>
                  </a:lnTo>
                  <a:lnTo>
                    <a:pt x="249114" y="362405"/>
                  </a:lnTo>
                  <a:lnTo>
                    <a:pt x="303119" y="308272"/>
                  </a:lnTo>
                  <a:lnTo>
                    <a:pt x="321282" y="274653"/>
                  </a:lnTo>
                  <a:lnTo>
                    <a:pt x="332180" y="237994"/>
                  </a:lnTo>
                  <a:lnTo>
                    <a:pt x="335813" y="198297"/>
                  </a:lnTo>
                  <a:lnTo>
                    <a:pt x="332180" y="158766"/>
                  </a:lnTo>
                  <a:lnTo>
                    <a:pt x="321282" y="122226"/>
                  </a:lnTo>
                  <a:lnTo>
                    <a:pt x="303119" y="88678"/>
                  </a:lnTo>
                  <a:lnTo>
                    <a:pt x="277691" y="58121"/>
                  </a:lnTo>
                  <a:lnTo>
                    <a:pt x="252073" y="36254"/>
                  </a:lnTo>
                  <a:lnTo>
                    <a:pt x="249270" y="3456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2741740" y="2026102"/>
              <a:ext cx="335915" cy="608330"/>
            </a:xfrm>
            <a:custGeom>
              <a:avLst/>
              <a:gdLst/>
              <a:ahLst/>
              <a:cxnLst/>
              <a:rect l="l" t="t" r="r" b="b"/>
              <a:pathLst>
                <a:path w="335914" h="608330">
                  <a:moveTo>
                    <a:pt x="34189" y="34569"/>
                  </a:moveTo>
                  <a:lnTo>
                    <a:pt x="34189" y="362405"/>
                  </a:lnTo>
                  <a:lnTo>
                    <a:pt x="137516" y="362405"/>
                  </a:lnTo>
                  <a:lnTo>
                    <a:pt x="200243" y="350391"/>
                  </a:lnTo>
                  <a:lnTo>
                    <a:pt x="253189" y="314350"/>
                  </a:lnTo>
                  <a:lnTo>
                    <a:pt x="289230" y="261309"/>
                  </a:lnTo>
                  <a:lnTo>
                    <a:pt x="301244" y="198297"/>
                  </a:lnTo>
                  <a:lnTo>
                    <a:pt x="298240" y="165556"/>
                  </a:lnTo>
                  <a:lnTo>
                    <a:pt x="274213" y="107624"/>
                  </a:lnTo>
                  <a:lnTo>
                    <a:pt x="227939" y="61493"/>
                  </a:lnTo>
                  <a:lnTo>
                    <a:pt x="170102" y="37560"/>
                  </a:lnTo>
                  <a:lnTo>
                    <a:pt x="137516" y="34569"/>
                  </a:lnTo>
                  <a:lnTo>
                    <a:pt x="34189" y="34569"/>
                  </a:lnTo>
                  <a:close/>
                </a:path>
                <a:path w="335914" h="608330">
                  <a:moveTo>
                    <a:pt x="147772" y="396593"/>
                  </a:moveTo>
                  <a:lnTo>
                    <a:pt x="144480" y="396847"/>
                  </a:lnTo>
                  <a:lnTo>
                    <a:pt x="141061" y="396974"/>
                  </a:lnTo>
                  <a:lnTo>
                    <a:pt x="137516" y="396974"/>
                  </a:lnTo>
                  <a:lnTo>
                    <a:pt x="34189" y="396974"/>
                  </a:lnTo>
                  <a:lnTo>
                    <a:pt x="34189" y="607807"/>
                  </a:lnTo>
                  <a:lnTo>
                    <a:pt x="0" y="607807"/>
                  </a:lnTo>
                  <a:lnTo>
                    <a:pt x="0" y="0"/>
                  </a:lnTo>
                  <a:lnTo>
                    <a:pt x="159549" y="0"/>
                  </a:lnTo>
                  <a:lnTo>
                    <a:pt x="223843" y="19279"/>
                  </a:lnTo>
                  <a:lnTo>
                    <a:pt x="277691" y="58121"/>
                  </a:lnTo>
                  <a:lnTo>
                    <a:pt x="303119" y="88678"/>
                  </a:lnTo>
                  <a:lnTo>
                    <a:pt x="321282" y="122226"/>
                  </a:lnTo>
                  <a:lnTo>
                    <a:pt x="332180" y="158766"/>
                  </a:lnTo>
                  <a:lnTo>
                    <a:pt x="335813" y="198297"/>
                  </a:lnTo>
                  <a:lnTo>
                    <a:pt x="332180" y="237994"/>
                  </a:lnTo>
                  <a:lnTo>
                    <a:pt x="321282" y="274653"/>
                  </a:lnTo>
                  <a:lnTo>
                    <a:pt x="303119" y="308272"/>
                  </a:lnTo>
                  <a:lnTo>
                    <a:pt x="277691" y="338852"/>
                  </a:lnTo>
                  <a:lnTo>
                    <a:pt x="234480" y="372186"/>
                  </a:lnTo>
                  <a:lnTo>
                    <a:pt x="185381" y="391655"/>
                  </a:lnTo>
                  <a:lnTo>
                    <a:pt x="325556" y="607807"/>
                  </a:lnTo>
                  <a:lnTo>
                    <a:pt x="283389" y="607807"/>
                  </a:lnTo>
                  <a:lnTo>
                    <a:pt x="147772" y="396593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/>
          <p:nvPr/>
        </p:nvSpPr>
        <p:spPr>
          <a:xfrm>
            <a:off x="3163209" y="2260867"/>
            <a:ext cx="303530" cy="378460"/>
          </a:xfrm>
          <a:custGeom>
            <a:avLst/>
            <a:gdLst/>
            <a:ahLst/>
            <a:cxnLst/>
            <a:rect l="l" t="t" r="r" b="b"/>
            <a:pathLst>
              <a:path w="303529" h="378460">
                <a:moveTo>
                  <a:pt x="303523" y="0"/>
                </a:moveTo>
                <a:lnTo>
                  <a:pt x="269334" y="0"/>
                </a:lnTo>
                <a:lnTo>
                  <a:pt x="269334" y="229447"/>
                </a:lnTo>
                <a:lnTo>
                  <a:pt x="267185" y="252323"/>
                </a:lnTo>
                <a:lnTo>
                  <a:pt x="249995" y="292875"/>
                </a:lnTo>
                <a:lnTo>
                  <a:pt x="216970" y="325259"/>
                </a:lnTo>
                <a:lnTo>
                  <a:pt x="176228" y="342069"/>
                </a:lnTo>
                <a:lnTo>
                  <a:pt x="153471" y="344170"/>
                </a:lnTo>
                <a:lnTo>
                  <a:pt x="129230" y="342057"/>
                </a:lnTo>
                <a:lnTo>
                  <a:pt x="86873" y="325153"/>
                </a:lnTo>
                <a:lnTo>
                  <a:pt x="53634" y="292768"/>
                </a:lnTo>
                <a:lnTo>
                  <a:pt x="36349" y="252311"/>
                </a:lnTo>
                <a:lnTo>
                  <a:pt x="34188" y="229447"/>
                </a:lnTo>
                <a:lnTo>
                  <a:pt x="34188" y="0"/>
                </a:lnTo>
                <a:lnTo>
                  <a:pt x="0" y="0"/>
                </a:lnTo>
                <a:lnTo>
                  <a:pt x="0" y="232486"/>
                </a:lnTo>
                <a:lnTo>
                  <a:pt x="3086" y="262663"/>
                </a:lnTo>
                <a:lnTo>
                  <a:pt x="24359" y="314896"/>
                </a:lnTo>
                <a:lnTo>
                  <a:pt x="65030" y="355068"/>
                </a:lnTo>
                <a:lnTo>
                  <a:pt x="120682" y="375772"/>
                </a:lnTo>
                <a:lnTo>
                  <a:pt x="153851" y="378360"/>
                </a:lnTo>
                <a:lnTo>
                  <a:pt x="185191" y="375772"/>
                </a:lnTo>
                <a:lnTo>
                  <a:pt x="238753" y="355068"/>
                </a:lnTo>
                <a:lnTo>
                  <a:pt x="279163" y="314896"/>
                </a:lnTo>
                <a:lnTo>
                  <a:pt x="300436" y="262663"/>
                </a:lnTo>
                <a:lnTo>
                  <a:pt x="303523" y="232486"/>
                </a:lnTo>
                <a:lnTo>
                  <a:pt x="303523" y="0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3163209" y="2260867"/>
            <a:ext cx="303530" cy="378460"/>
          </a:xfrm>
          <a:custGeom>
            <a:avLst/>
            <a:gdLst/>
            <a:ahLst/>
            <a:cxnLst/>
            <a:rect l="l" t="t" r="r" b="b"/>
            <a:pathLst>
              <a:path w="303529" h="378460">
                <a:moveTo>
                  <a:pt x="153851" y="378360"/>
                </a:moveTo>
                <a:lnTo>
                  <a:pt x="91075" y="368008"/>
                </a:lnTo>
                <a:lnTo>
                  <a:pt x="42546" y="336953"/>
                </a:lnTo>
                <a:lnTo>
                  <a:pt x="11206" y="290133"/>
                </a:lnTo>
                <a:lnTo>
                  <a:pt x="0" y="232486"/>
                </a:lnTo>
                <a:lnTo>
                  <a:pt x="0" y="0"/>
                </a:lnTo>
                <a:lnTo>
                  <a:pt x="34188" y="0"/>
                </a:lnTo>
                <a:lnTo>
                  <a:pt x="34188" y="229447"/>
                </a:lnTo>
                <a:lnTo>
                  <a:pt x="36349" y="252311"/>
                </a:lnTo>
                <a:lnTo>
                  <a:pt x="53634" y="292768"/>
                </a:lnTo>
                <a:lnTo>
                  <a:pt x="86873" y="325153"/>
                </a:lnTo>
                <a:lnTo>
                  <a:pt x="129230" y="342057"/>
                </a:lnTo>
                <a:lnTo>
                  <a:pt x="153471" y="344170"/>
                </a:lnTo>
                <a:lnTo>
                  <a:pt x="176228" y="342069"/>
                </a:lnTo>
                <a:lnTo>
                  <a:pt x="216970" y="325259"/>
                </a:lnTo>
                <a:lnTo>
                  <a:pt x="249995" y="292875"/>
                </a:lnTo>
                <a:lnTo>
                  <a:pt x="267185" y="252323"/>
                </a:lnTo>
                <a:lnTo>
                  <a:pt x="269334" y="229447"/>
                </a:lnTo>
                <a:lnTo>
                  <a:pt x="269334" y="0"/>
                </a:lnTo>
                <a:lnTo>
                  <a:pt x="303523" y="0"/>
                </a:lnTo>
                <a:lnTo>
                  <a:pt x="303523" y="232486"/>
                </a:lnTo>
                <a:lnTo>
                  <a:pt x="300436" y="262663"/>
                </a:lnTo>
                <a:lnTo>
                  <a:pt x="279163" y="314896"/>
                </a:lnTo>
                <a:lnTo>
                  <a:pt x="238753" y="355068"/>
                </a:lnTo>
                <a:lnTo>
                  <a:pt x="185191" y="375772"/>
                </a:lnTo>
                <a:lnTo>
                  <a:pt x="153851" y="378360"/>
                </a:lnTo>
                <a:close/>
              </a:path>
            </a:pathLst>
          </a:custGeom>
          <a:ln w="15559">
            <a:solidFill>
              <a:srgbClr val="595959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9" name="object 2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089" y="2980200"/>
            <a:ext cx="1787885" cy="321184"/>
          </a:xfrm>
          <a:prstGeom prst="rect">
            <a:avLst/>
          </a:prstGeom>
        </p:spPr>
      </p:pic>
      <p:grpSp>
        <p:nvGrpSpPr>
          <p:cNvPr id="30" name="object 30" descr=""/>
          <p:cNvGrpSpPr/>
          <p:nvPr/>
        </p:nvGrpSpPr>
        <p:grpSpPr>
          <a:xfrm>
            <a:off x="3580696" y="2230675"/>
            <a:ext cx="308610" cy="411480"/>
            <a:chOff x="3580696" y="2230675"/>
            <a:chExt cx="308610" cy="411480"/>
          </a:xfrm>
        </p:grpSpPr>
        <p:sp>
          <p:nvSpPr>
            <p:cNvPr id="31" name="object 31" descr=""/>
            <p:cNvSpPr/>
            <p:nvPr/>
          </p:nvSpPr>
          <p:spPr>
            <a:xfrm>
              <a:off x="3588476" y="2238455"/>
              <a:ext cx="293370" cy="395605"/>
            </a:xfrm>
            <a:custGeom>
              <a:avLst/>
              <a:gdLst/>
              <a:ahLst/>
              <a:cxnLst/>
              <a:rect l="l" t="t" r="r" b="b"/>
              <a:pathLst>
                <a:path w="293370" h="395605">
                  <a:moveTo>
                    <a:pt x="142834" y="0"/>
                  </a:moveTo>
                  <a:lnTo>
                    <a:pt x="112824" y="2896"/>
                  </a:lnTo>
                  <a:lnTo>
                    <a:pt x="84712" y="11586"/>
                  </a:lnTo>
                  <a:lnTo>
                    <a:pt x="58501" y="26069"/>
                  </a:lnTo>
                  <a:lnTo>
                    <a:pt x="34188" y="46345"/>
                  </a:lnTo>
                  <a:lnTo>
                    <a:pt x="34188" y="22412"/>
                  </a:lnTo>
                  <a:lnTo>
                    <a:pt x="0" y="22412"/>
                  </a:lnTo>
                  <a:lnTo>
                    <a:pt x="0" y="395454"/>
                  </a:lnTo>
                  <a:lnTo>
                    <a:pt x="34188" y="395454"/>
                  </a:lnTo>
                  <a:lnTo>
                    <a:pt x="34188" y="105606"/>
                  </a:lnTo>
                  <a:lnTo>
                    <a:pt x="39174" y="95800"/>
                  </a:lnTo>
                  <a:lnTo>
                    <a:pt x="79442" y="52779"/>
                  </a:lnTo>
                  <a:lnTo>
                    <a:pt x="120089" y="36254"/>
                  </a:lnTo>
                  <a:lnTo>
                    <a:pt x="142834" y="34189"/>
                  </a:lnTo>
                  <a:lnTo>
                    <a:pt x="165591" y="36290"/>
                  </a:lnTo>
                  <a:lnTo>
                    <a:pt x="206333" y="53099"/>
                  </a:lnTo>
                  <a:lnTo>
                    <a:pt x="239359" y="85484"/>
                  </a:lnTo>
                  <a:lnTo>
                    <a:pt x="256548" y="126036"/>
                  </a:lnTo>
                  <a:lnTo>
                    <a:pt x="258697" y="148912"/>
                  </a:lnTo>
                  <a:lnTo>
                    <a:pt x="258697" y="395454"/>
                  </a:lnTo>
                  <a:lnTo>
                    <a:pt x="292886" y="395454"/>
                  </a:lnTo>
                  <a:lnTo>
                    <a:pt x="292886" y="145873"/>
                  </a:lnTo>
                  <a:lnTo>
                    <a:pt x="289800" y="115697"/>
                  </a:lnTo>
                  <a:lnTo>
                    <a:pt x="268527" y="63463"/>
                  </a:lnTo>
                  <a:lnTo>
                    <a:pt x="228093" y="23291"/>
                  </a:lnTo>
                  <a:lnTo>
                    <a:pt x="174340" y="2587"/>
                  </a:lnTo>
                  <a:lnTo>
                    <a:pt x="142834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3588476" y="2238455"/>
              <a:ext cx="293370" cy="395605"/>
            </a:xfrm>
            <a:custGeom>
              <a:avLst/>
              <a:gdLst/>
              <a:ahLst/>
              <a:cxnLst/>
              <a:rect l="l" t="t" r="r" b="b"/>
              <a:pathLst>
                <a:path w="293370" h="395605">
                  <a:moveTo>
                    <a:pt x="34188" y="105606"/>
                  </a:moveTo>
                  <a:lnTo>
                    <a:pt x="34188" y="395454"/>
                  </a:lnTo>
                  <a:lnTo>
                    <a:pt x="0" y="395454"/>
                  </a:lnTo>
                  <a:lnTo>
                    <a:pt x="0" y="22412"/>
                  </a:lnTo>
                  <a:lnTo>
                    <a:pt x="34188" y="22412"/>
                  </a:lnTo>
                  <a:lnTo>
                    <a:pt x="34188" y="46345"/>
                  </a:lnTo>
                  <a:lnTo>
                    <a:pt x="58501" y="26069"/>
                  </a:lnTo>
                  <a:lnTo>
                    <a:pt x="84712" y="11586"/>
                  </a:lnTo>
                  <a:lnTo>
                    <a:pt x="112824" y="2896"/>
                  </a:lnTo>
                  <a:lnTo>
                    <a:pt x="142834" y="0"/>
                  </a:lnTo>
                  <a:lnTo>
                    <a:pt x="174340" y="2587"/>
                  </a:lnTo>
                  <a:lnTo>
                    <a:pt x="228093" y="23291"/>
                  </a:lnTo>
                  <a:lnTo>
                    <a:pt x="268527" y="63463"/>
                  </a:lnTo>
                  <a:lnTo>
                    <a:pt x="289800" y="115697"/>
                  </a:lnTo>
                  <a:lnTo>
                    <a:pt x="292886" y="145873"/>
                  </a:lnTo>
                  <a:lnTo>
                    <a:pt x="292886" y="395454"/>
                  </a:lnTo>
                  <a:lnTo>
                    <a:pt x="258697" y="395454"/>
                  </a:lnTo>
                  <a:lnTo>
                    <a:pt x="258697" y="148912"/>
                  </a:lnTo>
                  <a:lnTo>
                    <a:pt x="256548" y="126036"/>
                  </a:lnTo>
                  <a:lnTo>
                    <a:pt x="239359" y="85484"/>
                  </a:lnTo>
                  <a:lnTo>
                    <a:pt x="206333" y="53099"/>
                  </a:lnTo>
                  <a:lnTo>
                    <a:pt x="165591" y="36290"/>
                  </a:lnTo>
                  <a:lnTo>
                    <a:pt x="142834" y="34189"/>
                  </a:lnTo>
                  <a:lnTo>
                    <a:pt x="120089" y="36254"/>
                  </a:lnTo>
                  <a:lnTo>
                    <a:pt x="79442" y="52779"/>
                  </a:lnTo>
                  <a:lnTo>
                    <a:pt x="45395" y="86137"/>
                  </a:lnTo>
                  <a:lnTo>
                    <a:pt x="39174" y="95800"/>
                  </a:lnTo>
                  <a:lnTo>
                    <a:pt x="34188" y="105606"/>
                  </a:lnTo>
                  <a:close/>
                </a:path>
              </a:pathLst>
            </a:custGeom>
            <a:ln w="1555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2827814" y="2984379"/>
            <a:ext cx="43180" cy="311785"/>
            <a:chOff x="2827814" y="2984379"/>
            <a:chExt cx="43180" cy="311785"/>
          </a:xfrm>
        </p:grpSpPr>
        <p:sp>
          <p:nvSpPr>
            <p:cNvPr id="34" name="object 34" descr=""/>
            <p:cNvSpPr/>
            <p:nvPr/>
          </p:nvSpPr>
          <p:spPr>
            <a:xfrm>
              <a:off x="2831704" y="2988269"/>
              <a:ext cx="35560" cy="304165"/>
            </a:xfrm>
            <a:custGeom>
              <a:avLst/>
              <a:gdLst/>
              <a:ahLst/>
              <a:cxnLst/>
              <a:rect l="l" t="t" r="r" b="b"/>
              <a:pathLst>
                <a:path w="35560" h="304164">
                  <a:moveTo>
                    <a:pt x="35139" y="0"/>
                  </a:moveTo>
                  <a:lnTo>
                    <a:pt x="23362" y="0"/>
                  </a:lnTo>
                  <a:lnTo>
                    <a:pt x="0" y="30010"/>
                  </a:lnTo>
                  <a:lnTo>
                    <a:pt x="18044" y="30010"/>
                  </a:lnTo>
                  <a:lnTo>
                    <a:pt x="18044" y="303907"/>
                  </a:lnTo>
                  <a:lnTo>
                    <a:pt x="35139" y="303907"/>
                  </a:lnTo>
                  <a:lnTo>
                    <a:pt x="35139" y="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831704" y="2988269"/>
              <a:ext cx="35560" cy="304165"/>
            </a:xfrm>
            <a:custGeom>
              <a:avLst/>
              <a:gdLst/>
              <a:ahLst/>
              <a:cxnLst/>
              <a:rect l="l" t="t" r="r" b="b"/>
              <a:pathLst>
                <a:path w="35560" h="304164">
                  <a:moveTo>
                    <a:pt x="35139" y="0"/>
                  </a:moveTo>
                  <a:lnTo>
                    <a:pt x="35139" y="303907"/>
                  </a:lnTo>
                  <a:lnTo>
                    <a:pt x="18044" y="303907"/>
                  </a:lnTo>
                  <a:lnTo>
                    <a:pt x="18044" y="30010"/>
                  </a:lnTo>
                  <a:lnTo>
                    <a:pt x="0" y="30010"/>
                  </a:lnTo>
                  <a:lnTo>
                    <a:pt x="23362" y="0"/>
                  </a:lnTo>
                  <a:lnTo>
                    <a:pt x="35139" y="0"/>
                  </a:lnTo>
                  <a:close/>
                </a:path>
              </a:pathLst>
            </a:custGeom>
            <a:ln w="7780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/>
          <p:nvPr/>
        </p:nvSpPr>
        <p:spPr>
          <a:xfrm>
            <a:off x="889297" y="3782218"/>
            <a:ext cx="375285" cy="73025"/>
          </a:xfrm>
          <a:custGeom>
            <a:avLst/>
            <a:gdLst/>
            <a:ahLst/>
            <a:cxnLst/>
            <a:rect l="l" t="t" r="r" b="b"/>
            <a:pathLst>
              <a:path w="375284" h="73025">
                <a:moveTo>
                  <a:pt x="375111" y="72890"/>
                </a:moveTo>
                <a:lnTo>
                  <a:pt x="0" y="72890"/>
                </a:lnTo>
                <a:lnTo>
                  <a:pt x="0" y="0"/>
                </a:lnTo>
                <a:lnTo>
                  <a:pt x="375111" y="0"/>
                </a:lnTo>
                <a:lnTo>
                  <a:pt x="375111" y="72890"/>
                </a:lnTo>
                <a:close/>
              </a:path>
            </a:pathLst>
          </a:custGeom>
          <a:solidFill>
            <a:srgbClr val="A3835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" name="object 37" descr=""/>
          <p:cNvGrpSpPr/>
          <p:nvPr/>
        </p:nvGrpSpPr>
        <p:grpSpPr>
          <a:xfrm>
            <a:off x="17784058" y="607827"/>
            <a:ext cx="29845" cy="213995"/>
            <a:chOff x="17784058" y="607827"/>
            <a:chExt cx="29845" cy="213995"/>
          </a:xfrm>
        </p:grpSpPr>
        <p:sp>
          <p:nvSpPr>
            <p:cNvPr id="38" name="object 38" descr=""/>
            <p:cNvSpPr/>
            <p:nvPr/>
          </p:nvSpPr>
          <p:spPr>
            <a:xfrm>
              <a:off x="17786725" y="610494"/>
              <a:ext cx="24130" cy="208915"/>
            </a:xfrm>
            <a:custGeom>
              <a:avLst/>
              <a:gdLst/>
              <a:ahLst/>
              <a:cxnLst/>
              <a:rect l="l" t="t" r="r" b="b"/>
              <a:pathLst>
                <a:path w="24130" h="208915">
                  <a:moveTo>
                    <a:pt x="24090" y="0"/>
                  </a:moveTo>
                  <a:lnTo>
                    <a:pt x="24090" y="208351"/>
                  </a:lnTo>
                  <a:lnTo>
                    <a:pt x="12371" y="208351"/>
                  </a:lnTo>
                  <a:lnTo>
                    <a:pt x="12371" y="20574"/>
                  </a:lnTo>
                  <a:lnTo>
                    <a:pt x="0" y="20574"/>
                  </a:lnTo>
                  <a:lnTo>
                    <a:pt x="16017" y="0"/>
                  </a:lnTo>
                  <a:lnTo>
                    <a:pt x="24090" y="0"/>
                  </a:lnTo>
                  <a:close/>
                </a:path>
              </a:pathLst>
            </a:custGeom>
            <a:ln w="5333">
              <a:solidFill>
                <a:srgbClr val="FD8A6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7786725" y="610494"/>
              <a:ext cx="24130" cy="208915"/>
            </a:xfrm>
            <a:custGeom>
              <a:avLst/>
              <a:gdLst/>
              <a:ahLst/>
              <a:cxnLst/>
              <a:rect l="l" t="t" r="r" b="b"/>
              <a:pathLst>
                <a:path w="24130" h="208915">
                  <a:moveTo>
                    <a:pt x="24090" y="0"/>
                  </a:moveTo>
                  <a:lnTo>
                    <a:pt x="16017" y="0"/>
                  </a:lnTo>
                  <a:lnTo>
                    <a:pt x="0" y="20574"/>
                  </a:lnTo>
                  <a:lnTo>
                    <a:pt x="12371" y="20574"/>
                  </a:lnTo>
                  <a:lnTo>
                    <a:pt x="12371" y="208351"/>
                  </a:lnTo>
                  <a:lnTo>
                    <a:pt x="24090" y="208351"/>
                  </a:lnTo>
                  <a:lnTo>
                    <a:pt x="24090" y="0"/>
                  </a:lnTo>
                  <a:close/>
                </a:path>
              </a:pathLst>
            </a:custGeom>
            <a:solidFill>
              <a:srgbClr val="FD8A6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7786725" y="610494"/>
              <a:ext cx="24130" cy="208915"/>
            </a:xfrm>
            <a:custGeom>
              <a:avLst/>
              <a:gdLst/>
              <a:ahLst/>
              <a:cxnLst/>
              <a:rect l="l" t="t" r="r" b="b"/>
              <a:pathLst>
                <a:path w="24130" h="208915">
                  <a:moveTo>
                    <a:pt x="24090" y="0"/>
                  </a:moveTo>
                  <a:lnTo>
                    <a:pt x="24090" y="208351"/>
                  </a:lnTo>
                  <a:lnTo>
                    <a:pt x="12371" y="208351"/>
                  </a:lnTo>
                  <a:lnTo>
                    <a:pt x="12371" y="20574"/>
                  </a:lnTo>
                  <a:lnTo>
                    <a:pt x="0" y="20574"/>
                  </a:lnTo>
                  <a:lnTo>
                    <a:pt x="16017" y="0"/>
                  </a:lnTo>
                  <a:lnTo>
                    <a:pt x="24090" y="0"/>
                  </a:lnTo>
                  <a:close/>
                </a:path>
              </a:pathLst>
            </a:custGeom>
            <a:ln w="5333">
              <a:solidFill>
                <a:srgbClr val="FD8A6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1" name="object 4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51384" y="540965"/>
            <a:ext cx="7767836" cy="4499922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51384" y="5245865"/>
            <a:ext cx="7767836" cy="44999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515152" y="3158108"/>
            <a:ext cx="1352550" cy="1796414"/>
          </a:xfrm>
          <a:custGeom>
            <a:avLst/>
            <a:gdLst/>
            <a:ahLst/>
            <a:cxnLst/>
            <a:rect l="l" t="t" r="r" b="b"/>
            <a:pathLst>
              <a:path w="1352550" h="1796414">
                <a:moveTo>
                  <a:pt x="564820" y="198213"/>
                </a:moveTo>
                <a:lnTo>
                  <a:pt x="564820" y="1796198"/>
                </a:lnTo>
                <a:lnTo>
                  <a:pt x="789344" y="1796198"/>
                </a:lnTo>
                <a:lnTo>
                  <a:pt x="789344" y="198213"/>
                </a:lnTo>
                <a:lnTo>
                  <a:pt x="1352411" y="198213"/>
                </a:lnTo>
                <a:lnTo>
                  <a:pt x="1352411" y="0"/>
                </a:lnTo>
                <a:lnTo>
                  <a:pt x="0" y="0"/>
                </a:lnTo>
                <a:lnTo>
                  <a:pt x="0" y="198213"/>
                </a:lnTo>
                <a:lnTo>
                  <a:pt x="564820" y="198213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086896" y="3158108"/>
            <a:ext cx="1087755" cy="1796414"/>
          </a:xfrm>
          <a:custGeom>
            <a:avLst/>
            <a:gdLst/>
            <a:ahLst/>
            <a:cxnLst/>
            <a:rect l="l" t="t" r="r" b="b"/>
            <a:pathLst>
              <a:path w="1087754" h="1796414">
                <a:moveTo>
                  <a:pt x="213999" y="987558"/>
                </a:moveTo>
                <a:lnTo>
                  <a:pt x="217050" y="931371"/>
                </a:lnTo>
                <a:lnTo>
                  <a:pt x="225978" y="879526"/>
                </a:lnTo>
                <a:lnTo>
                  <a:pt x="240448" y="832128"/>
                </a:lnTo>
                <a:lnTo>
                  <a:pt x="260126" y="789280"/>
                </a:lnTo>
                <a:lnTo>
                  <a:pt x="284676" y="751084"/>
                </a:lnTo>
                <a:lnTo>
                  <a:pt x="313764" y="717646"/>
                </a:lnTo>
                <a:lnTo>
                  <a:pt x="347054" y="689068"/>
                </a:lnTo>
                <a:lnTo>
                  <a:pt x="384212" y="665453"/>
                </a:lnTo>
                <a:lnTo>
                  <a:pt x="424903" y="646906"/>
                </a:lnTo>
                <a:lnTo>
                  <a:pt x="468791" y="633530"/>
                </a:lnTo>
                <a:lnTo>
                  <a:pt x="515541" y="625429"/>
                </a:lnTo>
                <a:lnTo>
                  <a:pt x="564820" y="622705"/>
                </a:lnTo>
                <a:lnTo>
                  <a:pt x="615500" y="625683"/>
                </a:lnTo>
                <a:lnTo>
                  <a:pt x="662179" y="634529"/>
                </a:lnTo>
                <a:lnTo>
                  <a:pt x="704683" y="649107"/>
                </a:lnTo>
                <a:lnTo>
                  <a:pt x="742839" y="669284"/>
                </a:lnTo>
                <a:lnTo>
                  <a:pt x="776471" y="694925"/>
                </a:lnTo>
                <a:lnTo>
                  <a:pt x="805406" y="725895"/>
                </a:lnTo>
                <a:lnTo>
                  <a:pt x="829471" y="762060"/>
                </a:lnTo>
                <a:lnTo>
                  <a:pt x="848491" y="803286"/>
                </a:lnTo>
                <a:lnTo>
                  <a:pt x="862292" y="849439"/>
                </a:lnTo>
                <a:lnTo>
                  <a:pt x="870700" y="900383"/>
                </a:lnTo>
                <a:lnTo>
                  <a:pt x="873541" y="955984"/>
                </a:lnTo>
                <a:lnTo>
                  <a:pt x="873541" y="1796198"/>
                </a:lnTo>
                <a:lnTo>
                  <a:pt x="1087541" y="1796198"/>
                </a:lnTo>
                <a:lnTo>
                  <a:pt x="1087541" y="940197"/>
                </a:lnTo>
                <a:lnTo>
                  <a:pt x="1085648" y="881106"/>
                </a:lnTo>
                <a:lnTo>
                  <a:pt x="1080045" y="825779"/>
                </a:lnTo>
                <a:lnTo>
                  <a:pt x="1070845" y="774192"/>
                </a:lnTo>
                <a:lnTo>
                  <a:pt x="1058162" y="726322"/>
                </a:lnTo>
                <a:lnTo>
                  <a:pt x="1042109" y="682145"/>
                </a:lnTo>
                <a:lnTo>
                  <a:pt x="1022800" y="641637"/>
                </a:lnTo>
                <a:lnTo>
                  <a:pt x="1000348" y="604776"/>
                </a:lnTo>
                <a:lnTo>
                  <a:pt x="974868" y="571537"/>
                </a:lnTo>
                <a:lnTo>
                  <a:pt x="946471" y="541897"/>
                </a:lnTo>
                <a:lnTo>
                  <a:pt x="915273" y="515832"/>
                </a:lnTo>
                <a:lnTo>
                  <a:pt x="881386" y="493319"/>
                </a:lnTo>
                <a:lnTo>
                  <a:pt x="844925" y="474334"/>
                </a:lnTo>
                <a:lnTo>
                  <a:pt x="806002" y="458854"/>
                </a:lnTo>
                <a:lnTo>
                  <a:pt x="764731" y="446855"/>
                </a:lnTo>
                <a:lnTo>
                  <a:pt x="721226" y="438313"/>
                </a:lnTo>
                <a:lnTo>
                  <a:pt x="675600" y="433205"/>
                </a:lnTo>
                <a:lnTo>
                  <a:pt x="627967" y="431508"/>
                </a:lnTo>
                <a:lnTo>
                  <a:pt x="566996" y="434153"/>
                </a:lnTo>
                <a:lnTo>
                  <a:pt x="511298" y="441934"/>
                </a:lnTo>
                <a:lnTo>
                  <a:pt x="460673" y="454620"/>
                </a:lnTo>
                <a:lnTo>
                  <a:pt x="414921" y="471979"/>
                </a:lnTo>
                <a:lnTo>
                  <a:pt x="373842" y="493779"/>
                </a:lnTo>
                <a:lnTo>
                  <a:pt x="337235" y="519789"/>
                </a:lnTo>
                <a:lnTo>
                  <a:pt x="304902" y="549777"/>
                </a:lnTo>
                <a:lnTo>
                  <a:pt x="276642" y="583512"/>
                </a:lnTo>
                <a:lnTo>
                  <a:pt x="252255" y="620761"/>
                </a:lnTo>
                <a:lnTo>
                  <a:pt x="231541" y="661295"/>
                </a:lnTo>
                <a:lnTo>
                  <a:pt x="213999" y="661295"/>
                </a:lnTo>
                <a:lnTo>
                  <a:pt x="213999" y="0"/>
                </a:lnTo>
                <a:lnTo>
                  <a:pt x="0" y="0"/>
                </a:lnTo>
                <a:lnTo>
                  <a:pt x="0" y="1796198"/>
                </a:lnTo>
                <a:lnTo>
                  <a:pt x="213999" y="1796198"/>
                </a:lnTo>
                <a:lnTo>
                  <a:pt x="213999" y="987558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6400787" y="3589616"/>
            <a:ext cx="1082675" cy="1396365"/>
          </a:xfrm>
          <a:custGeom>
            <a:avLst/>
            <a:gdLst/>
            <a:ahLst/>
            <a:cxnLst/>
            <a:rect l="l" t="t" r="r" b="b"/>
            <a:pathLst>
              <a:path w="1082675" h="1396364">
                <a:moveTo>
                  <a:pt x="575344" y="0"/>
                </a:moveTo>
                <a:lnTo>
                  <a:pt x="516903" y="1986"/>
                </a:lnTo>
                <a:lnTo>
                  <a:pt x="460972" y="7845"/>
                </a:lnTo>
                <a:lnTo>
                  <a:pt x="407722" y="17428"/>
                </a:lnTo>
                <a:lnTo>
                  <a:pt x="357326" y="30585"/>
                </a:lnTo>
                <a:lnTo>
                  <a:pt x="309955" y="47165"/>
                </a:lnTo>
                <a:lnTo>
                  <a:pt x="265781" y="67020"/>
                </a:lnTo>
                <a:lnTo>
                  <a:pt x="224974" y="90000"/>
                </a:lnTo>
                <a:lnTo>
                  <a:pt x="187706" y="115954"/>
                </a:lnTo>
                <a:lnTo>
                  <a:pt x="154150" y="144734"/>
                </a:lnTo>
                <a:lnTo>
                  <a:pt x="124475" y="176189"/>
                </a:lnTo>
                <a:lnTo>
                  <a:pt x="98855" y="210171"/>
                </a:lnTo>
                <a:lnTo>
                  <a:pt x="77460" y="246528"/>
                </a:lnTo>
                <a:lnTo>
                  <a:pt x="60462" y="285112"/>
                </a:lnTo>
                <a:lnTo>
                  <a:pt x="48033" y="325773"/>
                </a:lnTo>
                <a:lnTo>
                  <a:pt x="40343" y="368361"/>
                </a:lnTo>
                <a:lnTo>
                  <a:pt x="261360" y="368361"/>
                </a:lnTo>
                <a:lnTo>
                  <a:pt x="276486" y="330809"/>
                </a:lnTo>
                <a:lnTo>
                  <a:pt x="298169" y="296196"/>
                </a:lnTo>
                <a:lnTo>
                  <a:pt x="326389" y="265160"/>
                </a:lnTo>
                <a:lnTo>
                  <a:pt x="361125" y="238338"/>
                </a:lnTo>
                <a:lnTo>
                  <a:pt x="402356" y="216367"/>
                </a:lnTo>
                <a:lnTo>
                  <a:pt x="450063" y="199885"/>
                </a:lnTo>
                <a:lnTo>
                  <a:pt x="504224" y="189528"/>
                </a:lnTo>
                <a:lnTo>
                  <a:pt x="564820" y="185934"/>
                </a:lnTo>
                <a:lnTo>
                  <a:pt x="622810" y="188904"/>
                </a:lnTo>
                <a:lnTo>
                  <a:pt x="674696" y="197694"/>
                </a:lnTo>
                <a:lnTo>
                  <a:pt x="720478" y="212125"/>
                </a:lnTo>
                <a:lnTo>
                  <a:pt x="760156" y="232018"/>
                </a:lnTo>
                <a:lnTo>
                  <a:pt x="793730" y="257195"/>
                </a:lnTo>
                <a:lnTo>
                  <a:pt x="821199" y="287476"/>
                </a:lnTo>
                <a:lnTo>
                  <a:pt x="842564" y="322682"/>
                </a:lnTo>
                <a:lnTo>
                  <a:pt x="857824" y="362635"/>
                </a:lnTo>
                <a:lnTo>
                  <a:pt x="866981" y="407156"/>
                </a:lnTo>
                <a:lnTo>
                  <a:pt x="870033" y="456066"/>
                </a:lnTo>
                <a:lnTo>
                  <a:pt x="870033" y="565697"/>
                </a:lnTo>
                <a:lnTo>
                  <a:pt x="835647" y="567044"/>
                </a:lnTo>
                <a:lnTo>
                  <a:pt x="786961" y="569389"/>
                </a:lnTo>
                <a:lnTo>
                  <a:pt x="729010" y="572440"/>
                </a:lnTo>
                <a:lnTo>
                  <a:pt x="666823" y="575904"/>
                </a:lnTo>
                <a:lnTo>
                  <a:pt x="605435" y="579492"/>
                </a:lnTo>
                <a:lnTo>
                  <a:pt x="549877" y="582911"/>
                </a:lnTo>
                <a:lnTo>
                  <a:pt x="505180" y="585869"/>
                </a:lnTo>
                <a:lnTo>
                  <a:pt x="461061" y="589820"/>
                </a:lnTo>
                <a:lnTo>
                  <a:pt x="416492" y="595277"/>
                </a:lnTo>
                <a:lnTo>
                  <a:pt x="371928" y="602512"/>
                </a:lnTo>
                <a:lnTo>
                  <a:pt x="327824" y="611797"/>
                </a:lnTo>
                <a:lnTo>
                  <a:pt x="284635" y="623405"/>
                </a:lnTo>
                <a:lnTo>
                  <a:pt x="242815" y="637608"/>
                </a:lnTo>
                <a:lnTo>
                  <a:pt x="202820" y="654679"/>
                </a:lnTo>
                <a:lnTo>
                  <a:pt x="165104" y="674890"/>
                </a:lnTo>
                <a:lnTo>
                  <a:pt x="130122" y="698513"/>
                </a:lnTo>
                <a:lnTo>
                  <a:pt x="98328" y="725820"/>
                </a:lnTo>
                <a:lnTo>
                  <a:pt x="70178" y="757085"/>
                </a:lnTo>
                <a:lnTo>
                  <a:pt x="46127" y="792579"/>
                </a:lnTo>
                <a:lnTo>
                  <a:pt x="26628" y="832575"/>
                </a:lnTo>
                <a:lnTo>
                  <a:pt x="12138" y="877345"/>
                </a:lnTo>
                <a:lnTo>
                  <a:pt x="3110" y="927161"/>
                </a:lnTo>
                <a:lnTo>
                  <a:pt x="0" y="982296"/>
                </a:lnTo>
                <a:lnTo>
                  <a:pt x="2668" y="1033411"/>
                </a:lnTo>
                <a:lnTo>
                  <a:pt x="10494" y="1081463"/>
                </a:lnTo>
                <a:lnTo>
                  <a:pt x="23210" y="1126385"/>
                </a:lnTo>
                <a:lnTo>
                  <a:pt x="40547" y="1168107"/>
                </a:lnTo>
                <a:lnTo>
                  <a:pt x="62238" y="1206561"/>
                </a:lnTo>
                <a:lnTo>
                  <a:pt x="88013" y="1241678"/>
                </a:lnTo>
                <a:lnTo>
                  <a:pt x="117606" y="1273390"/>
                </a:lnTo>
                <a:lnTo>
                  <a:pt x="150747" y="1301628"/>
                </a:lnTo>
                <a:lnTo>
                  <a:pt x="187169" y="1326324"/>
                </a:lnTo>
                <a:lnTo>
                  <a:pt x="226603" y="1347408"/>
                </a:lnTo>
                <a:lnTo>
                  <a:pt x="268782" y="1364813"/>
                </a:lnTo>
                <a:lnTo>
                  <a:pt x="313436" y="1378470"/>
                </a:lnTo>
                <a:lnTo>
                  <a:pt x="360298" y="1388309"/>
                </a:lnTo>
                <a:lnTo>
                  <a:pt x="409100" y="1394263"/>
                </a:lnTo>
                <a:lnTo>
                  <a:pt x="459574" y="1396263"/>
                </a:lnTo>
                <a:lnTo>
                  <a:pt x="526279" y="1392687"/>
                </a:lnTo>
                <a:lnTo>
                  <a:pt x="586542" y="1382595"/>
                </a:lnTo>
                <a:lnTo>
                  <a:pt x="640555" y="1366947"/>
                </a:lnTo>
                <a:lnTo>
                  <a:pt x="688505" y="1346699"/>
                </a:lnTo>
                <a:lnTo>
                  <a:pt x="730582" y="1322810"/>
                </a:lnTo>
                <a:lnTo>
                  <a:pt x="766976" y="1296237"/>
                </a:lnTo>
                <a:lnTo>
                  <a:pt x="797876" y="1267938"/>
                </a:lnTo>
                <a:lnTo>
                  <a:pt x="823472" y="1238871"/>
                </a:lnTo>
                <a:lnTo>
                  <a:pt x="859508" y="1182263"/>
                </a:lnTo>
                <a:lnTo>
                  <a:pt x="870033" y="1182263"/>
                </a:lnTo>
                <a:lnTo>
                  <a:pt x="870033" y="1364689"/>
                </a:lnTo>
                <a:lnTo>
                  <a:pt x="1082279" y="1364689"/>
                </a:lnTo>
                <a:lnTo>
                  <a:pt x="1082279" y="477115"/>
                </a:lnTo>
                <a:lnTo>
                  <a:pt x="1079293" y="409755"/>
                </a:lnTo>
                <a:lnTo>
                  <a:pt x="1070669" y="348953"/>
                </a:lnTo>
                <a:lnTo>
                  <a:pt x="1056909" y="294380"/>
                </a:lnTo>
                <a:lnTo>
                  <a:pt x="1038515" y="245709"/>
                </a:lnTo>
                <a:lnTo>
                  <a:pt x="1015989" y="202610"/>
                </a:lnTo>
                <a:lnTo>
                  <a:pt x="989831" y="164755"/>
                </a:lnTo>
                <a:lnTo>
                  <a:pt x="960545" y="131817"/>
                </a:lnTo>
                <a:lnTo>
                  <a:pt x="928630" y="103465"/>
                </a:lnTo>
                <a:lnTo>
                  <a:pt x="894590" y="79373"/>
                </a:lnTo>
                <a:lnTo>
                  <a:pt x="858926" y="59211"/>
                </a:lnTo>
                <a:lnTo>
                  <a:pt x="822139" y="42651"/>
                </a:lnTo>
                <a:lnTo>
                  <a:pt x="784732" y="29365"/>
                </a:lnTo>
                <a:lnTo>
                  <a:pt x="747205" y="19023"/>
                </a:lnTo>
                <a:lnTo>
                  <a:pt x="673801" y="5863"/>
                </a:lnTo>
                <a:lnTo>
                  <a:pt x="605941" y="541"/>
                </a:lnTo>
                <a:lnTo>
                  <a:pt x="575344" y="0"/>
                </a:lnTo>
                <a:close/>
              </a:path>
              <a:path w="1082675" h="1396364">
                <a:moveTo>
                  <a:pt x="494655" y="1206821"/>
                </a:moveTo>
                <a:lnTo>
                  <a:pt x="442066" y="1204159"/>
                </a:lnTo>
                <a:lnTo>
                  <a:pt x="393447" y="1196185"/>
                </a:lnTo>
                <a:lnTo>
                  <a:pt x="349390" y="1182913"/>
                </a:lnTo>
                <a:lnTo>
                  <a:pt x="310487" y="1164356"/>
                </a:lnTo>
                <a:lnTo>
                  <a:pt x="277330" y="1140530"/>
                </a:lnTo>
                <a:lnTo>
                  <a:pt x="250511" y="1111449"/>
                </a:lnTo>
                <a:lnTo>
                  <a:pt x="230622" y="1077128"/>
                </a:lnTo>
                <a:lnTo>
                  <a:pt x="218254" y="1037580"/>
                </a:lnTo>
                <a:lnTo>
                  <a:pt x="214000" y="992820"/>
                </a:lnTo>
                <a:lnTo>
                  <a:pt x="217633" y="950962"/>
                </a:lnTo>
                <a:lnTo>
                  <a:pt x="228327" y="913703"/>
                </a:lnTo>
                <a:lnTo>
                  <a:pt x="269682" y="852436"/>
                </a:lnTo>
                <a:lnTo>
                  <a:pt x="299731" y="828154"/>
                </a:lnTo>
                <a:lnTo>
                  <a:pt x="335622" y="807924"/>
                </a:lnTo>
                <a:lnTo>
                  <a:pt x="377048" y="791609"/>
                </a:lnTo>
                <a:lnTo>
                  <a:pt x="423706" y="779073"/>
                </a:lnTo>
                <a:lnTo>
                  <a:pt x="475288" y="770178"/>
                </a:lnTo>
                <a:lnTo>
                  <a:pt x="531491" y="764787"/>
                </a:lnTo>
                <a:lnTo>
                  <a:pt x="567090" y="762279"/>
                </a:lnTo>
                <a:lnTo>
                  <a:pt x="615560" y="758788"/>
                </a:lnTo>
                <a:lnTo>
                  <a:pt x="671732" y="754731"/>
                </a:lnTo>
                <a:lnTo>
                  <a:pt x="730436" y="750519"/>
                </a:lnTo>
                <a:lnTo>
                  <a:pt x="786501" y="746569"/>
                </a:lnTo>
                <a:lnTo>
                  <a:pt x="834757" y="743293"/>
                </a:lnTo>
                <a:lnTo>
                  <a:pt x="870033" y="741107"/>
                </a:lnTo>
                <a:lnTo>
                  <a:pt x="870033" y="877049"/>
                </a:lnTo>
                <a:lnTo>
                  <a:pt x="867270" y="918912"/>
                </a:lnTo>
                <a:lnTo>
                  <a:pt x="859037" y="959947"/>
                </a:lnTo>
                <a:lnTo>
                  <a:pt x="845421" y="999617"/>
                </a:lnTo>
                <a:lnTo>
                  <a:pt x="826505" y="1037387"/>
                </a:lnTo>
                <a:lnTo>
                  <a:pt x="802376" y="1072721"/>
                </a:lnTo>
                <a:lnTo>
                  <a:pt x="773119" y="1105083"/>
                </a:lnTo>
                <a:lnTo>
                  <a:pt x="738819" y="1133936"/>
                </a:lnTo>
                <a:lnTo>
                  <a:pt x="699560" y="1158745"/>
                </a:lnTo>
                <a:lnTo>
                  <a:pt x="655430" y="1178974"/>
                </a:lnTo>
                <a:lnTo>
                  <a:pt x="606512" y="1194087"/>
                </a:lnTo>
                <a:lnTo>
                  <a:pt x="552892" y="1203548"/>
                </a:lnTo>
                <a:lnTo>
                  <a:pt x="494655" y="1206821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772563" y="3589616"/>
            <a:ext cx="1073785" cy="1365250"/>
          </a:xfrm>
          <a:custGeom>
            <a:avLst/>
            <a:gdLst/>
            <a:ahLst/>
            <a:cxnLst/>
            <a:rect l="l" t="t" r="r" b="b"/>
            <a:pathLst>
              <a:path w="1073784" h="1365250">
                <a:moveTo>
                  <a:pt x="214000" y="556049"/>
                </a:moveTo>
                <a:lnTo>
                  <a:pt x="216944" y="499862"/>
                </a:lnTo>
                <a:lnTo>
                  <a:pt x="225564" y="448018"/>
                </a:lnTo>
                <a:lnTo>
                  <a:pt x="239544" y="400620"/>
                </a:lnTo>
                <a:lnTo>
                  <a:pt x="258567" y="357771"/>
                </a:lnTo>
                <a:lnTo>
                  <a:pt x="282316" y="319576"/>
                </a:lnTo>
                <a:lnTo>
                  <a:pt x="310475" y="286137"/>
                </a:lnTo>
                <a:lnTo>
                  <a:pt x="342727" y="257559"/>
                </a:lnTo>
                <a:lnTo>
                  <a:pt x="378755" y="233945"/>
                </a:lnTo>
                <a:lnTo>
                  <a:pt x="418243" y="215398"/>
                </a:lnTo>
                <a:lnTo>
                  <a:pt x="460873" y="202022"/>
                </a:lnTo>
                <a:lnTo>
                  <a:pt x="506329" y="193920"/>
                </a:lnTo>
                <a:lnTo>
                  <a:pt x="554295" y="191197"/>
                </a:lnTo>
                <a:lnTo>
                  <a:pt x="604498" y="194254"/>
                </a:lnTo>
                <a:lnTo>
                  <a:pt x="650708" y="203305"/>
                </a:lnTo>
                <a:lnTo>
                  <a:pt x="692759" y="218168"/>
                </a:lnTo>
                <a:lnTo>
                  <a:pt x="730485" y="238661"/>
                </a:lnTo>
                <a:lnTo>
                  <a:pt x="763720" y="264603"/>
                </a:lnTo>
                <a:lnTo>
                  <a:pt x="792297" y="295810"/>
                </a:lnTo>
                <a:lnTo>
                  <a:pt x="816050" y="332102"/>
                </a:lnTo>
                <a:lnTo>
                  <a:pt x="834814" y="373296"/>
                </a:lnTo>
                <a:lnTo>
                  <a:pt x="848423" y="419211"/>
                </a:lnTo>
                <a:lnTo>
                  <a:pt x="856709" y="469665"/>
                </a:lnTo>
                <a:lnTo>
                  <a:pt x="859509" y="524476"/>
                </a:lnTo>
                <a:lnTo>
                  <a:pt x="859509" y="1364689"/>
                </a:lnTo>
                <a:lnTo>
                  <a:pt x="1073508" y="1364689"/>
                </a:lnTo>
                <a:lnTo>
                  <a:pt x="1073508" y="508689"/>
                </a:lnTo>
                <a:lnTo>
                  <a:pt x="1071633" y="450146"/>
                </a:lnTo>
                <a:lnTo>
                  <a:pt x="1066082" y="395235"/>
                </a:lnTo>
                <a:lnTo>
                  <a:pt x="1056966" y="343943"/>
                </a:lnTo>
                <a:lnTo>
                  <a:pt x="1044397" y="296262"/>
                </a:lnTo>
                <a:lnTo>
                  <a:pt x="1028487" y="252179"/>
                </a:lnTo>
                <a:lnTo>
                  <a:pt x="1009346" y="211684"/>
                </a:lnTo>
                <a:lnTo>
                  <a:pt x="987085" y="174767"/>
                </a:lnTo>
                <a:lnTo>
                  <a:pt x="961817" y="141417"/>
                </a:lnTo>
                <a:lnTo>
                  <a:pt x="933653" y="111622"/>
                </a:lnTo>
                <a:lnTo>
                  <a:pt x="902704" y="85373"/>
                </a:lnTo>
                <a:lnTo>
                  <a:pt x="869082" y="62659"/>
                </a:lnTo>
                <a:lnTo>
                  <a:pt x="832897" y="43468"/>
                </a:lnTo>
                <a:lnTo>
                  <a:pt x="794262" y="27791"/>
                </a:lnTo>
                <a:lnTo>
                  <a:pt x="753288" y="15616"/>
                </a:lnTo>
                <a:lnTo>
                  <a:pt x="710085" y="6933"/>
                </a:lnTo>
                <a:lnTo>
                  <a:pt x="664767" y="1731"/>
                </a:lnTo>
                <a:lnTo>
                  <a:pt x="617443" y="0"/>
                </a:lnTo>
                <a:lnTo>
                  <a:pt x="558701" y="2692"/>
                </a:lnTo>
                <a:lnTo>
                  <a:pt x="504507" y="10594"/>
                </a:lnTo>
                <a:lnTo>
                  <a:pt x="454775" y="23443"/>
                </a:lnTo>
                <a:lnTo>
                  <a:pt x="409421" y="40975"/>
                </a:lnTo>
                <a:lnTo>
                  <a:pt x="368361" y="62928"/>
                </a:lnTo>
                <a:lnTo>
                  <a:pt x="331510" y="89038"/>
                </a:lnTo>
                <a:lnTo>
                  <a:pt x="298786" y="119042"/>
                </a:lnTo>
                <a:lnTo>
                  <a:pt x="270103" y="152677"/>
                </a:lnTo>
                <a:lnTo>
                  <a:pt x="245377" y="189679"/>
                </a:lnTo>
                <a:lnTo>
                  <a:pt x="224524" y="229787"/>
                </a:lnTo>
                <a:lnTo>
                  <a:pt x="206983" y="229787"/>
                </a:lnTo>
                <a:lnTo>
                  <a:pt x="206983" y="17541"/>
                </a:lnTo>
                <a:lnTo>
                  <a:pt x="0" y="17541"/>
                </a:lnTo>
                <a:lnTo>
                  <a:pt x="0" y="1364689"/>
                </a:lnTo>
                <a:lnTo>
                  <a:pt x="214000" y="1364689"/>
                </a:lnTo>
                <a:lnTo>
                  <a:pt x="214000" y="556049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135569" y="3158108"/>
            <a:ext cx="1126490" cy="1796414"/>
          </a:xfrm>
          <a:custGeom>
            <a:avLst/>
            <a:gdLst/>
            <a:ahLst/>
            <a:cxnLst/>
            <a:rect l="l" t="t" r="r" b="b"/>
            <a:pathLst>
              <a:path w="1126490" h="1796414">
                <a:moveTo>
                  <a:pt x="1126132" y="1796198"/>
                </a:moveTo>
                <a:lnTo>
                  <a:pt x="518336" y="1024394"/>
                </a:lnTo>
                <a:lnTo>
                  <a:pt x="1084033" y="449049"/>
                </a:lnTo>
                <a:lnTo>
                  <a:pt x="820918" y="449049"/>
                </a:lnTo>
                <a:lnTo>
                  <a:pt x="238557" y="1045443"/>
                </a:lnTo>
                <a:lnTo>
                  <a:pt x="214000" y="1045443"/>
                </a:lnTo>
                <a:lnTo>
                  <a:pt x="214000" y="0"/>
                </a:lnTo>
                <a:lnTo>
                  <a:pt x="0" y="0"/>
                </a:lnTo>
                <a:lnTo>
                  <a:pt x="0" y="1796198"/>
                </a:lnTo>
                <a:lnTo>
                  <a:pt x="214000" y="1796198"/>
                </a:lnTo>
                <a:lnTo>
                  <a:pt x="214000" y="1295402"/>
                </a:lnTo>
                <a:lnTo>
                  <a:pt x="356958" y="1161214"/>
                </a:lnTo>
                <a:lnTo>
                  <a:pt x="856000" y="1796198"/>
                </a:lnTo>
                <a:lnTo>
                  <a:pt x="1126132" y="1796198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877422" y="3607158"/>
            <a:ext cx="1214120" cy="1852930"/>
          </a:xfrm>
          <a:custGeom>
            <a:avLst/>
            <a:gdLst/>
            <a:ahLst/>
            <a:cxnLst/>
            <a:rect l="l" t="t" r="r" b="b"/>
            <a:pathLst>
              <a:path w="1214120" h="1852929">
                <a:moveTo>
                  <a:pt x="242066" y="1852329"/>
                </a:moveTo>
                <a:lnTo>
                  <a:pt x="292737" y="1849842"/>
                </a:lnTo>
                <a:lnTo>
                  <a:pt x="340483" y="1842350"/>
                </a:lnTo>
                <a:lnTo>
                  <a:pt x="385334" y="1829805"/>
                </a:lnTo>
                <a:lnTo>
                  <a:pt x="427323" y="1812160"/>
                </a:lnTo>
                <a:lnTo>
                  <a:pt x="466481" y="1789367"/>
                </a:lnTo>
                <a:lnTo>
                  <a:pt x="502840" y="1761379"/>
                </a:lnTo>
                <a:lnTo>
                  <a:pt x="536431" y="1728149"/>
                </a:lnTo>
                <a:lnTo>
                  <a:pt x="567287" y="1689628"/>
                </a:lnTo>
                <a:lnTo>
                  <a:pt x="595438" y="1645771"/>
                </a:lnTo>
                <a:lnTo>
                  <a:pt x="620917" y="1596528"/>
                </a:lnTo>
                <a:lnTo>
                  <a:pt x="643754" y="1541853"/>
                </a:lnTo>
                <a:lnTo>
                  <a:pt x="1213837" y="0"/>
                </a:lnTo>
                <a:lnTo>
                  <a:pt x="982295" y="0"/>
                </a:lnTo>
                <a:lnTo>
                  <a:pt x="613935" y="1070000"/>
                </a:lnTo>
                <a:lnTo>
                  <a:pt x="599902" y="1070000"/>
                </a:lnTo>
                <a:lnTo>
                  <a:pt x="231541" y="0"/>
                </a:lnTo>
                <a:lnTo>
                  <a:pt x="0" y="0"/>
                </a:lnTo>
                <a:lnTo>
                  <a:pt x="498165" y="1355918"/>
                </a:lnTo>
                <a:lnTo>
                  <a:pt x="459574" y="1459410"/>
                </a:lnTo>
                <a:lnTo>
                  <a:pt x="428614" y="1532443"/>
                </a:lnTo>
                <a:lnTo>
                  <a:pt x="397255" y="1585317"/>
                </a:lnTo>
                <a:lnTo>
                  <a:pt x="365313" y="1621284"/>
                </a:lnTo>
                <a:lnTo>
                  <a:pt x="332604" y="1643596"/>
                </a:lnTo>
                <a:lnTo>
                  <a:pt x="264148" y="1660268"/>
                </a:lnTo>
                <a:lnTo>
                  <a:pt x="228033" y="1661132"/>
                </a:lnTo>
                <a:lnTo>
                  <a:pt x="200762" y="1660830"/>
                </a:lnTo>
                <a:lnTo>
                  <a:pt x="171683" y="1660036"/>
                </a:lnTo>
                <a:lnTo>
                  <a:pt x="144905" y="1658912"/>
                </a:lnTo>
                <a:lnTo>
                  <a:pt x="124541" y="1657624"/>
                </a:lnTo>
                <a:lnTo>
                  <a:pt x="122787" y="1847066"/>
                </a:lnTo>
                <a:lnTo>
                  <a:pt x="146852" y="1849369"/>
                </a:lnTo>
                <a:lnTo>
                  <a:pt x="175849" y="1851013"/>
                </a:lnTo>
                <a:lnTo>
                  <a:pt x="208135" y="1852000"/>
                </a:lnTo>
                <a:lnTo>
                  <a:pt x="242066" y="1852329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2212363" y="3589616"/>
            <a:ext cx="1226185" cy="1393190"/>
          </a:xfrm>
          <a:custGeom>
            <a:avLst/>
            <a:gdLst/>
            <a:ahLst/>
            <a:cxnLst/>
            <a:rect l="l" t="t" r="r" b="b"/>
            <a:pathLst>
              <a:path w="1226184" h="1393189">
                <a:moveTo>
                  <a:pt x="613934" y="1392755"/>
                </a:moveTo>
                <a:lnTo>
                  <a:pt x="661056" y="1391195"/>
                </a:lnTo>
                <a:lnTo>
                  <a:pt x="706743" y="1386558"/>
                </a:lnTo>
                <a:lnTo>
                  <a:pt x="750935" y="1378913"/>
                </a:lnTo>
                <a:lnTo>
                  <a:pt x="793570" y="1368327"/>
                </a:lnTo>
                <a:lnTo>
                  <a:pt x="834586" y="1354868"/>
                </a:lnTo>
                <a:lnTo>
                  <a:pt x="873923" y="1338602"/>
                </a:lnTo>
                <a:lnTo>
                  <a:pt x="911518" y="1319598"/>
                </a:lnTo>
                <a:lnTo>
                  <a:pt x="947311" y="1297922"/>
                </a:lnTo>
                <a:lnTo>
                  <a:pt x="981239" y="1273643"/>
                </a:lnTo>
                <a:lnTo>
                  <a:pt x="1013242" y="1246828"/>
                </a:lnTo>
                <a:lnTo>
                  <a:pt x="1043258" y="1217543"/>
                </a:lnTo>
                <a:lnTo>
                  <a:pt x="1071226" y="1185858"/>
                </a:lnTo>
                <a:lnTo>
                  <a:pt x="1097084" y="1151839"/>
                </a:lnTo>
                <a:lnTo>
                  <a:pt x="1120771" y="1115553"/>
                </a:lnTo>
                <a:lnTo>
                  <a:pt x="1142225" y="1077069"/>
                </a:lnTo>
                <a:lnTo>
                  <a:pt x="1161385" y="1036453"/>
                </a:lnTo>
                <a:lnTo>
                  <a:pt x="1178190" y="993773"/>
                </a:lnTo>
                <a:lnTo>
                  <a:pt x="1192578" y="949097"/>
                </a:lnTo>
                <a:lnTo>
                  <a:pt x="1204488" y="902492"/>
                </a:lnTo>
                <a:lnTo>
                  <a:pt x="1213858" y="854025"/>
                </a:lnTo>
                <a:lnTo>
                  <a:pt x="1220627" y="803765"/>
                </a:lnTo>
                <a:lnTo>
                  <a:pt x="1224733" y="751778"/>
                </a:lnTo>
                <a:lnTo>
                  <a:pt x="1226115" y="698131"/>
                </a:lnTo>
                <a:lnTo>
                  <a:pt x="1224733" y="644047"/>
                </a:lnTo>
                <a:lnTo>
                  <a:pt x="1220627" y="591660"/>
                </a:lnTo>
                <a:lnTo>
                  <a:pt x="1213858" y="541036"/>
                </a:lnTo>
                <a:lnTo>
                  <a:pt x="1204488" y="492240"/>
                </a:lnTo>
                <a:lnTo>
                  <a:pt x="1192578" y="445339"/>
                </a:lnTo>
                <a:lnTo>
                  <a:pt x="1178190" y="400398"/>
                </a:lnTo>
                <a:lnTo>
                  <a:pt x="1161385" y="357483"/>
                </a:lnTo>
                <a:lnTo>
                  <a:pt x="1142225" y="316659"/>
                </a:lnTo>
                <a:lnTo>
                  <a:pt x="1120771" y="277993"/>
                </a:lnTo>
                <a:lnTo>
                  <a:pt x="1097084" y="241549"/>
                </a:lnTo>
                <a:lnTo>
                  <a:pt x="1071226" y="207395"/>
                </a:lnTo>
                <a:lnTo>
                  <a:pt x="1043258" y="175595"/>
                </a:lnTo>
                <a:lnTo>
                  <a:pt x="1013242" y="146215"/>
                </a:lnTo>
                <a:lnTo>
                  <a:pt x="981239" y="119322"/>
                </a:lnTo>
                <a:lnTo>
                  <a:pt x="947311" y="94980"/>
                </a:lnTo>
                <a:lnTo>
                  <a:pt x="911518" y="73256"/>
                </a:lnTo>
                <a:lnTo>
                  <a:pt x="873923" y="54215"/>
                </a:lnTo>
                <a:lnTo>
                  <a:pt x="834586" y="37923"/>
                </a:lnTo>
                <a:lnTo>
                  <a:pt x="793570" y="24446"/>
                </a:lnTo>
                <a:lnTo>
                  <a:pt x="750935" y="13849"/>
                </a:lnTo>
                <a:lnTo>
                  <a:pt x="706743" y="6199"/>
                </a:lnTo>
                <a:lnTo>
                  <a:pt x="661056" y="1560"/>
                </a:lnTo>
                <a:lnTo>
                  <a:pt x="613934" y="0"/>
                </a:lnTo>
                <a:lnTo>
                  <a:pt x="566803" y="1560"/>
                </a:lnTo>
                <a:lnTo>
                  <a:pt x="521088" y="6199"/>
                </a:lnTo>
                <a:lnTo>
                  <a:pt x="476851" y="13849"/>
                </a:lnTo>
                <a:lnTo>
                  <a:pt x="434158" y="24446"/>
                </a:lnTo>
                <a:lnTo>
                  <a:pt x="393069" y="37923"/>
                </a:lnTo>
                <a:lnTo>
                  <a:pt x="353650" y="54215"/>
                </a:lnTo>
                <a:lnTo>
                  <a:pt x="315962" y="73256"/>
                </a:lnTo>
                <a:lnTo>
                  <a:pt x="280069" y="94980"/>
                </a:lnTo>
                <a:lnTo>
                  <a:pt x="246034" y="119322"/>
                </a:lnTo>
                <a:lnTo>
                  <a:pt x="213920" y="146215"/>
                </a:lnTo>
                <a:lnTo>
                  <a:pt x="183790" y="175595"/>
                </a:lnTo>
                <a:lnTo>
                  <a:pt x="155708" y="207395"/>
                </a:lnTo>
                <a:lnTo>
                  <a:pt x="129737" y="241549"/>
                </a:lnTo>
                <a:lnTo>
                  <a:pt x="105939" y="277993"/>
                </a:lnTo>
                <a:lnTo>
                  <a:pt x="84378" y="316659"/>
                </a:lnTo>
                <a:lnTo>
                  <a:pt x="65118" y="357483"/>
                </a:lnTo>
                <a:lnTo>
                  <a:pt x="48220" y="400398"/>
                </a:lnTo>
                <a:lnTo>
                  <a:pt x="33749" y="445339"/>
                </a:lnTo>
                <a:lnTo>
                  <a:pt x="21768" y="492240"/>
                </a:lnTo>
                <a:lnTo>
                  <a:pt x="12339" y="541036"/>
                </a:lnTo>
                <a:lnTo>
                  <a:pt x="5526" y="591660"/>
                </a:lnTo>
                <a:lnTo>
                  <a:pt x="1392" y="644047"/>
                </a:lnTo>
                <a:lnTo>
                  <a:pt x="0" y="698131"/>
                </a:lnTo>
                <a:lnTo>
                  <a:pt x="1392" y="751778"/>
                </a:lnTo>
                <a:lnTo>
                  <a:pt x="5526" y="803765"/>
                </a:lnTo>
                <a:lnTo>
                  <a:pt x="12339" y="854025"/>
                </a:lnTo>
                <a:lnTo>
                  <a:pt x="21768" y="902492"/>
                </a:lnTo>
                <a:lnTo>
                  <a:pt x="33749" y="949097"/>
                </a:lnTo>
                <a:lnTo>
                  <a:pt x="48220" y="993773"/>
                </a:lnTo>
                <a:lnTo>
                  <a:pt x="65118" y="1036453"/>
                </a:lnTo>
                <a:lnTo>
                  <a:pt x="84378" y="1077069"/>
                </a:lnTo>
                <a:lnTo>
                  <a:pt x="105939" y="1115553"/>
                </a:lnTo>
                <a:lnTo>
                  <a:pt x="129737" y="1151839"/>
                </a:lnTo>
                <a:lnTo>
                  <a:pt x="155708" y="1185858"/>
                </a:lnTo>
                <a:lnTo>
                  <a:pt x="183790" y="1217543"/>
                </a:lnTo>
                <a:lnTo>
                  <a:pt x="213920" y="1246828"/>
                </a:lnTo>
                <a:lnTo>
                  <a:pt x="246034" y="1273643"/>
                </a:lnTo>
                <a:lnTo>
                  <a:pt x="280069" y="1297922"/>
                </a:lnTo>
                <a:lnTo>
                  <a:pt x="315962" y="1319598"/>
                </a:lnTo>
                <a:lnTo>
                  <a:pt x="353650" y="1338602"/>
                </a:lnTo>
                <a:lnTo>
                  <a:pt x="393069" y="1354868"/>
                </a:lnTo>
                <a:lnTo>
                  <a:pt x="434158" y="1368327"/>
                </a:lnTo>
                <a:lnTo>
                  <a:pt x="476851" y="1378913"/>
                </a:lnTo>
                <a:lnTo>
                  <a:pt x="521088" y="1386558"/>
                </a:lnTo>
                <a:lnTo>
                  <a:pt x="566803" y="1391195"/>
                </a:lnTo>
                <a:lnTo>
                  <a:pt x="613934" y="1392755"/>
                </a:lnTo>
                <a:close/>
              </a:path>
              <a:path w="1226184" h="1393189">
                <a:moveTo>
                  <a:pt x="613934" y="1203312"/>
                </a:moveTo>
                <a:lnTo>
                  <a:pt x="564348" y="1200587"/>
                </a:lnTo>
                <a:lnTo>
                  <a:pt x="518185" y="1192613"/>
                </a:lnTo>
                <a:lnTo>
                  <a:pt x="475413" y="1179690"/>
                </a:lnTo>
                <a:lnTo>
                  <a:pt x="436003" y="1162118"/>
                </a:lnTo>
                <a:lnTo>
                  <a:pt x="399922" y="1140199"/>
                </a:lnTo>
                <a:lnTo>
                  <a:pt x="367141" y="1114233"/>
                </a:lnTo>
                <a:lnTo>
                  <a:pt x="337628" y="1084521"/>
                </a:lnTo>
                <a:lnTo>
                  <a:pt x="311352" y="1051363"/>
                </a:lnTo>
                <a:lnTo>
                  <a:pt x="288283" y="1015060"/>
                </a:lnTo>
                <a:lnTo>
                  <a:pt x="268390" y="975913"/>
                </a:lnTo>
                <a:lnTo>
                  <a:pt x="251642" y="934222"/>
                </a:lnTo>
                <a:lnTo>
                  <a:pt x="238009" y="890287"/>
                </a:lnTo>
                <a:lnTo>
                  <a:pt x="227458" y="844411"/>
                </a:lnTo>
                <a:lnTo>
                  <a:pt x="219960" y="796892"/>
                </a:lnTo>
                <a:lnTo>
                  <a:pt x="215484" y="748032"/>
                </a:lnTo>
                <a:lnTo>
                  <a:pt x="213999" y="698131"/>
                </a:lnTo>
                <a:lnTo>
                  <a:pt x="215484" y="648191"/>
                </a:lnTo>
                <a:lnTo>
                  <a:pt x="219960" y="599220"/>
                </a:lnTo>
                <a:lnTo>
                  <a:pt x="227458" y="551528"/>
                </a:lnTo>
                <a:lnTo>
                  <a:pt x="238009" y="505427"/>
                </a:lnTo>
                <a:lnTo>
                  <a:pt x="251642" y="461227"/>
                </a:lnTo>
                <a:lnTo>
                  <a:pt x="268390" y="419240"/>
                </a:lnTo>
                <a:lnTo>
                  <a:pt x="288283" y="379776"/>
                </a:lnTo>
                <a:lnTo>
                  <a:pt x="311352" y="343145"/>
                </a:lnTo>
                <a:lnTo>
                  <a:pt x="337628" y="309660"/>
                </a:lnTo>
                <a:lnTo>
                  <a:pt x="367141" y="279631"/>
                </a:lnTo>
                <a:lnTo>
                  <a:pt x="399922" y="253369"/>
                </a:lnTo>
                <a:lnTo>
                  <a:pt x="436003" y="231185"/>
                </a:lnTo>
                <a:lnTo>
                  <a:pt x="475413" y="213389"/>
                </a:lnTo>
                <a:lnTo>
                  <a:pt x="518185" y="200293"/>
                </a:lnTo>
                <a:lnTo>
                  <a:pt x="564348" y="192207"/>
                </a:lnTo>
                <a:lnTo>
                  <a:pt x="613934" y="189443"/>
                </a:lnTo>
                <a:lnTo>
                  <a:pt x="663211" y="192207"/>
                </a:lnTo>
                <a:lnTo>
                  <a:pt x="709104" y="200293"/>
                </a:lnTo>
                <a:lnTo>
                  <a:pt x="751642" y="213389"/>
                </a:lnTo>
                <a:lnTo>
                  <a:pt x="790852" y="231185"/>
                </a:lnTo>
                <a:lnTo>
                  <a:pt x="826762" y="253369"/>
                </a:lnTo>
                <a:lnTo>
                  <a:pt x="859402" y="279631"/>
                </a:lnTo>
                <a:lnTo>
                  <a:pt x="888799" y="309660"/>
                </a:lnTo>
                <a:lnTo>
                  <a:pt x="914982" y="343145"/>
                </a:lnTo>
                <a:lnTo>
                  <a:pt x="937979" y="379776"/>
                </a:lnTo>
                <a:lnTo>
                  <a:pt x="957817" y="419240"/>
                </a:lnTo>
                <a:lnTo>
                  <a:pt x="974526" y="461227"/>
                </a:lnTo>
                <a:lnTo>
                  <a:pt x="988134" y="505427"/>
                </a:lnTo>
                <a:lnTo>
                  <a:pt x="998668" y="551528"/>
                </a:lnTo>
                <a:lnTo>
                  <a:pt x="1006158" y="599220"/>
                </a:lnTo>
                <a:lnTo>
                  <a:pt x="1010631" y="648191"/>
                </a:lnTo>
                <a:lnTo>
                  <a:pt x="1012116" y="698131"/>
                </a:lnTo>
                <a:lnTo>
                  <a:pt x="1010631" y="748032"/>
                </a:lnTo>
                <a:lnTo>
                  <a:pt x="1006158" y="796892"/>
                </a:lnTo>
                <a:lnTo>
                  <a:pt x="998668" y="844411"/>
                </a:lnTo>
                <a:lnTo>
                  <a:pt x="988134" y="890287"/>
                </a:lnTo>
                <a:lnTo>
                  <a:pt x="974526" y="934222"/>
                </a:lnTo>
                <a:lnTo>
                  <a:pt x="957817" y="975913"/>
                </a:lnTo>
                <a:lnTo>
                  <a:pt x="937979" y="1015060"/>
                </a:lnTo>
                <a:lnTo>
                  <a:pt x="914982" y="1051363"/>
                </a:lnTo>
                <a:lnTo>
                  <a:pt x="888799" y="1084521"/>
                </a:lnTo>
                <a:lnTo>
                  <a:pt x="859402" y="1114233"/>
                </a:lnTo>
                <a:lnTo>
                  <a:pt x="826762" y="1140199"/>
                </a:lnTo>
                <a:lnTo>
                  <a:pt x="790852" y="1162118"/>
                </a:lnTo>
                <a:lnTo>
                  <a:pt x="751642" y="1179690"/>
                </a:lnTo>
                <a:lnTo>
                  <a:pt x="709104" y="1192613"/>
                </a:lnTo>
                <a:lnTo>
                  <a:pt x="663211" y="1200587"/>
                </a:lnTo>
                <a:lnTo>
                  <a:pt x="613934" y="1203312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3664829" y="3607158"/>
            <a:ext cx="1062990" cy="1365250"/>
          </a:xfrm>
          <a:custGeom>
            <a:avLst/>
            <a:gdLst/>
            <a:ahLst/>
            <a:cxnLst/>
            <a:rect l="l" t="t" r="r" b="b"/>
            <a:pathLst>
              <a:path w="1062990" h="1365250">
                <a:moveTo>
                  <a:pt x="850738" y="794607"/>
                </a:moveTo>
                <a:lnTo>
                  <a:pt x="846888" y="854479"/>
                </a:lnTo>
                <a:lnTo>
                  <a:pt x="835869" y="908729"/>
                </a:lnTo>
                <a:lnTo>
                  <a:pt x="818479" y="957436"/>
                </a:lnTo>
                <a:lnTo>
                  <a:pt x="795516" y="1000681"/>
                </a:lnTo>
                <a:lnTo>
                  <a:pt x="767779" y="1038541"/>
                </a:lnTo>
                <a:lnTo>
                  <a:pt x="736064" y="1071097"/>
                </a:lnTo>
                <a:lnTo>
                  <a:pt x="701169" y="1098426"/>
                </a:lnTo>
                <a:lnTo>
                  <a:pt x="663894" y="1120609"/>
                </a:lnTo>
                <a:lnTo>
                  <a:pt x="625035" y="1137725"/>
                </a:lnTo>
                <a:lnTo>
                  <a:pt x="585390" y="1149853"/>
                </a:lnTo>
                <a:lnTo>
                  <a:pt x="545757" y="1157071"/>
                </a:lnTo>
                <a:lnTo>
                  <a:pt x="506935" y="1159460"/>
                </a:lnTo>
                <a:lnTo>
                  <a:pt x="461366" y="1156413"/>
                </a:lnTo>
                <a:lnTo>
                  <a:pt x="418636" y="1147435"/>
                </a:lnTo>
                <a:lnTo>
                  <a:pt x="379062" y="1132772"/>
                </a:lnTo>
                <a:lnTo>
                  <a:pt x="342958" y="1112669"/>
                </a:lnTo>
                <a:lnTo>
                  <a:pt x="310642" y="1087371"/>
                </a:lnTo>
                <a:lnTo>
                  <a:pt x="282430" y="1057123"/>
                </a:lnTo>
                <a:lnTo>
                  <a:pt x="258639" y="1022171"/>
                </a:lnTo>
                <a:lnTo>
                  <a:pt x="239583" y="982758"/>
                </a:lnTo>
                <a:lnTo>
                  <a:pt x="225581" y="939131"/>
                </a:lnTo>
                <a:lnTo>
                  <a:pt x="216947" y="891534"/>
                </a:lnTo>
                <a:lnTo>
                  <a:pt x="213999" y="840213"/>
                </a:lnTo>
                <a:lnTo>
                  <a:pt x="213999" y="0"/>
                </a:lnTo>
                <a:lnTo>
                  <a:pt x="0" y="0"/>
                </a:lnTo>
                <a:lnTo>
                  <a:pt x="0" y="856000"/>
                </a:lnTo>
                <a:lnTo>
                  <a:pt x="1871" y="914543"/>
                </a:lnTo>
                <a:lnTo>
                  <a:pt x="7394" y="969454"/>
                </a:lnTo>
                <a:lnTo>
                  <a:pt x="16435" y="1020746"/>
                </a:lnTo>
                <a:lnTo>
                  <a:pt x="28859" y="1068427"/>
                </a:lnTo>
                <a:lnTo>
                  <a:pt x="44530" y="1112510"/>
                </a:lnTo>
                <a:lnTo>
                  <a:pt x="63314" y="1153005"/>
                </a:lnTo>
                <a:lnTo>
                  <a:pt x="85076" y="1189922"/>
                </a:lnTo>
                <a:lnTo>
                  <a:pt x="109680" y="1223272"/>
                </a:lnTo>
                <a:lnTo>
                  <a:pt x="136992" y="1253066"/>
                </a:lnTo>
                <a:lnTo>
                  <a:pt x="166876" y="1279315"/>
                </a:lnTo>
                <a:lnTo>
                  <a:pt x="199199" y="1302030"/>
                </a:lnTo>
                <a:lnTo>
                  <a:pt x="233824" y="1321220"/>
                </a:lnTo>
                <a:lnTo>
                  <a:pt x="270617" y="1336898"/>
                </a:lnTo>
                <a:lnTo>
                  <a:pt x="309444" y="1349072"/>
                </a:lnTo>
                <a:lnTo>
                  <a:pt x="350168" y="1357755"/>
                </a:lnTo>
                <a:lnTo>
                  <a:pt x="392655" y="1362957"/>
                </a:lnTo>
                <a:lnTo>
                  <a:pt x="436770" y="1364689"/>
                </a:lnTo>
                <a:lnTo>
                  <a:pt x="495708" y="1361507"/>
                </a:lnTo>
                <a:lnTo>
                  <a:pt x="550436" y="1352284"/>
                </a:lnTo>
                <a:lnTo>
                  <a:pt x="600954" y="1337504"/>
                </a:lnTo>
                <a:lnTo>
                  <a:pt x="647262" y="1317651"/>
                </a:lnTo>
                <a:lnTo>
                  <a:pt x="689361" y="1293210"/>
                </a:lnTo>
                <a:lnTo>
                  <a:pt x="727249" y="1264663"/>
                </a:lnTo>
                <a:lnTo>
                  <a:pt x="760928" y="1232497"/>
                </a:lnTo>
                <a:lnTo>
                  <a:pt x="790397" y="1197194"/>
                </a:lnTo>
                <a:lnTo>
                  <a:pt x="815656" y="1159238"/>
                </a:lnTo>
                <a:lnTo>
                  <a:pt x="836705" y="1119115"/>
                </a:lnTo>
                <a:lnTo>
                  <a:pt x="850738" y="1119115"/>
                </a:lnTo>
                <a:lnTo>
                  <a:pt x="850738" y="1347148"/>
                </a:lnTo>
                <a:lnTo>
                  <a:pt x="1062983" y="1347148"/>
                </a:lnTo>
                <a:lnTo>
                  <a:pt x="1062983" y="0"/>
                </a:lnTo>
                <a:lnTo>
                  <a:pt x="850738" y="0"/>
                </a:lnTo>
                <a:lnTo>
                  <a:pt x="850738" y="794607"/>
                </a:lnTo>
                <a:close/>
              </a:path>
            </a:pathLst>
          </a:custGeom>
          <a:ln w="50798">
            <a:solidFill>
              <a:srgbClr val="A3835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3489753" y="3132708"/>
            <a:ext cx="1403350" cy="1847214"/>
            <a:chOff x="3489753" y="3132708"/>
            <a:chExt cx="1403350" cy="1847214"/>
          </a:xfrm>
        </p:grpSpPr>
        <p:sp>
          <p:nvSpPr>
            <p:cNvPr id="11" name="object 11" descr=""/>
            <p:cNvSpPr/>
            <p:nvPr/>
          </p:nvSpPr>
          <p:spPr>
            <a:xfrm>
              <a:off x="3515144" y="3158489"/>
              <a:ext cx="1352550" cy="1795780"/>
            </a:xfrm>
            <a:custGeom>
              <a:avLst/>
              <a:gdLst/>
              <a:ahLst/>
              <a:cxnLst/>
              <a:rect l="l" t="t" r="r" b="b"/>
              <a:pathLst>
                <a:path w="1352550" h="1795779">
                  <a:moveTo>
                    <a:pt x="1352410" y="0"/>
                  </a:moveTo>
                  <a:lnTo>
                    <a:pt x="0" y="0"/>
                  </a:lnTo>
                  <a:lnTo>
                    <a:pt x="0" y="198120"/>
                  </a:lnTo>
                  <a:lnTo>
                    <a:pt x="564819" y="198120"/>
                  </a:lnTo>
                  <a:lnTo>
                    <a:pt x="564819" y="1795780"/>
                  </a:lnTo>
                  <a:lnTo>
                    <a:pt x="789343" y="1795780"/>
                  </a:lnTo>
                  <a:lnTo>
                    <a:pt x="789343" y="198120"/>
                  </a:lnTo>
                  <a:lnTo>
                    <a:pt x="1352410" y="198120"/>
                  </a:lnTo>
                  <a:lnTo>
                    <a:pt x="1352410" y="0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515152" y="3158108"/>
              <a:ext cx="1352550" cy="1796414"/>
            </a:xfrm>
            <a:custGeom>
              <a:avLst/>
              <a:gdLst/>
              <a:ahLst/>
              <a:cxnLst/>
              <a:rect l="l" t="t" r="r" b="b"/>
              <a:pathLst>
                <a:path w="1352550" h="1796414">
                  <a:moveTo>
                    <a:pt x="564820" y="198213"/>
                  </a:moveTo>
                  <a:lnTo>
                    <a:pt x="564820" y="1796198"/>
                  </a:lnTo>
                  <a:lnTo>
                    <a:pt x="789344" y="1796198"/>
                  </a:lnTo>
                  <a:lnTo>
                    <a:pt x="789344" y="198213"/>
                  </a:lnTo>
                  <a:lnTo>
                    <a:pt x="1352411" y="198213"/>
                  </a:lnTo>
                  <a:lnTo>
                    <a:pt x="1352411" y="0"/>
                  </a:lnTo>
                  <a:lnTo>
                    <a:pt x="0" y="0"/>
                  </a:lnTo>
                  <a:lnTo>
                    <a:pt x="0" y="198213"/>
                  </a:lnTo>
                  <a:lnTo>
                    <a:pt x="564820" y="198213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 descr=""/>
          <p:cNvGrpSpPr/>
          <p:nvPr/>
        </p:nvGrpSpPr>
        <p:grpSpPr>
          <a:xfrm>
            <a:off x="5061497" y="3132708"/>
            <a:ext cx="1138555" cy="1847214"/>
            <a:chOff x="5061497" y="3132708"/>
            <a:chExt cx="1138555" cy="1847214"/>
          </a:xfrm>
        </p:grpSpPr>
        <p:sp>
          <p:nvSpPr>
            <p:cNvPr id="14" name="object 14" descr=""/>
            <p:cNvSpPr/>
            <p:nvPr/>
          </p:nvSpPr>
          <p:spPr>
            <a:xfrm>
              <a:off x="5086896" y="3158108"/>
              <a:ext cx="1087755" cy="1796414"/>
            </a:xfrm>
            <a:custGeom>
              <a:avLst/>
              <a:gdLst/>
              <a:ahLst/>
              <a:cxnLst/>
              <a:rect l="l" t="t" r="r" b="b"/>
              <a:pathLst>
                <a:path w="1087754" h="1796414">
                  <a:moveTo>
                    <a:pt x="213999" y="0"/>
                  </a:moveTo>
                  <a:lnTo>
                    <a:pt x="0" y="0"/>
                  </a:lnTo>
                  <a:lnTo>
                    <a:pt x="0" y="1796198"/>
                  </a:lnTo>
                  <a:lnTo>
                    <a:pt x="213999" y="1796198"/>
                  </a:lnTo>
                  <a:lnTo>
                    <a:pt x="213999" y="987558"/>
                  </a:lnTo>
                  <a:lnTo>
                    <a:pt x="217050" y="931371"/>
                  </a:lnTo>
                  <a:lnTo>
                    <a:pt x="225978" y="879526"/>
                  </a:lnTo>
                  <a:lnTo>
                    <a:pt x="240448" y="832128"/>
                  </a:lnTo>
                  <a:lnTo>
                    <a:pt x="260126" y="789280"/>
                  </a:lnTo>
                  <a:lnTo>
                    <a:pt x="284676" y="751084"/>
                  </a:lnTo>
                  <a:lnTo>
                    <a:pt x="313764" y="717646"/>
                  </a:lnTo>
                  <a:lnTo>
                    <a:pt x="347054" y="689068"/>
                  </a:lnTo>
                  <a:lnTo>
                    <a:pt x="384212" y="665453"/>
                  </a:lnTo>
                  <a:lnTo>
                    <a:pt x="424903" y="646906"/>
                  </a:lnTo>
                  <a:lnTo>
                    <a:pt x="468791" y="633530"/>
                  </a:lnTo>
                  <a:lnTo>
                    <a:pt x="515541" y="625429"/>
                  </a:lnTo>
                  <a:lnTo>
                    <a:pt x="564820" y="622705"/>
                  </a:lnTo>
                  <a:lnTo>
                    <a:pt x="615500" y="625683"/>
                  </a:lnTo>
                  <a:lnTo>
                    <a:pt x="662179" y="634529"/>
                  </a:lnTo>
                  <a:lnTo>
                    <a:pt x="704683" y="649107"/>
                  </a:lnTo>
                  <a:lnTo>
                    <a:pt x="742839" y="669284"/>
                  </a:lnTo>
                  <a:lnTo>
                    <a:pt x="776471" y="694925"/>
                  </a:lnTo>
                  <a:lnTo>
                    <a:pt x="805406" y="725895"/>
                  </a:lnTo>
                  <a:lnTo>
                    <a:pt x="829471" y="762060"/>
                  </a:lnTo>
                  <a:lnTo>
                    <a:pt x="848491" y="803286"/>
                  </a:lnTo>
                  <a:lnTo>
                    <a:pt x="862292" y="849439"/>
                  </a:lnTo>
                  <a:lnTo>
                    <a:pt x="870700" y="900383"/>
                  </a:lnTo>
                  <a:lnTo>
                    <a:pt x="873541" y="955984"/>
                  </a:lnTo>
                  <a:lnTo>
                    <a:pt x="873541" y="1796198"/>
                  </a:lnTo>
                  <a:lnTo>
                    <a:pt x="1087541" y="1796198"/>
                  </a:lnTo>
                  <a:lnTo>
                    <a:pt x="1087541" y="940197"/>
                  </a:lnTo>
                  <a:lnTo>
                    <a:pt x="1085648" y="881106"/>
                  </a:lnTo>
                  <a:lnTo>
                    <a:pt x="1080045" y="825779"/>
                  </a:lnTo>
                  <a:lnTo>
                    <a:pt x="1070845" y="774192"/>
                  </a:lnTo>
                  <a:lnTo>
                    <a:pt x="1058162" y="726322"/>
                  </a:lnTo>
                  <a:lnTo>
                    <a:pt x="1042109" y="682145"/>
                  </a:lnTo>
                  <a:lnTo>
                    <a:pt x="1022800" y="641637"/>
                  </a:lnTo>
                  <a:lnTo>
                    <a:pt x="1000348" y="604776"/>
                  </a:lnTo>
                  <a:lnTo>
                    <a:pt x="974868" y="571537"/>
                  </a:lnTo>
                  <a:lnTo>
                    <a:pt x="946471" y="541897"/>
                  </a:lnTo>
                  <a:lnTo>
                    <a:pt x="915273" y="515832"/>
                  </a:lnTo>
                  <a:lnTo>
                    <a:pt x="881386" y="493319"/>
                  </a:lnTo>
                  <a:lnTo>
                    <a:pt x="844925" y="474334"/>
                  </a:lnTo>
                  <a:lnTo>
                    <a:pt x="806002" y="458854"/>
                  </a:lnTo>
                  <a:lnTo>
                    <a:pt x="764731" y="446855"/>
                  </a:lnTo>
                  <a:lnTo>
                    <a:pt x="721226" y="438313"/>
                  </a:lnTo>
                  <a:lnTo>
                    <a:pt x="675600" y="433205"/>
                  </a:lnTo>
                  <a:lnTo>
                    <a:pt x="627967" y="431508"/>
                  </a:lnTo>
                  <a:lnTo>
                    <a:pt x="566996" y="434153"/>
                  </a:lnTo>
                  <a:lnTo>
                    <a:pt x="511298" y="441934"/>
                  </a:lnTo>
                  <a:lnTo>
                    <a:pt x="460673" y="454620"/>
                  </a:lnTo>
                  <a:lnTo>
                    <a:pt x="414921" y="471979"/>
                  </a:lnTo>
                  <a:lnTo>
                    <a:pt x="373842" y="493779"/>
                  </a:lnTo>
                  <a:lnTo>
                    <a:pt x="337235" y="519789"/>
                  </a:lnTo>
                  <a:lnTo>
                    <a:pt x="304902" y="549777"/>
                  </a:lnTo>
                  <a:lnTo>
                    <a:pt x="276642" y="583512"/>
                  </a:lnTo>
                  <a:lnTo>
                    <a:pt x="252255" y="620761"/>
                  </a:lnTo>
                  <a:lnTo>
                    <a:pt x="231541" y="661295"/>
                  </a:lnTo>
                  <a:lnTo>
                    <a:pt x="213999" y="661295"/>
                  </a:lnTo>
                  <a:lnTo>
                    <a:pt x="213999" y="0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086896" y="3158108"/>
              <a:ext cx="1087755" cy="1796414"/>
            </a:xfrm>
            <a:custGeom>
              <a:avLst/>
              <a:gdLst/>
              <a:ahLst/>
              <a:cxnLst/>
              <a:rect l="l" t="t" r="r" b="b"/>
              <a:pathLst>
                <a:path w="1087754" h="1796414">
                  <a:moveTo>
                    <a:pt x="213999" y="987558"/>
                  </a:moveTo>
                  <a:lnTo>
                    <a:pt x="217050" y="931371"/>
                  </a:lnTo>
                  <a:lnTo>
                    <a:pt x="225978" y="879526"/>
                  </a:lnTo>
                  <a:lnTo>
                    <a:pt x="240448" y="832128"/>
                  </a:lnTo>
                  <a:lnTo>
                    <a:pt x="260126" y="789280"/>
                  </a:lnTo>
                  <a:lnTo>
                    <a:pt x="284676" y="751084"/>
                  </a:lnTo>
                  <a:lnTo>
                    <a:pt x="313764" y="717646"/>
                  </a:lnTo>
                  <a:lnTo>
                    <a:pt x="347054" y="689068"/>
                  </a:lnTo>
                  <a:lnTo>
                    <a:pt x="384212" y="665453"/>
                  </a:lnTo>
                  <a:lnTo>
                    <a:pt x="424903" y="646906"/>
                  </a:lnTo>
                  <a:lnTo>
                    <a:pt x="468791" y="633530"/>
                  </a:lnTo>
                  <a:lnTo>
                    <a:pt x="515541" y="625429"/>
                  </a:lnTo>
                  <a:lnTo>
                    <a:pt x="564820" y="622705"/>
                  </a:lnTo>
                  <a:lnTo>
                    <a:pt x="615500" y="625683"/>
                  </a:lnTo>
                  <a:lnTo>
                    <a:pt x="662179" y="634529"/>
                  </a:lnTo>
                  <a:lnTo>
                    <a:pt x="704683" y="649107"/>
                  </a:lnTo>
                  <a:lnTo>
                    <a:pt x="742839" y="669284"/>
                  </a:lnTo>
                  <a:lnTo>
                    <a:pt x="776471" y="694925"/>
                  </a:lnTo>
                  <a:lnTo>
                    <a:pt x="805406" y="725895"/>
                  </a:lnTo>
                  <a:lnTo>
                    <a:pt x="829471" y="762060"/>
                  </a:lnTo>
                  <a:lnTo>
                    <a:pt x="848491" y="803286"/>
                  </a:lnTo>
                  <a:lnTo>
                    <a:pt x="862292" y="849439"/>
                  </a:lnTo>
                  <a:lnTo>
                    <a:pt x="870700" y="900383"/>
                  </a:lnTo>
                  <a:lnTo>
                    <a:pt x="873541" y="955984"/>
                  </a:lnTo>
                  <a:lnTo>
                    <a:pt x="873541" y="1796198"/>
                  </a:lnTo>
                  <a:lnTo>
                    <a:pt x="1087541" y="1796198"/>
                  </a:lnTo>
                  <a:lnTo>
                    <a:pt x="1087541" y="940197"/>
                  </a:lnTo>
                  <a:lnTo>
                    <a:pt x="1085648" y="881106"/>
                  </a:lnTo>
                  <a:lnTo>
                    <a:pt x="1080045" y="825779"/>
                  </a:lnTo>
                  <a:lnTo>
                    <a:pt x="1070845" y="774192"/>
                  </a:lnTo>
                  <a:lnTo>
                    <a:pt x="1058162" y="726322"/>
                  </a:lnTo>
                  <a:lnTo>
                    <a:pt x="1042109" y="682145"/>
                  </a:lnTo>
                  <a:lnTo>
                    <a:pt x="1022800" y="641637"/>
                  </a:lnTo>
                  <a:lnTo>
                    <a:pt x="1000348" y="604776"/>
                  </a:lnTo>
                  <a:lnTo>
                    <a:pt x="974868" y="571537"/>
                  </a:lnTo>
                  <a:lnTo>
                    <a:pt x="946471" y="541897"/>
                  </a:lnTo>
                  <a:lnTo>
                    <a:pt x="915273" y="515832"/>
                  </a:lnTo>
                  <a:lnTo>
                    <a:pt x="881386" y="493319"/>
                  </a:lnTo>
                  <a:lnTo>
                    <a:pt x="844925" y="474334"/>
                  </a:lnTo>
                  <a:lnTo>
                    <a:pt x="806002" y="458854"/>
                  </a:lnTo>
                  <a:lnTo>
                    <a:pt x="764731" y="446855"/>
                  </a:lnTo>
                  <a:lnTo>
                    <a:pt x="721226" y="438313"/>
                  </a:lnTo>
                  <a:lnTo>
                    <a:pt x="675600" y="433205"/>
                  </a:lnTo>
                  <a:lnTo>
                    <a:pt x="627967" y="431508"/>
                  </a:lnTo>
                  <a:lnTo>
                    <a:pt x="566996" y="434153"/>
                  </a:lnTo>
                  <a:lnTo>
                    <a:pt x="511298" y="441934"/>
                  </a:lnTo>
                  <a:lnTo>
                    <a:pt x="460673" y="454620"/>
                  </a:lnTo>
                  <a:lnTo>
                    <a:pt x="414921" y="471979"/>
                  </a:lnTo>
                  <a:lnTo>
                    <a:pt x="373842" y="493779"/>
                  </a:lnTo>
                  <a:lnTo>
                    <a:pt x="337235" y="519789"/>
                  </a:lnTo>
                  <a:lnTo>
                    <a:pt x="304902" y="549777"/>
                  </a:lnTo>
                  <a:lnTo>
                    <a:pt x="276642" y="583512"/>
                  </a:lnTo>
                  <a:lnTo>
                    <a:pt x="252255" y="620761"/>
                  </a:lnTo>
                  <a:lnTo>
                    <a:pt x="231541" y="661295"/>
                  </a:lnTo>
                  <a:lnTo>
                    <a:pt x="213999" y="661295"/>
                  </a:lnTo>
                  <a:lnTo>
                    <a:pt x="213999" y="0"/>
                  </a:lnTo>
                  <a:lnTo>
                    <a:pt x="0" y="0"/>
                  </a:lnTo>
                  <a:lnTo>
                    <a:pt x="0" y="1796198"/>
                  </a:lnTo>
                  <a:lnTo>
                    <a:pt x="213999" y="1796198"/>
                  </a:lnTo>
                  <a:lnTo>
                    <a:pt x="213999" y="987558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6" name="object 16" descr=""/>
          <p:cNvGrpSpPr/>
          <p:nvPr/>
        </p:nvGrpSpPr>
        <p:grpSpPr>
          <a:xfrm>
            <a:off x="6375387" y="3564217"/>
            <a:ext cx="1133475" cy="1447165"/>
            <a:chOff x="6375387" y="3564217"/>
            <a:chExt cx="1133475" cy="1447165"/>
          </a:xfrm>
        </p:grpSpPr>
        <p:sp>
          <p:nvSpPr>
            <p:cNvPr id="17" name="object 17" descr=""/>
            <p:cNvSpPr/>
            <p:nvPr/>
          </p:nvSpPr>
          <p:spPr>
            <a:xfrm>
              <a:off x="6400787" y="3589616"/>
              <a:ext cx="1082675" cy="1396365"/>
            </a:xfrm>
            <a:custGeom>
              <a:avLst/>
              <a:gdLst/>
              <a:ahLst/>
              <a:cxnLst/>
              <a:rect l="l" t="t" r="r" b="b"/>
              <a:pathLst>
                <a:path w="1082675" h="1396364">
                  <a:moveTo>
                    <a:pt x="1004466" y="185934"/>
                  </a:moveTo>
                  <a:lnTo>
                    <a:pt x="564820" y="185934"/>
                  </a:lnTo>
                  <a:lnTo>
                    <a:pt x="622810" y="188904"/>
                  </a:lnTo>
                  <a:lnTo>
                    <a:pt x="674696" y="197694"/>
                  </a:lnTo>
                  <a:lnTo>
                    <a:pt x="720478" y="212125"/>
                  </a:lnTo>
                  <a:lnTo>
                    <a:pt x="760156" y="232018"/>
                  </a:lnTo>
                  <a:lnTo>
                    <a:pt x="793730" y="257195"/>
                  </a:lnTo>
                  <a:lnTo>
                    <a:pt x="821199" y="287476"/>
                  </a:lnTo>
                  <a:lnTo>
                    <a:pt x="842564" y="322682"/>
                  </a:lnTo>
                  <a:lnTo>
                    <a:pt x="857824" y="362635"/>
                  </a:lnTo>
                  <a:lnTo>
                    <a:pt x="866981" y="407156"/>
                  </a:lnTo>
                  <a:lnTo>
                    <a:pt x="870033" y="456066"/>
                  </a:lnTo>
                  <a:lnTo>
                    <a:pt x="870033" y="565697"/>
                  </a:lnTo>
                  <a:lnTo>
                    <a:pt x="786961" y="569389"/>
                  </a:lnTo>
                  <a:lnTo>
                    <a:pt x="505180" y="585869"/>
                  </a:lnTo>
                  <a:lnTo>
                    <a:pt x="461061" y="589820"/>
                  </a:lnTo>
                  <a:lnTo>
                    <a:pt x="416492" y="595277"/>
                  </a:lnTo>
                  <a:lnTo>
                    <a:pt x="371928" y="602512"/>
                  </a:lnTo>
                  <a:lnTo>
                    <a:pt x="327824" y="611797"/>
                  </a:lnTo>
                  <a:lnTo>
                    <a:pt x="284635" y="623405"/>
                  </a:lnTo>
                  <a:lnTo>
                    <a:pt x="242815" y="637608"/>
                  </a:lnTo>
                  <a:lnTo>
                    <a:pt x="202820" y="654679"/>
                  </a:lnTo>
                  <a:lnTo>
                    <a:pt x="165104" y="674890"/>
                  </a:lnTo>
                  <a:lnTo>
                    <a:pt x="130122" y="698513"/>
                  </a:lnTo>
                  <a:lnTo>
                    <a:pt x="98328" y="725820"/>
                  </a:lnTo>
                  <a:lnTo>
                    <a:pt x="70178" y="757085"/>
                  </a:lnTo>
                  <a:lnTo>
                    <a:pt x="46127" y="792579"/>
                  </a:lnTo>
                  <a:lnTo>
                    <a:pt x="26628" y="832575"/>
                  </a:lnTo>
                  <a:lnTo>
                    <a:pt x="12233" y="877050"/>
                  </a:lnTo>
                  <a:lnTo>
                    <a:pt x="3110" y="927161"/>
                  </a:lnTo>
                  <a:lnTo>
                    <a:pt x="0" y="982296"/>
                  </a:lnTo>
                  <a:lnTo>
                    <a:pt x="2668" y="1033411"/>
                  </a:lnTo>
                  <a:lnTo>
                    <a:pt x="10494" y="1081463"/>
                  </a:lnTo>
                  <a:lnTo>
                    <a:pt x="23210" y="1126385"/>
                  </a:lnTo>
                  <a:lnTo>
                    <a:pt x="40547" y="1168107"/>
                  </a:lnTo>
                  <a:lnTo>
                    <a:pt x="62238" y="1206561"/>
                  </a:lnTo>
                  <a:lnTo>
                    <a:pt x="88013" y="1241678"/>
                  </a:lnTo>
                  <a:lnTo>
                    <a:pt x="117606" y="1273390"/>
                  </a:lnTo>
                  <a:lnTo>
                    <a:pt x="150747" y="1301628"/>
                  </a:lnTo>
                  <a:lnTo>
                    <a:pt x="187169" y="1326324"/>
                  </a:lnTo>
                  <a:lnTo>
                    <a:pt x="226603" y="1347408"/>
                  </a:lnTo>
                  <a:lnTo>
                    <a:pt x="268782" y="1364813"/>
                  </a:lnTo>
                  <a:lnTo>
                    <a:pt x="313436" y="1378470"/>
                  </a:lnTo>
                  <a:lnTo>
                    <a:pt x="360298" y="1388309"/>
                  </a:lnTo>
                  <a:lnTo>
                    <a:pt x="409100" y="1394263"/>
                  </a:lnTo>
                  <a:lnTo>
                    <a:pt x="459574" y="1396263"/>
                  </a:lnTo>
                  <a:lnTo>
                    <a:pt x="526279" y="1392687"/>
                  </a:lnTo>
                  <a:lnTo>
                    <a:pt x="586542" y="1382595"/>
                  </a:lnTo>
                  <a:lnTo>
                    <a:pt x="640555" y="1366947"/>
                  </a:lnTo>
                  <a:lnTo>
                    <a:pt x="688505" y="1346699"/>
                  </a:lnTo>
                  <a:lnTo>
                    <a:pt x="730582" y="1322810"/>
                  </a:lnTo>
                  <a:lnTo>
                    <a:pt x="766976" y="1296237"/>
                  </a:lnTo>
                  <a:lnTo>
                    <a:pt x="797876" y="1267938"/>
                  </a:lnTo>
                  <a:lnTo>
                    <a:pt x="823472" y="1238871"/>
                  </a:lnTo>
                  <a:lnTo>
                    <a:pt x="845733" y="1206821"/>
                  </a:lnTo>
                  <a:lnTo>
                    <a:pt x="494655" y="1206821"/>
                  </a:lnTo>
                  <a:lnTo>
                    <a:pt x="442066" y="1204159"/>
                  </a:lnTo>
                  <a:lnTo>
                    <a:pt x="393447" y="1196185"/>
                  </a:lnTo>
                  <a:lnTo>
                    <a:pt x="349390" y="1182913"/>
                  </a:lnTo>
                  <a:lnTo>
                    <a:pt x="310487" y="1164356"/>
                  </a:lnTo>
                  <a:lnTo>
                    <a:pt x="277330" y="1140530"/>
                  </a:lnTo>
                  <a:lnTo>
                    <a:pt x="250511" y="1111449"/>
                  </a:lnTo>
                  <a:lnTo>
                    <a:pt x="230622" y="1077128"/>
                  </a:lnTo>
                  <a:lnTo>
                    <a:pt x="218254" y="1037580"/>
                  </a:lnTo>
                  <a:lnTo>
                    <a:pt x="214000" y="992820"/>
                  </a:lnTo>
                  <a:lnTo>
                    <a:pt x="217633" y="950962"/>
                  </a:lnTo>
                  <a:lnTo>
                    <a:pt x="228327" y="913703"/>
                  </a:lnTo>
                  <a:lnTo>
                    <a:pt x="269682" y="852436"/>
                  </a:lnTo>
                  <a:lnTo>
                    <a:pt x="299731" y="828154"/>
                  </a:lnTo>
                  <a:lnTo>
                    <a:pt x="335622" y="807924"/>
                  </a:lnTo>
                  <a:lnTo>
                    <a:pt x="377048" y="791609"/>
                  </a:lnTo>
                  <a:lnTo>
                    <a:pt x="423706" y="779073"/>
                  </a:lnTo>
                  <a:lnTo>
                    <a:pt x="475288" y="770178"/>
                  </a:lnTo>
                  <a:lnTo>
                    <a:pt x="531491" y="764787"/>
                  </a:lnTo>
                  <a:lnTo>
                    <a:pt x="870033" y="741107"/>
                  </a:lnTo>
                  <a:lnTo>
                    <a:pt x="1082279" y="741107"/>
                  </a:lnTo>
                  <a:lnTo>
                    <a:pt x="1082279" y="477115"/>
                  </a:lnTo>
                  <a:lnTo>
                    <a:pt x="1079293" y="409755"/>
                  </a:lnTo>
                  <a:lnTo>
                    <a:pt x="1070669" y="348953"/>
                  </a:lnTo>
                  <a:lnTo>
                    <a:pt x="1056909" y="294380"/>
                  </a:lnTo>
                  <a:lnTo>
                    <a:pt x="1038515" y="245709"/>
                  </a:lnTo>
                  <a:lnTo>
                    <a:pt x="1015989" y="202610"/>
                  </a:lnTo>
                  <a:lnTo>
                    <a:pt x="1004466" y="185934"/>
                  </a:lnTo>
                  <a:close/>
                </a:path>
                <a:path w="1082675" h="1396364">
                  <a:moveTo>
                    <a:pt x="1082279" y="1182263"/>
                  </a:moveTo>
                  <a:lnTo>
                    <a:pt x="870033" y="1182263"/>
                  </a:lnTo>
                  <a:lnTo>
                    <a:pt x="870033" y="1364813"/>
                  </a:lnTo>
                  <a:lnTo>
                    <a:pt x="1082279" y="1364813"/>
                  </a:lnTo>
                  <a:lnTo>
                    <a:pt x="1082279" y="1182263"/>
                  </a:lnTo>
                  <a:close/>
                </a:path>
                <a:path w="1082675" h="1396364">
                  <a:moveTo>
                    <a:pt x="1082279" y="741107"/>
                  </a:moveTo>
                  <a:lnTo>
                    <a:pt x="870033" y="741107"/>
                  </a:lnTo>
                  <a:lnTo>
                    <a:pt x="870014" y="877345"/>
                  </a:lnTo>
                  <a:lnTo>
                    <a:pt x="867270" y="918912"/>
                  </a:lnTo>
                  <a:lnTo>
                    <a:pt x="859037" y="959947"/>
                  </a:lnTo>
                  <a:lnTo>
                    <a:pt x="845421" y="999617"/>
                  </a:lnTo>
                  <a:lnTo>
                    <a:pt x="826505" y="1037387"/>
                  </a:lnTo>
                  <a:lnTo>
                    <a:pt x="802376" y="1072721"/>
                  </a:lnTo>
                  <a:lnTo>
                    <a:pt x="773119" y="1105083"/>
                  </a:lnTo>
                  <a:lnTo>
                    <a:pt x="738819" y="1133936"/>
                  </a:lnTo>
                  <a:lnTo>
                    <a:pt x="699560" y="1158745"/>
                  </a:lnTo>
                  <a:lnTo>
                    <a:pt x="655430" y="1178974"/>
                  </a:lnTo>
                  <a:lnTo>
                    <a:pt x="606512" y="1194087"/>
                  </a:lnTo>
                  <a:lnTo>
                    <a:pt x="552892" y="1203548"/>
                  </a:lnTo>
                  <a:lnTo>
                    <a:pt x="494655" y="1206821"/>
                  </a:lnTo>
                  <a:lnTo>
                    <a:pt x="845733" y="1206821"/>
                  </a:lnTo>
                  <a:lnTo>
                    <a:pt x="859508" y="1182263"/>
                  </a:lnTo>
                  <a:lnTo>
                    <a:pt x="1082279" y="1182263"/>
                  </a:lnTo>
                  <a:lnTo>
                    <a:pt x="1082279" y="741107"/>
                  </a:lnTo>
                  <a:close/>
                </a:path>
                <a:path w="1082675" h="1396364">
                  <a:moveTo>
                    <a:pt x="575344" y="0"/>
                  </a:moveTo>
                  <a:lnTo>
                    <a:pt x="516903" y="1986"/>
                  </a:lnTo>
                  <a:lnTo>
                    <a:pt x="460972" y="7845"/>
                  </a:lnTo>
                  <a:lnTo>
                    <a:pt x="407722" y="17428"/>
                  </a:lnTo>
                  <a:lnTo>
                    <a:pt x="357326" y="30585"/>
                  </a:lnTo>
                  <a:lnTo>
                    <a:pt x="309955" y="47165"/>
                  </a:lnTo>
                  <a:lnTo>
                    <a:pt x="265781" y="67020"/>
                  </a:lnTo>
                  <a:lnTo>
                    <a:pt x="224974" y="90000"/>
                  </a:lnTo>
                  <a:lnTo>
                    <a:pt x="187706" y="115954"/>
                  </a:lnTo>
                  <a:lnTo>
                    <a:pt x="154150" y="144734"/>
                  </a:lnTo>
                  <a:lnTo>
                    <a:pt x="124475" y="176189"/>
                  </a:lnTo>
                  <a:lnTo>
                    <a:pt x="98855" y="210171"/>
                  </a:lnTo>
                  <a:lnTo>
                    <a:pt x="77460" y="246528"/>
                  </a:lnTo>
                  <a:lnTo>
                    <a:pt x="60462" y="285112"/>
                  </a:lnTo>
                  <a:lnTo>
                    <a:pt x="48033" y="325773"/>
                  </a:lnTo>
                  <a:lnTo>
                    <a:pt x="40343" y="368361"/>
                  </a:lnTo>
                  <a:lnTo>
                    <a:pt x="261360" y="368361"/>
                  </a:lnTo>
                  <a:lnTo>
                    <a:pt x="276486" y="330809"/>
                  </a:lnTo>
                  <a:lnTo>
                    <a:pt x="298169" y="296196"/>
                  </a:lnTo>
                  <a:lnTo>
                    <a:pt x="326389" y="265160"/>
                  </a:lnTo>
                  <a:lnTo>
                    <a:pt x="361125" y="238338"/>
                  </a:lnTo>
                  <a:lnTo>
                    <a:pt x="402356" y="216367"/>
                  </a:lnTo>
                  <a:lnTo>
                    <a:pt x="450063" y="199885"/>
                  </a:lnTo>
                  <a:lnTo>
                    <a:pt x="504224" y="189528"/>
                  </a:lnTo>
                  <a:lnTo>
                    <a:pt x="564820" y="185934"/>
                  </a:lnTo>
                  <a:lnTo>
                    <a:pt x="1004466" y="185934"/>
                  </a:lnTo>
                  <a:lnTo>
                    <a:pt x="989831" y="164755"/>
                  </a:lnTo>
                  <a:lnTo>
                    <a:pt x="960545" y="131817"/>
                  </a:lnTo>
                  <a:lnTo>
                    <a:pt x="928630" y="103465"/>
                  </a:lnTo>
                  <a:lnTo>
                    <a:pt x="894590" y="79373"/>
                  </a:lnTo>
                  <a:lnTo>
                    <a:pt x="858926" y="59211"/>
                  </a:lnTo>
                  <a:lnTo>
                    <a:pt x="822139" y="42651"/>
                  </a:lnTo>
                  <a:lnTo>
                    <a:pt x="784732" y="29365"/>
                  </a:lnTo>
                  <a:lnTo>
                    <a:pt x="747205" y="19023"/>
                  </a:lnTo>
                  <a:lnTo>
                    <a:pt x="673801" y="5863"/>
                  </a:lnTo>
                  <a:lnTo>
                    <a:pt x="605941" y="541"/>
                  </a:lnTo>
                  <a:lnTo>
                    <a:pt x="575344" y="0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400787" y="3589617"/>
              <a:ext cx="1082675" cy="1396365"/>
            </a:xfrm>
            <a:custGeom>
              <a:avLst/>
              <a:gdLst/>
              <a:ahLst/>
              <a:cxnLst/>
              <a:rect l="l" t="t" r="r" b="b"/>
              <a:pathLst>
                <a:path w="1082675" h="1396364">
                  <a:moveTo>
                    <a:pt x="575344" y="0"/>
                  </a:moveTo>
                  <a:lnTo>
                    <a:pt x="516903" y="1986"/>
                  </a:lnTo>
                  <a:lnTo>
                    <a:pt x="460972" y="7845"/>
                  </a:lnTo>
                  <a:lnTo>
                    <a:pt x="407722" y="17428"/>
                  </a:lnTo>
                  <a:lnTo>
                    <a:pt x="357326" y="30585"/>
                  </a:lnTo>
                  <a:lnTo>
                    <a:pt x="309955" y="47165"/>
                  </a:lnTo>
                  <a:lnTo>
                    <a:pt x="265781" y="67020"/>
                  </a:lnTo>
                  <a:lnTo>
                    <a:pt x="224974" y="90000"/>
                  </a:lnTo>
                  <a:lnTo>
                    <a:pt x="187706" y="115954"/>
                  </a:lnTo>
                  <a:lnTo>
                    <a:pt x="154150" y="144734"/>
                  </a:lnTo>
                  <a:lnTo>
                    <a:pt x="124475" y="176189"/>
                  </a:lnTo>
                  <a:lnTo>
                    <a:pt x="98855" y="210171"/>
                  </a:lnTo>
                  <a:lnTo>
                    <a:pt x="77460" y="246528"/>
                  </a:lnTo>
                  <a:lnTo>
                    <a:pt x="60462" y="285112"/>
                  </a:lnTo>
                  <a:lnTo>
                    <a:pt x="48033" y="325773"/>
                  </a:lnTo>
                  <a:lnTo>
                    <a:pt x="40343" y="368361"/>
                  </a:lnTo>
                  <a:lnTo>
                    <a:pt x="261360" y="368361"/>
                  </a:lnTo>
                  <a:lnTo>
                    <a:pt x="276486" y="330809"/>
                  </a:lnTo>
                  <a:lnTo>
                    <a:pt x="298169" y="296196"/>
                  </a:lnTo>
                  <a:lnTo>
                    <a:pt x="326389" y="265160"/>
                  </a:lnTo>
                  <a:lnTo>
                    <a:pt x="361125" y="238338"/>
                  </a:lnTo>
                  <a:lnTo>
                    <a:pt x="402356" y="216367"/>
                  </a:lnTo>
                  <a:lnTo>
                    <a:pt x="450063" y="199885"/>
                  </a:lnTo>
                  <a:lnTo>
                    <a:pt x="504224" y="189528"/>
                  </a:lnTo>
                  <a:lnTo>
                    <a:pt x="564820" y="185934"/>
                  </a:lnTo>
                  <a:lnTo>
                    <a:pt x="622810" y="188904"/>
                  </a:lnTo>
                  <a:lnTo>
                    <a:pt x="674696" y="197694"/>
                  </a:lnTo>
                  <a:lnTo>
                    <a:pt x="720478" y="212125"/>
                  </a:lnTo>
                  <a:lnTo>
                    <a:pt x="760156" y="232018"/>
                  </a:lnTo>
                  <a:lnTo>
                    <a:pt x="793730" y="257195"/>
                  </a:lnTo>
                  <a:lnTo>
                    <a:pt x="821199" y="287476"/>
                  </a:lnTo>
                  <a:lnTo>
                    <a:pt x="842564" y="322682"/>
                  </a:lnTo>
                  <a:lnTo>
                    <a:pt x="857824" y="362635"/>
                  </a:lnTo>
                  <a:lnTo>
                    <a:pt x="866981" y="407156"/>
                  </a:lnTo>
                  <a:lnTo>
                    <a:pt x="870033" y="456066"/>
                  </a:lnTo>
                  <a:lnTo>
                    <a:pt x="870033" y="565697"/>
                  </a:lnTo>
                  <a:lnTo>
                    <a:pt x="835647" y="567044"/>
                  </a:lnTo>
                  <a:lnTo>
                    <a:pt x="786961" y="569389"/>
                  </a:lnTo>
                  <a:lnTo>
                    <a:pt x="729010" y="572440"/>
                  </a:lnTo>
                  <a:lnTo>
                    <a:pt x="666823" y="575904"/>
                  </a:lnTo>
                  <a:lnTo>
                    <a:pt x="605435" y="579492"/>
                  </a:lnTo>
                  <a:lnTo>
                    <a:pt x="549877" y="582911"/>
                  </a:lnTo>
                  <a:lnTo>
                    <a:pt x="505180" y="585869"/>
                  </a:lnTo>
                  <a:lnTo>
                    <a:pt x="461061" y="589820"/>
                  </a:lnTo>
                  <a:lnTo>
                    <a:pt x="416492" y="595277"/>
                  </a:lnTo>
                  <a:lnTo>
                    <a:pt x="371928" y="602512"/>
                  </a:lnTo>
                  <a:lnTo>
                    <a:pt x="327824" y="611797"/>
                  </a:lnTo>
                  <a:lnTo>
                    <a:pt x="284635" y="623405"/>
                  </a:lnTo>
                  <a:lnTo>
                    <a:pt x="242815" y="637608"/>
                  </a:lnTo>
                  <a:lnTo>
                    <a:pt x="202820" y="654679"/>
                  </a:lnTo>
                  <a:lnTo>
                    <a:pt x="165104" y="674890"/>
                  </a:lnTo>
                  <a:lnTo>
                    <a:pt x="130122" y="698513"/>
                  </a:lnTo>
                  <a:lnTo>
                    <a:pt x="98328" y="725820"/>
                  </a:lnTo>
                  <a:lnTo>
                    <a:pt x="70178" y="757085"/>
                  </a:lnTo>
                  <a:lnTo>
                    <a:pt x="46127" y="792579"/>
                  </a:lnTo>
                  <a:lnTo>
                    <a:pt x="26628" y="832575"/>
                  </a:lnTo>
                  <a:lnTo>
                    <a:pt x="12138" y="877345"/>
                  </a:lnTo>
                  <a:lnTo>
                    <a:pt x="3110" y="927161"/>
                  </a:lnTo>
                  <a:lnTo>
                    <a:pt x="0" y="982296"/>
                  </a:lnTo>
                  <a:lnTo>
                    <a:pt x="2668" y="1033411"/>
                  </a:lnTo>
                  <a:lnTo>
                    <a:pt x="10494" y="1081463"/>
                  </a:lnTo>
                  <a:lnTo>
                    <a:pt x="23210" y="1126385"/>
                  </a:lnTo>
                  <a:lnTo>
                    <a:pt x="40547" y="1168107"/>
                  </a:lnTo>
                  <a:lnTo>
                    <a:pt x="62238" y="1206561"/>
                  </a:lnTo>
                  <a:lnTo>
                    <a:pt x="88013" y="1241678"/>
                  </a:lnTo>
                  <a:lnTo>
                    <a:pt x="117606" y="1273390"/>
                  </a:lnTo>
                  <a:lnTo>
                    <a:pt x="150747" y="1301628"/>
                  </a:lnTo>
                  <a:lnTo>
                    <a:pt x="187169" y="1326324"/>
                  </a:lnTo>
                  <a:lnTo>
                    <a:pt x="226603" y="1347408"/>
                  </a:lnTo>
                  <a:lnTo>
                    <a:pt x="268782" y="1364813"/>
                  </a:lnTo>
                  <a:lnTo>
                    <a:pt x="313436" y="1378470"/>
                  </a:lnTo>
                  <a:lnTo>
                    <a:pt x="360298" y="1388309"/>
                  </a:lnTo>
                  <a:lnTo>
                    <a:pt x="409100" y="1394263"/>
                  </a:lnTo>
                  <a:lnTo>
                    <a:pt x="459574" y="1396263"/>
                  </a:lnTo>
                  <a:lnTo>
                    <a:pt x="526279" y="1392687"/>
                  </a:lnTo>
                  <a:lnTo>
                    <a:pt x="586542" y="1382595"/>
                  </a:lnTo>
                  <a:lnTo>
                    <a:pt x="640555" y="1366947"/>
                  </a:lnTo>
                  <a:lnTo>
                    <a:pt x="688505" y="1346699"/>
                  </a:lnTo>
                  <a:lnTo>
                    <a:pt x="730582" y="1322810"/>
                  </a:lnTo>
                  <a:lnTo>
                    <a:pt x="766976" y="1296237"/>
                  </a:lnTo>
                  <a:lnTo>
                    <a:pt x="797876" y="1267938"/>
                  </a:lnTo>
                  <a:lnTo>
                    <a:pt x="823472" y="1238871"/>
                  </a:lnTo>
                  <a:lnTo>
                    <a:pt x="859508" y="1182263"/>
                  </a:lnTo>
                  <a:lnTo>
                    <a:pt x="870033" y="1182263"/>
                  </a:lnTo>
                  <a:lnTo>
                    <a:pt x="870033" y="1364689"/>
                  </a:lnTo>
                  <a:lnTo>
                    <a:pt x="1082279" y="1364689"/>
                  </a:lnTo>
                  <a:lnTo>
                    <a:pt x="1082279" y="477115"/>
                  </a:lnTo>
                  <a:lnTo>
                    <a:pt x="1079293" y="409755"/>
                  </a:lnTo>
                  <a:lnTo>
                    <a:pt x="1070669" y="348953"/>
                  </a:lnTo>
                  <a:lnTo>
                    <a:pt x="1056909" y="294380"/>
                  </a:lnTo>
                  <a:lnTo>
                    <a:pt x="1038515" y="245709"/>
                  </a:lnTo>
                  <a:lnTo>
                    <a:pt x="1015989" y="202610"/>
                  </a:lnTo>
                  <a:lnTo>
                    <a:pt x="989831" y="164755"/>
                  </a:lnTo>
                  <a:lnTo>
                    <a:pt x="960545" y="131817"/>
                  </a:lnTo>
                  <a:lnTo>
                    <a:pt x="928630" y="103465"/>
                  </a:lnTo>
                  <a:lnTo>
                    <a:pt x="894590" y="79373"/>
                  </a:lnTo>
                  <a:lnTo>
                    <a:pt x="858926" y="59211"/>
                  </a:lnTo>
                  <a:lnTo>
                    <a:pt x="822139" y="42651"/>
                  </a:lnTo>
                  <a:lnTo>
                    <a:pt x="784732" y="29365"/>
                  </a:lnTo>
                  <a:lnTo>
                    <a:pt x="747205" y="19023"/>
                  </a:lnTo>
                  <a:lnTo>
                    <a:pt x="673801" y="5863"/>
                  </a:lnTo>
                  <a:lnTo>
                    <a:pt x="605941" y="541"/>
                  </a:lnTo>
                  <a:lnTo>
                    <a:pt x="575344" y="0"/>
                  </a:lnTo>
                  <a:close/>
                </a:path>
                <a:path w="1082675" h="1396364">
                  <a:moveTo>
                    <a:pt x="494655" y="1206821"/>
                  </a:moveTo>
                  <a:lnTo>
                    <a:pt x="442066" y="1204159"/>
                  </a:lnTo>
                  <a:lnTo>
                    <a:pt x="393447" y="1196185"/>
                  </a:lnTo>
                  <a:lnTo>
                    <a:pt x="349390" y="1182913"/>
                  </a:lnTo>
                  <a:lnTo>
                    <a:pt x="310487" y="1164356"/>
                  </a:lnTo>
                  <a:lnTo>
                    <a:pt x="277330" y="1140530"/>
                  </a:lnTo>
                  <a:lnTo>
                    <a:pt x="250511" y="1111449"/>
                  </a:lnTo>
                  <a:lnTo>
                    <a:pt x="230622" y="1077128"/>
                  </a:lnTo>
                  <a:lnTo>
                    <a:pt x="218254" y="1037580"/>
                  </a:lnTo>
                  <a:lnTo>
                    <a:pt x="214000" y="992820"/>
                  </a:lnTo>
                  <a:lnTo>
                    <a:pt x="217633" y="950962"/>
                  </a:lnTo>
                  <a:lnTo>
                    <a:pt x="228327" y="913703"/>
                  </a:lnTo>
                  <a:lnTo>
                    <a:pt x="269682" y="852436"/>
                  </a:lnTo>
                  <a:lnTo>
                    <a:pt x="299731" y="828154"/>
                  </a:lnTo>
                  <a:lnTo>
                    <a:pt x="335622" y="807924"/>
                  </a:lnTo>
                  <a:lnTo>
                    <a:pt x="377048" y="791609"/>
                  </a:lnTo>
                  <a:lnTo>
                    <a:pt x="423706" y="779073"/>
                  </a:lnTo>
                  <a:lnTo>
                    <a:pt x="475288" y="770178"/>
                  </a:lnTo>
                  <a:lnTo>
                    <a:pt x="531491" y="764787"/>
                  </a:lnTo>
                  <a:lnTo>
                    <a:pt x="567090" y="762279"/>
                  </a:lnTo>
                  <a:lnTo>
                    <a:pt x="615560" y="758788"/>
                  </a:lnTo>
                  <a:lnTo>
                    <a:pt x="671732" y="754731"/>
                  </a:lnTo>
                  <a:lnTo>
                    <a:pt x="730436" y="750519"/>
                  </a:lnTo>
                  <a:lnTo>
                    <a:pt x="786501" y="746569"/>
                  </a:lnTo>
                  <a:lnTo>
                    <a:pt x="834757" y="743293"/>
                  </a:lnTo>
                  <a:lnTo>
                    <a:pt x="870033" y="741107"/>
                  </a:lnTo>
                  <a:lnTo>
                    <a:pt x="870033" y="877049"/>
                  </a:lnTo>
                  <a:lnTo>
                    <a:pt x="867270" y="918912"/>
                  </a:lnTo>
                  <a:lnTo>
                    <a:pt x="859037" y="959947"/>
                  </a:lnTo>
                  <a:lnTo>
                    <a:pt x="845421" y="999617"/>
                  </a:lnTo>
                  <a:lnTo>
                    <a:pt x="826505" y="1037387"/>
                  </a:lnTo>
                  <a:lnTo>
                    <a:pt x="802376" y="1072721"/>
                  </a:lnTo>
                  <a:lnTo>
                    <a:pt x="773119" y="1105083"/>
                  </a:lnTo>
                  <a:lnTo>
                    <a:pt x="738819" y="1133936"/>
                  </a:lnTo>
                  <a:lnTo>
                    <a:pt x="699560" y="1158745"/>
                  </a:lnTo>
                  <a:lnTo>
                    <a:pt x="655430" y="1178974"/>
                  </a:lnTo>
                  <a:lnTo>
                    <a:pt x="606512" y="1194087"/>
                  </a:lnTo>
                  <a:lnTo>
                    <a:pt x="552892" y="1203548"/>
                  </a:lnTo>
                  <a:lnTo>
                    <a:pt x="494655" y="1206821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9" name="object 19" descr=""/>
          <p:cNvGrpSpPr/>
          <p:nvPr/>
        </p:nvGrpSpPr>
        <p:grpSpPr>
          <a:xfrm>
            <a:off x="7747164" y="3564217"/>
            <a:ext cx="1124585" cy="1416050"/>
            <a:chOff x="7747164" y="3564217"/>
            <a:chExt cx="1124585" cy="1416050"/>
          </a:xfrm>
        </p:grpSpPr>
        <p:sp>
          <p:nvSpPr>
            <p:cNvPr id="20" name="object 20" descr=""/>
            <p:cNvSpPr/>
            <p:nvPr/>
          </p:nvSpPr>
          <p:spPr>
            <a:xfrm>
              <a:off x="7772563" y="3589617"/>
              <a:ext cx="1073785" cy="1365250"/>
            </a:xfrm>
            <a:custGeom>
              <a:avLst/>
              <a:gdLst/>
              <a:ahLst/>
              <a:cxnLst/>
              <a:rect l="l" t="t" r="r" b="b"/>
              <a:pathLst>
                <a:path w="1073784" h="1365250">
                  <a:moveTo>
                    <a:pt x="617443" y="0"/>
                  </a:moveTo>
                  <a:lnTo>
                    <a:pt x="558701" y="2692"/>
                  </a:lnTo>
                  <a:lnTo>
                    <a:pt x="504507" y="10594"/>
                  </a:lnTo>
                  <a:lnTo>
                    <a:pt x="454775" y="23443"/>
                  </a:lnTo>
                  <a:lnTo>
                    <a:pt x="409421" y="40975"/>
                  </a:lnTo>
                  <a:lnTo>
                    <a:pt x="368361" y="62928"/>
                  </a:lnTo>
                  <a:lnTo>
                    <a:pt x="331510" y="89038"/>
                  </a:lnTo>
                  <a:lnTo>
                    <a:pt x="298786" y="119042"/>
                  </a:lnTo>
                  <a:lnTo>
                    <a:pt x="270103" y="152677"/>
                  </a:lnTo>
                  <a:lnTo>
                    <a:pt x="245377" y="189679"/>
                  </a:lnTo>
                  <a:lnTo>
                    <a:pt x="224524" y="229787"/>
                  </a:lnTo>
                  <a:lnTo>
                    <a:pt x="206983" y="229787"/>
                  </a:lnTo>
                  <a:lnTo>
                    <a:pt x="206983" y="17541"/>
                  </a:lnTo>
                  <a:lnTo>
                    <a:pt x="0" y="17541"/>
                  </a:lnTo>
                  <a:lnTo>
                    <a:pt x="0" y="1364689"/>
                  </a:lnTo>
                  <a:lnTo>
                    <a:pt x="214000" y="1364689"/>
                  </a:lnTo>
                  <a:lnTo>
                    <a:pt x="214000" y="556049"/>
                  </a:lnTo>
                  <a:lnTo>
                    <a:pt x="216944" y="499862"/>
                  </a:lnTo>
                  <a:lnTo>
                    <a:pt x="225564" y="448018"/>
                  </a:lnTo>
                  <a:lnTo>
                    <a:pt x="239544" y="400620"/>
                  </a:lnTo>
                  <a:lnTo>
                    <a:pt x="258567" y="357771"/>
                  </a:lnTo>
                  <a:lnTo>
                    <a:pt x="282316" y="319576"/>
                  </a:lnTo>
                  <a:lnTo>
                    <a:pt x="310475" y="286137"/>
                  </a:lnTo>
                  <a:lnTo>
                    <a:pt x="342727" y="257559"/>
                  </a:lnTo>
                  <a:lnTo>
                    <a:pt x="378755" y="233945"/>
                  </a:lnTo>
                  <a:lnTo>
                    <a:pt x="418243" y="215398"/>
                  </a:lnTo>
                  <a:lnTo>
                    <a:pt x="460873" y="202022"/>
                  </a:lnTo>
                  <a:lnTo>
                    <a:pt x="506329" y="193920"/>
                  </a:lnTo>
                  <a:lnTo>
                    <a:pt x="554295" y="191197"/>
                  </a:lnTo>
                  <a:lnTo>
                    <a:pt x="604498" y="194254"/>
                  </a:lnTo>
                  <a:lnTo>
                    <a:pt x="650708" y="203305"/>
                  </a:lnTo>
                  <a:lnTo>
                    <a:pt x="692759" y="218168"/>
                  </a:lnTo>
                  <a:lnTo>
                    <a:pt x="730485" y="238661"/>
                  </a:lnTo>
                  <a:lnTo>
                    <a:pt x="763720" y="264603"/>
                  </a:lnTo>
                  <a:lnTo>
                    <a:pt x="792297" y="295810"/>
                  </a:lnTo>
                  <a:lnTo>
                    <a:pt x="816050" y="332102"/>
                  </a:lnTo>
                  <a:lnTo>
                    <a:pt x="834814" y="373296"/>
                  </a:lnTo>
                  <a:lnTo>
                    <a:pt x="848423" y="419211"/>
                  </a:lnTo>
                  <a:lnTo>
                    <a:pt x="856709" y="469665"/>
                  </a:lnTo>
                  <a:lnTo>
                    <a:pt x="859509" y="524476"/>
                  </a:lnTo>
                  <a:lnTo>
                    <a:pt x="859509" y="1364689"/>
                  </a:lnTo>
                  <a:lnTo>
                    <a:pt x="1073508" y="1364689"/>
                  </a:lnTo>
                  <a:lnTo>
                    <a:pt x="1073508" y="508689"/>
                  </a:lnTo>
                  <a:lnTo>
                    <a:pt x="1071633" y="450146"/>
                  </a:lnTo>
                  <a:lnTo>
                    <a:pt x="1066082" y="395235"/>
                  </a:lnTo>
                  <a:lnTo>
                    <a:pt x="1056966" y="343943"/>
                  </a:lnTo>
                  <a:lnTo>
                    <a:pt x="1044397" y="296262"/>
                  </a:lnTo>
                  <a:lnTo>
                    <a:pt x="1028487" y="252179"/>
                  </a:lnTo>
                  <a:lnTo>
                    <a:pt x="1009346" y="211684"/>
                  </a:lnTo>
                  <a:lnTo>
                    <a:pt x="987085" y="174767"/>
                  </a:lnTo>
                  <a:lnTo>
                    <a:pt x="961817" y="141417"/>
                  </a:lnTo>
                  <a:lnTo>
                    <a:pt x="933653" y="111622"/>
                  </a:lnTo>
                  <a:lnTo>
                    <a:pt x="902704" y="85373"/>
                  </a:lnTo>
                  <a:lnTo>
                    <a:pt x="869082" y="62659"/>
                  </a:lnTo>
                  <a:lnTo>
                    <a:pt x="832897" y="43468"/>
                  </a:lnTo>
                  <a:lnTo>
                    <a:pt x="794262" y="27791"/>
                  </a:lnTo>
                  <a:lnTo>
                    <a:pt x="753288" y="15616"/>
                  </a:lnTo>
                  <a:lnTo>
                    <a:pt x="710085" y="6933"/>
                  </a:lnTo>
                  <a:lnTo>
                    <a:pt x="664767" y="1731"/>
                  </a:lnTo>
                  <a:lnTo>
                    <a:pt x="617443" y="0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772563" y="3589617"/>
              <a:ext cx="1073785" cy="1365250"/>
            </a:xfrm>
            <a:custGeom>
              <a:avLst/>
              <a:gdLst/>
              <a:ahLst/>
              <a:cxnLst/>
              <a:rect l="l" t="t" r="r" b="b"/>
              <a:pathLst>
                <a:path w="1073784" h="1365250">
                  <a:moveTo>
                    <a:pt x="214000" y="556049"/>
                  </a:moveTo>
                  <a:lnTo>
                    <a:pt x="216944" y="499862"/>
                  </a:lnTo>
                  <a:lnTo>
                    <a:pt x="225564" y="448018"/>
                  </a:lnTo>
                  <a:lnTo>
                    <a:pt x="239544" y="400620"/>
                  </a:lnTo>
                  <a:lnTo>
                    <a:pt x="258567" y="357771"/>
                  </a:lnTo>
                  <a:lnTo>
                    <a:pt x="282316" y="319576"/>
                  </a:lnTo>
                  <a:lnTo>
                    <a:pt x="310475" y="286137"/>
                  </a:lnTo>
                  <a:lnTo>
                    <a:pt x="342727" y="257559"/>
                  </a:lnTo>
                  <a:lnTo>
                    <a:pt x="378755" y="233945"/>
                  </a:lnTo>
                  <a:lnTo>
                    <a:pt x="418243" y="215398"/>
                  </a:lnTo>
                  <a:lnTo>
                    <a:pt x="460873" y="202022"/>
                  </a:lnTo>
                  <a:lnTo>
                    <a:pt x="506329" y="193920"/>
                  </a:lnTo>
                  <a:lnTo>
                    <a:pt x="554295" y="191197"/>
                  </a:lnTo>
                  <a:lnTo>
                    <a:pt x="604498" y="194254"/>
                  </a:lnTo>
                  <a:lnTo>
                    <a:pt x="650708" y="203305"/>
                  </a:lnTo>
                  <a:lnTo>
                    <a:pt x="692759" y="218168"/>
                  </a:lnTo>
                  <a:lnTo>
                    <a:pt x="730485" y="238661"/>
                  </a:lnTo>
                  <a:lnTo>
                    <a:pt x="763720" y="264603"/>
                  </a:lnTo>
                  <a:lnTo>
                    <a:pt x="792297" y="295810"/>
                  </a:lnTo>
                  <a:lnTo>
                    <a:pt x="816050" y="332102"/>
                  </a:lnTo>
                  <a:lnTo>
                    <a:pt x="834814" y="373296"/>
                  </a:lnTo>
                  <a:lnTo>
                    <a:pt x="848423" y="419211"/>
                  </a:lnTo>
                  <a:lnTo>
                    <a:pt x="856709" y="469665"/>
                  </a:lnTo>
                  <a:lnTo>
                    <a:pt x="859509" y="524476"/>
                  </a:lnTo>
                  <a:lnTo>
                    <a:pt x="859509" y="1364689"/>
                  </a:lnTo>
                  <a:lnTo>
                    <a:pt x="1073508" y="1364689"/>
                  </a:lnTo>
                  <a:lnTo>
                    <a:pt x="1073508" y="508689"/>
                  </a:lnTo>
                  <a:lnTo>
                    <a:pt x="1071633" y="450146"/>
                  </a:lnTo>
                  <a:lnTo>
                    <a:pt x="1066082" y="395235"/>
                  </a:lnTo>
                  <a:lnTo>
                    <a:pt x="1056966" y="343943"/>
                  </a:lnTo>
                  <a:lnTo>
                    <a:pt x="1044397" y="296262"/>
                  </a:lnTo>
                  <a:lnTo>
                    <a:pt x="1028487" y="252179"/>
                  </a:lnTo>
                  <a:lnTo>
                    <a:pt x="1009346" y="211684"/>
                  </a:lnTo>
                  <a:lnTo>
                    <a:pt x="987085" y="174767"/>
                  </a:lnTo>
                  <a:lnTo>
                    <a:pt x="961817" y="141417"/>
                  </a:lnTo>
                  <a:lnTo>
                    <a:pt x="933653" y="111622"/>
                  </a:lnTo>
                  <a:lnTo>
                    <a:pt x="902704" y="85373"/>
                  </a:lnTo>
                  <a:lnTo>
                    <a:pt x="869082" y="62659"/>
                  </a:lnTo>
                  <a:lnTo>
                    <a:pt x="832897" y="43468"/>
                  </a:lnTo>
                  <a:lnTo>
                    <a:pt x="794262" y="27791"/>
                  </a:lnTo>
                  <a:lnTo>
                    <a:pt x="753288" y="15616"/>
                  </a:lnTo>
                  <a:lnTo>
                    <a:pt x="710085" y="6933"/>
                  </a:lnTo>
                  <a:lnTo>
                    <a:pt x="664767" y="1731"/>
                  </a:lnTo>
                  <a:lnTo>
                    <a:pt x="617443" y="0"/>
                  </a:lnTo>
                  <a:lnTo>
                    <a:pt x="558701" y="2692"/>
                  </a:lnTo>
                  <a:lnTo>
                    <a:pt x="504507" y="10594"/>
                  </a:lnTo>
                  <a:lnTo>
                    <a:pt x="454775" y="23443"/>
                  </a:lnTo>
                  <a:lnTo>
                    <a:pt x="409421" y="40975"/>
                  </a:lnTo>
                  <a:lnTo>
                    <a:pt x="368361" y="62928"/>
                  </a:lnTo>
                  <a:lnTo>
                    <a:pt x="331510" y="89038"/>
                  </a:lnTo>
                  <a:lnTo>
                    <a:pt x="298786" y="119042"/>
                  </a:lnTo>
                  <a:lnTo>
                    <a:pt x="270103" y="152677"/>
                  </a:lnTo>
                  <a:lnTo>
                    <a:pt x="245377" y="189679"/>
                  </a:lnTo>
                  <a:lnTo>
                    <a:pt x="224524" y="229787"/>
                  </a:lnTo>
                  <a:lnTo>
                    <a:pt x="206983" y="229787"/>
                  </a:lnTo>
                  <a:lnTo>
                    <a:pt x="206983" y="17541"/>
                  </a:lnTo>
                  <a:lnTo>
                    <a:pt x="0" y="17541"/>
                  </a:lnTo>
                  <a:lnTo>
                    <a:pt x="0" y="1364689"/>
                  </a:lnTo>
                  <a:lnTo>
                    <a:pt x="214000" y="1364689"/>
                  </a:lnTo>
                  <a:lnTo>
                    <a:pt x="214000" y="556049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 descr=""/>
          <p:cNvGrpSpPr/>
          <p:nvPr/>
        </p:nvGrpSpPr>
        <p:grpSpPr>
          <a:xfrm>
            <a:off x="9110169" y="3132708"/>
            <a:ext cx="1177290" cy="1847214"/>
            <a:chOff x="9110169" y="3132708"/>
            <a:chExt cx="1177290" cy="1847214"/>
          </a:xfrm>
        </p:grpSpPr>
        <p:sp>
          <p:nvSpPr>
            <p:cNvPr id="23" name="object 23" descr=""/>
            <p:cNvSpPr/>
            <p:nvPr/>
          </p:nvSpPr>
          <p:spPr>
            <a:xfrm>
              <a:off x="9135568" y="3158108"/>
              <a:ext cx="1126490" cy="1796414"/>
            </a:xfrm>
            <a:custGeom>
              <a:avLst/>
              <a:gdLst/>
              <a:ahLst/>
              <a:cxnLst/>
              <a:rect l="l" t="t" r="r" b="b"/>
              <a:pathLst>
                <a:path w="1126490" h="1796414">
                  <a:moveTo>
                    <a:pt x="214000" y="0"/>
                  </a:moveTo>
                  <a:lnTo>
                    <a:pt x="0" y="0"/>
                  </a:lnTo>
                  <a:lnTo>
                    <a:pt x="0" y="1796198"/>
                  </a:lnTo>
                  <a:lnTo>
                    <a:pt x="214000" y="1796198"/>
                  </a:lnTo>
                  <a:lnTo>
                    <a:pt x="214000" y="1295402"/>
                  </a:lnTo>
                  <a:lnTo>
                    <a:pt x="356958" y="1161214"/>
                  </a:lnTo>
                  <a:lnTo>
                    <a:pt x="856000" y="1796198"/>
                  </a:lnTo>
                  <a:lnTo>
                    <a:pt x="1126132" y="1796198"/>
                  </a:lnTo>
                  <a:lnTo>
                    <a:pt x="518336" y="1024394"/>
                  </a:lnTo>
                  <a:lnTo>
                    <a:pt x="1084033" y="449049"/>
                  </a:lnTo>
                  <a:lnTo>
                    <a:pt x="820918" y="449049"/>
                  </a:lnTo>
                  <a:lnTo>
                    <a:pt x="238557" y="1045443"/>
                  </a:lnTo>
                  <a:lnTo>
                    <a:pt x="214000" y="1045443"/>
                  </a:lnTo>
                  <a:lnTo>
                    <a:pt x="214000" y="0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135568" y="3158108"/>
              <a:ext cx="1126490" cy="1796414"/>
            </a:xfrm>
            <a:custGeom>
              <a:avLst/>
              <a:gdLst/>
              <a:ahLst/>
              <a:cxnLst/>
              <a:rect l="l" t="t" r="r" b="b"/>
              <a:pathLst>
                <a:path w="1126490" h="1796414">
                  <a:moveTo>
                    <a:pt x="1126132" y="1796198"/>
                  </a:moveTo>
                  <a:lnTo>
                    <a:pt x="518336" y="1024394"/>
                  </a:lnTo>
                  <a:lnTo>
                    <a:pt x="1084033" y="449049"/>
                  </a:lnTo>
                  <a:lnTo>
                    <a:pt x="820918" y="449049"/>
                  </a:lnTo>
                  <a:lnTo>
                    <a:pt x="238557" y="1045443"/>
                  </a:lnTo>
                  <a:lnTo>
                    <a:pt x="214000" y="1045443"/>
                  </a:lnTo>
                  <a:lnTo>
                    <a:pt x="214000" y="0"/>
                  </a:lnTo>
                  <a:lnTo>
                    <a:pt x="0" y="0"/>
                  </a:lnTo>
                  <a:lnTo>
                    <a:pt x="0" y="1796198"/>
                  </a:lnTo>
                  <a:lnTo>
                    <a:pt x="214000" y="1796198"/>
                  </a:lnTo>
                  <a:lnTo>
                    <a:pt x="214000" y="1295402"/>
                  </a:lnTo>
                  <a:lnTo>
                    <a:pt x="356958" y="1161214"/>
                  </a:lnTo>
                  <a:lnTo>
                    <a:pt x="856000" y="1796198"/>
                  </a:lnTo>
                  <a:lnTo>
                    <a:pt x="1126132" y="1796198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 descr=""/>
          <p:cNvGrpSpPr/>
          <p:nvPr/>
        </p:nvGrpSpPr>
        <p:grpSpPr>
          <a:xfrm>
            <a:off x="10852023" y="3581758"/>
            <a:ext cx="1264920" cy="1903730"/>
            <a:chOff x="10852023" y="3581758"/>
            <a:chExt cx="1264920" cy="1903730"/>
          </a:xfrm>
        </p:grpSpPr>
        <p:sp>
          <p:nvSpPr>
            <p:cNvPr id="26" name="object 26" descr=""/>
            <p:cNvSpPr/>
            <p:nvPr/>
          </p:nvSpPr>
          <p:spPr>
            <a:xfrm>
              <a:off x="10877423" y="3607158"/>
              <a:ext cx="1214120" cy="1852930"/>
            </a:xfrm>
            <a:custGeom>
              <a:avLst/>
              <a:gdLst/>
              <a:ahLst/>
              <a:cxnLst/>
              <a:rect l="l" t="t" r="r" b="b"/>
              <a:pathLst>
                <a:path w="1214120" h="1852929">
                  <a:moveTo>
                    <a:pt x="1213837" y="0"/>
                  </a:moveTo>
                  <a:lnTo>
                    <a:pt x="982295" y="0"/>
                  </a:lnTo>
                  <a:lnTo>
                    <a:pt x="613935" y="1070000"/>
                  </a:lnTo>
                  <a:lnTo>
                    <a:pt x="599902" y="1070000"/>
                  </a:lnTo>
                  <a:lnTo>
                    <a:pt x="231541" y="0"/>
                  </a:lnTo>
                  <a:lnTo>
                    <a:pt x="0" y="0"/>
                  </a:lnTo>
                  <a:lnTo>
                    <a:pt x="498165" y="1355918"/>
                  </a:lnTo>
                  <a:lnTo>
                    <a:pt x="459574" y="1459410"/>
                  </a:lnTo>
                  <a:lnTo>
                    <a:pt x="428614" y="1532443"/>
                  </a:lnTo>
                  <a:lnTo>
                    <a:pt x="397255" y="1585317"/>
                  </a:lnTo>
                  <a:lnTo>
                    <a:pt x="365313" y="1621284"/>
                  </a:lnTo>
                  <a:lnTo>
                    <a:pt x="332604" y="1643596"/>
                  </a:lnTo>
                  <a:lnTo>
                    <a:pt x="264148" y="1660268"/>
                  </a:lnTo>
                  <a:lnTo>
                    <a:pt x="228033" y="1661132"/>
                  </a:lnTo>
                  <a:lnTo>
                    <a:pt x="200762" y="1660830"/>
                  </a:lnTo>
                  <a:lnTo>
                    <a:pt x="171683" y="1660036"/>
                  </a:lnTo>
                  <a:lnTo>
                    <a:pt x="144905" y="1658912"/>
                  </a:lnTo>
                  <a:lnTo>
                    <a:pt x="124541" y="1657624"/>
                  </a:lnTo>
                  <a:lnTo>
                    <a:pt x="122787" y="1847066"/>
                  </a:lnTo>
                  <a:lnTo>
                    <a:pt x="146852" y="1849369"/>
                  </a:lnTo>
                  <a:lnTo>
                    <a:pt x="175849" y="1851013"/>
                  </a:lnTo>
                  <a:lnTo>
                    <a:pt x="208135" y="1852000"/>
                  </a:lnTo>
                  <a:lnTo>
                    <a:pt x="242066" y="1852329"/>
                  </a:lnTo>
                  <a:lnTo>
                    <a:pt x="292737" y="1849842"/>
                  </a:lnTo>
                  <a:lnTo>
                    <a:pt x="340483" y="1842350"/>
                  </a:lnTo>
                  <a:lnTo>
                    <a:pt x="385334" y="1829805"/>
                  </a:lnTo>
                  <a:lnTo>
                    <a:pt x="427323" y="1812160"/>
                  </a:lnTo>
                  <a:lnTo>
                    <a:pt x="466481" y="1789367"/>
                  </a:lnTo>
                  <a:lnTo>
                    <a:pt x="502840" y="1761379"/>
                  </a:lnTo>
                  <a:lnTo>
                    <a:pt x="536431" y="1728149"/>
                  </a:lnTo>
                  <a:lnTo>
                    <a:pt x="567287" y="1689628"/>
                  </a:lnTo>
                  <a:lnTo>
                    <a:pt x="595438" y="1645771"/>
                  </a:lnTo>
                  <a:lnTo>
                    <a:pt x="620917" y="1596528"/>
                  </a:lnTo>
                  <a:lnTo>
                    <a:pt x="643754" y="1541853"/>
                  </a:lnTo>
                  <a:lnTo>
                    <a:pt x="1213837" y="0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877423" y="3607158"/>
              <a:ext cx="1214120" cy="1852930"/>
            </a:xfrm>
            <a:custGeom>
              <a:avLst/>
              <a:gdLst/>
              <a:ahLst/>
              <a:cxnLst/>
              <a:rect l="l" t="t" r="r" b="b"/>
              <a:pathLst>
                <a:path w="1214120" h="1852929">
                  <a:moveTo>
                    <a:pt x="242066" y="1852329"/>
                  </a:moveTo>
                  <a:lnTo>
                    <a:pt x="292737" y="1849842"/>
                  </a:lnTo>
                  <a:lnTo>
                    <a:pt x="340483" y="1842350"/>
                  </a:lnTo>
                  <a:lnTo>
                    <a:pt x="385334" y="1829805"/>
                  </a:lnTo>
                  <a:lnTo>
                    <a:pt x="427323" y="1812160"/>
                  </a:lnTo>
                  <a:lnTo>
                    <a:pt x="466481" y="1789367"/>
                  </a:lnTo>
                  <a:lnTo>
                    <a:pt x="502840" y="1761379"/>
                  </a:lnTo>
                  <a:lnTo>
                    <a:pt x="536431" y="1728149"/>
                  </a:lnTo>
                  <a:lnTo>
                    <a:pt x="567287" y="1689628"/>
                  </a:lnTo>
                  <a:lnTo>
                    <a:pt x="595438" y="1645771"/>
                  </a:lnTo>
                  <a:lnTo>
                    <a:pt x="620917" y="1596528"/>
                  </a:lnTo>
                  <a:lnTo>
                    <a:pt x="643754" y="1541853"/>
                  </a:lnTo>
                  <a:lnTo>
                    <a:pt x="1213837" y="0"/>
                  </a:lnTo>
                  <a:lnTo>
                    <a:pt x="982295" y="0"/>
                  </a:lnTo>
                  <a:lnTo>
                    <a:pt x="613935" y="1070000"/>
                  </a:lnTo>
                  <a:lnTo>
                    <a:pt x="599902" y="1070000"/>
                  </a:lnTo>
                  <a:lnTo>
                    <a:pt x="231541" y="0"/>
                  </a:lnTo>
                  <a:lnTo>
                    <a:pt x="0" y="0"/>
                  </a:lnTo>
                  <a:lnTo>
                    <a:pt x="498165" y="1355918"/>
                  </a:lnTo>
                  <a:lnTo>
                    <a:pt x="459574" y="1459410"/>
                  </a:lnTo>
                  <a:lnTo>
                    <a:pt x="428614" y="1532443"/>
                  </a:lnTo>
                  <a:lnTo>
                    <a:pt x="397255" y="1585317"/>
                  </a:lnTo>
                  <a:lnTo>
                    <a:pt x="365313" y="1621284"/>
                  </a:lnTo>
                  <a:lnTo>
                    <a:pt x="332604" y="1643596"/>
                  </a:lnTo>
                  <a:lnTo>
                    <a:pt x="264148" y="1660268"/>
                  </a:lnTo>
                  <a:lnTo>
                    <a:pt x="228033" y="1661132"/>
                  </a:lnTo>
                  <a:lnTo>
                    <a:pt x="200762" y="1660830"/>
                  </a:lnTo>
                  <a:lnTo>
                    <a:pt x="171683" y="1660036"/>
                  </a:lnTo>
                  <a:lnTo>
                    <a:pt x="144905" y="1658912"/>
                  </a:lnTo>
                  <a:lnTo>
                    <a:pt x="124541" y="1657624"/>
                  </a:lnTo>
                  <a:lnTo>
                    <a:pt x="122787" y="1847066"/>
                  </a:lnTo>
                  <a:lnTo>
                    <a:pt x="146852" y="1849369"/>
                  </a:lnTo>
                  <a:lnTo>
                    <a:pt x="175849" y="1851013"/>
                  </a:lnTo>
                  <a:lnTo>
                    <a:pt x="208135" y="1852000"/>
                  </a:lnTo>
                  <a:lnTo>
                    <a:pt x="242066" y="1852329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 descr=""/>
          <p:cNvGrpSpPr/>
          <p:nvPr/>
        </p:nvGrpSpPr>
        <p:grpSpPr>
          <a:xfrm>
            <a:off x="12186964" y="3564217"/>
            <a:ext cx="1276985" cy="1443990"/>
            <a:chOff x="12186964" y="3564217"/>
            <a:chExt cx="1276985" cy="1443990"/>
          </a:xfrm>
        </p:grpSpPr>
        <p:sp>
          <p:nvSpPr>
            <p:cNvPr id="29" name="object 29" descr=""/>
            <p:cNvSpPr/>
            <p:nvPr/>
          </p:nvSpPr>
          <p:spPr>
            <a:xfrm>
              <a:off x="12212364" y="3589616"/>
              <a:ext cx="1226185" cy="1393190"/>
            </a:xfrm>
            <a:custGeom>
              <a:avLst/>
              <a:gdLst/>
              <a:ahLst/>
              <a:cxnLst/>
              <a:rect l="l" t="t" r="r" b="b"/>
              <a:pathLst>
                <a:path w="1226184" h="1393189">
                  <a:moveTo>
                    <a:pt x="613934" y="0"/>
                  </a:moveTo>
                  <a:lnTo>
                    <a:pt x="566803" y="1560"/>
                  </a:lnTo>
                  <a:lnTo>
                    <a:pt x="521088" y="6199"/>
                  </a:lnTo>
                  <a:lnTo>
                    <a:pt x="476851" y="13849"/>
                  </a:lnTo>
                  <a:lnTo>
                    <a:pt x="434158" y="24446"/>
                  </a:lnTo>
                  <a:lnTo>
                    <a:pt x="393069" y="37923"/>
                  </a:lnTo>
                  <a:lnTo>
                    <a:pt x="353650" y="54215"/>
                  </a:lnTo>
                  <a:lnTo>
                    <a:pt x="315962" y="73256"/>
                  </a:lnTo>
                  <a:lnTo>
                    <a:pt x="280069" y="94980"/>
                  </a:lnTo>
                  <a:lnTo>
                    <a:pt x="246034" y="119322"/>
                  </a:lnTo>
                  <a:lnTo>
                    <a:pt x="213920" y="146215"/>
                  </a:lnTo>
                  <a:lnTo>
                    <a:pt x="183790" y="175595"/>
                  </a:lnTo>
                  <a:lnTo>
                    <a:pt x="155708" y="207395"/>
                  </a:lnTo>
                  <a:lnTo>
                    <a:pt x="129737" y="241549"/>
                  </a:lnTo>
                  <a:lnTo>
                    <a:pt x="105939" y="277993"/>
                  </a:lnTo>
                  <a:lnTo>
                    <a:pt x="84378" y="316659"/>
                  </a:lnTo>
                  <a:lnTo>
                    <a:pt x="65118" y="357483"/>
                  </a:lnTo>
                  <a:lnTo>
                    <a:pt x="48220" y="400398"/>
                  </a:lnTo>
                  <a:lnTo>
                    <a:pt x="33749" y="445339"/>
                  </a:lnTo>
                  <a:lnTo>
                    <a:pt x="21768" y="492240"/>
                  </a:lnTo>
                  <a:lnTo>
                    <a:pt x="12339" y="541036"/>
                  </a:lnTo>
                  <a:lnTo>
                    <a:pt x="5526" y="591660"/>
                  </a:lnTo>
                  <a:lnTo>
                    <a:pt x="1392" y="644047"/>
                  </a:lnTo>
                  <a:lnTo>
                    <a:pt x="0" y="698131"/>
                  </a:lnTo>
                  <a:lnTo>
                    <a:pt x="1294" y="748032"/>
                  </a:lnTo>
                  <a:lnTo>
                    <a:pt x="1392" y="751778"/>
                  </a:lnTo>
                  <a:lnTo>
                    <a:pt x="5526" y="803765"/>
                  </a:lnTo>
                  <a:lnTo>
                    <a:pt x="12339" y="854026"/>
                  </a:lnTo>
                  <a:lnTo>
                    <a:pt x="21768" y="902492"/>
                  </a:lnTo>
                  <a:lnTo>
                    <a:pt x="33749" y="949097"/>
                  </a:lnTo>
                  <a:lnTo>
                    <a:pt x="48220" y="993773"/>
                  </a:lnTo>
                  <a:lnTo>
                    <a:pt x="65118" y="1036453"/>
                  </a:lnTo>
                  <a:lnTo>
                    <a:pt x="84378" y="1077069"/>
                  </a:lnTo>
                  <a:lnTo>
                    <a:pt x="105939" y="1115553"/>
                  </a:lnTo>
                  <a:lnTo>
                    <a:pt x="129737" y="1151839"/>
                  </a:lnTo>
                  <a:lnTo>
                    <a:pt x="155708" y="1185858"/>
                  </a:lnTo>
                  <a:lnTo>
                    <a:pt x="183790" y="1217543"/>
                  </a:lnTo>
                  <a:lnTo>
                    <a:pt x="213920" y="1246828"/>
                  </a:lnTo>
                  <a:lnTo>
                    <a:pt x="246034" y="1273643"/>
                  </a:lnTo>
                  <a:lnTo>
                    <a:pt x="280069" y="1297922"/>
                  </a:lnTo>
                  <a:lnTo>
                    <a:pt x="315962" y="1319598"/>
                  </a:lnTo>
                  <a:lnTo>
                    <a:pt x="353650" y="1338602"/>
                  </a:lnTo>
                  <a:lnTo>
                    <a:pt x="393069" y="1354868"/>
                  </a:lnTo>
                  <a:lnTo>
                    <a:pt x="434158" y="1368327"/>
                  </a:lnTo>
                  <a:lnTo>
                    <a:pt x="476851" y="1378913"/>
                  </a:lnTo>
                  <a:lnTo>
                    <a:pt x="521088" y="1386558"/>
                  </a:lnTo>
                  <a:lnTo>
                    <a:pt x="566803" y="1391195"/>
                  </a:lnTo>
                  <a:lnTo>
                    <a:pt x="613934" y="1392755"/>
                  </a:lnTo>
                  <a:lnTo>
                    <a:pt x="661056" y="1391195"/>
                  </a:lnTo>
                  <a:lnTo>
                    <a:pt x="706743" y="1386558"/>
                  </a:lnTo>
                  <a:lnTo>
                    <a:pt x="750935" y="1378913"/>
                  </a:lnTo>
                  <a:lnTo>
                    <a:pt x="793570" y="1368327"/>
                  </a:lnTo>
                  <a:lnTo>
                    <a:pt x="834586" y="1354868"/>
                  </a:lnTo>
                  <a:lnTo>
                    <a:pt x="873923" y="1338602"/>
                  </a:lnTo>
                  <a:lnTo>
                    <a:pt x="911518" y="1319598"/>
                  </a:lnTo>
                  <a:lnTo>
                    <a:pt x="947311" y="1297922"/>
                  </a:lnTo>
                  <a:lnTo>
                    <a:pt x="981239" y="1273643"/>
                  </a:lnTo>
                  <a:lnTo>
                    <a:pt x="1013242" y="1246828"/>
                  </a:lnTo>
                  <a:lnTo>
                    <a:pt x="1043259" y="1217543"/>
                  </a:lnTo>
                  <a:lnTo>
                    <a:pt x="1055820" y="1203312"/>
                  </a:lnTo>
                  <a:lnTo>
                    <a:pt x="613934" y="1203312"/>
                  </a:lnTo>
                  <a:lnTo>
                    <a:pt x="564348" y="1200587"/>
                  </a:lnTo>
                  <a:lnTo>
                    <a:pt x="518185" y="1192613"/>
                  </a:lnTo>
                  <a:lnTo>
                    <a:pt x="475414" y="1179690"/>
                  </a:lnTo>
                  <a:lnTo>
                    <a:pt x="436003" y="1162118"/>
                  </a:lnTo>
                  <a:lnTo>
                    <a:pt x="399922" y="1140199"/>
                  </a:lnTo>
                  <a:lnTo>
                    <a:pt x="367141" y="1114233"/>
                  </a:lnTo>
                  <a:lnTo>
                    <a:pt x="337628" y="1084521"/>
                  </a:lnTo>
                  <a:lnTo>
                    <a:pt x="311352" y="1051363"/>
                  </a:lnTo>
                  <a:lnTo>
                    <a:pt x="288283" y="1015060"/>
                  </a:lnTo>
                  <a:lnTo>
                    <a:pt x="268390" y="975913"/>
                  </a:lnTo>
                  <a:lnTo>
                    <a:pt x="251642" y="934222"/>
                  </a:lnTo>
                  <a:lnTo>
                    <a:pt x="238009" y="890288"/>
                  </a:lnTo>
                  <a:lnTo>
                    <a:pt x="227458" y="844411"/>
                  </a:lnTo>
                  <a:lnTo>
                    <a:pt x="219960" y="796892"/>
                  </a:lnTo>
                  <a:lnTo>
                    <a:pt x="215484" y="748032"/>
                  </a:lnTo>
                  <a:lnTo>
                    <a:pt x="213999" y="698131"/>
                  </a:lnTo>
                  <a:lnTo>
                    <a:pt x="215484" y="648191"/>
                  </a:lnTo>
                  <a:lnTo>
                    <a:pt x="219960" y="599220"/>
                  </a:lnTo>
                  <a:lnTo>
                    <a:pt x="227458" y="551528"/>
                  </a:lnTo>
                  <a:lnTo>
                    <a:pt x="238009" y="505427"/>
                  </a:lnTo>
                  <a:lnTo>
                    <a:pt x="251642" y="461227"/>
                  </a:lnTo>
                  <a:lnTo>
                    <a:pt x="268390" y="419240"/>
                  </a:lnTo>
                  <a:lnTo>
                    <a:pt x="288283" y="379776"/>
                  </a:lnTo>
                  <a:lnTo>
                    <a:pt x="311352" y="343146"/>
                  </a:lnTo>
                  <a:lnTo>
                    <a:pt x="337628" y="309660"/>
                  </a:lnTo>
                  <a:lnTo>
                    <a:pt x="367141" y="279631"/>
                  </a:lnTo>
                  <a:lnTo>
                    <a:pt x="399922" y="253369"/>
                  </a:lnTo>
                  <a:lnTo>
                    <a:pt x="436003" y="231185"/>
                  </a:lnTo>
                  <a:lnTo>
                    <a:pt x="475414" y="213389"/>
                  </a:lnTo>
                  <a:lnTo>
                    <a:pt x="518185" y="200293"/>
                  </a:lnTo>
                  <a:lnTo>
                    <a:pt x="564348" y="192207"/>
                  </a:lnTo>
                  <a:lnTo>
                    <a:pt x="613934" y="189443"/>
                  </a:lnTo>
                  <a:lnTo>
                    <a:pt x="1055437" y="189443"/>
                  </a:lnTo>
                  <a:lnTo>
                    <a:pt x="1043259" y="175595"/>
                  </a:lnTo>
                  <a:lnTo>
                    <a:pt x="1013242" y="146215"/>
                  </a:lnTo>
                  <a:lnTo>
                    <a:pt x="981239" y="119322"/>
                  </a:lnTo>
                  <a:lnTo>
                    <a:pt x="947311" y="94980"/>
                  </a:lnTo>
                  <a:lnTo>
                    <a:pt x="911518" y="73256"/>
                  </a:lnTo>
                  <a:lnTo>
                    <a:pt x="873923" y="54215"/>
                  </a:lnTo>
                  <a:lnTo>
                    <a:pt x="834586" y="37923"/>
                  </a:lnTo>
                  <a:lnTo>
                    <a:pt x="793570" y="24446"/>
                  </a:lnTo>
                  <a:lnTo>
                    <a:pt x="750935" y="13849"/>
                  </a:lnTo>
                  <a:lnTo>
                    <a:pt x="706743" y="6199"/>
                  </a:lnTo>
                  <a:lnTo>
                    <a:pt x="661056" y="1560"/>
                  </a:lnTo>
                  <a:lnTo>
                    <a:pt x="613934" y="0"/>
                  </a:lnTo>
                  <a:close/>
                </a:path>
                <a:path w="1226184" h="1393189">
                  <a:moveTo>
                    <a:pt x="1055437" y="189443"/>
                  </a:moveTo>
                  <a:lnTo>
                    <a:pt x="613934" y="189443"/>
                  </a:lnTo>
                  <a:lnTo>
                    <a:pt x="663211" y="192207"/>
                  </a:lnTo>
                  <a:lnTo>
                    <a:pt x="709104" y="200293"/>
                  </a:lnTo>
                  <a:lnTo>
                    <a:pt x="751642" y="213389"/>
                  </a:lnTo>
                  <a:lnTo>
                    <a:pt x="790852" y="231185"/>
                  </a:lnTo>
                  <a:lnTo>
                    <a:pt x="826763" y="253369"/>
                  </a:lnTo>
                  <a:lnTo>
                    <a:pt x="859402" y="279631"/>
                  </a:lnTo>
                  <a:lnTo>
                    <a:pt x="888799" y="309660"/>
                  </a:lnTo>
                  <a:lnTo>
                    <a:pt x="914982" y="343146"/>
                  </a:lnTo>
                  <a:lnTo>
                    <a:pt x="937979" y="379776"/>
                  </a:lnTo>
                  <a:lnTo>
                    <a:pt x="957817" y="419240"/>
                  </a:lnTo>
                  <a:lnTo>
                    <a:pt x="974526" y="461227"/>
                  </a:lnTo>
                  <a:lnTo>
                    <a:pt x="988134" y="505427"/>
                  </a:lnTo>
                  <a:lnTo>
                    <a:pt x="998668" y="551528"/>
                  </a:lnTo>
                  <a:lnTo>
                    <a:pt x="1006158" y="599220"/>
                  </a:lnTo>
                  <a:lnTo>
                    <a:pt x="1010631" y="648191"/>
                  </a:lnTo>
                  <a:lnTo>
                    <a:pt x="1012116" y="698131"/>
                  </a:lnTo>
                  <a:lnTo>
                    <a:pt x="1010631" y="748032"/>
                  </a:lnTo>
                  <a:lnTo>
                    <a:pt x="1006158" y="796892"/>
                  </a:lnTo>
                  <a:lnTo>
                    <a:pt x="998668" y="844411"/>
                  </a:lnTo>
                  <a:lnTo>
                    <a:pt x="988134" y="890288"/>
                  </a:lnTo>
                  <a:lnTo>
                    <a:pt x="974526" y="934222"/>
                  </a:lnTo>
                  <a:lnTo>
                    <a:pt x="957817" y="975913"/>
                  </a:lnTo>
                  <a:lnTo>
                    <a:pt x="937979" y="1015060"/>
                  </a:lnTo>
                  <a:lnTo>
                    <a:pt x="914982" y="1051363"/>
                  </a:lnTo>
                  <a:lnTo>
                    <a:pt x="888799" y="1084521"/>
                  </a:lnTo>
                  <a:lnTo>
                    <a:pt x="859402" y="1114233"/>
                  </a:lnTo>
                  <a:lnTo>
                    <a:pt x="826763" y="1140199"/>
                  </a:lnTo>
                  <a:lnTo>
                    <a:pt x="790852" y="1162118"/>
                  </a:lnTo>
                  <a:lnTo>
                    <a:pt x="751642" y="1179690"/>
                  </a:lnTo>
                  <a:lnTo>
                    <a:pt x="709104" y="1192613"/>
                  </a:lnTo>
                  <a:lnTo>
                    <a:pt x="663211" y="1200587"/>
                  </a:lnTo>
                  <a:lnTo>
                    <a:pt x="613934" y="1203312"/>
                  </a:lnTo>
                  <a:lnTo>
                    <a:pt x="1055820" y="1203312"/>
                  </a:lnTo>
                  <a:lnTo>
                    <a:pt x="1097084" y="1151839"/>
                  </a:lnTo>
                  <a:lnTo>
                    <a:pt x="1120771" y="1115553"/>
                  </a:lnTo>
                  <a:lnTo>
                    <a:pt x="1142225" y="1077069"/>
                  </a:lnTo>
                  <a:lnTo>
                    <a:pt x="1161385" y="1036453"/>
                  </a:lnTo>
                  <a:lnTo>
                    <a:pt x="1178190" y="993773"/>
                  </a:lnTo>
                  <a:lnTo>
                    <a:pt x="1192578" y="949097"/>
                  </a:lnTo>
                  <a:lnTo>
                    <a:pt x="1204488" y="902492"/>
                  </a:lnTo>
                  <a:lnTo>
                    <a:pt x="1213858" y="854026"/>
                  </a:lnTo>
                  <a:lnTo>
                    <a:pt x="1220627" y="803765"/>
                  </a:lnTo>
                  <a:lnTo>
                    <a:pt x="1224733" y="751778"/>
                  </a:lnTo>
                  <a:lnTo>
                    <a:pt x="1226115" y="698131"/>
                  </a:lnTo>
                  <a:lnTo>
                    <a:pt x="1224839" y="648191"/>
                  </a:lnTo>
                  <a:lnTo>
                    <a:pt x="1224733" y="644047"/>
                  </a:lnTo>
                  <a:lnTo>
                    <a:pt x="1220627" y="591660"/>
                  </a:lnTo>
                  <a:lnTo>
                    <a:pt x="1213858" y="541036"/>
                  </a:lnTo>
                  <a:lnTo>
                    <a:pt x="1204488" y="492240"/>
                  </a:lnTo>
                  <a:lnTo>
                    <a:pt x="1192578" y="445339"/>
                  </a:lnTo>
                  <a:lnTo>
                    <a:pt x="1178190" y="400398"/>
                  </a:lnTo>
                  <a:lnTo>
                    <a:pt x="1161385" y="357483"/>
                  </a:lnTo>
                  <a:lnTo>
                    <a:pt x="1142225" y="316659"/>
                  </a:lnTo>
                  <a:lnTo>
                    <a:pt x="1120771" y="277993"/>
                  </a:lnTo>
                  <a:lnTo>
                    <a:pt x="1097084" y="241549"/>
                  </a:lnTo>
                  <a:lnTo>
                    <a:pt x="1071226" y="207395"/>
                  </a:lnTo>
                  <a:lnTo>
                    <a:pt x="1055437" y="189443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12212364" y="3589617"/>
              <a:ext cx="1226185" cy="1393190"/>
            </a:xfrm>
            <a:custGeom>
              <a:avLst/>
              <a:gdLst/>
              <a:ahLst/>
              <a:cxnLst/>
              <a:rect l="l" t="t" r="r" b="b"/>
              <a:pathLst>
                <a:path w="1226184" h="1393189">
                  <a:moveTo>
                    <a:pt x="613934" y="1392755"/>
                  </a:moveTo>
                  <a:lnTo>
                    <a:pt x="661056" y="1391195"/>
                  </a:lnTo>
                  <a:lnTo>
                    <a:pt x="706743" y="1386558"/>
                  </a:lnTo>
                  <a:lnTo>
                    <a:pt x="750935" y="1378913"/>
                  </a:lnTo>
                  <a:lnTo>
                    <a:pt x="793570" y="1368327"/>
                  </a:lnTo>
                  <a:lnTo>
                    <a:pt x="834586" y="1354868"/>
                  </a:lnTo>
                  <a:lnTo>
                    <a:pt x="873923" y="1338602"/>
                  </a:lnTo>
                  <a:lnTo>
                    <a:pt x="911518" y="1319598"/>
                  </a:lnTo>
                  <a:lnTo>
                    <a:pt x="947311" y="1297922"/>
                  </a:lnTo>
                  <a:lnTo>
                    <a:pt x="981239" y="1273643"/>
                  </a:lnTo>
                  <a:lnTo>
                    <a:pt x="1013242" y="1246828"/>
                  </a:lnTo>
                  <a:lnTo>
                    <a:pt x="1043258" y="1217543"/>
                  </a:lnTo>
                  <a:lnTo>
                    <a:pt x="1071226" y="1185858"/>
                  </a:lnTo>
                  <a:lnTo>
                    <a:pt x="1097084" y="1151839"/>
                  </a:lnTo>
                  <a:lnTo>
                    <a:pt x="1120771" y="1115553"/>
                  </a:lnTo>
                  <a:lnTo>
                    <a:pt x="1142225" y="1077069"/>
                  </a:lnTo>
                  <a:lnTo>
                    <a:pt x="1161385" y="1036453"/>
                  </a:lnTo>
                  <a:lnTo>
                    <a:pt x="1178190" y="993773"/>
                  </a:lnTo>
                  <a:lnTo>
                    <a:pt x="1192578" y="949097"/>
                  </a:lnTo>
                  <a:lnTo>
                    <a:pt x="1204488" y="902492"/>
                  </a:lnTo>
                  <a:lnTo>
                    <a:pt x="1213858" y="854025"/>
                  </a:lnTo>
                  <a:lnTo>
                    <a:pt x="1220627" y="803765"/>
                  </a:lnTo>
                  <a:lnTo>
                    <a:pt x="1224733" y="751778"/>
                  </a:lnTo>
                  <a:lnTo>
                    <a:pt x="1226115" y="698131"/>
                  </a:lnTo>
                  <a:lnTo>
                    <a:pt x="1224733" y="644047"/>
                  </a:lnTo>
                  <a:lnTo>
                    <a:pt x="1220627" y="591660"/>
                  </a:lnTo>
                  <a:lnTo>
                    <a:pt x="1213858" y="541036"/>
                  </a:lnTo>
                  <a:lnTo>
                    <a:pt x="1204488" y="492240"/>
                  </a:lnTo>
                  <a:lnTo>
                    <a:pt x="1192578" y="445339"/>
                  </a:lnTo>
                  <a:lnTo>
                    <a:pt x="1178190" y="400398"/>
                  </a:lnTo>
                  <a:lnTo>
                    <a:pt x="1161385" y="357483"/>
                  </a:lnTo>
                  <a:lnTo>
                    <a:pt x="1142225" y="316659"/>
                  </a:lnTo>
                  <a:lnTo>
                    <a:pt x="1120771" y="277993"/>
                  </a:lnTo>
                  <a:lnTo>
                    <a:pt x="1097084" y="241549"/>
                  </a:lnTo>
                  <a:lnTo>
                    <a:pt x="1071226" y="207395"/>
                  </a:lnTo>
                  <a:lnTo>
                    <a:pt x="1043258" y="175595"/>
                  </a:lnTo>
                  <a:lnTo>
                    <a:pt x="1013242" y="146215"/>
                  </a:lnTo>
                  <a:lnTo>
                    <a:pt x="981239" y="119322"/>
                  </a:lnTo>
                  <a:lnTo>
                    <a:pt x="947311" y="94980"/>
                  </a:lnTo>
                  <a:lnTo>
                    <a:pt x="911518" y="73256"/>
                  </a:lnTo>
                  <a:lnTo>
                    <a:pt x="873923" y="54215"/>
                  </a:lnTo>
                  <a:lnTo>
                    <a:pt x="834586" y="37923"/>
                  </a:lnTo>
                  <a:lnTo>
                    <a:pt x="793570" y="24446"/>
                  </a:lnTo>
                  <a:lnTo>
                    <a:pt x="750935" y="13849"/>
                  </a:lnTo>
                  <a:lnTo>
                    <a:pt x="706743" y="6199"/>
                  </a:lnTo>
                  <a:lnTo>
                    <a:pt x="661056" y="1560"/>
                  </a:lnTo>
                  <a:lnTo>
                    <a:pt x="613934" y="0"/>
                  </a:lnTo>
                  <a:lnTo>
                    <a:pt x="566803" y="1560"/>
                  </a:lnTo>
                  <a:lnTo>
                    <a:pt x="521088" y="6199"/>
                  </a:lnTo>
                  <a:lnTo>
                    <a:pt x="476851" y="13849"/>
                  </a:lnTo>
                  <a:lnTo>
                    <a:pt x="434158" y="24446"/>
                  </a:lnTo>
                  <a:lnTo>
                    <a:pt x="393069" y="37923"/>
                  </a:lnTo>
                  <a:lnTo>
                    <a:pt x="353650" y="54215"/>
                  </a:lnTo>
                  <a:lnTo>
                    <a:pt x="315962" y="73256"/>
                  </a:lnTo>
                  <a:lnTo>
                    <a:pt x="280069" y="94980"/>
                  </a:lnTo>
                  <a:lnTo>
                    <a:pt x="246034" y="119322"/>
                  </a:lnTo>
                  <a:lnTo>
                    <a:pt x="213920" y="146215"/>
                  </a:lnTo>
                  <a:lnTo>
                    <a:pt x="183790" y="175595"/>
                  </a:lnTo>
                  <a:lnTo>
                    <a:pt x="155708" y="207395"/>
                  </a:lnTo>
                  <a:lnTo>
                    <a:pt x="129737" y="241549"/>
                  </a:lnTo>
                  <a:lnTo>
                    <a:pt x="105939" y="277993"/>
                  </a:lnTo>
                  <a:lnTo>
                    <a:pt x="84378" y="316659"/>
                  </a:lnTo>
                  <a:lnTo>
                    <a:pt x="65118" y="357483"/>
                  </a:lnTo>
                  <a:lnTo>
                    <a:pt x="48220" y="400398"/>
                  </a:lnTo>
                  <a:lnTo>
                    <a:pt x="33749" y="445339"/>
                  </a:lnTo>
                  <a:lnTo>
                    <a:pt x="21768" y="492240"/>
                  </a:lnTo>
                  <a:lnTo>
                    <a:pt x="12339" y="541036"/>
                  </a:lnTo>
                  <a:lnTo>
                    <a:pt x="5526" y="591660"/>
                  </a:lnTo>
                  <a:lnTo>
                    <a:pt x="1392" y="644047"/>
                  </a:lnTo>
                  <a:lnTo>
                    <a:pt x="0" y="698131"/>
                  </a:lnTo>
                  <a:lnTo>
                    <a:pt x="1392" y="751778"/>
                  </a:lnTo>
                  <a:lnTo>
                    <a:pt x="5526" y="803765"/>
                  </a:lnTo>
                  <a:lnTo>
                    <a:pt x="12339" y="854025"/>
                  </a:lnTo>
                  <a:lnTo>
                    <a:pt x="21768" y="902492"/>
                  </a:lnTo>
                  <a:lnTo>
                    <a:pt x="33749" y="949097"/>
                  </a:lnTo>
                  <a:lnTo>
                    <a:pt x="48220" y="993773"/>
                  </a:lnTo>
                  <a:lnTo>
                    <a:pt x="65118" y="1036453"/>
                  </a:lnTo>
                  <a:lnTo>
                    <a:pt x="84378" y="1077069"/>
                  </a:lnTo>
                  <a:lnTo>
                    <a:pt x="105939" y="1115553"/>
                  </a:lnTo>
                  <a:lnTo>
                    <a:pt x="129737" y="1151839"/>
                  </a:lnTo>
                  <a:lnTo>
                    <a:pt x="155708" y="1185858"/>
                  </a:lnTo>
                  <a:lnTo>
                    <a:pt x="183790" y="1217543"/>
                  </a:lnTo>
                  <a:lnTo>
                    <a:pt x="213920" y="1246828"/>
                  </a:lnTo>
                  <a:lnTo>
                    <a:pt x="246034" y="1273643"/>
                  </a:lnTo>
                  <a:lnTo>
                    <a:pt x="280069" y="1297922"/>
                  </a:lnTo>
                  <a:lnTo>
                    <a:pt x="315962" y="1319598"/>
                  </a:lnTo>
                  <a:lnTo>
                    <a:pt x="353650" y="1338602"/>
                  </a:lnTo>
                  <a:lnTo>
                    <a:pt x="393069" y="1354868"/>
                  </a:lnTo>
                  <a:lnTo>
                    <a:pt x="434158" y="1368327"/>
                  </a:lnTo>
                  <a:lnTo>
                    <a:pt x="476851" y="1378913"/>
                  </a:lnTo>
                  <a:lnTo>
                    <a:pt x="521088" y="1386558"/>
                  </a:lnTo>
                  <a:lnTo>
                    <a:pt x="566803" y="1391195"/>
                  </a:lnTo>
                  <a:lnTo>
                    <a:pt x="613934" y="1392755"/>
                  </a:lnTo>
                  <a:close/>
                </a:path>
                <a:path w="1226184" h="1393189">
                  <a:moveTo>
                    <a:pt x="613934" y="1203312"/>
                  </a:moveTo>
                  <a:lnTo>
                    <a:pt x="564348" y="1200587"/>
                  </a:lnTo>
                  <a:lnTo>
                    <a:pt x="518185" y="1192613"/>
                  </a:lnTo>
                  <a:lnTo>
                    <a:pt x="475413" y="1179690"/>
                  </a:lnTo>
                  <a:lnTo>
                    <a:pt x="436003" y="1162118"/>
                  </a:lnTo>
                  <a:lnTo>
                    <a:pt x="399922" y="1140199"/>
                  </a:lnTo>
                  <a:lnTo>
                    <a:pt x="367141" y="1114233"/>
                  </a:lnTo>
                  <a:lnTo>
                    <a:pt x="337628" y="1084521"/>
                  </a:lnTo>
                  <a:lnTo>
                    <a:pt x="311352" y="1051363"/>
                  </a:lnTo>
                  <a:lnTo>
                    <a:pt x="288283" y="1015060"/>
                  </a:lnTo>
                  <a:lnTo>
                    <a:pt x="268390" y="975913"/>
                  </a:lnTo>
                  <a:lnTo>
                    <a:pt x="251642" y="934222"/>
                  </a:lnTo>
                  <a:lnTo>
                    <a:pt x="238009" y="890287"/>
                  </a:lnTo>
                  <a:lnTo>
                    <a:pt x="227458" y="844411"/>
                  </a:lnTo>
                  <a:lnTo>
                    <a:pt x="219960" y="796892"/>
                  </a:lnTo>
                  <a:lnTo>
                    <a:pt x="215484" y="748032"/>
                  </a:lnTo>
                  <a:lnTo>
                    <a:pt x="213999" y="698131"/>
                  </a:lnTo>
                  <a:lnTo>
                    <a:pt x="215484" y="648191"/>
                  </a:lnTo>
                  <a:lnTo>
                    <a:pt x="219960" y="599220"/>
                  </a:lnTo>
                  <a:lnTo>
                    <a:pt x="227458" y="551528"/>
                  </a:lnTo>
                  <a:lnTo>
                    <a:pt x="238009" y="505427"/>
                  </a:lnTo>
                  <a:lnTo>
                    <a:pt x="251642" y="461227"/>
                  </a:lnTo>
                  <a:lnTo>
                    <a:pt x="268390" y="419240"/>
                  </a:lnTo>
                  <a:lnTo>
                    <a:pt x="288283" y="379776"/>
                  </a:lnTo>
                  <a:lnTo>
                    <a:pt x="311352" y="343145"/>
                  </a:lnTo>
                  <a:lnTo>
                    <a:pt x="337628" y="309660"/>
                  </a:lnTo>
                  <a:lnTo>
                    <a:pt x="367141" y="279631"/>
                  </a:lnTo>
                  <a:lnTo>
                    <a:pt x="399922" y="253369"/>
                  </a:lnTo>
                  <a:lnTo>
                    <a:pt x="436003" y="231185"/>
                  </a:lnTo>
                  <a:lnTo>
                    <a:pt x="475413" y="213389"/>
                  </a:lnTo>
                  <a:lnTo>
                    <a:pt x="518185" y="200293"/>
                  </a:lnTo>
                  <a:lnTo>
                    <a:pt x="564348" y="192207"/>
                  </a:lnTo>
                  <a:lnTo>
                    <a:pt x="613934" y="189443"/>
                  </a:lnTo>
                  <a:lnTo>
                    <a:pt x="663211" y="192207"/>
                  </a:lnTo>
                  <a:lnTo>
                    <a:pt x="709104" y="200293"/>
                  </a:lnTo>
                  <a:lnTo>
                    <a:pt x="751642" y="213389"/>
                  </a:lnTo>
                  <a:lnTo>
                    <a:pt x="790852" y="231185"/>
                  </a:lnTo>
                  <a:lnTo>
                    <a:pt x="826762" y="253369"/>
                  </a:lnTo>
                  <a:lnTo>
                    <a:pt x="859402" y="279631"/>
                  </a:lnTo>
                  <a:lnTo>
                    <a:pt x="888799" y="309660"/>
                  </a:lnTo>
                  <a:lnTo>
                    <a:pt x="914982" y="343145"/>
                  </a:lnTo>
                  <a:lnTo>
                    <a:pt x="937979" y="379776"/>
                  </a:lnTo>
                  <a:lnTo>
                    <a:pt x="957817" y="419240"/>
                  </a:lnTo>
                  <a:lnTo>
                    <a:pt x="974526" y="461227"/>
                  </a:lnTo>
                  <a:lnTo>
                    <a:pt x="988134" y="505427"/>
                  </a:lnTo>
                  <a:lnTo>
                    <a:pt x="998668" y="551528"/>
                  </a:lnTo>
                  <a:lnTo>
                    <a:pt x="1006158" y="599220"/>
                  </a:lnTo>
                  <a:lnTo>
                    <a:pt x="1010631" y="648191"/>
                  </a:lnTo>
                  <a:lnTo>
                    <a:pt x="1012116" y="698131"/>
                  </a:lnTo>
                  <a:lnTo>
                    <a:pt x="1010631" y="748032"/>
                  </a:lnTo>
                  <a:lnTo>
                    <a:pt x="1006158" y="796892"/>
                  </a:lnTo>
                  <a:lnTo>
                    <a:pt x="998668" y="844411"/>
                  </a:lnTo>
                  <a:lnTo>
                    <a:pt x="988134" y="890287"/>
                  </a:lnTo>
                  <a:lnTo>
                    <a:pt x="974526" y="934222"/>
                  </a:lnTo>
                  <a:lnTo>
                    <a:pt x="957817" y="975913"/>
                  </a:lnTo>
                  <a:lnTo>
                    <a:pt x="937979" y="1015060"/>
                  </a:lnTo>
                  <a:lnTo>
                    <a:pt x="914982" y="1051363"/>
                  </a:lnTo>
                  <a:lnTo>
                    <a:pt x="888799" y="1084521"/>
                  </a:lnTo>
                  <a:lnTo>
                    <a:pt x="859402" y="1114233"/>
                  </a:lnTo>
                  <a:lnTo>
                    <a:pt x="826762" y="1140199"/>
                  </a:lnTo>
                  <a:lnTo>
                    <a:pt x="790852" y="1162118"/>
                  </a:lnTo>
                  <a:lnTo>
                    <a:pt x="751642" y="1179690"/>
                  </a:lnTo>
                  <a:lnTo>
                    <a:pt x="709104" y="1192613"/>
                  </a:lnTo>
                  <a:lnTo>
                    <a:pt x="663211" y="1200587"/>
                  </a:lnTo>
                  <a:lnTo>
                    <a:pt x="613934" y="1203312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 descr=""/>
          <p:cNvGrpSpPr/>
          <p:nvPr/>
        </p:nvGrpSpPr>
        <p:grpSpPr>
          <a:xfrm>
            <a:off x="13639429" y="3581758"/>
            <a:ext cx="1113790" cy="1416050"/>
            <a:chOff x="13639429" y="3581758"/>
            <a:chExt cx="1113790" cy="1416050"/>
          </a:xfrm>
        </p:grpSpPr>
        <p:sp>
          <p:nvSpPr>
            <p:cNvPr id="32" name="object 32" descr=""/>
            <p:cNvSpPr/>
            <p:nvPr/>
          </p:nvSpPr>
          <p:spPr>
            <a:xfrm>
              <a:off x="13664828" y="3607158"/>
              <a:ext cx="1062990" cy="1365250"/>
            </a:xfrm>
            <a:custGeom>
              <a:avLst/>
              <a:gdLst/>
              <a:ahLst/>
              <a:cxnLst/>
              <a:rect l="l" t="t" r="r" b="b"/>
              <a:pathLst>
                <a:path w="1062990" h="1365250">
                  <a:moveTo>
                    <a:pt x="1062983" y="0"/>
                  </a:moveTo>
                  <a:lnTo>
                    <a:pt x="850738" y="0"/>
                  </a:lnTo>
                  <a:lnTo>
                    <a:pt x="850738" y="794607"/>
                  </a:lnTo>
                  <a:lnTo>
                    <a:pt x="846888" y="854479"/>
                  </a:lnTo>
                  <a:lnTo>
                    <a:pt x="835869" y="908729"/>
                  </a:lnTo>
                  <a:lnTo>
                    <a:pt x="818479" y="957436"/>
                  </a:lnTo>
                  <a:lnTo>
                    <a:pt x="795516" y="1000681"/>
                  </a:lnTo>
                  <a:lnTo>
                    <a:pt x="767779" y="1038541"/>
                  </a:lnTo>
                  <a:lnTo>
                    <a:pt x="736064" y="1071097"/>
                  </a:lnTo>
                  <a:lnTo>
                    <a:pt x="701169" y="1098426"/>
                  </a:lnTo>
                  <a:lnTo>
                    <a:pt x="663894" y="1120609"/>
                  </a:lnTo>
                  <a:lnTo>
                    <a:pt x="625035" y="1137725"/>
                  </a:lnTo>
                  <a:lnTo>
                    <a:pt x="585390" y="1149853"/>
                  </a:lnTo>
                  <a:lnTo>
                    <a:pt x="545757" y="1157071"/>
                  </a:lnTo>
                  <a:lnTo>
                    <a:pt x="506935" y="1159460"/>
                  </a:lnTo>
                  <a:lnTo>
                    <a:pt x="461366" y="1156413"/>
                  </a:lnTo>
                  <a:lnTo>
                    <a:pt x="418636" y="1147435"/>
                  </a:lnTo>
                  <a:lnTo>
                    <a:pt x="379062" y="1132772"/>
                  </a:lnTo>
                  <a:lnTo>
                    <a:pt x="342958" y="1112669"/>
                  </a:lnTo>
                  <a:lnTo>
                    <a:pt x="310642" y="1087371"/>
                  </a:lnTo>
                  <a:lnTo>
                    <a:pt x="282430" y="1057123"/>
                  </a:lnTo>
                  <a:lnTo>
                    <a:pt x="258639" y="1022171"/>
                  </a:lnTo>
                  <a:lnTo>
                    <a:pt x="239583" y="982758"/>
                  </a:lnTo>
                  <a:lnTo>
                    <a:pt x="225581" y="939131"/>
                  </a:lnTo>
                  <a:lnTo>
                    <a:pt x="216947" y="891534"/>
                  </a:lnTo>
                  <a:lnTo>
                    <a:pt x="213999" y="840213"/>
                  </a:lnTo>
                  <a:lnTo>
                    <a:pt x="213999" y="0"/>
                  </a:lnTo>
                  <a:lnTo>
                    <a:pt x="0" y="0"/>
                  </a:lnTo>
                  <a:lnTo>
                    <a:pt x="0" y="856000"/>
                  </a:lnTo>
                  <a:lnTo>
                    <a:pt x="1871" y="914543"/>
                  </a:lnTo>
                  <a:lnTo>
                    <a:pt x="7394" y="969454"/>
                  </a:lnTo>
                  <a:lnTo>
                    <a:pt x="16435" y="1020746"/>
                  </a:lnTo>
                  <a:lnTo>
                    <a:pt x="28859" y="1068427"/>
                  </a:lnTo>
                  <a:lnTo>
                    <a:pt x="44530" y="1112510"/>
                  </a:lnTo>
                  <a:lnTo>
                    <a:pt x="63314" y="1153005"/>
                  </a:lnTo>
                  <a:lnTo>
                    <a:pt x="85076" y="1189922"/>
                  </a:lnTo>
                  <a:lnTo>
                    <a:pt x="109680" y="1223272"/>
                  </a:lnTo>
                  <a:lnTo>
                    <a:pt x="136992" y="1253066"/>
                  </a:lnTo>
                  <a:lnTo>
                    <a:pt x="166876" y="1279315"/>
                  </a:lnTo>
                  <a:lnTo>
                    <a:pt x="199199" y="1302030"/>
                  </a:lnTo>
                  <a:lnTo>
                    <a:pt x="233824" y="1321220"/>
                  </a:lnTo>
                  <a:lnTo>
                    <a:pt x="270617" y="1336898"/>
                  </a:lnTo>
                  <a:lnTo>
                    <a:pt x="309444" y="1349072"/>
                  </a:lnTo>
                  <a:lnTo>
                    <a:pt x="350168" y="1357755"/>
                  </a:lnTo>
                  <a:lnTo>
                    <a:pt x="392655" y="1362957"/>
                  </a:lnTo>
                  <a:lnTo>
                    <a:pt x="436770" y="1364689"/>
                  </a:lnTo>
                  <a:lnTo>
                    <a:pt x="495708" y="1361507"/>
                  </a:lnTo>
                  <a:lnTo>
                    <a:pt x="550436" y="1352284"/>
                  </a:lnTo>
                  <a:lnTo>
                    <a:pt x="600954" y="1337504"/>
                  </a:lnTo>
                  <a:lnTo>
                    <a:pt x="647262" y="1317651"/>
                  </a:lnTo>
                  <a:lnTo>
                    <a:pt x="689361" y="1293210"/>
                  </a:lnTo>
                  <a:lnTo>
                    <a:pt x="727249" y="1264663"/>
                  </a:lnTo>
                  <a:lnTo>
                    <a:pt x="760928" y="1232497"/>
                  </a:lnTo>
                  <a:lnTo>
                    <a:pt x="790397" y="1197194"/>
                  </a:lnTo>
                  <a:lnTo>
                    <a:pt x="815656" y="1159238"/>
                  </a:lnTo>
                  <a:lnTo>
                    <a:pt x="836705" y="1119115"/>
                  </a:lnTo>
                  <a:lnTo>
                    <a:pt x="850738" y="1119115"/>
                  </a:lnTo>
                  <a:lnTo>
                    <a:pt x="850738" y="1347148"/>
                  </a:lnTo>
                  <a:lnTo>
                    <a:pt x="1062983" y="1347148"/>
                  </a:lnTo>
                  <a:lnTo>
                    <a:pt x="1062983" y="0"/>
                  </a:lnTo>
                  <a:close/>
                </a:path>
              </a:pathLst>
            </a:custGeom>
            <a:solidFill>
              <a:srgbClr val="A383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3664828" y="3607158"/>
              <a:ext cx="1062990" cy="1365250"/>
            </a:xfrm>
            <a:custGeom>
              <a:avLst/>
              <a:gdLst/>
              <a:ahLst/>
              <a:cxnLst/>
              <a:rect l="l" t="t" r="r" b="b"/>
              <a:pathLst>
                <a:path w="1062990" h="1365250">
                  <a:moveTo>
                    <a:pt x="850738" y="794607"/>
                  </a:moveTo>
                  <a:lnTo>
                    <a:pt x="846888" y="854479"/>
                  </a:lnTo>
                  <a:lnTo>
                    <a:pt x="835869" y="908729"/>
                  </a:lnTo>
                  <a:lnTo>
                    <a:pt x="818479" y="957436"/>
                  </a:lnTo>
                  <a:lnTo>
                    <a:pt x="795516" y="1000681"/>
                  </a:lnTo>
                  <a:lnTo>
                    <a:pt x="767779" y="1038541"/>
                  </a:lnTo>
                  <a:lnTo>
                    <a:pt x="736064" y="1071097"/>
                  </a:lnTo>
                  <a:lnTo>
                    <a:pt x="701169" y="1098426"/>
                  </a:lnTo>
                  <a:lnTo>
                    <a:pt x="663894" y="1120609"/>
                  </a:lnTo>
                  <a:lnTo>
                    <a:pt x="625035" y="1137725"/>
                  </a:lnTo>
                  <a:lnTo>
                    <a:pt x="585390" y="1149853"/>
                  </a:lnTo>
                  <a:lnTo>
                    <a:pt x="545757" y="1157071"/>
                  </a:lnTo>
                  <a:lnTo>
                    <a:pt x="506935" y="1159460"/>
                  </a:lnTo>
                  <a:lnTo>
                    <a:pt x="461366" y="1156413"/>
                  </a:lnTo>
                  <a:lnTo>
                    <a:pt x="418636" y="1147435"/>
                  </a:lnTo>
                  <a:lnTo>
                    <a:pt x="379062" y="1132772"/>
                  </a:lnTo>
                  <a:lnTo>
                    <a:pt x="342958" y="1112669"/>
                  </a:lnTo>
                  <a:lnTo>
                    <a:pt x="310642" y="1087371"/>
                  </a:lnTo>
                  <a:lnTo>
                    <a:pt x="282430" y="1057123"/>
                  </a:lnTo>
                  <a:lnTo>
                    <a:pt x="258639" y="1022171"/>
                  </a:lnTo>
                  <a:lnTo>
                    <a:pt x="239583" y="982758"/>
                  </a:lnTo>
                  <a:lnTo>
                    <a:pt x="225581" y="939131"/>
                  </a:lnTo>
                  <a:lnTo>
                    <a:pt x="216947" y="891534"/>
                  </a:lnTo>
                  <a:lnTo>
                    <a:pt x="213999" y="840213"/>
                  </a:lnTo>
                  <a:lnTo>
                    <a:pt x="213999" y="0"/>
                  </a:lnTo>
                  <a:lnTo>
                    <a:pt x="0" y="0"/>
                  </a:lnTo>
                  <a:lnTo>
                    <a:pt x="0" y="856000"/>
                  </a:lnTo>
                  <a:lnTo>
                    <a:pt x="1871" y="914543"/>
                  </a:lnTo>
                  <a:lnTo>
                    <a:pt x="7394" y="969454"/>
                  </a:lnTo>
                  <a:lnTo>
                    <a:pt x="16435" y="1020746"/>
                  </a:lnTo>
                  <a:lnTo>
                    <a:pt x="28859" y="1068427"/>
                  </a:lnTo>
                  <a:lnTo>
                    <a:pt x="44530" y="1112510"/>
                  </a:lnTo>
                  <a:lnTo>
                    <a:pt x="63314" y="1153005"/>
                  </a:lnTo>
                  <a:lnTo>
                    <a:pt x="85076" y="1189922"/>
                  </a:lnTo>
                  <a:lnTo>
                    <a:pt x="109680" y="1223272"/>
                  </a:lnTo>
                  <a:lnTo>
                    <a:pt x="136992" y="1253066"/>
                  </a:lnTo>
                  <a:lnTo>
                    <a:pt x="166876" y="1279315"/>
                  </a:lnTo>
                  <a:lnTo>
                    <a:pt x="199199" y="1302030"/>
                  </a:lnTo>
                  <a:lnTo>
                    <a:pt x="233824" y="1321220"/>
                  </a:lnTo>
                  <a:lnTo>
                    <a:pt x="270617" y="1336898"/>
                  </a:lnTo>
                  <a:lnTo>
                    <a:pt x="309444" y="1349072"/>
                  </a:lnTo>
                  <a:lnTo>
                    <a:pt x="350168" y="1357755"/>
                  </a:lnTo>
                  <a:lnTo>
                    <a:pt x="392655" y="1362957"/>
                  </a:lnTo>
                  <a:lnTo>
                    <a:pt x="436770" y="1364689"/>
                  </a:lnTo>
                  <a:lnTo>
                    <a:pt x="495708" y="1361507"/>
                  </a:lnTo>
                  <a:lnTo>
                    <a:pt x="550436" y="1352284"/>
                  </a:lnTo>
                  <a:lnTo>
                    <a:pt x="600954" y="1337504"/>
                  </a:lnTo>
                  <a:lnTo>
                    <a:pt x="647262" y="1317651"/>
                  </a:lnTo>
                  <a:lnTo>
                    <a:pt x="689361" y="1293210"/>
                  </a:lnTo>
                  <a:lnTo>
                    <a:pt x="727249" y="1264663"/>
                  </a:lnTo>
                  <a:lnTo>
                    <a:pt x="760928" y="1232497"/>
                  </a:lnTo>
                  <a:lnTo>
                    <a:pt x="790397" y="1197194"/>
                  </a:lnTo>
                  <a:lnTo>
                    <a:pt x="815656" y="1159238"/>
                  </a:lnTo>
                  <a:lnTo>
                    <a:pt x="836705" y="1119115"/>
                  </a:lnTo>
                  <a:lnTo>
                    <a:pt x="850738" y="1119115"/>
                  </a:lnTo>
                  <a:lnTo>
                    <a:pt x="850738" y="1347148"/>
                  </a:lnTo>
                  <a:lnTo>
                    <a:pt x="1062983" y="1347148"/>
                  </a:lnTo>
                  <a:lnTo>
                    <a:pt x="1062983" y="0"/>
                  </a:lnTo>
                  <a:lnTo>
                    <a:pt x="850738" y="0"/>
                  </a:lnTo>
                  <a:lnTo>
                    <a:pt x="850738" y="794607"/>
                  </a:lnTo>
                  <a:close/>
                </a:path>
              </a:pathLst>
            </a:custGeom>
            <a:ln w="50798">
              <a:solidFill>
                <a:srgbClr val="A383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4" name="object 3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6851" y="8017719"/>
            <a:ext cx="280025" cy="319703"/>
          </a:xfrm>
          <a:prstGeom prst="rect">
            <a:avLst/>
          </a:prstGeom>
        </p:spPr>
      </p:pic>
      <p:grpSp>
        <p:nvGrpSpPr>
          <p:cNvPr id="35" name="object 35" descr=""/>
          <p:cNvGrpSpPr/>
          <p:nvPr/>
        </p:nvGrpSpPr>
        <p:grpSpPr>
          <a:xfrm>
            <a:off x="8676851" y="8017465"/>
            <a:ext cx="908050" cy="327660"/>
            <a:chOff x="8676851" y="8017465"/>
            <a:chExt cx="908050" cy="327660"/>
          </a:xfrm>
        </p:grpSpPr>
        <p:sp>
          <p:nvSpPr>
            <p:cNvPr id="36" name="object 36" descr=""/>
            <p:cNvSpPr/>
            <p:nvPr/>
          </p:nvSpPr>
          <p:spPr>
            <a:xfrm>
              <a:off x="8996942" y="8021148"/>
              <a:ext cx="274955" cy="320040"/>
            </a:xfrm>
            <a:custGeom>
              <a:avLst/>
              <a:gdLst/>
              <a:ahLst/>
              <a:cxnLst/>
              <a:rect l="l" t="t" r="r" b="b"/>
              <a:pathLst>
                <a:path w="274954" h="320040">
                  <a:moveTo>
                    <a:pt x="247479" y="319713"/>
                  </a:moveTo>
                  <a:lnTo>
                    <a:pt x="274693" y="319713"/>
                  </a:lnTo>
                  <a:lnTo>
                    <a:pt x="274693" y="0"/>
                  </a:lnTo>
                  <a:lnTo>
                    <a:pt x="247479" y="0"/>
                  </a:lnTo>
                  <a:lnTo>
                    <a:pt x="247479" y="319713"/>
                  </a:lnTo>
                  <a:close/>
                </a:path>
                <a:path w="274954" h="320040">
                  <a:moveTo>
                    <a:pt x="143197" y="108351"/>
                  </a:moveTo>
                  <a:lnTo>
                    <a:pt x="143197" y="131751"/>
                  </a:lnTo>
                  <a:lnTo>
                    <a:pt x="188215" y="131751"/>
                  </a:lnTo>
                  <a:lnTo>
                    <a:pt x="188215" y="181349"/>
                  </a:lnTo>
                  <a:lnTo>
                    <a:pt x="146503" y="181349"/>
                  </a:lnTo>
                  <a:lnTo>
                    <a:pt x="146630" y="178932"/>
                  </a:lnTo>
                  <a:lnTo>
                    <a:pt x="146757" y="176516"/>
                  </a:lnTo>
                  <a:lnTo>
                    <a:pt x="146757" y="173972"/>
                  </a:lnTo>
                  <a:lnTo>
                    <a:pt x="141730" y="143991"/>
                  </a:lnTo>
                  <a:lnTo>
                    <a:pt x="127713" y="120687"/>
                  </a:lnTo>
                  <a:lnTo>
                    <a:pt x="106304" y="105585"/>
                  </a:lnTo>
                  <a:lnTo>
                    <a:pt x="79101" y="100212"/>
                  </a:lnTo>
                  <a:lnTo>
                    <a:pt x="52156" y="105585"/>
                  </a:lnTo>
                  <a:lnTo>
                    <a:pt x="30839" y="120687"/>
                  </a:lnTo>
                  <a:lnTo>
                    <a:pt x="16866" y="143991"/>
                  </a:lnTo>
                  <a:lnTo>
                    <a:pt x="11953" y="173972"/>
                  </a:lnTo>
                  <a:lnTo>
                    <a:pt x="16866" y="203846"/>
                  </a:lnTo>
                  <a:lnTo>
                    <a:pt x="30839" y="227163"/>
                  </a:lnTo>
                  <a:lnTo>
                    <a:pt x="52156" y="242324"/>
                  </a:lnTo>
                  <a:lnTo>
                    <a:pt x="79101" y="247733"/>
                  </a:lnTo>
                  <a:lnTo>
                    <a:pt x="99874" y="244675"/>
                  </a:lnTo>
                  <a:lnTo>
                    <a:pt x="117666" y="235953"/>
                  </a:lnTo>
                  <a:lnTo>
                    <a:pt x="131787" y="222249"/>
                  </a:lnTo>
                  <a:lnTo>
                    <a:pt x="141543" y="204240"/>
                  </a:lnTo>
                  <a:lnTo>
                    <a:pt x="188215" y="204240"/>
                  </a:lnTo>
                  <a:lnTo>
                    <a:pt x="188215" y="303689"/>
                  </a:lnTo>
                  <a:lnTo>
                    <a:pt x="214668" y="303689"/>
                  </a:lnTo>
                  <a:lnTo>
                    <a:pt x="214668" y="7121"/>
                  </a:lnTo>
                  <a:lnTo>
                    <a:pt x="188215" y="7121"/>
                  </a:lnTo>
                  <a:lnTo>
                    <a:pt x="188215" y="108351"/>
                  </a:lnTo>
                  <a:lnTo>
                    <a:pt x="143197" y="108351"/>
                  </a:lnTo>
                  <a:close/>
                </a:path>
                <a:path w="274954" h="320040">
                  <a:moveTo>
                    <a:pt x="93853" y="55193"/>
                  </a:moveTo>
                  <a:lnTo>
                    <a:pt x="93853" y="8647"/>
                  </a:lnTo>
                  <a:lnTo>
                    <a:pt x="65621" y="8647"/>
                  </a:lnTo>
                  <a:lnTo>
                    <a:pt x="65621" y="55193"/>
                  </a:lnTo>
                  <a:lnTo>
                    <a:pt x="0" y="55193"/>
                  </a:lnTo>
                  <a:lnTo>
                    <a:pt x="0" y="78338"/>
                  </a:lnTo>
                  <a:lnTo>
                    <a:pt x="159475" y="78338"/>
                  </a:lnTo>
                  <a:lnTo>
                    <a:pt x="159475" y="55193"/>
                  </a:lnTo>
                  <a:lnTo>
                    <a:pt x="93853" y="55193"/>
                  </a:lnTo>
                  <a:close/>
                </a:path>
              </a:pathLst>
            </a:custGeom>
            <a:ln w="73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29884" y="8141841"/>
              <a:ext cx="92826" cy="106306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12972" y="8017465"/>
              <a:ext cx="271886" cy="327079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8680534" y="8021402"/>
              <a:ext cx="273050" cy="312420"/>
            </a:xfrm>
            <a:custGeom>
              <a:avLst/>
              <a:gdLst/>
              <a:ahLst/>
              <a:cxnLst/>
              <a:rect l="l" t="t" r="r" b="b"/>
              <a:pathLst>
                <a:path w="273050" h="312420">
                  <a:moveTo>
                    <a:pt x="86732" y="213396"/>
                  </a:moveTo>
                  <a:lnTo>
                    <a:pt x="58499" y="213396"/>
                  </a:lnTo>
                  <a:lnTo>
                    <a:pt x="58499" y="312337"/>
                  </a:lnTo>
                  <a:lnTo>
                    <a:pt x="272659" y="312337"/>
                  </a:lnTo>
                  <a:lnTo>
                    <a:pt x="272659" y="288937"/>
                  </a:lnTo>
                  <a:lnTo>
                    <a:pt x="86732" y="288937"/>
                  </a:lnTo>
                  <a:lnTo>
                    <a:pt x="86732" y="213396"/>
                  </a:lnTo>
                  <a:close/>
                </a:path>
                <a:path w="273050" h="312420">
                  <a:moveTo>
                    <a:pt x="263757" y="0"/>
                  </a:moveTo>
                  <a:lnTo>
                    <a:pt x="235525" y="0"/>
                  </a:lnTo>
                  <a:lnTo>
                    <a:pt x="235525" y="88512"/>
                  </a:lnTo>
                  <a:lnTo>
                    <a:pt x="169649" y="88512"/>
                  </a:lnTo>
                  <a:lnTo>
                    <a:pt x="169649" y="111658"/>
                  </a:lnTo>
                  <a:lnTo>
                    <a:pt x="235525" y="111658"/>
                  </a:lnTo>
                  <a:lnTo>
                    <a:pt x="235525" y="234507"/>
                  </a:lnTo>
                  <a:lnTo>
                    <a:pt x="263757" y="234507"/>
                  </a:lnTo>
                  <a:lnTo>
                    <a:pt x="263757" y="0"/>
                  </a:lnTo>
                  <a:close/>
                </a:path>
                <a:path w="273050" h="312420">
                  <a:moveTo>
                    <a:pt x="109877" y="49343"/>
                  </a:moveTo>
                  <a:lnTo>
                    <a:pt x="81391" y="49343"/>
                  </a:lnTo>
                  <a:lnTo>
                    <a:pt x="81391" y="65875"/>
                  </a:lnTo>
                  <a:lnTo>
                    <a:pt x="75326" y="99199"/>
                  </a:lnTo>
                  <a:lnTo>
                    <a:pt x="58436" y="129112"/>
                  </a:lnTo>
                  <a:lnTo>
                    <a:pt x="32675" y="153541"/>
                  </a:lnTo>
                  <a:lnTo>
                    <a:pt x="0" y="170412"/>
                  </a:lnTo>
                  <a:lnTo>
                    <a:pt x="14752" y="193557"/>
                  </a:lnTo>
                  <a:lnTo>
                    <a:pt x="41561" y="180156"/>
                  </a:lnTo>
                  <a:lnTo>
                    <a:pt x="64508" y="161796"/>
                  </a:lnTo>
                  <a:lnTo>
                    <a:pt x="82924" y="139191"/>
                  </a:lnTo>
                  <a:lnTo>
                    <a:pt x="96142" y="113057"/>
                  </a:lnTo>
                  <a:lnTo>
                    <a:pt x="125385" y="113057"/>
                  </a:lnTo>
                  <a:lnTo>
                    <a:pt x="115616" y="96226"/>
                  </a:lnTo>
                  <a:lnTo>
                    <a:pt x="109877" y="65875"/>
                  </a:lnTo>
                  <a:lnTo>
                    <a:pt x="109877" y="49343"/>
                  </a:lnTo>
                  <a:close/>
                </a:path>
                <a:path w="273050" h="312420">
                  <a:moveTo>
                    <a:pt x="125385" y="113057"/>
                  </a:moveTo>
                  <a:lnTo>
                    <a:pt x="96142" y="113057"/>
                  </a:lnTo>
                  <a:lnTo>
                    <a:pt x="109073" y="136568"/>
                  </a:lnTo>
                  <a:lnTo>
                    <a:pt x="126712" y="157027"/>
                  </a:lnTo>
                  <a:lnTo>
                    <a:pt x="148524" y="173718"/>
                  </a:lnTo>
                  <a:lnTo>
                    <a:pt x="173973" y="185927"/>
                  </a:lnTo>
                  <a:lnTo>
                    <a:pt x="188725" y="163290"/>
                  </a:lnTo>
                  <a:lnTo>
                    <a:pt x="156661" y="147103"/>
                  </a:lnTo>
                  <a:lnTo>
                    <a:pt x="131751" y="124025"/>
                  </a:lnTo>
                  <a:lnTo>
                    <a:pt x="125385" y="113057"/>
                  </a:lnTo>
                  <a:close/>
                </a:path>
                <a:path w="273050" h="312420">
                  <a:moveTo>
                    <a:pt x="181349" y="25943"/>
                  </a:moveTo>
                  <a:lnTo>
                    <a:pt x="9156" y="25943"/>
                  </a:lnTo>
                  <a:lnTo>
                    <a:pt x="9156" y="49343"/>
                  </a:lnTo>
                  <a:lnTo>
                    <a:pt x="181349" y="49343"/>
                  </a:lnTo>
                  <a:lnTo>
                    <a:pt x="181349" y="2594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676851" y="8017719"/>
              <a:ext cx="280025" cy="319703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8996942" y="8021148"/>
              <a:ext cx="274955" cy="320040"/>
            </a:xfrm>
            <a:custGeom>
              <a:avLst/>
              <a:gdLst/>
              <a:ahLst/>
              <a:cxnLst/>
              <a:rect l="l" t="t" r="r" b="b"/>
              <a:pathLst>
                <a:path w="274954" h="320040">
                  <a:moveTo>
                    <a:pt x="274693" y="0"/>
                  </a:moveTo>
                  <a:lnTo>
                    <a:pt x="247479" y="0"/>
                  </a:lnTo>
                  <a:lnTo>
                    <a:pt x="247479" y="319713"/>
                  </a:lnTo>
                  <a:lnTo>
                    <a:pt x="274693" y="319713"/>
                  </a:lnTo>
                  <a:lnTo>
                    <a:pt x="274693" y="0"/>
                  </a:lnTo>
                  <a:close/>
                </a:path>
                <a:path w="274954" h="320040">
                  <a:moveTo>
                    <a:pt x="214668" y="204240"/>
                  </a:moveTo>
                  <a:lnTo>
                    <a:pt x="188215" y="204240"/>
                  </a:lnTo>
                  <a:lnTo>
                    <a:pt x="188215" y="303689"/>
                  </a:lnTo>
                  <a:lnTo>
                    <a:pt x="214668" y="303689"/>
                  </a:lnTo>
                  <a:lnTo>
                    <a:pt x="214668" y="204240"/>
                  </a:lnTo>
                  <a:close/>
                </a:path>
                <a:path w="274954" h="320040">
                  <a:moveTo>
                    <a:pt x="79101" y="100212"/>
                  </a:moveTo>
                  <a:lnTo>
                    <a:pt x="52156" y="105585"/>
                  </a:lnTo>
                  <a:lnTo>
                    <a:pt x="30839" y="120687"/>
                  </a:lnTo>
                  <a:lnTo>
                    <a:pt x="16866" y="143991"/>
                  </a:lnTo>
                  <a:lnTo>
                    <a:pt x="11953" y="173972"/>
                  </a:lnTo>
                  <a:lnTo>
                    <a:pt x="16866" y="203846"/>
                  </a:lnTo>
                  <a:lnTo>
                    <a:pt x="30839" y="227163"/>
                  </a:lnTo>
                  <a:lnTo>
                    <a:pt x="52156" y="242324"/>
                  </a:lnTo>
                  <a:lnTo>
                    <a:pt x="79101" y="247733"/>
                  </a:lnTo>
                  <a:lnTo>
                    <a:pt x="99874" y="244675"/>
                  </a:lnTo>
                  <a:lnTo>
                    <a:pt x="117666" y="235953"/>
                  </a:lnTo>
                  <a:lnTo>
                    <a:pt x="130687" y="223316"/>
                  </a:lnTo>
                  <a:lnTo>
                    <a:pt x="79101" y="223316"/>
                  </a:lnTo>
                  <a:lnTo>
                    <a:pt x="62056" y="219647"/>
                  </a:lnTo>
                  <a:lnTo>
                    <a:pt x="48611" y="209422"/>
                  </a:lnTo>
                  <a:lnTo>
                    <a:pt x="39793" y="193808"/>
                  </a:lnTo>
                  <a:lnTo>
                    <a:pt x="36625" y="173972"/>
                  </a:lnTo>
                  <a:lnTo>
                    <a:pt x="39793" y="153919"/>
                  </a:lnTo>
                  <a:lnTo>
                    <a:pt x="48611" y="138300"/>
                  </a:lnTo>
                  <a:lnTo>
                    <a:pt x="62056" y="128119"/>
                  </a:lnTo>
                  <a:lnTo>
                    <a:pt x="79101" y="124375"/>
                  </a:lnTo>
                  <a:lnTo>
                    <a:pt x="129931" y="124375"/>
                  </a:lnTo>
                  <a:lnTo>
                    <a:pt x="127713" y="120687"/>
                  </a:lnTo>
                  <a:lnTo>
                    <a:pt x="106304" y="105585"/>
                  </a:lnTo>
                  <a:lnTo>
                    <a:pt x="79101" y="100212"/>
                  </a:lnTo>
                  <a:close/>
                </a:path>
                <a:path w="274954" h="320040">
                  <a:moveTo>
                    <a:pt x="129931" y="124375"/>
                  </a:moveTo>
                  <a:lnTo>
                    <a:pt x="79101" y="124375"/>
                  </a:lnTo>
                  <a:lnTo>
                    <a:pt x="96297" y="128119"/>
                  </a:lnTo>
                  <a:lnTo>
                    <a:pt x="109845" y="138300"/>
                  </a:lnTo>
                  <a:lnTo>
                    <a:pt x="118767" y="153919"/>
                  </a:lnTo>
                  <a:lnTo>
                    <a:pt x="122086" y="173972"/>
                  </a:lnTo>
                  <a:lnTo>
                    <a:pt x="118767" y="193808"/>
                  </a:lnTo>
                  <a:lnTo>
                    <a:pt x="109845" y="209422"/>
                  </a:lnTo>
                  <a:lnTo>
                    <a:pt x="96297" y="219647"/>
                  </a:lnTo>
                  <a:lnTo>
                    <a:pt x="79101" y="223316"/>
                  </a:lnTo>
                  <a:lnTo>
                    <a:pt x="130687" y="223316"/>
                  </a:lnTo>
                  <a:lnTo>
                    <a:pt x="131787" y="222249"/>
                  </a:lnTo>
                  <a:lnTo>
                    <a:pt x="141543" y="204240"/>
                  </a:lnTo>
                  <a:lnTo>
                    <a:pt x="214668" y="204240"/>
                  </a:lnTo>
                  <a:lnTo>
                    <a:pt x="214668" y="181349"/>
                  </a:lnTo>
                  <a:lnTo>
                    <a:pt x="146503" y="181349"/>
                  </a:lnTo>
                  <a:lnTo>
                    <a:pt x="146757" y="176516"/>
                  </a:lnTo>
                  <a:lnTo>
                    <a:pt x="146757" y="173972"/>
                  </a:lnTo>
                  <a:lnTo>
                    <a:pt x="141730" y="143991"/>
                  </a:lnTo>
                  <a:lnTo>
                    <a:pt x="129931" y="124375"/>
                  </a:lnTo>
                  <a:close/>
                </a:path>
                <a:path w="274954" h="320040">
                  <a:moveTo>
                    <a:pt x="214668" y="7121"/>
                  </a:moveTo>
                  <a:lnTo>
                    <a:pt x="188215" y="7121"/>
                  </a:lnTo>
                  <a:lnTo>
                    <a:pt x="188215" y="108351"/>
                  </a:lnTo>
                  <a:lnTo>
                    <a:pt x="143197" y="108351"/>
                  </a:lnTo>
                  <a:lnTo>
                    <a:pt x="143197" y="131751"/>
                  </a:lnTo>
                  <a:lnTo>
                    <a:pt x="188215" y="131751"/>
                  </a:lnTo>
                  <a:lnTo>
                    <a:pt x="188215" y="181349"/>
                  </a:lnTo>
                  <a:lnTo>
                    <a:pt x="214668" y="181349"/>
                  </a:lnTo>
                  <a:lnTo>
                    <a:pt x="214668" y="7121"/>
                  </a:lnTo>
                  <a:close/>
                </a:path>
                <a:path w="274954" h="320040">
                  <a:moveTo>
                    <a:pt x="159475" y="55193"/>
                  </a:moveTo>
                  <a:lnTo>
                    <a:pt x="0" y="55193"/>
                  </a:lnTo>
                  <a:lnTo>
                    <a:pt x="0" y="78338"/>
                  </a:lnTo>
                  <a:lnTo>
                    <a:pt x="159475" y="78338"/>
                  </a:lnTo>
                  <a:lnTo>
                    <a:pt x="159475" y="55193"/>
                  </a:lnTo>
                  <a:close/>
                </a:path>
                <a:path w="274954" h="320040">
                  <a:moveTo>
                    <a:pt x="93853" y="8647"/>
                  </a:moveTo>
                  <a:lnTo>
                    <a:pt x="65621" y="8647"/>
                  </a:lnTo>
                  <a:lnTo>
                    <a:pt x="65621" y="55193"/>
                  </a:lnTo>
                  <a:lnTo>
                    <a:pt x="93853" y="55193"/>
                  </a:lnTo>
                  <a:lnTo>
                    <a:pt x="93853" y="86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996942" y="8021148"/>
              <a:ext cx="274955" cy="320040"/>
            </a:xfrm>
            <a:custGeom>
              <a:avLst/>
              <a:gdLst/>
              <a:ahLst/>
              <a:cxnLst/>
              <a:rect l="l" t="t" r="r" b="b"/>
              <a:pathLst>
                <a:path w="274954" h="320040">
                  <a:moveTo>
                    <a:pt x="247479" y="319713"/>
                  </a:moveTo>
                  <a:lnTo>
                    <a:pt x="274693" y="319713"/>
                  </a:lnTo>
                  <a:lnTo>
                    <a:pt x="274693" y="0"/>
                  </a:lnTo>
                  <a:lnTo>
                    <a:pt x="247479" y="0"/>
                  </a:lnTo>
                  <a:lnTo>
                    <a:pt x="247479" y="319713"/>
                  </a:lnTo>
                  <a:close/>
                </a:path>
                <a:path w="274954" h="320040">
                  <a:moveTo>
                    <a:pt x="143197" y="108351"/>
                  </a:moveTo>
                  <a:lnTo>
                    <a:pt x="143197" y="131751"/>
                  </a:lnTo>
                  <a:lnTo>
                    <a:pt x="188215" y="131751"/>
                  </a:lnTo>
                  <a:lnTo>
                    <a:pt x="188215" y="181349"/>
                  </a:lnTo>
                  <a:lnTo>
                    <a:pt x="146503" y="181349"/>
                  </a:lnTo>
                  <a:lnTo>
                    <a:pt x="146630" y="178932"/>
                  </a:lnTo>
                  <a:lnTo>
                    <a:pt x="146757" y="176516"/>
                  </a:lnTo>
                  <a:lnTo>
                    <a:pt x="146757" y="173972"/>
                  </a:lnTo>
                  <a:lnTo>
                    <a:pt x="141730" y="143991"/>
                  </a:lnTo>
                  <a:lnTo>
                    <a:pt x="127713" y="120687"/>
                  </a:lnTo>
                  <a:lnTo>
                    <a:pt x="106304" y="105585"/>
                  </a:lnTo>
                  <a:lnTo>
                    <a:pt x="79101" y="100212"/>
                  </a:lnTo>
                  <a:lnTo>
                    <a:pt x="52156" y="105585"/>
                  </a:lnTo>
                  <a:lnTo>
                    <a:pt x="30839" y="120687"/>
                  </a:lnTo>
                  <a:lnTo>
                    <a:pt x="16866" y="143991"/>
                  </a:lnTo>
                  <a:lnTo>
                    <a:pt x="11953" y="173972"/>
                  </a:lnTo>
                  <a:lnTo>
                    <a:pt x="16866" y="203846"/>
                  </a:lnTo>
                  <a:lnTo>
                    <a:pt x="30839" y="227163"/>
                  </a:lnTo>
                  <a:lnTo>
                    <a:pt x="52156" y="242324"/>
                  </a:lnTo>
                  <a:lnTo>
                    <a:pt x="79101" y="247733"/>
                  </a:lnTo>
                  <a:lnTo>
                    <a:pt x="99874" y="244675"/>
                  </a:lnTo>
                  <a:lnTo>
                    <a:pt x="117666" y="235953"/>
                  </a:lnTo>
                  <a:lnTo>
                    <a:pt x="131787" y="222249"/>
                  </a:lnTo>
                  <a:lnTo>
                    <a:pt x="141543" y="204240"/>
                  </a:lnTo>
                  <a:lnTo>
                    <a:pt x="188215" y="204240"/>
                  </a:lnTo>
                  <a:lnTo>
                    <a:pt x="188215" y="303689"/>
                  </a:lnTo>
                  <a:lnTo>
                    <a:pt x="214668" y="303689"/>
                  </a:lnTo>
                  <a:lnTo>
                    <a:pt x="214668" y="7121"/>
                  </a:lnTo>
                  <a:lnTo>
                    <a:pt x="188215" y="7121"/>
                  </a:lnTo>
                  <a:lnTo>
                    <a:pt x="188215" y="108351"/>
                  </a:lnTo>
                  <a:lnTo>
                    <a:pt x="143197" y="108351"/>
                  </a:lnTo>
                  <a:close/>
                </a:path>
                <a:path w="274954" h="320040">
                  <a:moveTo>
                    <a:pt x="93853" y="55193"/>
                  </a:moveTo>
                  <a:lnTo>
                    <a:pt x="93853" y="8647"/>
                  </a:lnTo>
                  <a:lnTo>
                    <a:pt x="65621" y="8647"/>
                  </a:lnTo>
                  <a:lnTo>
                    <a:pt x="65621" y="55193"/>
                  </a:lnTo>
                  <a:lnTo>
                    <a:pt x="0" y="55193"/>
                  </a:lnTo>
                  <a:lnTo>
                    <a:pt x="0" y="78338"/>
                  </a:lnTo>
                  <a:lnTo>
                    <a:pt x="159475" y="78338"/>
                  </a:lnTo>
                  <a:lnTo>
                    <a:pt x="159475" y="55193"/>
                  </a:lnTo>
                  <a:lnTo>
                    <a:pt x="93853" y="55193"/>
                  </a:lnTo>
                  <a:close/>
                </a:path>
              </a:pathLst>
            </a:custGeom>
            <a:ln w="736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029884" y="8141841"/>
              <a:ext cx="92826" cy="106306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9316655" y="8021148"/>
              <a:ext cx="264795" cy="320040"/>
            </a:xfrm>
            <a:custGeom>
              <a:avLst/>
              <a:gdLst/>
              <a:ahLst/>
              <a:cxnLst/>
              <a:rect l="l" t="t" r="r" b="b"/>
              <a:pathLst>
                <a:path w="264795" h="320040">
                  <a:moveTo>
                    <a:pt x="264520" y="0"/>
                  </a:moveTo>
                  <a:lnTo>
                    <a:pt x="236287" y="0"/>
                  </a:lnTo>
                  <a:lnTo>
                    <a:pt x="236287" y="67147"/>
                  </a:lnTo>
                  <a:lnTo>
                    <a:pt x="165070" y="67147"/>
                  </a:lnTo>
                  <a:lnTo>
                    <a:pt x="165070" y="90801"/>
                  </a:lnTo>
                  <a:lnTo>
                    <a:pt x="236287" y="90801"/>
                  </a:lnTo>
                  <a:lnTo>
                    <a:pt x="236287" y="188979"/>
                  </a:lnTo>
                  <a:lnTo>
                    <a:pt x="264520" y="188979"/>
                  </a:lnTo>
                  <a:lnTo>
                    <a:pt x="264520" y="0"/>
                  </a:lnTo>
                  <a:close/>
                </a:path>
                <a:path w="264795" h="320040">
                  <a:moveTo>
                    <a:pt x="108606" y="16278"/>
                  </a:moveTo>
                  <a:lnTo>
                    <a:pt x="80628" y="16278"/>
                  </a:lnTo>
                  <a:lnTo>
                    <a:pt x="80628" y="50106"/>
                  </a:lnTo>
                  <a:lnTo>
                    <a:pt x="74718" y="85500"/>
                  </a:lnTo>
                  <a:lnTo>
                    <a:pt x="58340" y="116554"/>
                  </a:lnTo>
                  <a:lnTo>
                    <a:pt x="32949" y="141599"/>
                  </a:lnTo>
                  <a:lnTo>
                    <a:pt x="0" y="158966"/>
                  </a:lnTo>
                  <a:lnTo>
                    <a:pt x="15260" y="182112"/>
                  </a:lnTo>
                  <a:lnTo>
                    <a:pt x="41653" y="168403"/>
                  </a:lnTo>
                  <a:lnTo>
                    <a:pt x="64158" y="149794"/>
                  </a:lnTo>
                  <a:lnTo>
                    <a:pt x="82181" y="126869"/>
                  </a:lnTo>
                  <a:lnTo>
                    <a:pt x="95125" y="100212"/>
                  </a:lnTo>
                  <a:lnTo>
                    <a:pt x="123808" y="100212"/>
                  </a:lnTo>
                  <a:lnTo>
                    <a:pt x="114312" y="83425"/>
                  </a:lnTo>
                  <a:lnTo>
                    <a:pt x="108606" y="51377"/>
                  </a:lnTo>
                  <a:lnTo>
                    <a:pt x="108606" y="16278"/>
                  </a:lnTo>
                  <a:close/>
                </a:path>
                <a:path w="264795" h="320040">
                  <a:moveTo>
                    <a:pt x="123808" y="100212"/>
                  </a:moveTo>
                  <a:lnTo>
                    <a:pt x="95125" y="100212"/>
                  </a:lnTo>
                  <a:lnTo>
                    <a:pt x="107954" y="124375"/>
                  </a:lnTo>
                  <a:lnTo>
                    <a:pt x="125456" y="145295"/>
                  </a:lnTo>
                  <a:lnTo>
                    <a:pt x="147060" y="162304"/>
                  </a:lnTo>
                  <a:lnTo>
                    <a:pt x="172192" y="174735"/>
                  </a:lnTo>
                  <a:lnTo>
                    <a:pt x="187707" y="152099"/>
                  </a:lnTo>
                  <a:lnTo>
                    <a:pt x="155675" y="135789"/>
                  </a:lnTo>
                  <a:lnTo>
                    <a:pt x="130606" y="112230"/>
                  </a:lnTo>
                  <a:lnTo>
                    <a:pt x="123808" y="100212"/>
                  </a:lnTo>
                  <a:close/>
                </a:path>
                <a:path w="264795" h="320040">
                  <a:moveTo>
                    <a:pt x="264520" y="206783"/>
                  </a:moveTo>
                  <a:lnTo>
                    <a:pt x="49343" y="206783"/>
                  </a:lnTo>
                  <a:lnTo>
                    <a:pt x="49343" y="229420"/>
                  </a:lnTo>
                  <a:lnTo>
                    <a:pt x="236287" y="229420"/>
                  </a:lnTo>
                  <a:lnTo>
                    <a:pt x="236287" y="319713"/>
                  </a:lnTo>
                  <a:lnTo>
                    <a:pt x="264520" y="319713"/>
                  </a:lnTo>
                  <a:lnTo>
                    <a:pt x="264520" y="2067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12972" y="8017465"/>
              <a:ext cx="271886" cy="327079"/>
            </a:xfrm>
            <a:prstGeom prst="rect">
              <a:avLst/>
            </a:prstGeom>
          </p:spPr>
        </p:pic>
      </p:grpSp>
      <p:pic>
        <p:nvPicPr>
          <p:cNvPr id="46" name="object 4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495560" y="8574051"/>
            <a:ext cx="1306678" cy="2046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2026-04-16T10:57:03Z</dcterms:created>
  <dcterms:modified xsi:type="dcterms:W3CDTF">2026-04-16T10:57:03Z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2026-04-06T00:00:00Z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2026-04-16T00:00:00Z</vt:filetime>
  </property>
  <property fmtid="{D5CDD505-2E9C-101B-9397-08002B2CF9AE}" pid="5" name="Producer">
    <vt:lpwstr>pdf-merger-js</vt:lpwstr>
  </property>
</Properties>
</file>