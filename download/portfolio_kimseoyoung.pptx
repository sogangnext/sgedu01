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Playfair Display Medium"/>
      <p:bold r:id="rId18"/>
    </p:embeddedFont>
    <p:embeddedFont>
      <p:font typeface="Tiro Bangla Regular"/>
      <p:regular r:id="rId19"/>
    </p:embeddedFont>
    <p:embeddedFont>
      <p:font typeface="Pretendard Light"/>
      <p:regular r:id="rId20"/>
    </p:embeddedFont>
    <p:embeddedFont>
      <p:font typeface="Pretendard SemiBold"/>
      <p:bold r:id="rId21"/>
    </p:embeddedFont>
    <p:embeddedFont>
      <p:font typeface="Pretendard Bold"/>
      <p:bold r:id="rId22"/>
    </p:embeddedFont>
    <p:embeddedFont>
      <p:font typeface="Pretendard Regular"/>
      <p:regular r:id="rId23"/>
    </p:embeddedFont>
    <p:embeddedFont>
      <p:font typeface="Pretendard Medium"/>
      <p:bold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.fntdata" Type="http://schemas.openxmlformats.org/officeDocument/2006/relationships/font"/><Relationship Id="rId19" Target="fonts/font2.fntdata" Type="http://schemas.openxmlformats.org/officeDocument/2006/relationships/font"/><Relationship Id="rId2" Target="presProps.xml" Type="http://schemas.openxmlformats.org/officeDocument/2006/relationships/presProps"/><Relationship Id="rId20" Target="fonts/font3.fntdata" Type="http://schemas.openxmlformats.org/officeDocument/2006/relationships/font"/><Relationship Id="rId21" Target="fonts/font4.fntdata" Type="http://schemas.openxmlformats.org/officeDocument/2006/relationships/font"/><Relationship Id="rId22" Target="fonts/font5.fntdata" Type="http://schemas.openxmlformats.org/officeDocument/2006/relationships/font"/><Relationship Id="rId23" Target="fonts/font6.fntdata" Type="http://schemas.openxmlformats.org/officeDocument/2006/relationships/font"/><Relationship Id="rId24" Target="fonts/font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png" Type="http://schemas.openxmlformats.org/officeDocument/2006/relationships/image"/><Relationship Id="rId2" Target="../media/image28.png" Type="http://schemas.openxmlformats.org/officeDocument/2006/relationships/image"/><Relationship Id="rId3" Target="../media/image29.pn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Relationship Id="rId6" Target="../media/image32.png" Type="http://schemas.openxmlformats.org/officeDocument/2006/relationships/image"/><Relationship Id="rId7" Target="../media/image33.png" Type="http://schemas.openxmlformats.org/officeDocument/2006/relationships/image"/><Relationship Id="rId8" Target="../media/image34.pn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png" Type="http://schemas.openxmlformats.org/officeDocument/2006/relationships/image"/><Relationship Id="rId4" Target="../media/image40.png" Type="http://schemas.openxmlformats.org/officeDocument/2006/relationships/image"/><Relationship Id="rId5" Target="../media/image4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46.png" Type="http://schemas.openxmlformats.org/officeDocument/2006/relationships/image"/><Relationship Id="rId4" Target="../media/image12.png" Type="http://schemas.openxmlformats.org/officeDocument/2006/relationships/image"/><Relationship Id="rId5" Target="../media/image47.png" Type="http://schemas.openxmlformats.org/officeDocument/2006/relationships/image"/><Relationship Id="rId6" Target="../media/image48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Relationship Id="rId3" Target="../media/image50.png" Type="http://schemas.openxmlformats.org/officeDocument/2006/relationships/image"/><Relationship Id="rId4" Target="../media/image51.png" Type="http://schemas.openxmlformats.org/officeDocument/2006/relationships/image"/><Relationship Id="rId5" Target="../media/image5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Relationship Id="rId3" Target="../media/image54.png" Type="http://schemas.openxmlformats.org/officeDocument/2006/relationships/image"/><Relationship Id="rId4" Target="../media/image55.png" Type="http://schemas.openxmlformats.org/officeDocument/2006/relationships/image"/><Relationship Id="rId5" Target="../media/image5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33000"/>
          </a:blip>
          <a:stretch>
            <a:fillRect/>
          </a:stretch>
        </p:blipFill>
        <p:spPr>
          <a:xfrm rot="-2700000">
            <a:off x="8001000" y="6273800"/>
            <a:ext cx="14236700" cy="6743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33000"/>
          </a:blip>
          <a:stretch>
            <a:fillRect/>
          </a:stretch>
        </p:blipFill>
        <p:spPr>
          <a:xfrm rot="-2700000">
            <a:off x="4749800" y="7835900"/>
            <a:ext cx="10426700" cy="6743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863600" y="8420100"/>
            <a:ext cx="1270000" cy="12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698500" y="419100"/>
            <a:ext cx="16129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0429"/>
              </a:lnSpc>
            </a:pPr>
            <a:r>
              <a:rPr lang="en-US" sz="1500" b="false" i="false" u="none" strike="noStrike" spc="100">
                <a:solidFill>
                  <a:srgbClr val="4B4B4B"/>
                </a:solidFill>
                <a:latin typeface="Playfair Display Medium"/>
              </a:rPr>
              <a:t>Portfolio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014700" y="419100"/>
            <a:ext cx="19431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0429"/>
              </a:lnSpc>
            </a:pPr>
            <a:r>
              <a:rPr lang="en-US" sz="1500" b="false" i="false" u="none" strike="noStrike" spc="100">
                <a:solidFill>
                  <a:srgbClr val="4B4B4B"/>
                </a:solidFill>
                <a:ea typeface="Playfair Display Medium"/>
              </a:rPr>
              <a:t>ⓒ</a:t>
            </a:r>
            <a:r>
              <a:rPr lang="en-US" sz="1500" b="false" i="false" u="none" strike="noStrike" spc="100">
                <a:solidFill>
                  <a:srgbClr val="4B4B4B"/>
                </a:solidFill>
                <a:latin typeface="Playfair Display Medium"/>
              </a:rPr>
              <a:t> Kim SEOYEONG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43900" y="419100"/>
            <a:ext cx="16129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0429"/>
              </a:lnSpc>
            </a:pPr>
            <a:r>
              <a:rPr lang="en-US" sz="1500" b="false" i="false" u="none" strike="noStrike" spc="100">
                <a:solidFill>
                  <a:srgbClr val="4B4B4B"/>
                </a:solidFill>
                <a:latin typeface="Tiro Bangla Regular"/>
              </a:rPr>
              <a:t>(  2090  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85900" y="4241800"/>
            <a:ext cx="6019800" cy="596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6990"/>
              </a:lnSpc>
            </a:pPr>
            <a:r>
              <a:rPr lang="ko-KR" sz="3400" b="false" i="false" u="none" strike="noStrike" spc="-100">
                <a:solidFill>
                  <a:srgbClr val="4B4B4B"/>
                </a:solidFill>
                <a:ea typeface="Pretendard Light"/>
              </a:rPr>
              <a:t>도전을</a:t>
            </a:r>
            <a:r>
              <a:rPr lang="en-US" sz="3400" b="false" i="false" u="none" strike="noStrike" spc="-100">
                <a:solidFill>
                  <a:srgbClr val="4B4B4B"/>
                </a:solidFill>
                <a:latin typeface="Pretendard Light"/>
              </a:rPr>
              <a:t> </a:t>
            </a:r>
            <a:r>
              <a:rPr lang="ko-KR" sz="3400" b="false" i="false" u="none" strike="noStrike" spc="-100">
                <a:solidFill>
                  <a:srgbClr val="4B4B4B"/>
                </a:solidFill>
                <a:ea typeface="Pretendard Light"/>
              </a:rPr>
              <a:t>즐기는</a:t>
            </a:r>
            <a:r>
              <a:rPr lang="en-US" sz="3400" b="false" i="false" u="none" strike="noStrike" spc="-100">
                <a:solidFill>
                  <a:srgbClr val="4B4B4B"/>
                </a:solidFill>
                <a:latin typeface="Pretendard SemiBold"/>
              </a:rPr>
              <a:t> 3D </a:t>
            </a:r>
            <a:r>
              <a:rPr lang="ko-KR" sz="3400" b="false" i="false" u="none" strike="noStrike" spc="-100">
                <a:solidFill>
                  <a:srgbClr val="4B4B4B"/>
                </a:solidFill>
                <a:ea typeface="Pretendard SemiBold"/>
              </a:rPr>
              <a:t>디자이너</a:t>
            </a:r>
            <a:r>
              <a:rPr lang="en-US" sz="3400" b="false" i="false" u="none" strike="noStrike" spc="-100">
                <a:solidFill>
                  <a:srgbClr val="4B4B4B"/>
                </a:solidFill>
                <a:latin typeface="Pretendard SemiBold"/>
              </a:rPr>
              <a:t> </a:t>
            </a:r>
            <a:r>
              <a:rPr lang="ko-KR" sz="3400" b="false" i="false" u="none" strike="noStrike" spc="-100">
                <a:solidFill>
                  <a:srgbClr val="4B4B4B"/>
                </a:solidFill>
                <a:ea typeface="Pretendard SemiBold"/>
              </a:rPr>
              <a:t>김서영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85900" y="1841500"/>
            <a:ext cx="9398000" cy="2082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1259"/>
              </a:lnSpc>
            </a:pPr>
            <a:r>
              <a:rPr lang="en-US" sz="11700" b="false" i="false" u="none" strike="noStrike" spc="600">
                <a:solidFill>
                  <a:srgbClr val="4B4B4B"/>
                </a:solidFill>
                <a:latin typeface="Pretendard Bold"/>
              </a:rPr>
              <a:t>PORTFOLIO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68500" y="7772400"/>
            <a:ext cx="34671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200" b="false" i="false" u="none" strike="noStrike">
                <a:solidFill>
                  <a:srgbClr val="4B4B4B"/>
                </a:solidFill>
                <a:ea typeface="Pretendard Bold"/>
              </a:rPr>
              <a:t>김서영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68500" y="8229600"/>
            <a:ext cx="47371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200" b="false" i="false" u="none" strike="noStrike">
                <a:solidFill>
                  <a:srgbClr val="4B4B4B"/>
                </a:solidFill>
                <a:latin typeface="Pretendard Light"/>
              </a:rPr>
              <a:t>kinseoyoung0130@gmail.com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68500" y="8686800"/>
            <a:ext cx="26416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200" b="false" i="false" u="none" strike="noStrike">
                <a:solidFill>
                  <a:srgbClr val="4B4B4B"/>
                </a:solidFill>
                <a:latin typeface="Pretendard Light"/>
              </a:rPr>
              <a:t>+82 10-4825-1175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37100" y="1663700"/>
            <a:ext cx="8813800" cy="176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1300"/>
              </a:lnSpc>
            </a:pPr>
            <a:r>
              <a:rPr lang="en-US" sz="10000" b="false" i="false" u="none" strike="noStrike">
                <a:solidFill>
                  <a:srgbClr val="9BB97C"/>
                </a:solidFill>
                <a:latin typeface="Pretendard Bold"/>
              </a:rPr>
              <a:t>CONTENTS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98500" y="431800"/>
            <a:ext cx="1612900" cy="292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0429"/>
              </a:lnSpc>
            </a:pPr>
            <a:r>
              <a:rPr lang="en-US" sz="1600" b="false" i="false" u="none" strike="noStrike" spc="200">
                <a:solidFill>
                  <a:srgbClr val="9BB97C"/>
                </a:solidFill>
                <a:latin typeface="Playfair Display Medium"/>
              </a:rPr>
              <a:t>Portfolio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951200" y="431800"/>
            <a:ext cx="2032000" cy="292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0429"/>
              </a:lnSpc>
            </a:pPr>
            <a:r>
              <a:rPr lang="en-US" sz="1600" b="false" i="false" u="none" strike="noStrike" spc="100">
                <a:solidFill>
                  <a:srgbClr val="9BB97C"/>
                </a:solidFill>
                <a:ea typeface="Playfair Display Medium"/>
              </a:rPr>
              <a:t>ⓒ Kim SEOYEONG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343900" y="431800"/>
            <a:ext cx="1612900" cy="292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0429"/>
              </a:lnSpc>
            </a:pPr>
            <a:r>
              <a:rPr lang="en-US" sz="1600" b="false" i="false" u="none" strike="noStrike" spc="100">
                <a:solidFill>
                  <a:srgbClr val="9BB97C"/>
                </a:solidFill>
                <a:latin typeface="Tiro Bangla Regular"/>
              </a:rPr>
              <a:t>(  2090  )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384300" y="4902200"/>
            <a:ext cx="4406900" cy="12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5448300" y="4419600"/>
            <a:ext cx="355600" cy="330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23669"/>
              </a:lnSpc>
            </a:pPr>
            <a:r>
              <a:rPr lang="en-US" sz="1800" b="false" i="false" u="none" strike="noStrike">
                <a:solidFill>
                  <a:srgbClr val="9BB97C"/>
                </a:solidFill>
                <a:latin typeface="Pretendard Bold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22400" y="5168900"/>
            <a:ext cx="4368800" cy="304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9440"/>
              </a:lnSpc>
            </a:pPr>
            <a:r>
              <a:rPr lang="ko-KR" sz="1700" b="false" i="false" u="none" strike="noStrike">
                <a:solidFill>
                  <a:srgbClr val="4B4B4B"/>
                </a:solidFill>
                <a:ea typeface="Pretendard Regular"/>
              </a:rPr>
              <a:t>창덕궁</a:t>
            </a:r>
            <a:r>
              <a:rPr lang="en-US" sz="1700" b="false" i="false" u="none" strike="noStrike">
                <a:solidFill>
                  <a:srgbClr val="4B4B4B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4B4B4B"/>
                </a:solidFill>
                <a:ea typeface="Pretendard Regular"/>
              </a:rPr>
              <a:t>건물</a:t>
            </a:r>
            <a:r>
              <a:rPr lang="en-US" sz="1700" b="false" i="false" u="none" strike="noStrike">
                <a:solidFill>
                  <a:srgbClr val="4B4B4B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4B4B4B"/>
                </a:solidFill>
                <a:ea typeface="Pretendard Regular"/>
              </a:rPr>
              <a:t>모델링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2400" y="4584700"/>
            <a:ext cx="1866900" cy="254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73039"/>
              </a:lnSpc>
            </a:pPr>
            <a:r>
              <a:rPr lang="ko-KR" sz="2200" b="false" i="false" u="none" strike="noStrike" spc="-100">
                <a:solidFill>
                  <a:srgbClr val="9BB97C"/>
                </a:solidFill>
                <a:ea typeface="Pretendard SemiBold"/>
              </a:rPr>
              <a:t>건물</a:t>
            </a:r>
            <a:r>
              <a:rPr lang="en-US" sz="2200" b="false" i="false" u="none" strike="noStrike" spc="-100">
                <a:solidFill>
                  <a:srgbClr val="9BB97C"/>
                </a:solidFill>
                <a:latin typeface="Pretendard SemiBold"/>
              </a:rPr>
              <a:t> </a:t>
            </a:r>
            <a:r>
              <a:rPr lang="ko-KR" sz="2200" b="false" i="false" u="none" strike="noStrike" spc="-100">
                <a:solidFill>
                  <a:srgbClr val="9BB97C"/>
                </a:solidFill>
                <a:ea typeface="Pretendard SemiBold"/>
              </a:rPr>
              <a:t>모델링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858000" y="4902200"/>
            <a:ext cx="4406900" cy="127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0922000" y="4419600"/>
            <a:ext cx="355600" cy="330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23669"/>
              </a:lnSpc>
            </a:pPr>
            <a:r>
              <a:rPr lang="en-US" sz="1800" b="false" i="false" u="none" strike="noStrike">
                <a:solidFill>
                  <a:srgbClr val="9BB97C"/>
                </a:solidFill>
                <a:latin typeface="Pretendard Bold"/>
              </a:rPr>
              <a:t>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96100" y="5168900"/>
            <a:ext cx="4394200" cy="304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9440"/>
              </a:lnSpc>
            </a:pPr>
            <a:r>
              <a:rPr lang="ko-KR" sz="1700" b="false" i="false" u="none" strike="noStrike">
                <a:solidFill>
                  <a:srgbClr val="4B4B4B"/>
                </a:solidFill>
                <a:ea typeface="Pretendard Regular"/>
              </a:rPr>
              <a:t>지속환경</a:t>
            </a:r>
            <a:r>
              <a:rPr lang="en-US" sz="1700" b="false" i="false" u="none" strike="noStrike">
                <a:solidFill>
                  <a:srgbClr val="4B4B4B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4B4B4B"/>
                </a:solidFill>
                <a:ea typeface="Pretendard Regular"/>
              </a:rPr>
              <a:t>게임</a:t>
            </a:r>
            <a:r>
              <a:rPr lang="en-US" sz="1700" b="false" i="false" u="none" strike="noStrike">
                <a:solidFill>
                  <a:srgbClr val="4B4B4B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4B4B4B"/>
                </a:solidFill>
                <a:ea typeface="Pretendard Regular"/>
              </a:rPr>
              <a:t>프로젝트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96100" y="4457700"/>
            <a:ext cx="2336800" cy="254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73039"/>
              </a:lnSpc>
            </a:pPr>
            <a:r>
              <a:rPr lang="ko-KR" sz="2200" b="false" i="false" u="none" strike="noStrike" spc="-100">
                <a:solidFill>
                  <a:srgbClr val="9BB97C"/>
                </a:solidFill>
                <a:ea typeface="Pretendard SemiBold"/>
              </a:rPr>
              <a:t>팀</a:t>
            </a:r>
            <a:r>
              <a:rPr lang="en-US" sz="2200" b="false" i="false" u="none" strike="noStrike" spc="-100">
                <a:solidFill>
                  <a:srgbClr val="9BB97C"/>
                </a:solidFill>
                <a:latin typeface="Pretendard SemiBold"/>
              </a:rPr>
              <a:t> </a:t>
            </a:r>
            <a:r>
              <a:rPr lang="ko-KR" sz="2200" b="false" i="false" u="none" strike="noStrike" spc="-100">
                <a:solidFill>
                  <a:srgbClr val="9BB97C"/>
                </a:solidFill>
                <a:ea typeface="Pretendard SemiBold"/>
              </a:rPr>
              <a:t>프로젝트</a:t>
            </a:r>
            <a:r>
              <a:rPr lang="en-US" sz="2200" b="false" i="false" u="none" strike="noStrike" spc="-100">
                <a:solidFill>
                  <a:srgbClr val="9BB97C"/>
                </a:solidFill>
                <a:latin typeface="Pretendard SemiBold"/>
              </a:rPr>
              <a:t> </a:t>
            </a:r>
            <a:r>
              <a:rPr lang="ko-KR" sz="2200" b="false" i="false" u="none" strike="noStrike" spc="-100">
                <a:solidFill>
                  <a:srgbClr val="9BB97C"/>
                </a:solidFill>
                <a:ea typeface="Pretendard SemiBold"/>
              </a:rPr>
              <a:t>모델링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331700" y="4889500"/>
            <a:ext cx="4406900" cy="127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6395700" y="4406900"/>
            <a:ext cx="355600" cy="330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23669"/>
              </a:lnSpc>
            </a:pPr>
            <a:r>
              <a:rPr lang="en-US" sz="1800" b="false" i="false" u="none" strike="noStrike">
                <a:solidFill>
                  <a:srgbClr val="9BB97C"/>
                </a:solidFill>
                <a:latin typeface="Pretendard Bold"/>
              </a:rPr>
              <a:t>03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395200" y="5156200"/>
            <a:ext cx="4254500" cy="304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9440"/>
              </a:lnSpc>
            </a:pPr>
            <a:r>
              <a:rPr lang="ko-KR" sz="1700" b="false" i="false" u="none" strike="noStrike">
                <a:solidFill>
                  <a:srgbClr val="4B4B4B"/>
                </a:solidFill>
                <a:ea typeface="Pretendard Regular"/>
              </a:rPr>
              <a:t>컨셉과</a:t>
            </a:r>
            <a:r>
              <a:rPr lang="en-US" sz="1700" b="false" i="false" u="none" strike="noStrike">
                <a:solidFill>
                  <a:srgbClr val="4B4B4B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4B4B4B"/>
                </a:solidFill>
                <a:ea typeface="Pretendard Regular"/>
              </a:rPr>
              <a:t>의상</a:t>
            </a:r>
            <a:r>
              <a:rPr lang="en-US" sz="1700" b="false" i="false" u="none" strike="noStrike">
                <a:solidFill>
                  <a:srgbClr val="4B4B4B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4B4B4B"/>
                </a:solidFill>
                <a:ea typeface="Pretendard Regular"/>
              </a:rPr>
              <a:t>디자인이</a:t>
            </a:r>
            <a:r>
              <a:rPr lang="en-US" sz="1700" b="false" i="false" u="none" strike="noStrike">
                <a:solidFill>
                  <a:srgbClr val="4B4B4B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4B4B4B"/>
                </a:solidFill>
                <a:ea typeface="Pretendard Regular"/>
              </a:rPr>
              <a:t>들어간</a:t>
            </a:r>
            <a:r>
              <a:rPr lang="en-US" sz="1700" b="false" i="false" u="none" strike="noStrike">
                <a:solidFill>
                  <a:srgbClr val="4B4B4B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4B4B4B"/>
                </a:solidFill>
                <a:ea typeface="Pretendard Regular"/>
              </a:rPr>
              <a:t>캐릭터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369800" y="4445000"/>
            <a:ext cx="3302000" cy="254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73039"/>
              </a:lnSpc>
            </a:pPr>
            <a:r>
              <a:rPr lang="en-US" sz="2200" b="false" i="false" u="none" strike="noStrike" spc="-100">
                <a:solidFill>
                  <a:srgbClr val="9BB97C"/>
                </a:solidFill>
                <a:latin typeface="Pretendard SemiBold"/>
              </a:rPr>
              <a:t>High Poly </a:t>
            </a:r>
            <a:r>
              <a:rPr lang="ko-KR" sz="2200" b="false" i="false" u="none" strike="noStrike" spc="-100">
                <a:solidFill>
                  <a:srgbClr val="9BB97C"/>
                </a:solidFill>
                <a:ea typeface="Pretendard SemiBold"/>
              </a:rPr>
              <a:t>캐릭터</a:t>
            </a:r>
            <a:r>
              <a:rPr lang="en-US" sz="2200" b="false" i="false" u="none" strike="noStrike" spc="-100">
                <a:solidFill>
                  <a:srgbClr val="9BB97C"/>
                </a:solidFill>
                <a:latin typeface="Pretendard SemiBold"/>
              </a:rPr>
              <a:t> </a:t>
            </a:r>
            <a:r>
              <a:rPr lang="ko-KR" sz="2200" b="false" i="false" u="none" strike="noStrike" spc="-100">
                <a:solidFill>
                  <a:srgbClr val="9BB97C"/>
                </a:solidFill>
                <a:ea typeface="Pretendard SemiBold"/>
              </a:rPr>
              <a:t>모델링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485900" y="7264400"/>
            <a:ext cx="4406900" cy="127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5549900" y="6769100"/>
            <a:ext cx="355600" cy="330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23669"/>
              </a:lnSpc>
            </a:pPr>
            <a:r>
              <a:rPr lang="en-US" sz="1800" b="false" i="false" u="none" strike="noStrike">
                <a:solidFill>
                  <a:srgbClr val="9BB97C"/>
                </a:solidFill>
                <a:latin typeface="Pretendard Bold"/>
              </a:rPr>
              <a:t>04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49400" y="7518400"/>
            <a:ext cx="4559300" cy="304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9440"/>
              </a:lnSpc>
            </a:pPr>
            <a:r>
              <a:rPr lang="ko-KR" sz="1700" b="false" i="false" u="none" strike="noStrike">
                <a:solidFill>
                  <a:srgbClr val="4B4B4B"/>
                </a:solidFill>
                <a:ea typeface="Pretendard Regular"/>
              </a:rPr>
              <a:t>디저트</a:t>
            </a:r>
            <a:r>
              <a:rPr lang="en-US" sz="1700" b="false" i="false" u="none" strike="noStrike">
                <a:solidFill>
                  <a:srgbClr val="4B4B4B"/>
                </a:solidFill>
                <a:latin typeface="Pretendard Regular"/>
              </a:rPr>
              <a:t>&amp;</a:t>
            </a:r>
            <a:r>
              <a:rPr lang="ko-KR" sz="1700" b="false" i="false" u="none" strike="noStrike">
                <a:solidFill>
                  <a:srgbClr val="4B4B4B"/>
                </a:solidFill>
                <a:ea typeface="Pretendard Regular"/>
              </a:rPr>
              <a:t>동물</a:t>
            </a:r>
            <a:r>
              <a:rPr lang="en-US" sz="1700" b="false" i="false" u="none" strike="noStrike">
                <a:solidFill>
                  <a:srgbClr val="4B4B4B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4B4B4B"/>
                </a:solidFill>
                <a:ea typeface="Pretendard Regular"/>
              </a:rPr>
              <a:t>모델링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24000" y="6807200"/>
            <a:ext cx="3695700" cy="254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73039"/>
              </a:lnSpc>
            </a:pPr>
            <a:r>
              <a:rPr lang="ko-KR" sz="2200" b="false" i="false" u="none" strike="noStrike" spc="-100">
                <a:solidFill>
                  <a:srgbClr val="9BB97C"/>
                </a:solidFill>
                <a:ea typeface="Pretendard SemiBold"/>
              </a:rPr>
              <a:t>배경</a:t>
            </a:r>
            <a:r>
              <a:rPr lang="en-US" sz="2200" b="false" i="false" u="none" strike="noStrike" spc="-100">
                <a:solidFill>
                  <a:srgbClr val="9BB97C"/>
                </a:solidFill>
                <a:latin typeface="Pretendard SemiBold"/>
              </a:rPr>
              <a:t> </a:t>
            </a:r>
            <a:r>
              <a:rPr lang="ko-KR" sz="2200" b="false" i="false" u="none" strike="noStrike" spc="-100">
                <a:solidFill>
                  <a:srgbClr val="9BB97C"/>
                </a:solidFill>
                <a:ea typeface="Pretendard SemiBold"/>
              </a:rPr>
              <a:t>모델링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858000" y="7302500"/>
            <a:ext cx="4406900" cy="127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10909300" y="6832600"/>
            <a:ext cx="368300" cy="330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23669"/>
              </a:lnSpc>
            </a:pPr>
            <a:r>
              <a:rPr lang="en-US" sz="1800" b="false" i="false" u="none" strike="noStrike">
                <a:solidFill>
                  <a:srgbClr val="9BB97C"/>
                </a:solidFill>
                <a:latin typeface="Pretendard Bold"/>
              </a:rPr>
              <a:t>05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921500" y="7569200"/>
            <a:ext cx="4559300" cy="304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9440"/>
              </a:lnSpc>
            </a:pPr>
            <a:r>
              <a:rPr lang="ko-KR" sz="1700" b="false" i="false" u="none" strike="noStrike">
                <a:solidFill>
                  <a:srgbClr val="4B4B4B"/>
                </a:solidFill>
                <a:ea typeface="Pretendard Regular"/>
              </a:rPr>
              <a:t>걷기</a:t>
            </a:r>
            <a:r>
              <a:rPr lang="en-US" sz="1700" b="false" i="false" u="none" strike="noStrike">
                <a:solidFill>
                  <a:srgbClr val="4B4B4B"/>
                </a:solidFill>
                <a:latin typeface="Pretendard Regular"/>
              </a:rPr>
              <a:t>, </a:t>
            </a:r>
            <a:r>
              <a:rPr lang="ko-KR" sz="1700" b="false" i="false" u="none" strike="noStrike">
                <a:solidFill>
                  <a:srgbClr val="4B4B4B"/>
                </a:solidFill>
                <a:ea typeface="Pretendard Regular"/>
              </a:rPr>
              <a:t>뛰기</a:t>
            </a:r>
            <a:r>
              <a:rPr lang="en-US" sz="1700" b="false" i="false" u="none" strike="noStrike">
                <a:solidFill>
                  <a:srgbClr val="4B4B4B"/>
                </a:solidFill>
                <a:latin typeface="Pretendard Regular"/>
              </a:rPr>
              <a:t>, </a:t>
            </a:r>
            <a:r>
              <a:rPr lang="ko-KR" sz="1700" b="false" i="false" u="none" strike="noStrike">
                <a:solidFill>
                  <a:srgbClr val="4B4B4B"/>
                </a:solidFill>
                <a:ea typeface="Pretendard Regular"/>
              </a:rPr>
              <a:t>점프</a:t>
            </a:r>
            <a:r>
              <a:rPr lang="en-US" sz="1700" b="false" i="false" u="none" strike="noStrike">
                <a:solidFill>
                  <a:srgbClr val="4B4B4B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4B4B4B"/>
                </a:solidFill>
                <a:ea typeface="Pretendard Regular"/>
              </a:rPr>
              <a:t>등</a:t>
            </a:r>
            <a:r>
              <a:rPr lang="en-US" sz="1700" b="false" i="false" u="none" strike="noStrike">
                <a:solidFill>
                  <a:srgbClr val="4B4B4B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4B4B4B"/>
                </a:solidFill>
                <a:ea typeface="Pretendard Regular"/>
              </a:rPr>
              <a:t>애니메이션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896100" y="6858000"/>
            <a:ext cx="3695700" cy="254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73039"/>
              </a:lnSpc>
            </a:pPr>
            <a:r>
              <a:rPr lang="ko-KR" sz="2200" b="false" i="false" u="none" strike="noStrike" spc="-100">
                <a:solidFill>
                  <a:srgbClr val="9BB97C"/>
                </a:solidFill>
                <a:ea typeface="Pretendard SemiBold"/>
              </a:rPr>
              <a:t>고라파덕</a:t>
            </a:r>
            <a:r>
              <a:rPr lang="en-US" sz="2200" b="false" i="false" u="none" strike="noStrike" spc="-100">
                <a:solidFill>
                  <a:srgbClr val="9BB97C"/>
                </a:solidFill>
                <a:latin typeface="Pretendard SemiBold"/>
              </a:rPr>
              <a:t> </a:t>
            </a:r>
            <a:r>
              <a:rPr lang="ko-KR" sz="2200" b="false" i="false" u="none" strike="noStrike" spc="-100">
                <a:solidFill>
                  <a:srgbClr val="9BB97C"/>
                </a:solidFill>
                <a:ea typeface="Pretendard SemiBold"/>
              </a:rPr>
              <a:t>애니메이션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BB9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975600" y="-1828800"/>
            <a:ext cx="10388600" cy="124206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698500" y="431800"/>
            <a:ext cx="1612900" cy="292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0429"/>
              </a:lnSpc>
            </a:pPr>
            <a:r>
              <a:rPr lang="en-US" sz="1600" b="false" i="false" u="none" strike="noStrike" spc="200">
                <a:solidFill>
                  <a:srgbClr val="F9F8F7"/>
                </a:solidFill>
                <a:latin typeface="Playfair Display Medium"/>
              </a:rPr>
              <a:t>Portfolio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16000" y="2362200"/>
            <a:ext cx="6718300" cy="927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5200" b="false" i="false" u="none" strike="noStrike" spc="-200">
                <a:solidFill>
                  <a:srgbClr val="FFFBB5"/>
                </a:solidFill>
                <a:ea typeface="Pretendard SemiBold"/>
              </a:rPr>
              <a:t>건물</a:t>
            </a:r>
            <a:r>
              <a:rPr lang="en-US" sz="5200" b="false" i="false" u="none" strike="noStrike" spc="-200">
                <a:solidFill>
                  <a:srgbClr val="FFFBB5"/>
                </a:solidFill>
                <a:latin typeface="Pretendard SemiBold"/>
              </a:rPr>
              <a:t> </a:t>
            </a:r>
            <a:r>
              <a:rPr lang="ko-KR" sz="5200" b="false" i="false" u="none" strike="noStrike" spc="-200">
                <a:solidFill>
                  <a:srgbClr val="FFFBB5"/>
                </a:solidFill>
                <a:ea typeface="Pretendard SemiBold"/>
              </a:rPr>
              <a:t>모델링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04900" y="6769100"/>
            <a:ext cx="6070600" cy="774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61850"/>
              </a:lnSpc>
            </a:pPr>
            <a:r>
              <a:rPr lang="ko-KR" sz="1800" b="false" i="false" u="none" strike="noStrike" spc="-100">
                <a:solidFill>
                  <a:srgbClr val="F9F8F7"/>
                </a:solidFill>
                <a:ea typeface="Pretendard Light"/>
              </a:rPr>
              <a:t>창덕궁의</a:t>
            </a:r>
            <a:r>
              <a:rPr lang="en-US" sz="1800" b="false" i="false" u="none" strike="noStrike" spc="-100">
                <a:solidFill>
                  <a:srgbClr val="F9F8F7"/>
                </a:solidFill>
                <a:latin typeface="Pretendard Light"/>
              </a:rPr>
              <a:t> </a:t>
            </a:r>
            <a:r>
              <a:rPr lang="ko-KR" sz="1800" b="false" i="false" u="none" strike="noStrike" spc="-100">
                <a:solidFill>
                  <a:srgbClr val="F9F8F7"/>
                </a:solidFill>
                <a:ea typeface="Pretendard Light"/>
              </a:rPr>
              <a:t>건물</a:t>
            </a:r>
            <a:r>
              <a:rPr lang="en-US" sz="1800" b="false" i="false" u="none" strike="noStrike" spc="-100">
                <a:solidFill>
                  <a:srgbClr val="F9F8F7"/>
                </a:solidFill>
                <a:latin typeface="Pretendard Light"/>
              </a:rPr>
              <a:t> </a:t>
            </a:r>
            <a:r>
              <a:rPr lang="ko-KR" sz="1800" b="false" i="false" u="none" strike="noStrike" spc="-100">
                <a:solidFill>
                  <a:srgbClr val="F9F8F7"/>
                </a:solidFill>
                <a:ea typeface="Pretendard Light"/>
              </a:rPr>
              <a:t>배치</a:t>
            </a:r>
            <a:r>
              <a:rPr lang="en-US" sz="1800" b="false" i="false" u="none" strike="noStrike" spc="-100">
                <a:solidFill>
                  <a:srgbClr val="F9F8F7"/>
                </a:solidFill>
                <a:latin typeface="Pretendard Light"/>
              </a:rPr>
              <a:t>, </a:t>
            </a:r>
            <a:r>
              <a:rPr lang="ko-KR" sz="1800" b="false" i="false" u="none" strike="noStrike" spc="-100">
                <a:solidFill>
                  <a:srgbClr val="F9F8F7"/>
                </a:solidFill>
                <a:ea typeface="Pretendard Light"/>
              </a:rPr>
              <a:t>지붕의</a:t>
            </a:r>
            <a:r>
              <a:rPr lang="en-US" sz="1800" b="false" i="false" u="none" strike="noStrike" spc="-100">
                <a:solidFill>
                  <a:srgbClr val="F9F8F7"/>
                </a:solidFill>
                <a:latin typeface="Pretendard Light"/>
              </a:rPr>
              <a:t> </a:t>
            </a:r>
            <a:r>
              <a:rPr lang="ko-KR" sz="1800" b="false" i="false" u="none" strike="noStrike" spc="-100">
                <a:solidFill>
                  <a:srgbClr val="F9F8F7"/>
                </a:solidFill>
                <a:ea typeface="Pretendard Light"/>
              </a:rPr>
              <a:t>높낮이</a:t>
            </a:r>
            <a:r>
              <a:rPr lang="en-US" sz="1800" b="false" i="false" u="none" strike="noStrike" spc="-100">
                <a:solidFill>
                  <a:srgbClr val="F9F8F7"/>
                </a:solidFill>
                <a:latin typeface="Pretendard Light"/>
              </a:rPr>
              <a:t>, </a:t>
            </a:r>
            <a:r>
              <a:rPr lang="ko-KR" sz="1800" b="false" i="false" u="none" strike="noStrike" spc="-100">
                <a:solidFill>
                  <a:srgbClr val="F9F8F7"/>
                </a:solidFill>
                <a:ea typeface="Pretendard Light"/>
              </a:rPr>
              <a:t>공간</a:t>
            </a:r>
            <a:r>
              <a:rPr lang="en-US" sz="1800" b="false" i="false" u="none" strike="noStrike" spc="-100">
                <a:solidFill>
                  <a:srgbClr val="F9F8F7"/>
                </a:solidFill>
                <a:latin typeface="Pretendard Light"/>
              </a:rPr>
              <a:t> </a:t>
            </a:r>
            <a:r>
              <a:rPr lang="ko-KR" sz="1800" b="false" i="false" u="none" strike="noStrike" spc="-100">
                <a:solidFill>
                  <a:srgbClr val="F9F8F7"/>
                </a:solidFill>
                <a:ea typeface="Pretendard Light"/>
              </a:rPr>
              <a:t>구성에</a:t>
            </a:r>
            <a:r>
              <a:rPr lang="en-US" sz="1800" b="false" i="false" u="none" strike="noStrike" spc="-100">
                <a:solidFill>
                  <a:srgbClr val="F9F8F7"/>
                </a:solidFill>
                <a:latin typeface="Pretendard Light"/>
              </a:rPr>
              <a:t> </a:t>
            </a:r>
            <a:r>
              <a:rPr lang="ko-KR" sz="1800" b="false" i="false" u="none" strike="noStrike" spc="-100">
                <a:solidFill>
                  <a:srgbClr val="F9F8F7"/>
                </a:solidFill>
                <a:ea typeface="Pretendard Light"/>
              </a:rPr>
              <a:t>대한</a:t>
            </a:r>
            <a:r>
              <a:rPr lang="en-US" sz="1800" b="false" i="false" u="none" strike="noStrike" spc="-100">
                <a:solidFill>
                  <a:srgbClr val="F9F8F7"/>
                </a:solidFill>
                <a:latin typeface="Pretendard Light"/>
              </a:rPr>
              <a:t> </a:t>
            </a:r>
            <a:r>
              <a:rPr lang="ko-KR" sz="1800" b="false" i="false" u="none" strike="noStrike" spc="-100">
                <a:solidFill>
                  <a:srgbClr val="F9F8F7"/>
                </a:solidFill>
                <a:ea typeface="Pretendard Light"/>
              </a:rPr>
              <a:t>난이도가</a:t>
            </a:r>
            <a:r>
              <a:rPr lang="en-US" sz="1800" b="false" i="false" u="none" strike="noStrike" spc="-100">
                <a:solidFill>
                  <a:srgbClr val="F9F8F7"/>
                </a:solidFill>
                <a:latin typeface="Pretendard Light"/>
              </a:rPr>
              <a:t> </a:t>
            </a:r>
            <a:r>
              <a:rPr lang="ko-KR" sz="1800" b="false" i="false" u="none" strike="noStrike" spc="-100">
                <a:solidFill>
                  <a:srgbClr val="F9F8F7"/>
                </a:solidFill>
                <a:ea typeface="Pretendard Light"/>
              </a:rPr>
              <a:t>있어</a:t>
            </a:r>
            <a:r>
              <a:rPr lang="en-US" sz="1800" b="false" i="false" u="none" strike="noStrike" spc="-100">
                <a:solidFill>
                  <a:srgbClr val="F9F8F7"/>
                </a:solidFill>
                <a:latin typeface="Pretendard Light"/>
              </a:rPr>
              <a:t>, </a:t>
            </a:r>
            <a:r>
              <a:rPr lang="ko-KR" sz="1800" b="false" i="false" u="none" strike="noStrike" spc="-100">
                <a:solidFill>
                  <a:srgbClr val="F9F8F7"/>
                </a:solidFill>
                <a:ea typeface="Pretendard Light"/>
              </a:rPr>
              <a:t>궁의</a:t>
            </a:r>
            <a:r>
              <a:rPr lang="en-US" sz="1800" b="false" i="false" u="none" strike="noStrike" spc="-100">
                <a:solidFill>
                  <a:srgbClr val="F9F8F7"/>
                </a:solidFill>
                <a:latin typeface="Pretendard Light"/>
              </a:rPr>
              <a:t> </a:t>
            </a:r>
            <a:r>
              <a:rPr lang="ko-KR" sz="1800" b="false" i="false" u="none" strike="noStrike" spc="-100">
                <a:solidFill>
                  <a:srgbClr val="F9F8F7"/>
                </a:solidFill>
                <a:ea typeface="Pretendard Light"/>
              </a:rPr>
              <a:t>모양의</a:t>
            </a:r>
            <a:r>
              <a:rPr lang="en-US" sz="1800" b="false" i="false" u="none" strike="noStrike" spc="-100">
                <a:solidFill>
                  <a:srgbClr val="F9F8F7"/>
                </a:solidFill>
                <a:latin typeface="Pretendard Light"/>
              </a:rPr>
              <a:t> </a:t>
            </a:r>
            <a:r>
              <a:rPr lang="ko-KR" sz="1800" b="false" i="false" u="none" strike="noStrike" spc="-100">
                <a:solidFill>
                  <a:srgbClr val="F9F8F7"/>
                </a:solidFill>
                <a:ea typeface="Pretendard Light"/>
              </a:rPr>
              <a:t>틀을</a:t>
            </a:r>
            <a:r>
              <a:rPr lang="en-US" sz="1800" b="false" i="false" u="none" strike="noStrike" spc="-100">
                <a:solidFill>
                  <a:srgbClr val="F9F8F7"/>
                </a:solidFill>
                <a:latin typeface="Pretendard Light"/>
              </a:rPr>
              <a:t> </a:t>
            </a:r>
            <a:r>
              <a:rPr lang="ko-KR" sz="1800" b="false" i="false" u="none" strike="noStrike" spc="-100">
                <a:solidFill>
                  <a:srgbClr val="F9F8F7"/>
                </a:solidFill>
                <a:ea typeface="Pretendard Light"/>
              </a:rPr>
              <a:t>잡고</a:t>
            </a:r>
            <a:r>
              <a:rPr lang="en-US" sz="1800" b="false" i="false" u="none" strike="noStrike" spc="-100">
                <a:solidFill>
                  <a:srgbClr val="F9F8F7"/>
                </a:solidFill>
                <a:latin typeface="Pretendard Light"/>
              </a:rPr>
              <a:t> </a:t>
            </a:r>
            <a:r>
              <a:rPr lang="ko-KR" sz="1800" b="false" i="false" u="none" strike="noStrike" spc="-100">
                <a:solidFill>
                  <a:srgbClr val="F9F8F7"/>
                </a:solidFill>
                <a:ea typeface="Pretendard Light"/>
              </a:rPr>
              <a:t>제작하였다</a:t>
            </a:r>
            <a:r>
              <a:rPr lang="en-US" sz="1800" b="false" i="false" u="none" strike="noStrike" spc="-100">
                <a:solidFill>
                  <a:srgbClr val="F9F8F7"/>
                </a:solidFill>
                <a:latin typeface="Pretendard Light"/>
              </a:rPr>
              <a:t>.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9500" y="6692900"/>
            <a:ext cx="4775200" cy="12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975600" y="-254000"/>
            <a:ext cx="10629900" cy="5397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128500" y="3975100"/>
            <a:ext cx="6172200" cy="4114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975600" y="6781800"/>
            <a:ext cx="6172200" cy="34290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117600" y="6235700"/>
            <a:ext cx="20701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2839"/>
              </a:lnSpc>
            </a:pPr>
            <a:r>
              <a:rPr lang="ko-KR" sz="2000" b="false" i="false" u="none" strike="noStrike">
                <a:solidFill>
                  <a:srgbClr val="FFFBB5"/>
                </a:solidFill>
                <a:ea typeface="Pretendard SemiBold"/>
              </a:rPr>
              <a:t>창덕궁</a:t>
            </a:r>
            <a:r>
              <a:rPr lang="en-US" sz="2000" b="false" i="false" u="none" strike="noStrike">
                <a:solidFill>
                  <a:srgbClr val="FFFBB5"/>
                </a:solidFill>
                <a:latin typeface="Pretendard SemiBold"/>
              </a:rPr>
              <a:t> </a:t>
            </a:r>
            <a:r>
              <a:rPr lang="ko-KR" sz="2000" b="false" i="false" u="none" strike="noStrike">
                <a:solidFill>
                  <a:srgbClr val="FFFBB5"/>
                </a:solidFill>
                <a:ea typeface="Pretendard SemiBold"/>
              </a:rPr>
              <a:t>건물</a:t>
            </a:r>
            <a:r>
              <a:rPr lang="en-US" sz="2000" b="false" i="false" u="none" strike="noStrike">
                <a:solidFill>
                  <a:srgbClr val="FFFBB5"/>
                </a:solidFill>
                <a:latin typeface="Pretendard SemiBold"/>
              </a:rPr>
              <a:t> </a:t>
            </a:r>
            <a:r>
              <a:rPr lang="ko-KR" sz="2000" b="false" i="false" u="none" strike="noStrike">
                <a:solidFill>
                  <a:srgbClr val="FFFBB5"/>
                </a:solidFill>
                <a:ea typeface="Pretendard SemiBold"/>
              </a:rPr>
              <a:t>모델링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343900" y="431800"/>
            <a:ext cx="1612900" cy="292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0429"/>
              </a:lnSpc>
            </a:pPr>
            <a:r>
              <a:rPr lang="en-US" sz="1600" b="false" i="false" u="none" strike="noStrike" spc="100">
                <a:solidFill>
                  <a:srgbClr val="F9F8F7"/>
                </a:solidFill>
                <a:latin typeface="Tiro Bangla Regular"/>
              </a:rPr>
              <a:t>(  2090  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8500" y="431800"/>
            <a:ext cx="1612900" cy="292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0429"/>
              </a:lnSpc>
            </a:pPr>
            <a:r>
              <a:rPr lang="en-US" sz="1600" b="false" i="false" u="none" strike="noStrike" spc="200">
                <a:solidFill>
                  <a:srgbClr val="9BB97C"/>
                </a:solidFill>
                <a:latin typeface="Playfair Display Medium"/>
              </a:rPr>
              <a:t>Portfolio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343900" y="431800"/>
            <a:ext cx="1612900" cy="292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0429"/>
              </a:lnSpc>
            </a:pPr>
            <a:r>
              <a:rPr lang="en-US" sz="1600" b="false" i="false" u="none" strike="noStrike" spc="100">
                <a:solidFill>
                  <a:srgbClr val="9BB97C"/>
                </a:solidFill>
                <a:latin typeface="Tiro Bangla Regular"/>
              </a:rPr>
              <a:t>(  2090  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52600" y="1282700"/>
            <a:ext cx="14770100" cy="927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5200" b="false" i="false" u="none" strike="noStrike" spc="-200">
                <a:solidFill>
                  <a:srgbClr val="9BB97C"/>
                </a:solidFill>
                <a:ea typeface="Pretendard SemiBold"/>
              </a:rPr>
              <a:t>결과물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19200" y="3568700"/>
            <a:ext cx="1219200" cy="1219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77900" y="5067300"/>
            <a:ext cx="5105400" cy="42926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2857500" y="3810000"/>
            <a:ext cx="2311400" cy="711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4000" b="false" i="false" u="none" strike="noStrike">
                <a:solidFill>
                  <a:srgbClr val="9BB97C"/>
                </a:solidFill>
                <a:ea typeface="Pretendard SemiBold"/>
              </a:rPr>
              <a:t>모형</a:t>
            </a:r>
            <a:r>
              <a:rPr lang="en-US" sz="4000" b="false" i="false" u="none" strike="noStrike">
                <a:solidFill>
                  <a:srgbClr val="9BB97C"/>
                </a:solidFill>
                <a:latin typeface="Pretendard SemiBold"/>
              </a:rPr>
              <a:t> </a:t>
            </a:r>
            <a:r>
              <a:rPr lang="ko-KR" sz="4000" b="false" i="false" u="none" strike="noStrike">
                <a:solidFill>
                  <a:srgbClr val="9BB97C"/>
                </a:solidFill>
                <a:ea typeface="Pretendard SemiBold"/>
              </a:rPr>
              <a:t>조정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10800000">
            <a:off x="1028700" y="3314700"/>
            <a:ext cx="5054600" cy="127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041400" y="2654300"/>
            <a:ext cx="622300" cy="558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3669"/>
              </a:lnSpc>
            </a:pPr>
            <a:r>
              <a:rPr lang="en-US" sz="3200" b="false" i="false" u="none" strike="noStrike">
                <a:solidFill>
                  <a:srgbClr val="9BB97C"/>
                </a:solidFill>
                <a:latin typeface="Pretendard Bold"/>
              </a:rPr>
              <a:t>01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578600" y="5029200"/>
            <a:ext cx="5105400" cy="43561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8458200" y="3810000"/>
            <a:ext cx="2311400" cy="711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4000" b="false" i="false" u="none" strike="noStrike">
                <a:solidFill>
                  <a:srgbClr val="9BB97C"/>
                </a:solidFill>
                <a:ea typeface="Pretendard SemiBold"/>
              </a:rPr>
              <a:t>디테일추가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10800000">
            <a:off x="6629400" y="3314700"/>
            <a:ext cx="5054600" cy="127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6642100" y="2654300"/>
            <a:ext cx="622300" cy="558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3669"/>
              </a:lnSpc>
            </a:pPr>
            <a:r>
              <a:rPr lang="en-US" sz="3200" b="false" i="false" u="none" strike="noStrike">
                <a:solidFill>
                  <a:srgbClr val="9BB97C"/>
                </a:solidFill>
                <a:latin typeface="Pretendard Bold"/>
              </a:rPr>
              <a:t>02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128500" y="5067300"/>
            <a:ext cx="5105400" cy="4330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24000" y="3911600"/>
            <a:ext cx="558800" cy="571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331700" y="3568700"/>
            <a:ext cx="1219200" cy="12192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3982700" y="3810000"/>
            <a:ext cx="2311400" cy="711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4000" b="false" i="false" u="none" strike="noStrike">
                <a:solidFill>
                  <a:srgbClr val="9BB97C"/>
                </a:solidFill>
                <a:ea typeface="Pretendard SemiBold"/>
              </a:rPr>
              <a:t>채색</a:t>
            </a:r>
            <a:r>
              <a:rPr lang="en-US" sz="4000" b="false" i="false" u="none" strike="noStrike">
                <a:solidFill>
                  <a:srgbClr val="9BB97C"/>
                </a:solidFill>
                <a:latin typeface="Pretendard SemiBold"/>
              </a:rPr>
              <a:t>(</a:t>
            </a:r>
            <a:r>
              <a:rPr lang="ko-KR" sz="4000" b="false" i="false" u="none" strike="noStrike">
                <a:solidFill>
                  <a:srgbClr val="9BB97C"/>
                </a:solidFill>
                <a:ea typeface="Pretendard SemiBold"/>
              </a:rPr>
              <a:t>완성</a:t>
            </a:r>
            <a:r>
              <a:rPr lang="en-US" sz="4000" b="false" i="false" u="none" strike="noStrike">
                <a:solidFill>
                  <a:srgbClr val="9BB97C"/>
                </a:solidFill>
                <a:latin typeface="Pretendard SemiBold"/>
              </a:rPr>
              <a:t>)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10800000">
            <a:off x="12141200" y="3314700"/>
            <a:ext cx="5054600" cy="127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2153900" y="2654300"/>
            <a:ext cx="622300" cy="558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3669"/>
              </a:lnSpc>
            </a:pPr>
            <a:r>
              <a:rPr lang="en-US" sz="3200" b="false" i="false" u="none" strike="noStrike">
                <a:solidFill>
                  <a:srgbClr val="9BB97C"/>
                </a:solidFill>
                <a:latin typeface="Pretendard Bold"/>
              </a:rPr>
              <a:t>03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629400" y="3568700"/>
            <a:ext cx="1219200" cy="12192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908800" y="3771900"/>
            <a:ext cx="635000" cy="7747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522200" y="3759200"/>
            <a:ext cx="8382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8500" y="431800"/>
            <a:ext cx="1612900" cy="292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0429"/>
              </a:lnSpc>
            </a:pPr>
            <a:r>
              <a:rPr lang="en-US" sz="1600" b="false" i="false" u="none" strike="noStrike" spc="200">
                <a:solidFill>
                  <a:srgbClr val="9BB97C"/>
                </a:solidFill>
                <a:latin typeface="Playfair Display Medium"/>
              </a:rPr>
              <a:t>Portfolio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343900" y="431800"/>
            <a:ext cx="1612900" cy="292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0429"/>
              </a:lnSpc>
            </a:pPr>
            <a:r>
              <a:rPr lang="en-US" sz="1600" b="false" i="false" u="none" strike="noStrike" spc="100">
                <a:solidFill>
                  <a:srgbClr val="9BB97C"/>
                </a:solidFill>
                <a:latin typeface="Tiro Bangla Regular"/>
              </a:rPr>
              <a:t>(  2090  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52600" y="1282700"/>
            <a:ext cx="14770100" cy="927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5200" b="false" i="false" u="none" strike="noStrike" spc="-200">
                <a:solidFill>
                  <a:srgbClr val="9BB97C"/>
                </a:solidFill>
                <a:ea typeface="Pretendard SemiBold"/>
              </a:rPr>
              <a:t>팀</a:t>
            </a:r>
            <a:r>
              <a:rPr lang="en-US" sz="5200" b="false" i="false" u="none" strike="noStrike" spc="-200">
                <a:solidFill>
                  <a:srgbClr val="9BB97C"/>
                </a:solidFill>
                <a:latin typeface="Pretendard SemiBold"/>
              </a:rPr>
              <a:t> </a:t>
            </a:r>
            <a:r>
              <a:rPr lang="ko-KR" sz="5200" b="false" i="false" u="none" strike="noStrike" spc="-200">
                <a:solidFill>
                  <a:srgbClr val="9BB97C"/>
                </a:solidFill>
                <a:ea typeface="Pretendard SemiBold"/>
              </a:rPr>
              <a:t>프로젝트</a:t>
            </a:r>
            <a:r>
              <a:rPr lang="en-US" sz="5200" b="false" i="false" u="none" strike="noStrike" spc="-200">
                <a:solidFill>
                  <a:srgbClr val="9BB97C"/>
                </a:solidFill>
                <a:latin typeface="Pretendard SemiBold"/>
              </a:rPr>
              <a:t> </a:t>
            </a:r>
            <a:r>
              <a:rPr lang="ko-KR" sz="5200" b="false" i="false" u="none" strike="noStrike" spc="-200">
                <a:solidFill>
                  <a:srgbClr val="9BB97C"/>
                </a:solidFill>
                <a:ea typeface="Pretendard SemiBold"/>
              </a:rPr>
              <a:t>모델링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93800" y="3517900"/>
            <a:ext cx="4597400" cy="33020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219200" y="7429500"/>
            <a:ext cx="4521200" cy="685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46910"/>
              </a:lnSpc>
            </a:pPr>
            <a:r>
              <a:rPr lang="ko-KR" sz="1700" b="false" i="false" u="none" strike="noStrike" spc="-100">
                <a:solidFill>
                  <a:srgbClr val="4B4B4B">
                    <a:alpha val="74902"/>
                  </a:srgbClr>
                </a:solidFill>
                <a:ea typeface="Pretendard Regular"/>
              </a:rPr>
              <a:t>지속환경</a:t>
            </a:r>
            <a:r>
              <a:rPr lang="en-US" sz="1700" b="false" i="false" u="none" strike="noStrike" spc="-100">
                <a:solidFill>
                  <a:srgbClr val="4B4B4B">
                    <a:alpha val="74902"/>
                  </a:srgbClr>
                </a:solidFill>
                <a:latin typeface="Pretendard Regular"/>
              </a:rPr>
              <a:t> </a:t>
            </a:r>
            <a:r>
              <a:rPr lang="ko-KR" sz="1700" b="false" i="false" u="none" strike="noStrike" spc="-100">
                <a:solidFill>
                  <a:srgbClr val="4B4B4B">
                    <a:alpha val="74902"/>
                  </a:srgbClr>
                </a:solidFill>
                <a:ea typeface="Pretendard Regular"/>
              </a:rPr>
              <a:t>게임을</a:t>
            </a:r>
            <a:r>
              <a:rPr lang="en-US" sz="1700" b="false" i="false" u="none" strike="noStrike" spc="-100">
                <a:solidFill>
                  <a:srgbClr val="4B4B4B">
                    <a:alpha val="74902"/>
                  </a:srgbClr>
                </a:solidFill>
                <a:latin typeface="Pretendard Regular"/>
              </a:rPr>
              <a:t> </a:t>
            </a:r>
            <a:r>
              <a:rPr lang="ko-KR" sz="1700" b="false" i="false" u="none" strike="noStrike" spc="-100">
                <a:solidFill>
                  <a:srgbClr val="4B4B4B">
                    <a:alpha val="74902"/>
                  </a:srgbClr>
                </a:solidFill>
                <a:ea typeface="Pretendard Regular"/>
              </a:rPr>
              <a:t>주제로</a:t>
            </a:r>
            <a:r>
              <a:rPr lang="en-US" sz="1700" b="false" i="false" u="none" strike="noStrike" spc="-100">
                <a:solidFill>
                  <a:srgbClr val="4B4B4B">
                    <a:alpha val="74902"/>
                  </a:srgbClr>
                </a:solidFill>
                <a:latin typeface="Pretendard Regular"/>
              </a:rPr>
              <a:t> </a:t>
            </a:r>
            <a:r>
              <a:rPr lang="ko-KR" sz="1700" b="false" i="false" u="none" strike="noStrike" spc="-100">
                <a:solidFill>
                  <a:srgbClr val="4B4B4B">
                    <a:alpha val="74902"/>
                  </a:srgbClr>
                </a:solidFill>
                <a:ea typeface="Pretendard Regular"/>
              </a:rPr>
              <a:t>기획해</a:t>
            </a:r>
            <a:r>
              <a:rPr lang="en-US" sz="1700" b="false" i="false" u="none" strike="noStrike" spc="-100">
                <a:solidFill>
                  <a:srgbClr val="4B4B4B">
                    <a:alpha val="74902"/>
                  </a:srgbClr>
                </a:solidFill>
                <a:latin typeface="Pretendard Regular"/>
              </a:rPr>
              <a:t>, </a:t>
            </a:r>
            <a:r>
              <a:rPr lang="ko-KR" sz="1700" b="false" i="false" u="none" strike="noStrike" spc="-100">
                <a:solidFill>
                  <a:srgbClr val="4B4B4B">
                    <a:alpha val="74902"/>
                  </a:srgbClr>
                </a:solidFill>
                <a:ea typeface="Pretendard Regular"/>
              </a:rPr>
              <a:t>쓰레기를</a:t>
            </a:r>
            <a:r>
              <a:rPr lang="en-US" sz="1700" b="false" i="false" u="none" strike="noStrike" spc="-100">
                <a:solidFill>
                  <a:srgbClr val="4B4B4B">
                    <a:alpha val="74902"/>
                  </a:srgbClr>
                </a:solidFill>
                <a:latin typeface="Pretendard Regular"/>
              </a:rPr>
              <a:t> </a:t>
            </a:r>
            <a:r>
              <a:rPr lang="ko-KR" sz="1700" b="false" i="false" u="none" strike="noStrike" spc="-100">
                <a:solidFill>
                  <a:srgbClr val="4B4B4B">
                    <a:alpha val="74902"/>
                  </a:srgbClr>
                </a:solidFill>
                <a:ea typeface="Pretendard Regular"/>
              </a:rPr>
              <a:t>주워</a:t>
            </a:r>
            <a:r>
              <a:rPr lang="en-US" sz="1700" b="false" i="false" u="none" strike="noStrike" spc="-100">
                <a:solidFill>
                  <a:srgbClr val="4B4B4B">
                    <a:alpha val="74902"/>
                  </a:srgbClr>
                </a:solidFill>
                <a:latin typeface="Pretendard Regular"/>
              </a:rPr>
              <a:t> </a:t>
            </a:r>
            <a:r>
              <a:rPr lang="ko-KR" sz="1700" b="false" i="false" u="none" strike="noStrike" spc="-100">
                <a:solidFill>
                  <a:srgbClr val="4B4B4B">
                    <a:alpha val="74902"/>
                  </a:srgbClr>
                </a:solidFill>
                <a:ea typeface="Pretendard Regular"/>
              </a:rPr>
              <a:t>재활용해</a:t>
            </a:r>
            <a:r>
              <a:rPr lang="en-US" sz="1700" b="false" i="false" u="none" strike="noStrike" spc="-100">
                <a:solidFill>
                  <a:srgbClr val="4B4B4B">
                    <a:alpha val="74902"/>
                  </a:srgbClr>
                </a:solidFill>
                <a:latin typeface="Pretendard Regular"/>
              </a:rPr>
              <a:t> </a:t>
            </a:r>
            <a:r>
              <a:rPr lang="ko-KR" sz="1700" b="false" i="false" u="none" strike="noStrike" spc="-100">
                <a:solidFill>
                  <a:srgbClr val="4B4B4B">
                    <a:alpha val="74902"/>
                  </a:srgbClr>
                </a:solidFill>
                <a:ea typeface="Pretendard Regular"/>
              </a:rPr>
              <a:t>장비를</a:t>
            </a:r>
            <a:r>
              <a:rPr lang="en-US" sz="1700" b="false" i="false" u="none" strike="noStrike" spc="-100">
                <a:solidFill>
                  <a:srgbClr val="4B4B4B">
                    <a:alpha val="74902"/>
                  </a:srgbClr>
                </a:solidFill>
                <a:latin typeface="Pretendard Regular"/>
              </a:rPr>
              <a:t> </a:t>
            </a:r>
            <a:r>
              <a:rPr lang="ko-KR" sz="1700" b="false" i="false" u="none" strike="noStrike" spc="-100">
                <a:solidFill>
                  <a:srgbClr val="4B4B4B">
                    <a:alpha val="74902"/>
                  </a:srgbClr>
                </a:solidFill>
                <a:ea typeface="Pretendard Regular"/>
              </a:rPr>
              <a:t>업그레이드하는</a:t>
            </a:r>
            <a:r>
              <a:rPr lang="en-US" sz="1700" b="false" i="false" u="none" strike="noStrike" spc="-100">
                <a:solidFill>
                  <a:srgbClr val="4B4B4B">
                    <a:alpha val="74902"/>
                  </a:srgbClr>
                </a:solidFill>
                <a:latin typeface="Pretendard Regular"/>
              </a:rPr>
              <a:t> </a:t>
            </a:r>
            <a:r>
              <a:rPr lang="ko-KR" sz="1700" b="false" i="false" u="none" strike="noStrike" spc="-100">
                <a:solidFill>
                  <a:srgbClr val="4B4B4B">
                    <a:alpha val="74902"/>
                  </a:srgbClr>
                </a:solidFill>
                <a:ea typeface="Pretendard Regular"/>
              </a:rPr>
              <a:t>게임을</a:t>
            </a:r>
            <a:r>
              <a:rPr lang="en-US" sz="1700" b="false" i="false" u="none" strike="noStrike" spc="-100">
                <a:solidFill>
                  <a:srgbClr val="4B4B4B">
                    <a:alpha val="74902"/>
                  </a:srgbClr>
                </a:solidFill>
                <a:latin typeface="Pretendard Regular"/>
              </a:rPr>
              <a:t> </a:t>
            </a:r>
            <a:r>
              <a:rPr lang="ko-KR" sz="1700" b="false" i="false" u="none" strike="noStrike" spc="-100">
                <a:solidFill>
                  <a:srgbClr val="4B4B4B">
                    <a:alpha val="74902"/>
                  </a:srgbClr>
                </a:solidFill>
                <a:ea typeface="Pretendard Regular"/>
              </a:rPr>
              <a:t>기획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22500" y="2882900"/>
            <a:ext cx="1384300" cy="406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300" b="false" i="false" u="none" strike="noStrike">
                <a:solidFill>
                  <a:srgbClr val="4B4B4B"/>
                </a:solidFill>
                <a:ea typeface="Pretendard SemiBold"/>
              </a:rPr>
              <a:t>기획</a:t>
            </a:r>
          </a:p>
        </p:txBody>
      </p: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816100" y="8597900"/>
            <a:ext cx="3327400" cy="5461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2197100" y="8699500"/>
            <a:ext cx="2578100" cy="342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1900" b="false" i="false" u="none" strike="noStrike">
                <a:solidFill>
                  <a:srgbClr val="F9F8F7"/>
                </a:solidFill>
                <a:latin typeface="Pretendard SemiBold"/>
              </a:rPr>
              <a:t># </a:t>
            </a:r>
            <a:r>
              <a:rPr lang="ko-KR" sz="1900" b="false" i="false" u="none" strike="noStrike">
                <a:solidFill>
                  <a:srgbClr val="F9F8F7"/>
                </a:solidFill>
                <a:ea typeface="Pretendard SemiBold"/>
              </a:rPr>
              <a:t>모델링</a:t>
            </a:r>
            <a:r>
              <a:rPr lang="en-US" sz="1900" b="false" i="false" u="none" strike="noStrike">
                <a:solidFill>
                  <a:srgbClr val="F9F8F7"/>
                </a:solidFill>
                <a:latin typeface="Pretendard SemiBold"/>
              </a:rPr>
              <a:t> </a:t>
            </a:r>
            <a:r>
              <a:rPr lang="ko-KR" sz="1900" b="false" i="false" u="none" strike="noStrike">
                <a:solidFill>
                  <a:srgbClr val="F9F8F7"/>
                </a:solidFill>
                <a:ea typeface="Pretendard SemiBold"/>
              </a:rPr>
              <a:t>기획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858000" y="3517900"/>
            <a:ext cx="4597400" cy="33020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6896100" y="7429500"/>
            <a:ext cx="4521200" cy="685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46910"/>
              </a:lnSpc>
            </a:pPr>
            <a:r>
              <a:rPr lang="en-US" sz="1700" b="false" i="false" u="none" strike="noStrike" spc="-100">
                <a:solidFill>
                  <a:srgbClr val="4B4B4B">
                    <a:alpha val="74902"/>
                  </a:srgbClr>
                </a:solidFill>
                <a:latin typeface="Pretendard Regular"/>
              </a:rPr>
              <a:t>3D </a:t>
            </a:r>
            <a:r>
              <a:rPr lang="ko-KR" sz="1700" b="false" i="false" u="none" strike="noStrike" spc="-100">
                <a:solidFill>
                  <a:srgbClr val="4B4B4B">
                    <a:alpha val="74902"/>
                  </a:srgbClr>
                </a:solidFill>
                <a:ea typeface="Pretendard Regular"/>
              </a:rPr>
              <a:t>게임</a:t>
            </a:r>
            <a:r>
              <a:rPr lang="en-US" sz="1700" b="false" i="false" u="none" strike="noStrike" spc="-100">
                <a:solidFill>
                  <a:srgbClr val="4B4B4B">
                    <a:alpha val="74902"/>
                  </a:srgbClr>
                </a:solidFill>
                <a:latin typeface="Pretendard Regular"/>
              </a:rPr>
              <a:t> </a:t>
            </a:r>
            <a:r>
              <a:rPr lang="ko-KR" sz="1700" b="false" i="false" u="none" strike="noStrike" spc="-100">
                <a:solidFill>
                  <a:srgbClr val="4B4B4B">
                    <a:alpha val="74902"/>
                  </a:srgbClr>
                </a:solidFill>
                <a:ea typeface="Pretendard Regular"/>
              </a:rPr>
              <a:t>제작을</a:t>
            </a:r>
            <a:r>
              <a:rPr lang="en-US" sz="1700" b="false" i="false" u="none" strike="noStrike" spc="-100">
                <a:solidFill>
                  <a:srgbClr val="4B4B4B">
                    <a:alpha val="74902"/>
                  </a:srgbClr>
                </a:solidFill>
                <a:latin typeface="Pretendard Regular"/>
              </a:rPr>
              <a:t> </a:t>
            </a:r>
            <a:r>
              <a:rPr lang="ko-KR" sz="1700" b="false" i="false" u="none" strike="noStrike" spc="-100">
                <a:solidFill>
                  <a:srgbClr val="4B4B4B">
                    <a:alpha val="74902"/>
                  </a:srgbClr>
                </a:solidFill>
                <a:ea typeface="Pretendard Regular"/>
              </a:rPr>
              <a:t>위해</a:t>
            </a:r>
            <a:r>
              <a:rPr lang="en-US" sz="1700" b="false" i="false" u="none" strike="noStrike" spc="-100">
                <a:solidFill>
                  <a:srgbClr val="4B4B4B">
                    <a:alpha val="74902"/>
                  </a:srgbClr>
                </a:solidFill>
                <a:latin typeface="Pretendard Regular"/>
              </a:rPr>
              <a:t>, </a:t>
            </a:r>
            <a:r>
              <a:rPr lang="ko-KR" sz="1700" b="false" i="false" u="none" strike="noStrike" spc="-100">
                <a:solidFill>
                  <a:srgbClr val="4B4B4B">
                    <a:alpha val="74902"/>
                  </a:srgbClr>
                </a:solidFill>
                <a:ea typeface="Pretendard Regular"/>
              </a:rPr>
              <a:t>일상생활에서</a:t>
            </a:r>
            <a:r>
              <a:rPr lang="en-US" sz="1700" b="false" i="false" u="none" strike="noStrike" spc="-100">
                <a:solidFill>
                  <a:srgbClr val="4B4B4B">
                    <a:alpha val="74902"/>
                  </a:srgbClr>
                </a:solidFill>
                <a:latin typeface="Pretendard Regular"/>
              </a:rPr>
              <a:t> </a:t>
            </a:r>
            <a:r>
              <a:rPr lang="ko-KR" sz="1700" b="false" i="false" u="none" strike="noStrike" spc="-100">
                <a:solidFill>
                  <a:srgbClr val="4B4B4B">
                    <a:alpha val="74902"/>
                  </a:srgbClr>
                </a:solidFill>
                <a:ea typeface="Pretendard Regular"/>
              </a:rPr>
              <a:t>주로</a:t>
            </a:r>
            <a:r>
              <a:rPr lang="en-US" sz="1700" b="false" i="false" u="none" strike="noStrike" spc="-100">
                <a:solidFill>
                  <a:srgbClr val="4B4B4B">
                    <a:alpha val="74902"/>
                  </a:srgbClr>
                </a:solidFill>
                <a:latin typeface="Pretendard Regular"/>
              </a:rPr>
              <a:t> </a:t>
            </a:r>
            <a:r>
              <a:rPr lang="ko-KR" sz="1700" b="false" i="false" u="none" strike="noStrike" spc="-100">
                <a:solidFill>
                  <a:srgbClr val="4B4B4B">
                    <a:alpha val="74902"/>
                  </a:srgbClr>
                </a:solidFill>
                <a:ea typeface="Pretendard Regular"/>
              </a:rPr>
              <a:t>보이는</a:t>
            </a:r>
            <a:r>
              <a:rPr lang="en-US" sz="1700" b="false" i="false" u="none" strike="noStrike" spc="-100">
                <a:solidFill>
                  <a:srgbClr val="4B4B4B">
                    <a:alpha val="74902"/>
                  </a:srgbClr>
                </a:solidFill>
                <a:latin typeface="Pretendard Regular"/>
              </a:rPr>
              <a:t> </a:t>
            </a:r>
            <a:r>
              <a:rPr lang="ko-KR" sz="1700" b="false" i="false" u="none" strike="noStrike" spc="-100">
                <a:solidFill>
                  <a:srgbClr val="4B4B4B">
                    <a:alpha val="74902"/>
                  </a:srgbClr>
                </a:solidFill>
                <a:ea typeface="Pretendard Regular"/>
              </a:rPr>
              <a:t>쓰레기통과</a:t>
            </a:r>
            <a:r>
              <a:rPr lang="en-US" sz="1700" b="false" i="false" u="none" strike="noStrike" spc="-100">
                <a:solidFill>
                  <a:srgbClr val="4B4B4B">
                    <a:alpha val="74902"/>
                  </a:srgbClr>
                </a:solidFill>
                <a:latin typeface="Pretendard Regular"/>
              </a:rPr>
              <a:t> </a:t>
            </a:r>
            <a:r>
              <a:rPr lang="ko-KR" sz="1700" b="false" i="false" u="none" strike="noStrike" spc="-100">
                <a:solidFill>
                  <a:srgbClr val="4B4B4B">
                    <a:alpha val="74902"/>
                  </a:srgbClr>
                </a:solidFill>
                <a:ea typeface="Pretendard Regular"/>
              </a:rPr>
              <a:t>봉지를</a:t>
            </a:r>
            <a:r>
              <a:rPr lang="en-US" sz="1700" b="false" i="false" u="none" strike="noStrike" spc="-100">
                <a:solidFill>
                  <a:srgbClr val="4B4B4B">
                    <a:alpha val="74902"/>
                  </a:srgbClr>
                </a:solidFill>
                <a:latin typeface="Pretendard Regular"/>
              </a:rPr>
              <a:t> </a:t>
            </a:r>
            <a:r>
              <a:rPr lang="ko-KR" sz="1700" b="false" i="false" u="none" strike="noStrike" spc="-100">
                <a:solidFill>
                  <a:srgbClr val="4B4B4B">
                    <a:alpha val="74902"/>
                  </a:srgbClr>
                </a:solidFill>
                <a:ea typeface="Pretendard Regular"/>
              </a:rPr>
              <a:t>참고</a:t>
            </a:r>
          </a:p>
        </p:txBody>
      </p:sp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493000" y="8597900"/>
            <a:ext cx="3327400" cy="5461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7861300" y="8699500"/>
            <a:ext cx="2578100" cy="342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1900" b="false" i="false" u="none" strike="noStrike">
                <a:solidFill>
                  <a:srgbClr val="F9F8F7"/>
                </a:solidFill>
                <a:latin typeface="Pretendard SemiBold"/>
              </a:rPr>
              <a:t># </a:t>
            </a:r>
            <a:r>
              <a:rPr lang="ko-KR" sz="1900" b="false" i="false" u="none" strike="noStrike">
                <a:solidFill>
                  <a:srgbClr val="F9F8F7"/>
                </a:solidFill>
                <a:ea typeface="Pretendard SemiBold"/>
              </a:rPr>
              <a:t>중심</a:t>
            </a:r>
            <a:r>
              <a:rPr lang="en-US" sz="1900" b="false" i="false" u="none" strike="noStrike">
                <a:solidFill>
                  <a:srgbClr val="F9F8F7"/>
                </a:solidFill>
                <a:latin typeface="Pretendard SemiBold"/>
              </a:rPr>
              <a:t>3D</a:t>
            </a:r>
            <a:r>
              <a:rPr lang="ko-KR" sz="1900" b="false" i="false" u="none" strike="noStrike">
                <a:solidFill>
                  <a:srgbClr val="F9F8F7"/>
                </a:solidFill>
                <a:ea typeface="Pretendard SemiBold"/>
              </a:rPr>
              <a:t>사물분석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509500" y="3517900"/>
            <a:ext cx="4597400" cy="33020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-5400000">
            <a:off x="3149600" y="6032500"/>
            <a:ext cx="6350000" cy="127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-5400000">
            <a:off x="8763000" y="6032500"/>
            <a:ext cx="6350000" cy="127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2534900" y="7620000"/>
            <a:ext cx="4521200" cy="304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46910"/>
              </a:lnSpc>
            </a:pPr>
            <a:r>
              <a:rPr lang="ko-KR" sz="1700" b="false" i="false" u="none" strike="noStrike" spc="-100">
                <a:solidFill>
                  <a:srgbClr val="4B4B4B">
                    <a:alpha val="74902"/>
                  </a:srgbClr>
                </a:solidFill>
                <a:ea typeface="Pretendard Regular"/>
              </a:rPr>
              <a:t>배경과</a:t>
            </a:r>
            <a:r>
              <a:rPr lang="en-US" sz="1700" b="false" i="false" u="none" strike="noStrike" spc="-100">
                <a:solidFill>
                  <a:srgbClr val="4B4B4B">
                    <a:alpha val="74902"/>
                  </a:srgbClr>
                </a:solidFill>
                <a:latin typeface="Pretendard Regular"/>
              </a:rPr>
              <a:t> </a:t>
            </a:r>
            <a:r>
              <a:rPr lang="ko-KR" sz="1700" b="false" i="false" u="none" strike="noStrike" spc="-100">
                <a:solidFill>
                  <a:srgbClr val="4B4B4B">
                    <a:alpha val="74902"/>
                  </a:srgbClr>
                </a:solidFill>
                <a:ea typeface="Pretendard Regular"/>
              </a:rPr>
              <a:t>잘</a:t>
            </a:r>
            <a:r>
              <a:rPr lang="en-US" sz="1700" b="false" i="false" u="none" strike="noStrike" spc="-100">
                <a:solidFill>
                  <a:srgbClr val="4B4B4B">
                    <a:alpha val="74902"/>
                  </a:srgbClr>
                </a:solidFill>
                <a:latin typeface="Pretendard Regular"/>
              </a:rPr>
              <a:t> </a:t>
            </a:r>
            <a:r>
              <a:rPr lang="ko-KR" sz="1700" b="false" i="false" u="none" strike="noStrike" spc="-100">
                <a:solidFill>
                  <a:srgbClr val="4B4B4B">
                    <a:alpha val="74902"/>
                  </a:srgbClr>
                </a:solidFill>
                <a:ea typeface="Pretendard Regular"/>
              </a:rPr>
              <a:t>스며드는</a:t>
            </a:r>
            <a:r>
              <a:rPr lang="en-US" sz="1700" b="false" i="false" u="none" strike="noStrike" spc="-100">
                <a:solidFill>
                  <a:srgbClr val="4B4B4B">
                    <a:alpha val="74902"/>
                  </a:srgbClr>
                </a:solidFill>
                <a:latin typeface="Pretendard Regular"/>
              </a:rPr>
              <a:t> </a:t>
            </a:r>
            <a:r>
              <a:rPr lang="ko-KR" sz="1700" b="false" i="false" u="none" strike="noStrike" spc="-100">
                <a:solidFill>
                  <a:srgbClr val="4B4B4B">
                    <a:alpha val="74902"/>
                  </a:srgbClr>
                </a:solidFill>
                <a:ea typeface="Pretendard Regular"/>
              </a:rPr>
              <a:t>분위기의</a:t>
            </a:r>
            <a:r>
              <a:rPr lang="en-US" sz="1700" b="false" i="false" u="none" strike="noStrike" spc="-100">
                <a:solidFill>
                  <a:srgbClr val="4B4B4B">
                    <a:alpha val="74902"/>
                  </a:srgbClr>
                </a:solidFill>
                <a:latin typeface="Pretendard Regular"/>
              </a:rPr>
              <a:t> </a:t>
            </a:r>
            <a:r>
              <a:rPr lang="ko-KR" sz="1700" b="false" i="false" u="none" strike="noStrike" spc="-100">
                <a:solidFill>
                  <a:srgbClr val="4B4B4B">
                    <a:alpha val="74902"/>
                  </a:srgbClr>
                </a:solidFill>
                <a:ea typeface="Pretendard Regular"/>
              </a:rPr>
              <a:t>모형을</a:t>
            </a:r>
            <a:r>
              <a:rPr lang="en-US" sz="1700" b="false" i="false" u="none" strike="noStrike" spc="-100">
                <a:solidFill>
                  <a:srgbClr val="4B4B4B">
                    <a:alpha val="74902"/>
                  </a:srgbClr>
                </a:solidFill>
                <a:latin typeface="Pretendard Regular"/>
              </a:rPr>
              <a:t> </a:t>
            </a:r>
            <a:r>
              <a:rPr lang="ko-KR" sz="1700" b="false" i="false" u="none" strike="noStrike" spc="-100">
                <a:solidFill>
                  <a:srgbClr val="4B4B4B">
                    <a:alpha val="74902"/>
                  </a:srgbClr>
                </a:solidFill>
                <a:ea typeface="Pretendard Regular"/>
              </a:rPr>
              <a:t>디자인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131800" y="8597900"/>
            <a:ext cx="3327400" cy="5461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13233400" y="8699500"/>
            <a:ext cx="3124200" cy="342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1900" b="false" i="false" u="none" strike="noStrike">
                <a:solidFill>
                  <a:srgbClr val="F9F8F7"/>
                </a:solidFill>
                <a:latin typeface="Pretendard SemiBold"/>
              </a:rPr>
              <a:t># </a:t>
            </a:r>
            <a:r>
              <a:rPr lang="ko-KR" sz="1900" b="false" i="false" u="none" strike="noStrike">
                <a:solidFill>
                  <a:srgbClr val="F9F8F7"/>
                </a:solidFill>
                <a:ea typeface="Pretendard SemiBold"/>
              </a:rPr>
              <a:t>이질감</a:t>
            </a:r>
            <a:r>
              <a:rPr lang="en-US" sz="1900" b="false" i="false" u="none" strike="noStrike">
                <a:solidFill>
                  <a:srgbClr val="F9F8F7"/>
                </a:solidFill>
                <a:latin typeface="Pretendard SemiBold"/>
              </a:rPr>
              <a:t>X # </a:t>
            </a:r>
            <a:r>
              <a:rPr lang="ko-KR" sz="1900" b="false" i="false" u="none" strike="noStrike">
                <a:solidFill>
                  <a:srgbClr val="F9F8F7"/>
                </a:solidFill>
                <a:ea typeface="Pretendard SemiBold"/>
              </a:rPr>
              <a:t>비슷한</a:t>
            </a:r>
            <a:r>
              <a:rPr lang="en-US" sz="1900" b="false" i="false" u="none" strike="noStrike">
                <a:solidFill>
                  <a:srgbClr val="F9F8F7"/>
                </a:solidFill>
                <a:latin typeface="Pretendard SemiBold"/>
              </a:rPr>
              <a:t> </a:t>
            </a:r>
            <a:r>
              <a:rPr lang="ko-KR" sz="1900" b="false" i="false" u="none" strike="noStrike">
                <a:solidFill>
                  <a:srgbClr val="F9F8F7"/>
                </a:solidFill>
                <a:ea typeface="Pretendard SemiBold"/>
              </a:rPr>
              <a:t>분위기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315200" y="2882900"/>
            <a:ext cx="2286000" cy="406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300" b="false" i="false" u="none" strike="noStrike">
                <a:solidFill>
                  <a:srgbClr val="4B4B4B"/>
                </a:solidFill>
                <a:ea typeface="Pretendard SemiBold"/>
              </a:rPr>
              <a:t>자료</a:t>
            </a:r>
            <a:r>
              <a:rPr lang="en-US" sz="2300" b="false" i="false" u="none" strike="noStrike">
                <a:solidFill>
                  <a:srgbClr val="4B4B4B"/>
                </a:solidFill>
                <a:latin typeface="Pretendard SemiBold"/>
              </a:rPr>
              <a:t> </a:t>
            </a:r>
            <a:r>
              <a:rPr lang="ko-KR" sz="2300" b="false" i="false" u="none" strike="noStrike">
                <a:solidFill>
                  <a:srgbClr val="4B4B4B"/>
                </a:solidFill>
                <a:ea typeface="Pretendard SemiBold"/>
              </a:rPr>
              <a:t>분석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462000" y="2882900"/>
            <a:ext cx="1384300" cy="406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300" b="false" i="false" u="none" strike="noStrike">
                <a:solidFill>
                  <a:srgbClr val="4B4B4B"/>
                </a:solidFill>
                <a:ea typeface="Pretendard SemiBold"/>
              </a:rPr>
              <a:t>디자인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8500" y="431800"/>
            <a:ext cx="1612900" cy="292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0429"/>
              </a:lnSpc>
            </a:pPr>
            <a:r>
              <a:rPr lang="en-US" sz="1600" b="false" i="false" u="none" strike="noStrike" spc="200">
                <a:solidFill>
                  <a:srgbClr val="9BB97C"/>
                </a:solidFill>
                <a:latin typeface="Playfair Display Medium"/>
              </a:rPr>
              <a:t>Portfolio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343900" y="431800"/>
            <a:ext cx="1612900" cy="292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0429"/>
              </a:lnSpc>
            </a:pPr>
            <a:r>
              <a:rPr lang="en-US" sz="1600" b="false" i="false" u="none" strike="noStrike" spc="100">
                <a:solidFill>
                  <a:srgbClr val="9BB97C"/>
                </a:solidFill>
                <a:latin typeface="Tiro Bangla Regular"/>
              </a:rPr>
              <a:t>(  2090  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52600" y="1282700"/>
            <a:ext cx="14770100" cy="927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5200" b="false" i="false" u="none" strike="noStrike" spc="-200">
                <a:solidFill>
                  <a:srgbClr val="9BB97C"/>
                </a:solidFill>
                <a:ea typeface="Pretendard SemiBold"/>
              </a:rPr>
              <a:t>결과물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51600" y="2819400"/>
            <a:ext cx="9131300" cy="457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41930"/>
              </a:lnSpc>
            </a:pPr>
            <a:r>
              <a:rPr lang="ko-KR" sz="2600" b="false" i="false" u="none" strike="noStrike" spc="-100">
                <a:solidFill>
                  <a:srgbClr val="4B4B4B"/>
                </a:solidFill>
                <a:ea typeface="Pretendard Light"/>
              </a:rPr>
              <a:t>게임내에서</a:t>
            </a:r>
            <a:r>
              <a:rPr lang="en-US" sz="2600" b="false" i="false" u="none" strike="noStrike" spc="-100">
                <a:solidFill>
                  <a:srgbClr val="4B4B4B"/>
                </a:solidFill>
                <a:latin typeface="Pretendard Light"/>
              </a:rPr>
              <a:t> </a:t>
            </a:r>
            <a:r>
              <a:rPr lang="ko-KR" sz="2600" b="false" i="false" u="none" strike="noStrike" spc="-100">
                <a:solidFill>
                  <a:srgbClr val="4B4B4B"/>
                </a:solidFill>
                <a:ea typeface="Pretendard Light"/>
              </a:rPr>
              <a:t>사용된</a:t>
            </a:r>
            <a:r>
              <a:rPr lang="en-US" sz="2600" b="false" i="false" u="none" strike="noStrike" spc="-100">
                <a:solidFill>
                  <a:srgbClr val="4B4B4B"/>
                </a:solidFill>
                <a:latin typeface="Pretendard Light"/>
              </a:rPr>
              <a:t> </a:t>
            </a:r>
            <a:r>
              <a:rPr lang="ko-KR" sz="2600" b="false" i="false" u="none" strike="noStrike" spc="-100">
                <a:solidFill>
                  <a:srgbClr val="4B4B4B"/>
                </a:solidFill>
                <a:ea typeface="Pretendard Light"/>
              </a:rPr>
              <a:t>에셋과</a:t>
            </a:r>
            <a:r>
              <a:rPr lang="en-US" sz="2600" b="false" i="false" u="none" strike="noStrike" spc="-100">
                <a:solidFill>
                  <a:srgbClr val="4B4B4B"/>
                </a:solidFill>
                <a:latin typeface="Pretendard Light"/>
              </a:rPr>
              <a:t> </a:t>
            </a:r>
            <a:r>
              <a:rPr lang="ko-KR" sz="2600" b="false" i="false" u="none" strike="noStrike" spc="-100">
                <a:solidFill>
                  <a:srgbClr val="4B4B4B"/>
                </a:solidFill>
                <a:ea typeface="Pretendard Light"/>
              </a:rPr>
              <a:t>어울리는</a:t>
            </a:r>
            <a:r>
              <a:rPr lang="en-US" sz="2600" b="false" i="false" u="none" strike="noStrike" spc="-100">
                <a:solidFill>
                  <a:srgbClr val="4B4B4B"/>
                </a:solidFill>
                <a:latin typeface="Pretendard Light"/>
              </a:rPr>
              <a:t> </a:t>
            </a:r>
            <a:r>
              <a:rPr lang="ko-KR" sz="2600" b="false" i="false" u="none" strike="noStrike" spc="-100">
                <a:solidFill>
                  <a:srgbClr val="4B4B4B"/>
                </a:solidFill>
                <a:ea typeface="Pretendard Light"/>
              </a:rPr>
              <a:t>느낌의</a:t>
            </a:r>
            <a:r>
              <a:rPr lang="en-US" sz="2600" b="false" i="false" u="none" strike="noStrike" spc="-100">
                <a:solidFill>
                  <a:srgbClr val="4B4B4B"/>
                </a:solidFill>
                <a:latin typeface="Pretendard Light"/>
              </a:rPr>
              <a:t> </a:t>
            </a:r>
            <a:r>
              <a:rPr lang="ko-KR" sz="2600" b="false" i="false" u="none" strike="noStrike" spc="-100">
                <a:solidFill>
                  <a:srgbClr val="4B4B4B"/>
                </a:solidFill>
                <a:ea typeface="Pretendard Light"/>
              </a:rPr>
              <a:t>주</a:t>
            </a:r>
            <a:r>
              <a:rPr lang="en-US" sz="2600" b="false" i="false" u="none" strike="noStrike" spc="-100">
                <a:solidFill>
                  <a:srgbClr val="4B4B4B"/>
                </a:solidFill>
                <a:latin typeface="Pretendard Light"/>
              </a:rPr>
              <a:t> </a:t>
            </a:r>
            <a:r>
              <a:rPr lang="ko-KR" sz="2600" b="false" i="false" u="none" strike="noStrike" spc="-100">
                <a:solidFill>
                  <a:srgbClr val="4B4B4B"/>
                </a:solidFill>
                <a:ea typeface="Pretendard Light"/>
              </a:rPr>
              <a:t>사물을</a:t>
            </a:r>
            <a:r>
              <a:rPr lang="en-US" sz="2600" b="false" i="false" u="none" strike="noStrike" spc="-100">
                <a:solidFill>
                  <a:srgbClr val="4B4B4B"/>
                </a:solidFill>
                <a:latin typeface="Pretendard Light"/>
              </a:rPr>
              <a:t> </a:t>
            </a:r>
            <a:r>
              <a:rPr lang="ko-KR" sz="2600" b="false" i="false" u="none" strike="noStrike" spc="-100">
                <a:solidFill>
                  <a:srgbClr val="4B4B4B"/>
                </a:solidFill>
                <a:ea typeface="Pretendard Light"/>
              </a:rPr>
              <a:t>제작</a:t>
            </a:r>
          </a:p>
        </p:txBody>
      </p:sp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882900" y="2705100"/>
            <a:ext cx="3416300" cy="6350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3098800" y="2806700"/>
            <a:ext cx="2971800" cy="406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200" b="false" i="false" u="none" strike="noStrike">
                <a:solidFill>
                  <a:srgbClr val="F9F8F7"/>
                </a:solidFill>
                <a:latin typeface="Pretendard SemiBold"/>
              </a:rPr>
              <a:t>#</a:t>
            </a:r>
            <a:r>
              <a:rPr lang="ko-KR" sz="2200" b="false" i="false" u="none" strike="noStrike">
                <a:solidFill>
                  <a:srgbClr val="F9F8F7"/>
                </a:solidFill>
                <a:ea typeface="Pretendard SemiBold"/>
              </a:rPr>
              <a:t>컨셉중시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559300" y="4267200"/>
            <a:ext cx="8699500" cy="5143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889500" y="4635500"/>
            <a:ext cx="7924800" cy="4394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671300" y="3695700"/>
            <a:ext cx="3187700" cy="2273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930400" y="7594600"/>
            <a:ext cx="3263900" cy="2336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BB9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8500" y="431800"/>
            <a:ext cx="1612900" cy="292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0429"/>
              </a:lnSpc>
            </a:pPr>
            <a:r>
              <a:rPr lang="en-US" sz="1600" b="false" i="false" u="none" strike="noStrike" spc="200">
                <a:solidFill>
                  <a:srgbClr val="F9F8F7"/>
                </a:solidFill>
                <a:latin typeface="Playfair Display Medium"/>
              </a:rPr>
              <a:t>Portfolio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20700" y="1879600"/>
            <a:ext cx="7683500" cy="927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5200" b="false" i="false" u="none" strike="noStrike" spc="-200">
                <a:solidFill>
                  <a:srgbClr val="FFFBB5"/>
                </a:solidFill>
                <a:latin typeface="Pretendard SemiBold"/>
              </a:rPr>
              <a:t>HIGH POLY </a:t>
            </a:r>
            <a:r>
              <a:rPr lang="ko-KR" sz="5200" b="false" i="false" u="none" strike="noStrike" spc="-200">
                <a:solidFill>
                  <a:srgbClr val="FFFBB5"/>
                </a:solidFill>
                <a:ea typeface="Pretendard SemiBold"/>
              </a:rPr>
              <a:t>캐릭터</a:t>
            </a:r>
            <a:r>
              <a:rPr lang="en-US" sz="5200" b="false" i="false" u="none" strike="noStrike" spc="-200">
                <a:solidFill>
                  <a:srgbClr val="FFFBB5"/>
                </a:solidFill>
                <a:latin typeface="Pretendard SemiBold"/>
              </a:rPr>
              <a:t> </a:t>
            </a:r>
            <a:r>
              <a:rPr lang="ko-KR" sz="5200" b="false" i="false" u="none" strike="noStrike" spc="-200">
                <a:solidFill>
                  <a:srgbClr val="FFFBB5"/>
                </a:solidFill>
                <a:ea typeface="Pretendard SemiBold"/>
              </a:rPr>
              <a:t>모델링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79500" y="8280400"/>
            <a:ext cx="55626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8609"/>
              </a:lnSpc>
            </a:pPr>
            <a:r>
              <a:rPr lang="en-US" sz="2200" b="false" i="false" u="none" strike="noStrike" spc="-100">
                <a:solidFill>
                  <a:srgbClr val="F9F8F7"/>
                </a:solidFill>
                <a:latin typeface="Pretendard Light"/>
              </a:rPr>
              <a:t>HIGH POLY </a:t>
            </a:r>
            <a:r>
              <a:rPr lang="ko-KR" sz="2200" b="false" i="false" u="none" strike="noStrike" spc="-100">
                <a:solidFill>
                  <a:srgbClr val="F9F8F7"/>
                </a:solidFill>
                <a:ea typeface="Pretendard Light"/>
              </a:rPr>
              <a:t>캐릭터</a:t>
            </a:r>
            <a:r>
              <a:rPr lang="en-US" sz="2200" b="false" i="false" u="none" strike="noStrike" spc="-100">
                <a:solidFill>
                  <a:srgbClr val="F9F8F7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F9F8F7"/>
                </a:solidFill>
                <a:ea typeface="Pretendard Light"/>
              </a:rPr>
              <a:t>스케치</a:t>
            </a:r>
            <a:r>
              <a:rPr lang="en-US" sz="2200" b="false" i="false" u="none" strike="noStrike" spc="-100">
                <a:solidFill>
                  <a:srgbClr val="F9F8F7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F9F8F7"/>
                </a:solidFill>
                <a:ea typeface="Pretendard Light"/>
              </a:rPr>
              <a:t>및</a:t>
            </a:r>
            <a:r>
              <a:rPr lang="en-US" sz="2200" b="false" i="false" u="none" strike="noStrike" spc="-100">
                <a:solidFill>
                  <a:srgbClr val="F9F8F7"/>
                </a:solidFill>
                <a:latin typeface="Pretendard Light"/>
              </a:rPr>
              <a:t> </a:t>
            </a:r>
            <a:r>
              <a:rPr lang="ko-KR" sz="2200" b="false" i="false" u="none" strike="noStrike" spc="-100">
                <a:solidFill>
                  <a:srgbClr val="F9F8F7"/>
                </a:solidFill>
                <a:ea typeface="Pretendard Light"/>
              </a:rPr>
              <a:t>디자인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79500" y="8204200"/>
            <a:ext cx="5473700" cy="12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77900" y="3289300"/>
            <a:ext cx="5575300" cy="4254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303500" y="3111500"/>
            <a:ext cx="2565400" cy="2298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839700" y="1879600"/>
            <a:ext cx="2463800" cy="2463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98000" y="1727200"/>
            <a:ext cx="8394700" cy="12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591800" y="2260600"/>
            <a:ext cx="2540000" cy="3390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347200" y="1968500"/>
            <a:ext cx="2057400" cy="2730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347200" y="5651500"/>
            <a:ext cx="4114800" cy="25654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6344900" y="431800"/>
            <a:ext cx="1282700" cy="292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0429"/>
              </a:lnSpc>
            </a:pPr>
            <a:r>
              <a:rPr lang="en-US" sz="1600" b="false" i="false" u="none" strike="noStrike" spc="100">
                <a:solidFill>
                  <a:srgbClr val="F9F8F7"/>
                </a:solidFill>
                <a:ea typeface="Playfair Display Medium"/>
              </a:rPr>
              <a:t>ⓒ</a:t>
            </a:r>
            <a:r>
              <a:rPr lang="en-US" sz="1600" b="false" i="false" u="none" strike="noStrike" spc="100">
                <a:solidFill>
                  <a:srgbClr val="F9F8F7"/>
                </a:solidFill>
                <a:latin typeface="Playfair Display Medium"/>
              </a:rPr>
              <a:t> Kim Miri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343900" y="431800"/>
            <a:ext cx="1612900" cy="292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0429"/>
              </a:lnSpc>
            </a:pPr>
            <a:r>
              <a:rPr lang="en-US" sz="1600" b="false" i="false" u="none" strike="noStrike" spc="100">
                <a:solidFill>
                  <a:srgbClr val="F9F8F7"/>
                </a:solidFill>
                <a:latin typeface="Tiro Bangla Regular"/>
              </a:rPr>
              <a:t>(  2090  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398000" y="1295400"/>
            <a:ext cx="55626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8609"/>
              </a:lnSpc>
            </a:pPr>
            <a:r>
              <a:rPr lang="ko-KR" sz="2200" b="false" i="false" u="none" strike="noStrike" spc="-100">
                <a:solidFill>
                  <a:srgbClr val="F9F8F7"/>
                </a:solidFill>
                <a:ea typeface="Pretendard Light"/>
              </a:rPr>
              <a:t>참고자료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738100" y="4343400"/>
            <a:ext cx="2578100" cy="34417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4744700" y="5422900"/>
            <a:ext cx="2616200" cy="3924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BB9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578600" y="2705100"/>
            <a:ext cx="4419600" cy="48006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698500" y="431800"/>
            <a:ext cx="1612900" cy="292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0429"/>
              </a:lnSpc>
            </a:pPr>
            <a:r>
              <a:rPr lang="en-US" sz="1600" b="false" i="false" u="none" strike="noStrike" spc="200">
                <a:solidFill>
                  <a:srgbClr val="F9F8F7"/>
                </a:solidFill>
                <a:latin typeface="Playfair Display Medium"/>
              </a:rPr>
              <a:t>Portfolio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343900" y="431800"/>
            <a:ext cx="1612900" cy="292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0429"/>
              </a:lnSpc>
            </a:pPr>
            <a:r>
              <a:rPr lang="en-US" sz="1600" b="false" i="false" u="none" strike="noStrike" spc="100">
                <a:solidFill>
                  <a:srgbClr val="F9F8F7"/>
                </a:solidFill>
                <a:latin typeface="Tiro Bangla Regular"/>
              </a:rPr>
              <a:t>(  2090  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52600" y="1282700"/>
            <a:ext cx="14770100" cy="927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5200" b="false" i="false" u="none" strike="noStrike" spc="-200">
                <a:solidFill>
                  <a:srgbClr val="FFFBB5"/>
                </a:solidFill>
                <a:ea typeface="Pretendard SemiBold"/>
              </a:rPr>
              <a:t>결과물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429000" y="2679700"/>
            <a:ext cx="2781300" cy="4826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8915400"/>
            <a:ext cx="16243300" cy="584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315700" y="2755900"/>
            <a:ext cx="4013200" cy="47371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2755900" y="9017000"/>
            <a:ext cx="127635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000" b="false" i="false" u="none" strike="noStrike">
                <a:solidFill>
                  <a:srgbClr val="F9F8F7"/>
                </a:solidFill>
                <a:ea typeface="Pretendard Medium"/>
              </a:rPr>
              <a:t>사이보그</a:t>
            </a:r>
            <a:r>
              <a:rPr lang="en-US" sz="2000" b="false" i="false" u="none" strike="noStrike">
                <a:solidFill>
                  <a:srgbClr val="F9F8F7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F9F8F7"/>
                </a:solidFill>
                <a:ea typeface="Pretendard Medium"/>
              </a:rPr>
              <a:t>형식의</a:t>
            </a:r>
            <a:r>
              <a:rPr lang="en-US" sz="2000" b="false" i="false" u="none" strike="noStrike">
                <a:solidFill>
                  <a:srgbClr val="F9F8F7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F9F8F7"/>
                </a:solidFill>
                <a:ea typeface="Pretendard Medium"/>
              </a:rPr>
              <a:t>컨셉으로</a:t>
            </a:r>
            <a:r>
              <a:rPr lang="en-US" sz="2000" b="false" i="false" u="none" strike="noStrike">
                <a:solidFill>
                  <a:srgbClr val="F9F8F7"/>
                </a:solidFill>
                <a:latin typeface="Pretendard Medium"/>
              </a:rPr>
              <a:t> HIGH POLY </a:t>
            </a:r>
            <a:r>
              <a:rPr lang="ko-KR" sz="2000" b="false" i="false" u="none" strike="noStrike">
                <a:solidFill>
                  <a:srgbClr val="F9F8F7"/>
                </a:solidFill>
                <a:ea typeface="Pretendard Medium"/>
              </a:rPr>
              <a:t>모델링</a:t>
            </a:r>
            <a:r>
              <a:rPr lang="en-US" sz="2000" b="false" i="false" u="none" strike="noStrike">
                <a:solidFill>
                  <a:srgbClr val="F9F8F7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F9F8F7"/>
                </a:solidFill>
                <a:ea typeface="Pretendard Medium"/>
              </a:rPr>
              <a:t>제작</a:t>
            </a:r>
            <a:r>
              <a:rPr lang="en-US" sz="2000" b="false" i="false" u="none" strike="noStrike">
                <a:solidFill>
                  <a:srgbClr val="F9F8F7"/>
                </a:solidFill>
                <a:latin typeface="Pretendard Medium"/>
              </a:rPr>
              <a:t> 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BB9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975600" y="-1828800"/>
            <a:ext cx="10388600" cy="124206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698500" y="431800"/>
            <a:ext cx="1612900" cy="292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0429"/>
              </a:lnSpc>
            </a:pPr>
            <a:r>
              <a:rPr lang="en-US" sz="1600" b="false" i="false" u="none" strike="noStrike" spc="200">
                <a:solidFill>
                  <a:srgbClr val="F9F8F7"/>
                </a:solidFill>
                <a:latin typeface="Playfair Display Medium"/>
              </a:rPr>
              <a:t>Portfolio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16000" y="2362200"/>
            <a:ext cx="6718300" cy="927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5200" b="false" i="false" u="none" strike="noStrike" spc="-200">
                <a:solidFill>
                  <a:srgbClr val="FFFBB5"/>
                </a:solidFill>
                <a:ea typeface="Pretendard SemiBold"/>
              </a:rPr>
              <a:t>배경</a:t>
            </a:r>
            <a:r>
              <a:rPr lang="en-US" sz="5200" b="false" i="false" u="none" strike="noStrike" spc="-200">
                <a:solidFill>
                  <a:srgbClr val="FFFBB5"/>
                </a:solidFill>
                <a:latin typeface="Pretendard SemiBold"/>
              </a:rPr>
              <a:t> </a:t>
            </a:r>
            <a:r>
              <a:rPr lang="ko-KR" sz="5200" b="false" i="false" u="none" strike="noStrike" spc="-200">
                <a:solidFill>
                  <a:srgbClr val="FFFBB5"/>
                </a:solidFill>
                <a:ea typeface="Pretendard SemiBold"/>
              </a:rPr>
              <a:t>모델링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975600" y="5613400"/>
            <a:ext cx="6959600" cy="4635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716000" y="4076700"/>
            <a:ext cx="4635500" cy="6172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975600" y="-63500"/>
            <a:ext cx="6172200" cy="5791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741400" y="0"/>
            <a:ext cx="4546600" cy="45466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016000" y="3289300"/>
            <a:ext cx="20955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2839"/>
              </a:lnSpc>
            </a:pPr>
            <a:r>
              <a:rPr lang="ko-KR" sz="2000" b="false" i="false" u="none" strike="noStrike">
                <a:solidFill>
                  <a:srgbClr val="FFFFFF"/>
                </a:solidFill>
                <a:ea typeface="Pretendard SemiBold"/>
              </a:rPr>
              <a:t>디저트</a:t>
            </a:r>
            <a:r>
              <a:rPr lang="en-US" sz="2000" b="false" i="false" u="none" strike="noStrike">
                <a:solidFill>
                  <a:srgbClr val="FFFFFF"/>
                </a:solidFill>
                <a:latin typeface="Pretendard SemiBold"/>
              </a:rPr>
              <a:t>&amp;</a:t>
            </a:r>
            <a:r>
              <a:rPr lang="ko-KR" sz="2000" b="false" i="false" u="none" strike="noStrike">
                <a:solidFill>
                  <a:srgbClr val="FFFFFF"/>
                </a:solidFill>
                <a:ea typeface="Pretendard SemiBold"/>
              </a:rPr>
              <a:t>동물</a:t>
            </a:r>
            <a:r>
              <a:rPr lang="en-US" sz="2000" b="false" i="false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Pretendard SemiBold"/>
              </a:rPr>
              <a:t>모델링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343900" y="431800"/>
            <a:ext cx="1612900" cy="292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0429"/>
              </a:lnSpc>
            </a:pPr>
            <a:r>
              <a:rPr lang="en-US" sz="1600" b="false" i="false" u="none" strike="noStrike" spc="100">
                <a:solidFill>
                  <a:srgbClr val="F9F8F7"/>
                </a:solidFill>
                <a:latin typeface="Tiro Bangla Regular"/>
              </a:rPr>
              <a:t>(  2090  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8500" y="431800"/>
            <a:ext cx="1612900" cy="292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0429"/>
              </a:lnSpc>
            </a:pPr>
            <a:r>
              <a:rPr lang="en-US" sz="1600" b="false" i="false" u="none" strike="noStrike" spc="200">
                <a:solidFill>
                  <a:srgbClr val="9BB97C"/>
                </a:solidFill>
                <a:latin typeface="Playfair Display Medium"/>
              </a:rPr>
              <a:t>Portfolio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343900" y="431800"/>
            <a:ext cx="1612900" cy="292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0429"/>
              </a:lnSpc>
            </a:pPr>
            <a:r>
              <a:rPr lang="en-US" sz="1600" b="false" i="false" u="none" strike="noStrike" spc="100">
                <a:solidFill>
                  <a:srgbClr val="9BB97C"/>
                </a:solidFill>
                <a:latin typeface="Tiro Bangla Regular"/>
              </a:rPr>
              <a:t>(  2090  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52600" y="1282700"/>
            <a:ext cx="14770100" cy="927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5200" b="false" i="false" u="none" strike="noStrike" spc="-200">
                <a:solidFill>
                  <a:srgbClr val="9BB97C"/>
                </a:solidFill>
                <a:ea typeface="Pretendard SemiBold"/>
              </a:rPr>
              <a:t>결과물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19200" y="3568700"/>
            <a:ext cx="1219200" cy="1219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77900" y="5067300"/>
            <a:ext cx="5105400" cy="42926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2857500" y="3860800"/>
            <a:ext cx="2311400" cy="609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4000" b="false" i="false" u="none" strike="noStrike">
                <a:solidFill>
                  <a:srgbClr val="9BB97C"/>
                </a:solidFill>
                <a:ea typeface="Pretendard SemiBold"/>
              </a:rPr>
              <a:t>자료분석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10800000">
            <a:off x="1028700" y="3314700"/>
            <a:ext cx="5054600" cy="127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041400" y="2654300"/>
            <a:ext cx="622300" cy="558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3669"/>
              </a:lnSpc>
            </a:pPr>
            <a:r>
              <a:rPr lang="en-US" sz="3200" b="false" i="false" u="none" strike="noStrike">
                <a:solidFill>
                  <a:srgbClr val="9BB97C"/>
                </a:solidFill>
                <a:latin typeface="Pretendard Bold"/>
              </a:rPr>
              <a:t>01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578600" y="5029200"/>
            <a:ext cx="5105400" cy="43561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8458200" y="3810000"/>
            <a:ext cx="2311400" cy="711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4000" b="false" i="false" u="none" strike="noStrike">
                <a:solidFill>
                  <a:srgbClr val="9BB97C"/>
                </a:solidFill>
                <a:ea typeface="Pretendard SemiBold"/>
              </a:rPr>
              <a:t>디테일추가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10800000">
            <a:off x="6629400" y="3314700"/>
            <a:ext cx="5054600" cy="127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6642100" y="2654300"/>
            <a:ext cx="622300" cy="558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3669"/>
              </a:lnSpc>
            </a:pPr>
            <a:r>
              <a:rPr lang="en-US" sz="3200" b="false" i="false" u="none" strike="noStrike">
                <a:solidFill>
                  <a:srgbClr val="9BB97C"/>
                </a:solidFill>
                <a:latin typeface="Pretendard Bold"/>
              </a:rPr>
              <a:t>02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128500" y="5067300"/>
            <a:ext cx="5105400" cy="4330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24000" y="3911600"/>
            <a:ext cx="558800" cy="571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331700" y="3568700"/>
            <a:ext cx="1219200" cy="12192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3982700" y="3810000"/>
            <a:ext cx="2311400" cy="711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4000" b="false" i="false" u="none" strike="noStrike">
                <a:solidFill>
                  <a:srgbClr val="9BB97C"/>
                </a:solidFill>
                <a:ea typeface="Pretendard SemiBold"/>
              </a:rPr>
              <a:t>채색</a:t>
            </a:r>
            <a:r>
              <a:rPr lang="en-US" sz="4000" b="false" i="false" u="none" strike="noStrike">
                <a:solidFill>
                  <a:srgbClr val="9BB97C"/>
                </a:solidFill>
                <a:latin typeface="Pretendard SemiBold"/>
              </a:rPr>
              <a:t>(</a:t>
            </a:r>
            <a:r>
              <a:rPr lang="ko-KR" sz="4000" b="false" i="false" u="none" strike="noStrike">
                <a:solidFill>
                  <a:srgbClr val="9BB97C"/>
                </a:solidFill>
                <a:ea typeface="Pretendard SemiBold"/>
              </a:rPr>
              <a:t>완성</a:t>
            </a:r>
            <a:r>
              <a:rPr lang="en-US" sz="4000" b="false" i="false" u="none" strike="noStrike">
                <a:solidFill>
                  <a:srgbClr val="9BB97C"/>
                </a:solidFill>
                <a:latin typeface="Pretendard SemiBold"/>
              </a:rPr>
              <a:t>)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10800000">
            <a:off x="12141200" y="3314700"/>
            <a:ext cx="5054600" cy="127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2153900" y="2654300"/>
            <a:ext cx="622300" cy="558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3669"/>
              </a:lnSpc>
            </a:pPr>
            <a:r>
              <a:rPr lang="en-US" sz="3200" b="false" i="false" u="none" strike="noStrike">
                <a:solidFill>
                  <a:srgbClr val="9BB97C"/>
                </a:solidFill>
                <a:latin typeface="Pretendard Bold"/>
              </a:rPr>
              <a:t>03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629400" y="3568700"/>
            <a:ext cx="1219200" cy="12192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908800" y="3771900"/>
            <a:ext cx="635000" cy="7747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522200" y="3759200"/>
            <a:ext cx="8382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8500" y="431800"/>
            <a:ext cx="1612900" cy="292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0429"/>
              </a:lnSpc>
            </a:pPr>
            <a:r>
              <a:rPr lang="en-US" sz="1600" b="false" i="false" u="none" strike="noStrike" spc="200">
                <a:solidFill>
                  <a:srgbClr val="9BB97C"/>
                </a:solidFill>
                <a:latin typeface="Playfair Display Medium"/>
              </a:rPr>
              <a:t>Portfolio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343900" y="431800"/>
            <a:ext cx="1612900" cy="292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0429"/>
              </a:lnSpc>
            </a:pPr>
            <a:r>
              <a:rPr lang="en-US" sz="1600" b="false" i="false" u="none" strike="noStrike" spc="100">
                <a:solidFill>
                  <a:srgbClr val="9BB97C"/>
                </a:solidFill>
                <a:latin typeface="Tiro Bangla Regular"/>
              </a:rPr>
              <a:t>(  2090  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52600" y="1282700"/>
            <a:ext cx="14770100" cy="927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5200" b="false" i="false" u="none" strike="noStrike" spc="-200">
                <a:solidFill>
                  <a:srgbClr val="9BB97C"/>
                </a:solidFill>
                <a:ea typeface="Pretendard SemiBold"/>
              </a:rPr>
              <a:t>고라파덕</a:t>
            </a:r>
            <a:r>
              <a:rPr lang="en-US" sz="5200" b="false" i="false" u="none" strike="noStrike" spc="-200">
                <a:solidFill>
                  <a:srgbClr val="9BB97C"/>
                </a:solidFill>
                <a:latin typeface="Pretendard SemiBold"/>
              </a:rPr>
              <a:t> </a:t>
            </a:r>
            <a:r>
              <a:rPr lang="ko-KR" sz="5200" b="false" i="false" u="none" strike="noStrike" spc="-200">
                <a:solidFill>
                  <a:srgbClr val="9BB97C"/>
                </a:solidFill>
                <a:ea typeface="Pretendard SemiBold"/>
              </a:rPr>
              <a:t>애니메이션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65200" y="2628900"/>
            <a:ext cx="16344900" cy="5842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755900" y="2730500"/>
            <a:ext cx="127635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000" b="false" i="false" u="none" strike="noStrike">
                <a:solidFill>
                  <a:srgbClr val="F9F8F7"/>
                </a:solidFill>
                <a:ea typeface="Pretendard SemiBold"/>
              </a:rPr>
              <a:t>사람보다</a:t>
            </a:r>
            <a:r>
              <a:rPr lang="en-US" sz="2000" b="false" i="false" u="none" strike="noStrike">
                <a:solidFill>
                  <a:srgbClr val="F9F8F7"/>
                </a:solidFill>
                <a:latin typeface="Pretendard SemiBold"/>
              </a:rPr>
              <a:t> </a:t>
            </a:r>
            <a:r>
              <a:rPr lang="ko-KR" sz="2000" b="false" i="false" u="none" strike="noStrike">
                <a:solidFill>
                  <a:srgbClr val="F9F8F7"/>
                </a:solidFill>
                <a:ea typeface="Pretendard SemiBold"/>
              </a:rPr>
              <a:t>단순한</a:t>
            </a:r>
            <a:r>
              <a:rPr lang="en-US" sz="2000" b="false" i="false" u="none" strike="noStrike">
                <a:solidFill>
                  <a:srgbClr val="F9F8F7"/>
                </a:solidFill>
                <a:latin typeface="Pretendard SemiBold"/>
              </a:rPr>
              <a:t> </a:t>
            </a:r>
            <a:r>
              <a:rPr lang="ko-KR" sz="2000" b="false" i="false" u="none" strike="noStrike">
                <a:solidFill>
                  <a:srgbClr val="F9F8F7"/>
                </a:solidFill>
                <a:ea typeface="Pretendard SemiBold"/>
              </a:rPr>
              <a:t>형태의</a:t>
            </a:r>
            <a:r>
              <a:rPr lang="en-US" sz="2000" b="false" i="false" u="none" strike="noStrike">
                <a:solidFill>
                  <a:srgbClr val="F9F8F7"/>
                </a:solidFill>
                <a:latin typeface="Pretendard SemiBold"/>
              </a:rPr>
              <a:t> </a:t>
            </a:r>
            <a:r>
              <a:rPr lang="ko-KR" sz="2000" b="false" i="false" u="none" strike="noStrike">
                <a:solidFill>
                  <a:srgbClr val="F9F8F7"/>
                </a:solidFill>
                <a:ea typeface="Pretendard SemiBold"/>
              </a:rPr>
              <a:t>모델링으로</a:t>
            </a:r>
            <a:r>
              <a:rPr lang="en-US" sz="2000" b="false" i="false" u="none" strike="noStrike">
                <a:solidFill>
                  <a:srgbClr val="F9F8F7"/>
                </a:solidFill>
                <a:latin typeface="Pretendard SemiBold"/>
              </a:rPr>
              <a:t> </a:t>
            </a:r>
            <a:r>
              <a:rPr lang="ko-KR" sz="2000" b="false" i="false" u="none" strike="noStrike">
                <a:solidFill>
                  <a:srgbClr val="F9F8F7"/>
                </a:solidFill>
                <a:ea typeface="Pretendard SemiBold"/>
              </a:rPr>
              <a:t>다양한</a:t>
            </a:r>
            <a:r>
              <a:rPr lang="en-US" sz="2000" b="false" i="false" u="none" strike="noStrike">
                <a:solidFill>
                  <a:srgbClr val="F9F8F7"/>
                </a:solidFill>
                <a:latin typeface="Pretendard SemiBold"/>
              </a:rPr>
              <a:t> </a:t>
            </a:r>
            <a:r>
              <a:rPr lang="ko-KR" sz="2000" b="false" i="false" u="none" strike="noStrike">
                <a:solidFill>
                  <a:srgbClr val="F9F8F7"/>
                </a:solidFill>
                <a:ea typeface="Pretendard SemiBold"/>
              </a:rPr>
              <a:t>애니메이션</a:t>
            </a:r>
            <a:r>
              <a:rPr lang="en-US" sz="2000" b="false" i="false" u="none" strike="noStrike">
                <a:solidFill>
                  <a:srgbClr val="F9F8F7"/>
                </a:solidFill>
                <a:latin typeface="Pretendard SemiBold"/>
              </a:rPr>
              <a:t> </a:t>
            </a:r>
            <a:r>
              <a:rPr lang="ko-KR" sz="2000" b="false" i="false" u="none" strike="noStrike">
                <a:solidFill>
                  <a:srgbClr val="F9F8F7"/>
                </a:solidFill>
                <a:ea typeface="Pretendard SemiBold"/>
              </a:rPr>
              <a:t>제작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4216400"/>
            <a:ext cx="4457700" cy="4076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086600" y="4216400"/>
            <a:ext cx="4127500" cy="4076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319000" y="4216400"/>
            <a:ext cx="3721100" cy="4038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8500" y="431800"/>
            <a:ext cx="1612900" cy="292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0429"/>
              </a:lnSpc>
            </a:pPr>
            <a:r>
              <a:rPr lang="en-US" sz="1600" b="false" i="false" u="none" strike="noStrike" spc="200">
                <a:solidFill>
                  <a:srgbClr val="9BB97C"/>
                </a:solidFill>
                <a:latin typeface="Playfair Display Medium"/>
              </a:rPr>
              <a:t>Portfolio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343900" y="431800"/>
            <a:ext cx="1612900" cy="292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0429"/>
              </a:lnSpc>
            </a:pPr>
            <a:r>
              <a:rPr lang="en-US" sz="1600" b="false" i="false" u="none" strike="noStrike" spc="100">
                <a:solidFill>
                  <a:srgbClr val="9BB97C"/>
                </a:solidFill>
                <a:latin typeface="Tiro Bangla Regular"/>
              </a:rPr>
              <a:t>(  2090  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52600" y="1282700"/>
            <a:ext cx="14770100" cy="927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5200" b="false" i="false" u="none" strike="noStrike" spc="-200">
                <a:solidFill>
                  <a:srgbClr val="9BB97C"/>
                </a:solidFill>
                <a:ea typeface="Pretendard SemiBold"/>
              </a:rPr>
              <a:t>결과물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009900" y="2717800"/>
            <a:ext cx="4254500" cy="1968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10800000">
            <a:off x="1574800" y="4902200"/>
            <a:ext cx="15138400" cy="12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574800" y="3162300"/>
            <a:ext cx="939800" cy="863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3669"/>
              </a:lnSpc>
            </a:pPr>
            <a:r>
              <a:rPr lang="en-US" sz="4800" b="false" i="false" u="none" strike="noStrike">
                <a:solidFill>
                  <a:srgbClr val="9BB97C"/>
                </a:solidFill>
                <a:latin typeface="Pretendard Bold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975600" y="3352800"/>
            <a:ext cx="4927600" cy="508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900" b="false" i="false" u="none" strike="noStrike">
                <a:solidFill>
                  <a:srgbClr val="9BB97C"/>
                </a:solidFill>
                <a:ea typeface="Pretendard SemiBold"/>
              </a:rPr>
              <a:t>자연스러운</a:t>
            </a:r>
            <a:r>
              <a:rPr lang="en-US" sz="2900" b="false" i="false" u="none" strike="noStrike">
                <a:solidFill>
                  <a:srgbClr val="9BB97C"/>
                </a:solidFill>
                <a:latin typeface="Pretendard SemiBold"/>
              </a:rPr>
              <a:t> </a:t>
            </a:r>
            <a:r>
              <a:rPr lang="ko-KR" sz="2900" b="false" i="false" u="none" strike="noStrike">
                <a:solidFill>
                  <a:srgbClr val="9BB97C"/>
                </a:solidFill>
                <a:ea typeface="Pretendard SemiBold"/>
              </a:rPr>
              <a:t>움직임</a:t>
            </a:r>
            <a:r>
              <a:rPr lang="en-US" sz="2900" b="false" i="false" u="none" strike="noStrike">
                <a:solidFill>
                  <a:srgbClr val="9BB97C"/>
                </a:solidFill>
                <a:latin typeface="Pretendard SemiBold"/>
              </a:rPr>
              <a:t> </a:t>
            </a:r>
            <a:r>
              <a:rPr lang="ko-KR" sz="2900" b="false" i="false" u="none" strike="noStrike">
                <a:solidFill>
                  <a:srgbClr val="9BB97C"/>
                </a:solidFill>
                <a:ea typeface="Pretendard SemiBold"/>
              </a:rPr>
              <a:t>애니메이션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009900" y="5105400"/>
            <a:ext cx="4254500" cy="1968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10800000">
            <a:off x="1574800" y="7289800"/>
            <a:ext cx="15138400" cy="127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574800" y="5549900"/>
            <a:ext cx="939800" cy="863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3669"/>
              </a:lnSpc>
            </a:pPr>
            <a:r>
              <a:rPr lang="en-US" sz="4800" b="false" i="false" u="none" strike="noStrike">
                <a:solidFill>
                  <a:srgbClr val="9BB97C"/>
                </a:solidFill>
                <a:latin typeface="Pretendard Bold"/>
              </a:rPr>
              <a:t>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975600" y="5816600"/>
            <a:ext cx="6705600" cy="508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900" b="false" i="false" u="none" strike="noStrike">
                <a:solidFill>
                  <a:srgbClr val="9BB97C"/>
                </a:solidFill>
                <a:ea typeface="Pretendard SemiBold"/>
              </a:rPr>
              <a:t>움직임으로</a:t>
            </a:r>
            <a:r>
              <a:rPr lang="en-US" sz="2900" b="false" i="false" u="none" strike="noStrike">
                <a:solidFill>
                  <a:srgbClr val="9BB97C"/>
                </a:solidFill>
                <a:latin typeface="Pretendard SemiBold"/>
              </a:rPr>
              <a:t> </a:t>
            </a:r>
            <a:r>
              <a:rPr lang="ko-KR" sz="2900" b="false" i="false" u="none" strike="noStrike">
                <a:solidFill>
                  <a:srgbClr val="9BB97C"/>
                </a:solidFill>
                <a:ea typeface="Pretendard SemiBold"/>
              </a:rPr>
              <a:t>모델링이</a:t>
            </a:r>
            <a:r>
              <a:rPr lang="en-US" sz="2900" b="false" i="false" u="none" strike="noStrike">
                <a:solidFill>
                  <a:srgbClr val="9BB97C"/>
                </a:solidFill>
                <a:latin typeface="Pretendard SemiBold"/>
              </a:rPr>
              <a:t> </a:t>
            </a:r>
            <a:r>
              <a:rPr lang="ko-KR" sz="2900" b="false" i="false" u="none" strike="noStrike">
                <a:solidFill>
                  <a:srgbClr val="9BB97C"/>
                </a:solidFill>
                <a:ea typeface="Pretendard SemiBold"/>
              </a:rPr>
              <a:t>깨지지</a:t>
            </a:r>
            <a:r>
              <a:rPr lang="en-US" sz="2900" b="false" i="false" u="none" strike="noStrike">
                <a:solidFill>
                  <a:srgbClr val="9BB97C"/>
                </a:solidFill>
                <a:latin typeface="Pretendard SemiBold"/>
              </a:rPr>
              <a:t> </a:t>
            </a:r>
            <a:r>
              <a:rPr lang="ko-KR" sz="2900" b="false" i="false" u="none" strike="noStrike">
                <a:solidFill>
                  <a:srgbClr val="9BB97C"/>
                </a:solidFill>
                <a:ea typeface="Pretendard SemiBold"/>
              </a:rPr>
              <a:t>않도록</a:t>
            </a:r>
            <a:r>
              <a:rPr lang="en-US" sz="2900" b="false" i="false" u="none" strike="noStrike">
                <a:solidFill>
                  <a:srgbClr val="9BB97C"/>
                </a:solidFill>
                <a:latin typeface="Pretendard SemiBold"/>
              </a:rPr>
              <a:t> </a:t>
            </a:r>
            <a:r>
              <a:rPr lang="ko-KR" sz="2900" b="false" i="false" u="none" strike="noStrike">
                <a:solidFill>
                  <a:srgbClr val="9BB97C"/>
                </a:solidFill>
                <a:ea typeface="Pretendard SemiBold"/>
              </a:rPr>
              <a:t>제작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009900" y="7505700"/>
            <a:ext cx="4254500" cy="19685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574800" y="7950200"/>
            <a:ext cx="939800" cy="863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3669"/>
              </a:lnSpc>
            </a:pPr>
            <a:r>
              <a:rPr lang="en-US" sz="4800" b="false" i="false" u="none" strike="noStrike">
                <a:solidFill>
                  <a:srgbClr val="9BB97C"/>
                </a:solidFill>
                <a:latin typeface="Pretendard Bold"/>
              </a:rPr>
              <a:t>03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975600" y="8216900"/>
            <a:ext cx="6032500" cy="508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900" b="false" i="false" u="none" strike="noStrike">
                <a:solidFill>
                  <a:srgbClr val="9BB97C"/>
                </a:solidFill>
                <a:ea typeface="Pretendard SemiBold"/>
              </a:rPr>
              <a:t>다양한</a:t>
            </a:r>
            <a:r>
              <a:rPr lang="en-US" sz="2900" b="false" i="false" u="none" strike="noStrike">
                <a:solidFill>
                  <a:srgbClr val="9BB97C"/>
                </a:solidFill>
                <a:latin typeface="Pretendard SemiBold"/>
              </a:rPr>
              <a:t> </a:t>
            </a:r>
            <a:r>
              <a:rPr lang="ko-KR" sz="2900" b="false" i="false" u="none" strike="noStrike">
                <a:solidFill>
                  <a:srgbClr val="9BB97C"/>
                </a:solidFill>
                <a:ea typeface="Pretendard SemiBold"/>
              </a:rPr>
              <a:t>움직임을</a:t>
            </a:r>
            <a:r>
              <a:rPr lang="en-US" sz="2900" b="false" i="false" u="none" strike="noStrike">
                <a:solidFill>
                  <a:srgbClr val="9BB97C"/>
                </a:solidFill>
                <a:latin typeface="Pretendard SemiBold"/>
              </a:rPr>
              <a:t> </a:t>
            </a:r>
            <a:r>
              <a:rPr lang="ko-KR" sz="2900" b="false" i="false" u="none" strike="noStrike">
                <a:solidFill>
                  <a:srgbClr val="9BB97C"/>
                </a:solidFill>
                <a:ea typeface="Pretendard SemiBold"/>
              </a:rPr>
              <a:t>목적으로</a:t>
            </a:r>
            <a:r>
              <a:rPr lang="en-US" sz="2900" b="false" i="false" u="none" strike="noStrike">
                <a:solidFill>
                  <a:srgbClr val="9BB97C"/>
                </a:solidFill>
                <a:latin typeface="Pretendard SemiBold"/>
              </a:rPr>
              <a:t> </a:t>
            </a:r>
            <a:r>
              <a:rPr lang="ko-KR" sz="2900" b="false" i="false" u="none" strike="noStrike">
                <a:solidFill>
                  <a:srgbClr val="9BB97C"/>
                </a:solidFill>
                <a:ea typeface="Pretendard SemiBold"/>
              </a:rPr>
              <a:t>제작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