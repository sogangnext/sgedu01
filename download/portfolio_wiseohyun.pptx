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9" r:id="rId3"/>
    <p:sldId id="260" r:id="rId4"/>
  </p:sldIdLst>
  <p:sldSz cx="24384000" cy="137160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3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0" y="1422400"/>
            <a:ext cx="9512300" cy="6654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10800000">
            <a:off x="12827000" y="7162800"/>
            <a:ext cx="12001500" cy="6705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5400000">
            <a:off x="6426200" y="-5219700"/>
            <a:ext cx="12547600" cy="2574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100" y="5969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5969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56800" y="584200"/>
            <a:ext cx="241300" cy="241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12400" y="584200"/>
            <a:ext cx="241300" cy="241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5600" y="584200"/>
            <a:ext cx="241300" cy="241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01200" y="584200"/>
            <a:ext cx="241300" cy="241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8200" y="469900"/>
            <a:ext cx="52324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2000" y="1752600"/>
            <a:ext cx="20320000" cy="1143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0" y="1422400"/>
            <a:ext cx="9512300" cy="6654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10800000">
            <a:off x="12827000" y="7162800"/>
            <a:ext cx="12001500" cy="6705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5400000">
            <a:off x="6426200" y="-5219700"/>
            <a:ext cx="12547600" cy="2574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100" y="5969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5969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56800" y="584200"/>
            <a:ext cx="241300" cy="241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12400" y="584200"/>
            <a:ext cx="241300" cy="241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5600" y="584200"/>
            <a:ext cx="241300" cy="241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01200" y="584200"/>
            <a:ext cx="241300" cy="241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8200" y="469900"/>
            <a:ext cx="52324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20900" y="1993900"/>
            <a:ext cx="20129500" cy="1132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0" y="1422400"/>
            <a:ext cx="9512300" cy="6654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rot="10800000">
            <a:off x="12827000" y="7162800"/>
            <a:ext cx="12001500" cy="6705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-5400000">
            <a:off x="6426200" y="-5219700"/>
            <a:ext cx="12547600" cy="2574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100" y="5969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5969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56800" y="584200"/>
            <a:ext cx="241300" cy="241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12400" y="584200"/>
            <a:ext cx="241300" cy="241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5600" y="584200"/>
            <a:ext cx="241300" cy="241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01200" y="584200"/>
            <a:ext cx="241300" cy="241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8200" y="469900"/>
            <a:ext cx="52324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43100" y="1739900"/>
            <a:ext cx="20485100" cy="11518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2006-08-16T00:00:00Z</dcterms:created>
  <dcterms:modified xsi:type="dcterms:W3CDTF">2026-04-06T08:18:01Z</dcterms:modified>
</cp:coreProperties>
</file>