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400" y="411480"/>
            <a:ext cx="16459200" cy="16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Relationship Id="rId28" Type="http://schemas.openxmlformats.org/officeDocument/2006/relationships/image" Target="../media/image28.png"/><Relationship Id="rId29" Type="http://schemas.openxmlformats.org/officeDocument/2006/relationships/image" Target="../media/image29.png"/><Relationship Id="rId30" Type="http://schemas.openxmlformats.org/officeDocument/2006/relationships/image" Target="../media/image30.png"/><Relationship Id="rId31" Type="http://schemas.openxmlformats.org/officeDocument/2006/relationships/image" Target="../media/image31.png"/><Relationship Id="rId32" Type="http://schemas.openxmlformats.org/officeDocument/2006/relationships/image" Target="../media/image32.png"/><Relationship Id="rId33" Type="http://schemas.openxmlformats.org/officeDocument/2006/relationships/image" Target="../media/image33.png"/><Relationship Id="rId34" Type="http://schemas.openxmlformats.org/officeDocument/2006/relationships/image" Target="../media/image34.png"/><Relationship Id="rId35" Type="http://schemas.openxmlformats.org/officeDocument/2006/relationships/image" Target="../media/image35.png"/><Relationship Id="rId36" Type="http://schemas.openxmlformats.org/officeDocument/2006/relationships/image" Target="../media/image36.png"/><Relationship Id="rId37" Type="http://schemas.openxmlformats.org/officeDocument/2006/relationships/image" Target="../media/image37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image" Target="../media/image49.png"/><Relationship Id="rId14" Type="http://schemas.openxmlformats.org/officeDocument/2006/relationships/image" Target="../media/image50.png"/><Relationship Id="rId15" Type="http://schemas.openxmlformats.org/officeDocument/2006/relationships/image" Target="../media/image51.png"/><Relationship Id="rId16" Type="http://schemas.openxmlformats.org/officeDocument/2006/relationships/image" Target="../media/image52.png"/><Relationship Id="rId17" Type="http://schemas.openxmlformats.org/officeDocument/2006/relationships/image" Target="../media/image53.png"/><Relationship Id="rId18" Type="http://schemas.openxmlformats.org/officeDocument/2006/relationships/image" Target="../media/image54.png"/><Relationship Id="rId19" Type="http://schemas.openxmlformats.org/officeDocument/2006/relationships/image" Target="../media/image55.png"/><Relationship Id="rId20" Type="http://schemas.openxmlformats.org/officeDocument/2006/relationships/image" Target="../media/image56.png"/><Relationship Id="rId21" Type="http://schemas.openxmlformats.org/officeDocument/2006/relationships/image" Target="../media/image57.png"/><Relationship Id="rId22" Type="http://schemas.openxmlformats.org/officeDocument/2006/relationships/image" Target="../media/image58.png"/><Relationship Id="rId23" Type="http://schemas.openxmlformats.org/officeDocument/2006/relationships/image" Target="../media/image59.png"/><Relationship Id="rId24" Type="http://schemas.openxmlformats.org/officeDocument/2006/relationships/image" Target="../media/image60.png"/><Relationship Id="rId25" Type="http://schemas.openxmlformats.org/officeDocument/2006/relationships/image" Target="../media/image61.png"/><Relationship Id="rId26" Type="http://schemas.openxmlformats.org/officeDocument/2006/relationships/image" Target="../media/image62.png"/><Relationship Id="rId27" Type="http://schemas.openxmlformats.org/officeDocument/2006/relationships/image" Target="../media/image63.png"/><Relationship Id="rId28" Type="http://schemas.openxmlformats.org/officeDocument/2006/relationships/image" Target="../media/image64.png"/><Relationship Id="rId29" Type="http://schemas.openxmlformats.org/officeDocument/2006/relationships/image" Target="../media/image65.png"/><Relationship Id="rId30" Type="http://schemas.openxmlformats.org/officeDocument/2006/relationships/image" Target="../media/image66.png"/><Relationship Id="rId31" Type="http://schemas.openxmlformats.org/officeDocument/2006/relationships/image" Target="../media/image67.png"/><Relationship Id="rId32" Type="http://schemas.openxmlformats.org/officeDocument/2006/relationships/image" Target="../media/image68.png"/><Relationship Id="rId33" Type="http://schemas.openxmlformats.org/officeDocument/2006/relationships/image" Target="../media/image69.png"/><Relationship Id="rId34" Type="http://schemas.openxmlformats.org/officeDocument/2006/relationships/image" Target="../media/image70.png"/><Relationship Id="rId35" Type="http://schemas.openxmlformats.org/officeDocument/2006/relationships/image" Target="../media/image71.png"/><Relationship Id="rId36" Type="http://schemas.openxmlformats.org/officeDocument/2006/relationships/image" Target="../media/image72.png"/><Relationship Id="rId37" Type="http://schemas.openxmlformats.org/officeDocument/2006/relationships/image" Target="../media/image73.png"/><Relationship Id="rId38" Type="http://schemas.openxmlformats.org/officeDocument/2006/relationships/image" Target="../media/image74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75.jpg"/><Relationship Id="rId4" Type="http://schemas.openxmlformats.org/officeDocument/2006/relationships/image" Target="../media/image76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youtu.be/KCULyM4CxRE" TargetMode="External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39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Relationship Id="rId9" Type="http://schemas.openxmlformats.org/officeDocument/2006/relationships/image" Target="../media/image89.jpg"/><Relationship Id="rId10" Type="http://schemas.openxmlformats.org/officeDocument/2006/relationships/image" Target="../media/image90.png"/><Relationship Id="rId11" Type="http://schemas.openxmlformats.org/officeDocument/2006/relationships/image" Target="../media/image91.png"/><Relationship Id="rId12" Type="http://schemas.openxmlformats.org/officeDocument/2006/relationships/image" Target="../media/image92.png"/><Relationship Id="rId13" Type="http://schemas.openxmlformats.org/officeDocument/2006/relationships/image" Target="../media/image93.png"/><Relationship Id="rId14" Type="http://schemas.openxmlformats.org/officeDocument/2006/relationships/image" Target="../media/image94.png"/><Relationship Id="rId15" Type="http://schemas.openxmlformats.org/officeDocument/2006/relationships/image" Target="../media/image95.png"/><Relationship Id="rId16" Type="http://schemas.openxmlformats.org/officeDocument/2006/relationships/image" Target="../media/image96.png"/><Relationship Id="rId17" Type="http://schemas.openxmlformats.org/officeDocument/2006/relationships/image" Target="../media/image48.png"/><Relationship Id="rId18" Type="http://schemas.openxmlformats.org/officeDocument/2006/relationships/image" Target="../media/image97.png"/><Relationship Id="rId19" Type="http://schemas.openxmlformats.org/officeDocument/2006/relationships/image" Target="../media/image98.png"/><Relationship Id="rId20" Type="http://schemas.openxmlformats.org/officeDocument/2006/relationships/image" Target="../media/image99.png"/><Relationship Id="rId21" Type="http://schemas.openxmlformats.org/officeDocument/2006/relationships/image" Target="../media/image100.png"/><Relationship Id="rId22" Type="http://schemas.openxmlformats.org/officeDocument/2006/relationships/image" Target="../media/image101.png"/><Relationship Id="rId23" Type="http://schemas.openxmlformats.org/officeDocument/2006/relationships/image" Target="../media/image102.png"/><Relationship Id="rId24" Type="http://schemas.openxmlformats.org/officeDocument/2006/relationships/image" Target="../media/image103.png"/><Relationship Id="rId25" Type="http://schemas.openxmlformats.org/officeDocument/2006/relationships/image" Target="../media/image104.png"/><Relationship Id="rId26" Type="http://schemas.openxmlformats.org/officeDocument/2006/relationships/image" Target="../media/image58.png"/><Relationship Id="rId27" Type="http://schemas.openxmlformats.org/officeDocument/2006/relationships/image" Target="../media/image105.png"/><Relationship Id="rId28" Type="http://schemas.openxmlformats.org/officeDocument/2006/relationships/image" Target="../media/image106.png"/><Relationship Id="rId29" Type="http://schemas.openxmlformats.org/officeDocument/2006/relationships/image" Target="../media/image107.png"/><Relationship Id="rId30" Type="http://schemas.openxmlformats.org/officeDocument/2006/relationships/image" Target="../media/image62.png"/><Relationship Id="rId31" Type="http://schemas.openxmlformats.org/officeDocument/2006/relationships/image" Target="../media/image108.png"/><Relationship Id="rId32" Type="http://schemas.openxmlformats.org/officeDocument/2006/relationships/image" Target="../media/image64.png"/><Relationship Id="rId33" Type="http://schemas.openxmlformats.org/officeDocument/2006/relationships/image" Target="../media/image66.png"/><Relationship Id="rId34" Type="http://schemas.openxmlformats.org/officeDocument/2006/relationships/image" Target="../media/image67.png"/><Relationship Id="rId35" Type="http://schemas.openxmlformats.org/officeDocument/2006/relationships/image" Target="../media/image109.png"/><Relationship Id="rId36" Type="http://schemas.openxmlformats.org/officeDocument/2006/relationships/image" Target="../media/image110.png"/><Relationship Id="rId37" Type="http://schemas.openxmlformats.org/officeDocument/2006/relationships/image" Target="../media/image111.png"/><Relationship Id="rId38" Type="http://schemas.openxmlformats.org/officeDocument/2006/relationships/image" Target="../media/image112.png"/><Relationship Id="rId39" Type="http://schemas.openxmlformats.org/officeDocument/2006/relationships/image" Target="../media/image113.png"/><Relationship Id="rId40" Type="http://schemas.openxmlformats.org/officeDocument/2006/relationships/image" Target="../media/image114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115.jpg"/><Relationship Id="rId4" Type="http://schemas.openxmlformats.org/officeDocument/2006/relationships/image" Target="../media/image116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youtu.be/vZIQ2iPwGok" TargetMode="External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Relationship Id="rId6" Type="http://schemas.openxmlformats.org/officeDocument/2006/relationships/image" Target="../media/image120.png"/><Relationship Id="rId7" Type="http://schemas.openxmlformats.org/officeDocument/2006/relationships/image" Target="../media/image121.png"/><Relationship Id="rId8" Type="http://schemas.openxmlformats.org/officeDocument/2006/relationships/image" Target="../media/image122.png"/><Relationship Id="rId9" Type="http://schemas.openxmlformats.org/officeDocument/2006/relationships/image" Target="../media/image123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4.png"/><Relationship Id="rId3" Type="http://schemas.openxmlformats.org/officeDocument/2006/relationships/image" Target="../media/image125.png"/><Relationship Id="rId4" Type="http://schemas.openxmlformats.org/officeDocument/2006/relationships/image" Target="../media/image126.png"/><Relationship Id="rId5" Type="http://schemas.openxmlformats.org/officeDocument/2006/relationships/image" Target="../media/image127.png"/><Relationship Id="rId6" Type="http://schemas.openxmlformats.org/officeDocument/2006/relationships/image" Target="../media/image42.png"/><Relationship Id="rId7" Type="http://schemas.openxmlformats.org/officeDocument/2006/relationships/image" Target="../media/image128.png"/><Relationship Id="rId8" Type="http://schemas.openxmlformats.org/officeDocument/2006/relationships/image" Target="../media/image129.png"/><Relationship Id="rId9" Type="http://schemas.openxmlformats.org/officeDocument/2006/relationships/image" Target="../media/image130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image" Target="../media/image131.png"/><Relationship Id="rId14" Type="http://schemas.openxmlformats.org/officeDocument/2006/relationships/image" Target="../media/image98.png"/><Relationship Id="rId15" Type="http://schemas.openxmlformats.org/officeDocument/2006/relationships/image" Target="../media/image132.png"/><Relationship Id="rId16" Type="http://schemas.openxmlformats.org/officeDocument/2006/relationships/image" Target="../media/image97.png"/><Relationship Id="rId17" Type="http://schemas.openxmlformats.org/officeDocument/2006/relationships/image" Target="../media/image133.png"/><Relationship Id="rId18" Type="http://schemas.openxmlformats.org/officeDocument/2006/relationships/image" Target="../media/image101.png"/><Relationship Id="rId19" Type="http://schemas.openxmlformats.org/officeDocument/2006/relationships/image" Target="../media/image134.png"/><Relationship Id="rId20" Type="http://schemas.openxmlformats.org/officeDocument/2006/relationships/image" Target="../media/image103.png"/><Relationship Id="rId21" Type="http://schemas.openxmlformats.org/officeDocument/2006/relationships/image" Target="../media/image135.png"/><Relationship Id="rId22" Type="http://schemas.openxmlformats.org/officeDocument/2006/relationships/image" Target="../media/image58.png"/><Relationship Id="rId23" Type="http://schemas.openxmlformats.org/officeDocument/2006/relationships/image" Target="../media/image59.png"/><Relationship Id="rId24" Type="http://schemas.openxmlformats.org/officeDocument/2006/relationships/image" Target="../media/image106.png"/><Relationship Id="rId25" Type="http://schemas.openxmlformats.org/officeDocument/2006/relationships/image" Target="../media/image136.png"/><Relationship Id="rId26" Type="http://schemas.openxmlformats.org/officeDocument/2006/relationships/image" Target="../media/image62.png"/><Relationship Id="rId27" Type="http://schemas.openxmlformats.org/officeDocument/2006/relationships/image" Target="../media/image137.png"/><Relationship Id="rId28" Type="http://schemas.openxmlformats.org/officeDocument/2006/relationships/image" Target="../media/image64.png"/><Relationship Id="rId29" Type="http://schemas.openxmlformats.org/officeDocument/2006/relationships/image" Target="../media/image66.png"/><Relationship Id="rId30" Type="http://schemas.openxmlformats.org/officeDocument/2006/relationships/image" Target="../media/image67.png"/><Relationship Id="rId31" Type="http://schemas.openxmlformats.org/officeDocument/2006/relationships/image" Target="../media/image68.png"/><Relationship Id="rId32" Type="http://schemas.openxmlformats.org/officeDocument/2006/relationships/image" Target="../media/image110.png"/><Relationship Id="rId33" Type="http://schemas.openxmlformats.org/officeDocument/2006/relationships/image" Target="../media/image138.png"/><Relationship Id="rId34" Type="http://schemas.openxmlformats.org/officeDocument/2006/relationships/image" Target="../media/image139.png"/><Relationship Id="rId35" Type="http://schemas.openxmlformats.org/officeDocument/2006/relationships/image" Target="../media/image72.png"/><Relationship Id="rId36" Type="http://schemas.openxmlformats.org/officeDocument/2006/relationships/image" Target="../media/image114.png"/><Relationship Id="rId37" Type="http://schemas.openxmlformats.org/officeDocument/2006/relationships/image" Target="../media/image140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youtu.be/84CoMeK0oUA" TargetMode="External"/><Relationship Id="rId3" Type="http://schemas.openxmlformats.org/officeDocument/2006/relationships/image" Target="../media/image141.png"/><Relationship Id="rId4" Type="http://schemas.openxmlformats.org/officeDocument/2006/relationships/image" Target="../media/image142.png"/><Relationship Id="rId5" Type="http://schemas.openxmlformats.org/officeDocument/2006/relationships/image" Target="../media/image143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58075" y="2693733"/>
            <a:ext cx="372110" cy="342900"/>
          </a:xfrm>
          <a:custGeom>
            <a:avLst/>
            <a:gdLst/>
            <a:ahLst/>
            <a:cxnLst/>
            <a:rect l="l" t="t" r="r" b="b"/>
            <a:pathLst>
              <a:path w="372109" h="342900">
                <a:moveTo>
                  <a:pt x="76123" y="17716"/>
                </a:moveTo>
                <a:lnTo>
                  <a:pt x="0" y="17716"/>
                </a:lnTo>
                <a:lnTo>
                  <a:pt x="0" y="43116"/>
                </a:lnTo>
                <a:lnTo>
                  <a:pt x="0" y="317436"/>
                </a:lnTo>
                <a:lnTo>
                  <a:pt x="0" y="342836"/>
                </a:lnTo>
                <a:lnTo>
                  <a:pt x="76123" y="342836"/>
                </a:lnTo>
                <a:lnTo>
                  <a:pt x="76123" y="317436"/>
                </a:lnTo>
                <a:lnTo>
                  <a:pt x="29438" y="317436"/>
                </a:lnTo>
                <a:lnTo>
                  <a:pt x="29438" y="43116"/>
                </a:lnTo>
                <a:lnTo>
                  <a:pt x="76123" y="43116"/>
                </a:lnTo>
                <a:lnTo>
                  <a:pt x="76123" y="17716"/>
                </a:lnTo>
                <a:close/>
              </a:path>
              <a:path w="372109" h="342900">
                <a:moveTo>
                  <a:pt x="304723" y="8623"/>
                </a:moveTo>
                <a:lnTo>
                  <a:pt x="277825" y="8623"/>
                </a:lnTo>
                <a:lnTo>
                  <a:pt x="277825" y="130911"/>
                </a:lnTo>
                <a:lnTo>
                  <a:pt x="220484" y="130911"/>
                </a:lnTo>
                <a:lnTo>
                  <a:pt x="232524" y="86893"/>
                </a:lnTo>
                <a:lnTo>
                  <a:pt x="236474" y="40589"/>
                </a:lnTo>
                <a:lnTo>
                  <a:pt x="112661" y="40589"/>
                </a:lnTo>
                <a:lnTo>
                  <a:pt x="112661" y="64185"/>
                </a:lnTo>
                <a:lnTo>
                  <a:pt x="208305" y="64185"/>
                </a:lnTo>
                <a:lnTo>
                  <a:pt x="198716" y="112407"/>
                </a:lnTo>
                <a:lnTo>
                  <a:pt x="177609" y="156514"/>
                </a:lnTo>
                <a:lnTo>
                  <a:pt x="144513" y="195808"/>
                </a:lnTo>
                <a:lnTo>
                  <a:pt x="98958" y="229616"/>
                </a:lnTo>
                <a:lnTo>
                  <a:pt x="115443" y="249910"/>
                </a:lnTo>
                <a:lnTo>
                  <a:pt x="146304" y="229019"/>
                </a:lnTo>
                <a:lnTo>
                  <a:pt x="172237" y="205879"/>
                </a:lnTo>
                <a:lnTo>
                  <a:pt x="193421" y="180708"/>
                </a:lnTo>
                <a:lnTo>
                  <a:pt x="210083" y="153746"/>
                </a:lnTo>
                <a:lnTo>
                  <a:pt x="277825" y="153746"/>
                </a:lnTo>
                <a:lnTo>
                  <a:pt x="277825" y="302691"/>
                </a:lnTo>
                <a:lnTo>
                  <a:pt x="304723" y="302691"/>
                </a:lnTo>
                <a:lnTo>
                  <a:pt x="304723" y="153746"/>
                </a:lnTo>
                <a:lnTo>
                  <a:pt x="304723" y="130911"/>
                </a:lnTo>
                <a:lnTo>
                  <a:pt x="304723" y="8623"/>
                </a:lnTo>
                <a:close/>
              </a:path>
              <a:path w="372109" h="342900">
                <a:moveTo>
                  <a:pt x="371703" y="0"/>
                </a:moveTo>
                <a:lnTo>
                  <a:pt x="344817" y="0"/>
                </a:lnTo>
                <a:lnTo>
                  <a:pt x="344817" y="318922"/>
                </a:lnTo>
                <a:lnTo>
                  <a:pt x="371703" y="318922"/>
                </a:lnTo>
                <a:lnTo>
                  <a:pt x="3717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81803" y="2693976"/>
            <a:ext cx="256540" cy="314960"/>
          </a:xfrm>
          <a:custGeom>
            <a:avLst/>
            <a:gdLst/>
            <a:ahLst/>
            <a:cxnLst/>
            <a:rect l="l" t="t" r="r" b="b"/>
            <a:pathLst>
              <a:path w="256539" h="314960">
                <a:moveTo>
                  <a:pt x="256007" y="0"/>
                </a:moveTo>
                <a:lnTo>
                  <a:pt x="227844" y="0"/>
                </a:lnTo>
                <a:lnTo>
                  <a:pt x="227844" y="182173"/>
                </a:lnTo>
                <a:lnTo>
                  <a:pt x="256007" y="182173"/>
                </a:lnTo>
                <a:lnTo>
                  <a:pt x="256007" y="0"/>
                </a:lnTo>
                <a:close/>
              </a:path>
              <a:path w="256539" h="314960">
                <a:moveTo>
                  <a:pt x="83729" y="16745"/>
                </a:moveTo>
                <a:lnTo>
                  <a:pt x="50201" y="22160"/>
                </a:lnTo>
                <a:lnTo>
                  <a:pt x="23691" y="37424"/>
                </a:lnTo>
                <a:lnTo>
                  <a:pt x="6267" y="61060"/>
                </a:lnTo>
                <a:lnTo>
                  <a:pt x="0" y="91594"/>
                </a:lnTo>
                <a:lnTo>
                  <a:pt x="6267" y="121581"/>
                </a:lnTo>
                <a:lnTo>
                  <a:pt x="23691" y="145003"/>
                </a:lnTo>
                <a:lnTo>
                  <a:pt x="50201" y="160242"/>
                </a:lnTo>
                <a:lnTo>
                  <a:pt x="83729" y="165681"/>
                </a:lnTo>
                <a:lnTo>
                  <a:pt x="117216" y="160242"/>
                </a:lnTo>
                <a:lnTo>
                  <a:pt x="143639" y="145003"/>
                </a:lnTo>
                <a:lnTo>
                  <a:pt x="145987" y="141831"/>
                </a:lnTo>
                <a:lnTo>
                  <a:pt x="83729" y="141831"/>
                </a:lnTo>
                <a:lnTo>
                  <a:pt x="61123" y="138120"/>
                </a:lnTo>
                <a:lnTo>
                  <a:pt x="43323" y="127749"/>
                </a:lnTo>
                <a:lnTo>
                  <a:pt x="31707" y="111860"/>
                </a:lnTo>
                <a:lnTo>
                  <a:pt x="27656" y="91594"/>
                </a:lnTo>
                <a:lnTo>
                  <a:pt x="31707" y="70999"/>
                </a:lnTo>
                <a:lnTo>
                  <a:pt x="43323" y="54899"/>
                </a:lnTo>
                <a:lnTo>
                  <a:pt x="61123" y="44461"/>
                </a:lnTo>
                <a:lnTo>
                  <a:pt x="83729" y="40849"/>
                </a:lnTo>
                <a:lnTo>
                  <a:pt x="146152" y="40849"/>
                </a:lnTo>
                <a:lnTo>
                  <a:pt x="143639" y="37424"/>
                </a:lnTo>
                <a:lnTo>
                  <a:pt x="117216" y="22160"/>
                </a:lnTo>
                <a:lnTo>
                  <a:pt x="83729" y="16745"/>
                </a:lnTo>
                <a:close/>
              </a:path>
              <a:path w="256539" h="314960">
                <a:moveTo>
                  <a:pt x="146152" y="40849"/>
                </a:moveTo>
                <a:lnTo>
                  <a:pt x="83729" y="40849"/>
                </a:lnTo>
                <a:lnTo>
                  <a:pt x="106191" y="44461"/>
                </a:lnTo>
                <a:lnTo>
                  <a:pt x="123944" y="54899"/>
                </a:lnTo>
                <a:lnTo>
                  <a:pt x="135607" y="70999"/>
                </a:lnTo>
                <a:lnTo>
                  <a:pt x="139802" y="91594"/>
                </a:lnTo>
                <a:lnTo>
                  <a:pt x="135607" y="111860"/>
                </a:lnTo>
                <a:lnTo>
                  <a:pt x="123944" y="127749"/>
                </a:lnTo>
                <a:lnTo>
                  <a:pt x="106191" y="138120"/>
                </a:lnTo>
                <a:lnTo>
                  <a:pt x="83729" y="141831"/>
                </a:lnTo>
                <a:lnTo>
                  <a:pt x="145987" y="141831"/>
                </a:lnTo>
                <a:lnTo>
                  <a:pt x="160976" y="121581"/>
                </a:lnTo>
                <a:lnTo>
                  <a:pt x="167204" y="91594"/>
                </a:lnTo>
                <a:lnTo>
                  <a:pt x="160976" y="61060"/>
                </a:lnTo>
                <a:lnTo>
                  <a:pt x="146152" y="40849"/>
                </a:lnTo>
                <a:close/>
              </a:path>
              <a:path w="256539" h="314960">
                <a:moveTo>
                  <a:pt x="256007" y="199427"/>
                </a:moveTo>
                <a:lnTo>
                  <a:pt x="48461" y="199427"/>
                </a:lnTo>
                <a:lnTo>
                  <a:pt x="48461" y="314364"/>
                </a:lnTo>
                <a:lnTo>
                  <a:pt x="256007" y="314364"/>
                </a:lnTo>
                <a:lnTo>
                  <a:pt x="256007" y="291275"/>
                </a:lnTo>
                <a:lnTo>
                  <a:pt x="76371" y="291275"/>
                </a:lnTo>
                <a:lnTo>
                  <a:pt x="76371" y="222262"/>
                </a:lnTo>
                <a:lnTo>
                  <a:pt x="256007" y="222262"/>
                </a:lnTo>
                <a:lnTo>
                  <a:pt x="256007" y="199427"/>
                </a:lnTo>
                <a:close/>
              </a:path>
              <a:path w="256539" h="314960">
                <a:moveTo>
                  <a:pt x="256007" y="222262"/>
                </a:moveTo>
                <a:lnTo>
                  <a:pt x="228351" y="222262"/>
                </a:lnTo>
                <a:lnTo>
                  <a:pt x="228351" y="291275"/>
                </a:lnTo>
                <a:lnTo>
                  <a:pt x="256007" y="291275"/>
                </a:lnTo>
                <a:lnTo>
                  <a:pt x="256007" y="222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809762" y="2725952"/>
            <a:ext cx="238760" cy="158115"/>
          </a:xfrm>
          <a:custGeom>
            <a:avLst/>
            <a:gdLst/>
            <a:ahLst/>
            <a:cxnLst/>
            <a:rect l="l" t="t" r="r" b="b"/>
            <a:pathLst>
              <a:path w="238760" h="158114">
                <a:moveTo>
                  <a:pt x="238239" y="0"/>
                </a:moveTo>
                <a:lnTo>
                  <a:pt x="159842" y="0"/>
                </a:lnTo>
                <a:lnTo>
                  <a:pt x="159842" y="23342"/>
                </a:lnTo>
                <a:lnTo>
                  <a:pt x="159842" y="134975"/>
                </a:lnTo>
                <a:lnTo>
                  <a:pt x="78397" y="134975"/>
                </a:lnTo>
                <a:lnTo>
                  <a:pt x="78397" y="23342"/>
                </a:lnTo>
                <a:lnTo>
                  <a:pt x="159842" y="23342"/>
                </a:lnTo>
                <a:lnTo>
                  <a:pt x="159842" y="0"/>
                </a:lnTo>
                <a:lnTo>
                  <a:pt x="0" y="0"/>
                </a:lnTo>
                <a:lnTo>
                  <a:pt x="0" y="23342"/>
                </a:lnTo>
                <a:lnTo>
                  <a:pt x="50482" y="23342"/>
                </a:lnTo>
                <a:lnTo>
                  <a:pt x="50482" y="134975"/>
                </a:lnTo>
                <a:lnTo>
                  <a:pt x="508" y="134975"/>
                </a:lnTo>
                <a:lnTo>
                  <a:pt x="508" y="157810"/>
                </a:lnTo>
                <a:lnTo>
                  <a:pt x="237477" y="157810"/>
                </a:lnTo>
                <a:lnTo>
                  <a:pt x="237477" y="134975"/>
                </a:lnTo>
                <a:lnTo>
                  <a:pt x="187502" y="134975"/>
                </a:lnTo>
                <a:lnTo>
                  <a:pt x="187502" y="23342"/>
                </a:lnTo>
                <a:lnTo>
                  <a:pt x="238239" y="23342"/>
                </a:lnTo>
                <a:lnTo>
                  <a:pt x="2382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83880" y="2693733"/>
            <a:ext cx="1225550" cy="319405"/>
          </a:xfrm>
          <a:custGeom>
            <a:avLst/>
            <a:gdLst/>
            <a:ahLst/>
            <a:cxnLst/>
            <a:rect l="l" t="t" r="r" b="b"/>
            <a:pathLst>
              <a:path w="1225550" h="319405">
                <a:moveTo>
                  <a:pt x="292036" y="253720"/>
                </a:moveTo>
                <a:lnTo>
                  <a:pt x="0" y="253720"/>
                </a:lnTo>
                <a:lnTo>
                  <a:pt x="0" y="277825"/>
                </a:lnTo>
                <a:lnTo>
                  <a:pt x="292036" y="277825"/>
                </a:lnTo>
                <a:lnTo>
                  <a:pt x="292036" y="253720"/>
                </a:lnTo>
                <a:close/>
              </a:path>
              <a:path w="1225550" h="319405">
                <a:moveTo>
                  <a:pt x="609701" y="255206"/>
                </a:moveTo>
                <a:lnTo>
                  <a:pt x="476745" y="255206"/>
                </a:lnTo>
                <a:lnTo>
                  <a:pt x="476745" y="195516"/>
                </a:lnTo>
                <a:lnTo>
                  <a:pt x="580263" y="195516"/>
                </a:lnTo>
                <a:lnTo>
                  <a:pt x="580263" y="171386"/>
                </a:lnTo>
                <a:lnTo>
                  <a:pt x="382104" y="171386"/>
                </a:lnTo>
                <a:lnTo>
                  <a:pt x="382104" y="120586"/>
                </a:lnTo>
                <a:lnTo>
                  <a:pt x="572909" y="120586"/>
                </a:lnTo>
                <a:lnTo>
                  <a:pt x="572909" y="96456"/>
                </a:lnTo>
                <a:lnTo>
                  <a:pt x="572909" y="46926"/>
                </a:lnTo>
                <a:lnTo>
                  <a:pt x="572909" y="24066"/>
                </a:lnTo>
                <a:lnTo>
                  <a:pt x="353441" y="24066"/>
                </a:lnTo>
                <a:lnTo>
                  <a:pt x="353441" y="46926"/>
                </a:lnTo>
                <a:lnTo>
                  <a:pt x="544995" y="46926"/>
                </a:lnTo>
                <a:lnTo>
                  <a:pt x="544995" y="96456"/>
                </a:lnTo>
                <a:lnTo>
                  <a:pt x="354203" y="96456"/>
                </a:lnTo>
                <a:lnTo>
                  <a:pt x="354203" y="120586"/>
                </a:lnTo>
                <a:lnTo>
                  <a:pt x="354203" y="171386"/>
                </a:lnTo>
                <a:lnTo>
                  <a:pt x="354203" y="195516"/>
                </a:lnTo>
                <a:lnTo>
                  <a:pt x="448843" y="195516"/>
                </a:lnTo>
                <a:lnTo>
                  <a:pt x="448843" y="255206"/>
                </a:lnTo>
                <a:lnTo>
                  <a:pt x="317665" y="255206"/>
                </a:lnTo>
                <a:lnTo>
                  <a:pt x="317665" y="279336"/>
                </a:lnTo>
                <a:lnTo>
                  <a:pt x="609701" y="279336"/>
                </a:lnTo>
                <a:lnTo>
                  <a:pt x="609701" y="255206"/>
                </a:lnTo>
                <a:close/>
              </a:path>
              <a:path w="1225550" h="319405">
                <a:moveTo>
                  <a:pt x="886764" y="33997"/>
                </a:moveTo>
                <a:lnTo>
                  <a:pt x="667042" y="33997"/>
                </a:lnTo>
                <a:lnTo>
                  <a:pt x="667042" y="57340"/>
                </a:lnTo>
                <a:lnTo>
                  <a:pt x="859104" y="57340"/>
                </a:lnTo>
                <a:lnTo>
                  <a:pt x="859104" y="65963"/>
                </a:lnTo>
                <a:lnTo>
                  <a:pt x="858913" y="97028"/>
                </a:lnTo>
                <a:lnTo>
                  <a:pt x="857491" y="132156"/>
                </a:lnTo>
                <a:lnTo>
                  <a:pt x="853655" y="172186"/>
                </a:lnTo>
                <a:lnTo>
                  <a:pt x="846175" y="217944"/>
                </a:lnTo>
                <a:lnTo>
                  <a:pt x="874839" y="220738"/>
                </a:lnTo>
                <a:lnTo>
                  <a:pt x="881735" y="172974"/>
                </a:lnTo>
                <a:lnTo>
                  <a:pt x="885278" y="132410"/>
                </a:lnTo>
                <a:lnTo>
                  <a:pt x="886574" y="97320"/>
                </a:lnTo>
                <a:lnTo>
                  <a:pt x="886764" y="65963"/>
                </a:lnTo>
                <a:lnTo>
                  <a:pt x="886764" y="33997"/>
                </a:lnTo>
                <a:close/>
              </a:path>
              <a:path w="1225550" h="319405">
                <a:moveTo>
                  <a:pt x="926096" y="248386"/>
                </a:moveTo>
                <a:lnTo>
                  <a:pt x="635330" y="248386"/>
                </a:lnTo>
                <a:lnTo>
                  <a:pt x="635330" y="271983"/>
                </a:lnTo>
                <a:lnTo>
                  <a:pt x="926096" y="271983"/>
                </a:lnTo>
                <a:lnTo>
                  <a:pt x="926096" y="248386"/>
                </a:lnTo>
                <a:close/>
              </a:path>
              <a:path w="1225550" h="319405">
                <a:moveTo>
                  <a:pt x="1106233" y="233172"/>
                </a:moveTo>
                <a:lnTo>
                  <a:pt x="1104646" y="218706"/>
                </a:lnTo>
                <a:lnTo>
                  <a:pt x="1103706" y="210083"/>
                </a:lnTo>
                <a:lnTo>
                  <a:pt x="1073861" y="214350"/>
                </a:lnTo>
                <a:lnTo>
                  <a:pt x="1045667" y="216966"/>
                </a:lnTo>
                <a:lnTo>
                  <a:pt x="1018324" y="218287"/>
                </a:lnTo>
                <a:lnTo>
                  <a:pt x="991044" y="218706"/>
                </a:lnTo>
                <a:lnTo>
                  <a:pt x="991044" y="146138"/>
                </a:lnTo>
                <a:lnTo>
                  <a:pt x="1083144" y="146138"/>
                </a:lnTo>
                <a:lnTo>
                  <a:pt x="1083144" y="34759"/>
                </a:lnTo>
                <a:lnTo>
                  <a:pt x="963142" y="34759"/>
                </a:lnTo>
                <a:lnTo>
                  <a:pt x="963142" y="58356"/>
                </a:lnTo>
                <a:lnTo>
                  <a:pt x="1056005" y="58356"/>
                </a:lnTo>
                <a:lnTo>
                  <a:pt x="1056005" y="122796"/>
                </a:lnTo>
                <a:lnTo>
                  <a:pt x="963650" y="122796"/>
                </a:lnTo>
                <a:lnTo>
                  <a:pt x="963650" y="242557"/>
                </a:lnTo>
                <a:lnTo>
                  <a:pt x="984707" y="242557"/>
                </a:lnTo>
                <a:lnTo>
                  <a:pt x="1014222" y="242087"/>
                </a:lnTo>
                <a:lnTo>
                  <a:pt x="1043470" y="240715"/>
                </a:lnTo>
                <a:lnTo>
                  <a:pt x="1073721" y="237921"/>
                </a:lnTo>
                <a:lnTo>
                  <a:pt x="1106233" y="233172"/>
                </a:lnTo>
                <a:close/>
              </a:path>
              <a:path w="1225550" h="319405">
                <a:moveTo>
                  <a:pt x="1225486" y="0"/>
                </a:moveTo>
                <a:lnTo>
                  <a:pt x="1198587" y="0"/>
                </a:lnTo>
                <a:lnTo>
                  <a:pt x="1198587" y="126098"/>
                </a:lnTo>
                <a:lnTo>
                  <a:pt x="1151902" y="126098"/>
                </a:lnTo>
                <a:lnTo>
                  <a:pt x="1151902" y="7099"/>
                </a:lnTo>
                <a:lnTo>
                  <a:pt x="1125778" y="7099"/>
                </a:lnTo>
                <a:lnTo>
                  <a:pt x="1125778" y="302183"/>
                </a:lnTo>
                <a:lnTo>
                  <a:pt x="1151902" y="302183"/>
                </a:lnTo>
                <a:lnTo>
                  <a:pt x="1151902" y="149440"/>
                </a:lnTo>
                <a:lnTo>
                  <a:pt x="1198587" y="149440"/>
                </a:lnTo>
                <a:lnTo>
                  <a:pt x="1198587" y="318922"/>
                </a:lnTo>
                <a:lnTo>
                  <a:pt x="1225486" y="318922"/>
                </a:lnTo>
                <a:lnTo>
                  <a:pt x="1225486" y="149440"/>
                </a:lnTo>
                <a:lnTo>
                  <a:pt x="1225486" y="126098"/>
                </a:lnTo>
                <a:lnTo>
                  <a:pt x="12254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071283" y="2693976"/>
            <a:ext cx="248285" cy="318135"/>
          </a:xfrm>
          <a:custGeom>
            <a:avLst/>
            <a:gdLst/>
            <a:ahLst/>
            <a:cxnLst/>
            <a:rect l="l" t="t" r="r" b="b"/>
            <a:pathLst>
              <a:path w="248285" h="318135">
                <a:moveTo>
                  <a:pt x="246620" y="0"/>
                </a:moveTo>
                <a:lnTo>
                  <a:pt x="218456" y="0"/>
                </a:lnTo>
                <a:lnTo>
                  <a:pt x="218456" y="190800"/>
                </a:lnTo>
                <a:lnTo>
                  <a:pt x="246620" y="190800"/>
                </a:lnTo>
                <a:lnTo>
                  <a:pt x="246620" y="0"/>
                </a:lnTo>
                <a:close/>
              </a:path>
              <a:path w="248285" h="318135">
                <a:moveTo>
                  <a:pt x="149697" y="23342"/>
                </a:moveTo>
                <a:lnTo>
                  <a:pt x="0" y="23342"/>
                </a:lnTo>
                <a:lnTo>
                  <a:pt x="0" y="162129"/>
                </a:lnTo>
                <a:lnTo>
                  <a:pt x="149697" y="162129"/>
                </a:lnTo>
                <a:lnTo>
                  <a:pt x="149697" y="139041"/>
                </a:lnTo>
                <a:lnTo>
                  <a:pt x="27656" y="139041"/>
                </a:lnTo>
                <a:lnTo>
                  <a:pt x="27656" y="46177"/>
                </a:lnTo>
                <a:lnTo>
                  <a:pt x="149697" y="46177"/>
                </a:lnTo>
                <a:lnTo>
                  <a:pt x="149697" y="23342"/>
                </a:lnTo>
                <a:close/>
              </a:path>
              <a:path w="248285" h="318135">
                <a:moveTo>
                  <a:pt x="149697" y="46177"/>
                </a:moveTo>
                <a:lnTo>
                  <a:pt x="122041" y="46177"/>
                </a:lnTo>
                <a:lnTo>
                  <a:pt x="122041" y="139041"/>
                </a:lnTo>
                <a:lnTo>
                  <a:pt x="149697" y="139041"/>
                </a:lnTo>
                <a:lnTo>
                  <a:pt x="149697" y="46177"/>
                </a:lnTo>
                <a:close/>
              </a:path>
              <a:path w="248285" h="318135">
                <a:moveTo>
                  <a:pt x="140816" y="196128"/>
                </a:moveTo>
                <a:lnTo>
                  <a:pt x="95669" y="200220"/>
                </a:lnTo>
                <a:lnTo>
                  <a:pt x="61655" y="212113"/>
                </a:lnTo>
                <a:lnTo>
                  <a:pt x="40199" y="231237"/>
                </a:lnTo>
                <a:lnTo>
                  <a:pt x="32730" y="257022"/>
                </a:lnTo>
                <a:lnTo>
                  <a:pt x="40199" y="282807"/>
                </a:lnTo>
                <a:lnTo>
                  <a:pt x="61655" y="301931"/>
                </a:lnTo>
                <a:lnTo>
                  <a:pt x="95669" y="313825"/>
                </a:lnTo>
                <a:lnTo>
                  <a:pt x="140816" y="317916"/>
                </a:lnTo>
                <a:lnTo>
                  <a:pt x="185416" y="313825"/>
                </a:lnTo>
                <a:lnTo>
                  <a:pt x="219217" y="301931"/>
                </a:lnTo>
                <a:lnTo>
                  <a:pt x="226610" y="295334"/>
                </a:lnTo>
                <a:lnTo>
                  <a:pt x="140816" y="295334"/>
                </a:lnTo>
                <a:lnTo>
                  <a:pt x="107349" y="292702"/>
                </a:lnTo>
                <a:lnTo>
                  <a:pt x="82206" y="285122"/>
                </a:lnTo>
                <a:lnTo>
                  <a:pt x="66388" y="273070"/>
                </a:lnTo>
                <a:lnTo>
                  <a:pt x="60893" y="257022"/>
                </a:lnTo>
                <a:lnTo>
                  <a:pt x="66388" y="240720"/>
                </a:lnTo>
                <a:lnTo>
                  <a:pt x="82206" y="228605"/>
                </a:lnTo>
                <a:lnTo>
                  <a:pt x="107349" y="221057"/>
                </a:lnTo>
                <a:lnTo>
                  <a:pt x="140816" y="218456"/>
                </a:lnTo>
                <a:lnTo>
                  <a:pt x="226326" y="218456"/>
                </a:lnTo>
                <a:lnTo>
                  <a:pt x="219217" y="212113"/>
                </a:lnTo>
                <a:lnTo>
                  <a:pt x="185416" y="200220"/>
                </a:lnTo>
                <a:lnTo>
                  <a:pt x="140816" y="196128"/>
                </a:lnTo>
                <a:close/>
              </a:path>
              <a:path w="248285" h="318135">
                <a:moveTo>
                  <a:pt x="226326" y="218456"/>
                </a:moveTo>
                <a:lnTo>
                  <a:pt x="140816" y="218456"/>
                </a:lnTo>
                <a:lnTo>
                  <a:pt x="173777" y="221057"/>
                </a:lnTo>
                <a:lnTo>
                  <a:pt x="198793" y="228605"/>
                </a:lnTo>
                <a:lnTo>
                  <a:pt x="214674" y="240720"/>
                </a:lnTo>
                <a:lnTo>
                  <a:pt x="220232" y="257022"/>
                </a:lnTo>
                <a:lnTo>
                  <a:pt x="214674" y="273070"/>
                </a:lnTo>
                <a:lnTo>
                  <a:pt x="198793" y="285122"/>
                </a:lnTo>
                <a:lnTo>
                  <a:pt x="173777" y="292702"/>
                </a:lnTo>
                <a:lnTo>
                  <a:pt x="140816" y="295334"/>
                </a:lnTo>
                <a:lnTo>
                  <a:pt x="226610" y="295334"/>
                </a:lnTo>
                <a:lnTo>
                  <a:pt x="240649" y="282807"/>
                </a:lnTo>
                <a:lnTo>
                  <a:pt x="248142" y="257022"/>
                </a:lnTo>
                <a:lnTo>
                  <a:pt x="240649" y="231237"/>
                </a:lnTo>
                <a:lnTo>
                  <a:pt x="226326" y="2184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368383" y="2711449"/>
            <a:ext cx="76200" cy="325120"/>
          </a:xfrm>
          <a:custGeom>
            <a:avLst/>
            <a:gdLst/>
            <a:ahLst/>
            <a:cxnLst/>
            <a:rect l="l" t="t" r="r" b="b"/>
            <a:pathLst>
              <a:path w="76200" h="325119">
                <a:moveTo>
                  <a:pt x="76123" y="0"/>
                </a:moveTo>
                <a:lnTo>
                  <a:pt x="0" y="0"/>
                </a:lnTo>
                <a:lnTo>
                  <a:pt x="0" y="25400"/>
                </a:lnTo>
                <a:lnTo>
                  <a:pt x="46685" y="25400"/>
                </a:lnTo>
                <a:lnTo>
                  <a:pt x="46685" y="299720"/>
                </a:lnTo>
                <a:lnTo>
                  <a:pt x="0" y="299720"/>
                </a:lnTo>
                <a:lnTo>
                  <a:pt x="0" y="325120"/>
                </a:lnTo>
                <a:lnTo>
                  <a:pt x="76123" y="325120"/>
                </a:lnTo>
                <a:lnTo>
                  <a:pt x="76123" y="299720"/>
                </a:lnTo>
                <a:lnTo>
                  <a:pt x="76123" y="25400"/>
                </a:lnTo>
                <a:lnTo>
                  <a:pt x="761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62396" y="3916873"/>
            <a:ext cx="189865" cy="808355"/>
          </a:xfrm>
          <a:custGeom>
            <a:avLst/>
            <a:gdLst/>
            <a:ahLst/>
            <a:cxnLst/>
            <a:rect l="l" t="t" r="r" b="b"/>
            <a:pathLst>
              <a:path w="189865" h="808354">
                <a:moveTo>
                  <a:pt x="189447" y="808309"/>
                </a:moveTo>
                <a:lnTo>
                  <a:pt x="189447" y="744528"/>
                </a:lnTo>
                <a:lnTo>
                  <a:pt x="73252" y="744528"/>
                </a:lnTo>
                <a:lnTo>
                  <a:pt x="73252" y="63780"/>
                </a:lnTo>
                <a:lnTo>
                  <a:pt x="189447" y="63780"/>
                </a:lnTo>
                <a:lnTo>
                  <a:pt x="189447" y="0"/>
                </a:lnTo>
                <a:lnTo>
                  <a:pt x="0" y="0"/>
                </a:lnTo>
                <a:lnTo>
                  <a:pt x="0" y="808309"/>
                </a:lnTo>
                <a:lnTo>
                  <a:pt x="189447" y="808309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208046" y="3892245"/>
            <a:ext cx="724535" cy="756285"/>
          </a:xfrm>
          <a:custGeom>
            <a:avLst/>
            <a:gdLst/>
            <a:ahLst/>
            <a:cxnLst/>
            <a:rect l="l" t="t" r="r" b="b"/>
            <a:pathLst>
              <a:path w="724535" h="756285">
                <a:moveTo>
                  <a:pt x="361213" y="316377"/>
                </a:moveTo>
                <a:lnTo>
                  <a:pt x="422005" y="313608"/>
                </a:lnTo>
                <a:lnTo>
                  <a:pt x="476588" y="305474"/>
                </a:lnTo>
                <a:lnTo>
                  <a:pt x="524378" y="292233"/>
                </a:lnTo>
                <a:lnTo>
                  <a:pt x="564790" y="274146"/>
                </a:lnTo>
                <a:lnTo>
                  <a:pt x="597239" y="251470"/>
                </a:lnTo>
                <a:lnTo>
                  <a:pt x="635910" y="193390"/>
                </a:lnTo>
                <a:lnTo>
                  <a:pt x="640964" y="158504"/>
                </a:lnTo>
                <a:lnTo>
                  <a:pt x="635910" y="123798"/>
                </a:lnTo>
                <a:lnTo>
                  <a:pt x="597239" y="65782"/>
                </a:lnTo>
                <a:lnTo>
                  <a:pt x="564790" y="43020"/>
                </a:lnTo>
                <a:lnTo>
                  <a:pt x="524378" y="24787"/>
                </a:lnTo>
                <a:lnTo>
                  <a:pt x="476588" y="11356"/>
                </a:lnTo>
                <a:lnTo>
                  <a:pt x="422005" y="3003"/>
                </a:lnTo>
                <a:lnTo>
                  <a:pt x="361213" y="0"/>
                </a:lnTo>
                <a:lnTo>
                  <a:pt x="300576" y="3003"/>
                </a:lnTo>
                <a:lnTo>
                  <a:pt x="246015" y="11356"/>
                </a:lnTo>
                <a:lnTo>
                  <a:pt x="198158" y="24787"/>
                </a:lnTo>
                <a:lnTo>
                  <a:pt x="157636" y="43020"/>
                </a:lnTo>
                <a:lnTo>
                  <a:pt x="125076" y="65782"/>
                </a:lnTo>
                <a:lnTo>
                  <a:pt x="86360" y="123798"/>
                </a:lnTo>
                <a:lnTo>
                  <a:pt x="81462" y="158504"/>
                </a:lnTo>
                <a:lnTo>
                  <a:pt x="86360" y="193390"/>
                </a:lnTo>
                <a:lnTo>
                  <a:pt x="125076" y="251470"/>
                </a:lnTo>
                <a:lnTo>
                  <a:pt x="157636" y="274146"/>
                </a:lnTo>
                <a:lnTo>
                  <a:pt x="198158" y="292233"/>
                </a:lnTo>
                <a:lnTo>
                  <a:pt x="246015" y="305474"/>
                </a:lnTo>
                <a:lnTo>
                  <a:pt x="300576" y="313608"/>
                </a:lnTo>
                <a:lnTo>
                  <a:pt x="361213" y="316377"/>
                </a:lnTo>
                <a:close/>
              </a:path>
              <a:path w="724535" h="756285">
                <a:moveTo>
                  <a:pt x="361213" y="57465"/>
                </a:moveTo>
                <a:lnTo>
                  <a:pt x="430151" y="62032"/>
                </a:lnTo>
                <a:lnTo>
                  <a:pt x="487147" y="75208"/>
                </a:lnTo>
                <a:lnTo>
                  <a:pt x="530261" y="96203"/>
                </a:lnTo>
                <a:lnTo>
                  <a:pt x="557551" y="124231"/>
                </a:lnTo>
                <a:lnTo>
                  <a:pt x="567079" y="158504"/>
                </a:lnTo>
                <a:lnTo>
                  <a:pt x="557551" y="193024"/>
                </a:lnTo>
                <a:lnTo>
                  <a:pt x="530261" y="221117"/>
                </a:lnTo>
                <a:lnTo>
                  <a:pt x="487147" y="242118"/>
                </a:lnTo>
                <a:lnTo>
                  <a:pt x="430151" y="255359"/>
                </a:lnTo>
                <a:lnTo>
                  <a:pt x="361213" y="260174"/>
                </a:lnTo>
                <a:lnTo>
                  <a:pt x="292522" y="255359"/>
                </a:lnTo>
                <a:lnTo>
                  <a:pt x="235591" y="242118"/>
                </a:lnTo>
                <a:lnTo>
                  <a:pt x="192483" y="221117"/>
                </a:lnTo>
                <a:lnTo>
                  <a:pt x="165258" y="193024"/>
                </a:lnTo>
                <a:lnTo>
                  <a:pt x="155978" y="158504"/>
                </a:lnTo>
                <a:lnTo>
                  <a:pt x="165258" y="124231"/>
                </a:lnTo>
                <a:lnTo>
                  <a:pt x="192483" y="96203"/>
                </a:lnTo>
                <a:lnTo>
                  <a:pt x="235591" y="75208"/>
                </a:lnTo>
                <a:lnTo>
                  <a:pt x="292522" y="62032"/>
                </a:lnTo>
                <a:lnTo>
                  <a:pt x="361213" y="57465"/>
                </a:lnTo>
                <a:close/>
              </a:path>
              <a:path w="724535" h="756285">
                <a:moveTo>
                  <a:pt x="0" y="435729"/>
                </a:moveTo>
                <a:lnTo>
                  <a:pt x="252596" y="435729"/>
                </a:lnTo>
                <a:lnTo>
                  <a:pt x="252596" y="601179"/>
                </a:lnTo>
                <a:lnTo>
                  <a:pt x="322692" y="601179"/>
                </a:lnTo>
                <a:lnTo>
                  <a:pt x="322692" y="435729"/>
                </a:lnTo>
                <a:lnTo>
                  <a:pt x="468566" y="435729"/>
                </a:lnTo>
                <a:lnTo>
                  <a:pt x="468566" y="601179"/>
                </a:lnTo>
                <a:lnTo>
                  <a:pt x="538662" y="601179"/>
                </a:lnTo>
                <a:lnTo>
                  <a:pt x="538662" y="435729"/>
                </a:lnTo>
                <a:lnTo>
                  <a:pt x="724321" y="435729"/>
                </a:lnTo>
                <a:lnTo>
                  <a:pt x="724321" y="377631"/>
                </a:lnTo>
                <a:lnTo>
                  <a:pt x="0" y="377631"/>
                </a:lnTo>
                <a:lnTo>
                  <a:pt x="0" y="435729"/>
                </a:lnTo>
                <a:close/>
              </a:path>
              <a:path w="724535" h="756285">
                <a:moveTo>
                  <a:pt x="89040" y="533610"/>
                </a:moveTo>
                <a:lnTo>
                  <a:pt x="89040" y="755895"/>
                </a:lnTo>
                <a:lnTo>
                  <a:pt x="649173" y="755895"/>
                </a:lnTo>
                <a:lnTo>
                  <a:pt x="649173" y="697798"/>
                </a:lnTo>
                <a:lnTo>
                  <a:pt x="159767" y="697798"/>
                </a:lnTo>
                <a:lnTo>
                  <a:pt x="159767" y="533610"/>
                </a:lnTo>
                <a:lnTo>
                  <a:pt x="89040" y="53361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001832" y="3872037"/>
            <a:ext cx="657860" cy="793750"/>
          </a:xfrm>
          <a:custGeom>
            <a:avLst/>
            <a:gdLst/>
            <a:ahLst/>
            <a:cxnLst/>
            <a:rect l="l" t="t" r="r" b="b"/>
            <a:pathLst>
              <a:path w="657860" h="793750">
                <a:moveTo>
                  <a:pt x="424362" y="265226"/>
                </a:moveTo>
                <a:lnTo>
                  <a:pt x="584761" y="265226"/>
                </a:lnTo>
                <a:lnTo>
                  <a:pt x="584761" y="472987"/>
                </a:lnTo>
                <a:lnTo>
                  <a:pt x="654856" y="472987"/>
                </a:lnTo>
                <a:lnTo>
                  <a:pt x="654856" y="0"/>
                </a:lnTo>
                <a:lnTo>
                  <a:pt x="584761" y="0"/>
                </a:lnTo>
                <a:lnTo>
                  <a:pt x="584761" y="207129"/>
                </a:lnTo>
                <a:lnTo>
                  <a:pt x="424362" y="207129"/>
                </a:lnTo>
                <a:lnTo>
                  <a:pt x="424362" y="265226"/>
                </a:lnTo>
                <a:close/>
              </a:path>
              <a:path w="657860" h="793750">
                <a:moveTo>
                  <a:pt x="239019" y="262700"/>
                </a:moveTo>
                <a:lnTo>
                  <a:pt x="259054" y="302237"/>
                </a:lnTo>
                <a:lnTo>
                  <a:pt x="284475" y="338713"/>
                </a:lnTo>
                <a:lnTo>
                  <a:pt x="314877" y="371593"/>
                </a:lnTo>
                <a:lnTo>
                  <a:pt x="349858" y="400342"/>
                </a:lnTo>
                <a:lnTo>
                  <a:pt x="389013" y="424425"/>
                </a:lnTo>
                <a:lnTo>
                  <a:pt x="431940" y="443307"/>
                </a:lnTo>
                <a:lnTo>
                  <a:pt x="468566" y="387104"/>
                </a:lnTo>
                <a:lnTo>
                  <a:pt x="421136" y="366614"/>
                </a:lnTo>
                <a:lnTo>
                  <a:pt x="378942" y="339873"/>
                </a:lnTo>
                <a:lnTo>
                  <a:pt x="342736" y="307818"/>
                </a:lnTo>
                <a:lnTo>
                  <a:pt x="313267" y="271388"/>
                </a:lnTo>
                <a:lnTo>
                  <a:pt x="291288" y="231523"/>
                </a:lnTo>
                <a:lnTo>
                  <a:pt x="277550" y="189162"/>
                </a:lnTo>
                <a:lnTo>
                  <a:pt x="272804" y="145242"/>
                </a:lnTo>
                <a:lnTo>
                  <a:pt x="272804" y="116194"/>
                </a:lnTo>
                <a:lnTo>
                  <a:pt x="450253" y="116194"/>
                </a:lnTo>
                <a:lnTo>
                  <a:pt x="450253" y="58097"/>
                </a:lnTo>
                <a:lnTo>
                  <a:pt x="22733" y="58097"/>
                </a:lnTo>
                <a:lnTo>
                  <a:pt x="22733" y="116194"/>
                </a:lnTo>
                <a:lnTo>
                  <a:pt x="202077" y="116194"/>
                </a:lnTo>
                <a:lnTo>
                  <a:pt x="202077" y="145874"/>
                </a:lnTo>
                <a:lnTo>
                  <a:pt x="197080" y="194033"/>
                </a:lnTo>
                <a:lnTo>
                  <a:pt x="182672" y="240403"/>
                </a:lnTo>
                <a:lnTo>
                  <a:pt x="159725" y="283966"/>
                </a:lnTo>
                <a:lnTo>
                  <a:pt x="129111" y="323708"/>
                </a:lnTo>
                <a:lnTo>
                  <a:pt x="91704" y="358611"/>
                </a:lnTo>
                <a:lnTo>
                  <a:pt x="48376" y="387660"/>
                </a:lnTo>
                <a:lnTo>
                  <a:pt x="0" y="409838"/>
                </a:lnTo>
                <a:lnTo>
                  <a:pt x="36626" y="465409"/>
                </a:lnTo>
                <a:lnTo>
                  <a:pt x="82140" y="444451"/>
                </a:lnTo>
                <a:lnTo>
                  <a:pt x="123620" y="417626"/>
                </a:lnTo>
                <a:lnTo>
                  <a:pt x="160556" y="385486"/>
                </a:lnTo>
                <a:lnTo>
                  <a:pt x="192441" y="348583"/>
                </a:lnTo>
                <a:lnTo>
                  <a:pt x="218765" y="307470"/>
                </a:lnTo>
                <a:lnTo>
                  <a:pt x="239019" y="262700"/>
                </a:lnTo>
                <a:close/>
              </a:path>
              <a:path w="657860" h="793750">
                <a:moveTo>
                  <a:pt x="391524" y="497615"/>
                </a:moveTo>
                <a:lnTo>
                  <a:pt x="324669" y="500896"/>
                </a:lnTo>
                <a:lnTo>
                  <a:pt x="266353" y="510562"/>
                </a:lnTo>
                <a:lnTo>
                  <a:pt x="217227" y="526347"/>
                </a:lnTo>
                <a:lnTo>
                  <a:pt x="177944" y="547987"/>
                </a:lnTo>
                <a:lnTo>
                  <a:pt x="149155" y="575217"/>
                </a:lnTo>
                <a:lnTo>
                  <a:pt x="125666" y="645384"/>
                </a:lnTo>
                <a:lnTo>
                  <a:pt x="131512" y="682964"/>
                </a:lnTo>
                <a:lnTo>
                  <a:pt x="177944" y="742582"/>
                </a:lnTo>
                <a:lnTo>
                  <a:pt x="217227" y="764156"/>
                </a:lnTo>
                <a:lnTo>
                  <a:pt x="266353" y="779931"/>
                </a:lnTo>
                <a:lnTo>
                  <a:pt x="324669" y="789674"/>
                </a:lnTo>
                <a:lnTo>
                  <a:pt x="391524" y="793153"/>
                </a:lnTo>
                <a:lnTo>
                  <a:pt x="458148" y="789674"/>
                </a:lnTo>
                <a:lnTo>
                  <a:pt x="516309" y="779931"/>
                </a:lnTo>
                <a:lnTo>
                  <a:pt x="565358" y="764156"/>
                </a:lnTo>
                <a:lnTo>
                  <a:pt x="604641" y="742582"/>
                </a:lnTo>
                <a:lnTo>
                  <a:pt x="633507" y="715441"/>
                </a:lnTo>
                <a:lnTo>
                  <a:pt x="657382" y="645384"/>
                </a:lnTo>
                <a:lnTo>
                  <a:pt x="651305" y="607771"/>
                </a:lnTo>
                <a:lnTo>
                  <a:pt x="604641" y="547987"/>
                </a:lnTo>
                <a:lnTo>
                  <a:pt x="565358" y="526347"/>
                </a:lnTo>
                <a:lnTo>
                  <a:pt x="516309" y="510562"/>
                </a:lnTo>
                <a:lnTo>
                  <a:pt x="458148" y="500896"/>
                </a:lnTo>
                <a:lnTo>
                  <a:pt x="391524" y="497615"/>
                </a:lnTo>
                <a:close/>
              </a:path>
              <a:path w="657860" h="793750">
                <a:moveTo>
                  <a:pt x="391524" y="736950"/>
                </a:moveTo>
                <a:lnTo>
                  <a:pt x="324238" y="733187"/>
                </a:lnTo>
                <a:lnTo>
                  <a:pt x="269561" y="721542"/>
                </a:lnTo>
                <a:lnTo>
                  <a:pt x="228887" y="702622"/>
                </a:lnTo>
                <a:lnTo>
                  <a:pt x="195130" y="645384"/>
                </a:lnTo>
                <a:lnTo>
                  <a:pt x="203613" y="613420"/>
                </a:lnTo>
                <a:lnTo>
                  <a:pt x="228887" y="587610"/>
                </a:lnTo>
                <a:lnTo>
                  <a:pt x="269561" y="568499"/>
                </a:lnTo>
                <a:lnTo>
                  <a:pt x="324238" y="556632"/>
                </a:lnTo>
                <a:lnTo>
                  <a:pt x="391524" y="552555"/>
                </a:lnTo>
                <a:lnTo>
                  <a:pt x="458508" y="556632"/>
                </a:lnTo>
                <a:lnTo>
                  <a:pt x="513033" y="568499"/>
                </a:lnTo>
                <a:lnTo>
                  <a:pt x="553706" y="587610"/>
                </a:lnTo>
                <a:lnTo>
                  <a:pt x="579133" y="613420"/>
                </a:lnTo>
                <a:lnTo>
                  <a:pt x="587918" y="645384"/>
                </a:lnTo>
                <a:lnTo>
                  <a:pt x="579133" y="677034"/>
                </a:lnTo>
                <a:lnTo>
                  <a:pt x="553706" y="702622"/>
                </a:lnTo>
                <a:lnTo>
                  <a:pt x="513033" y="721542"/>
                </a:lnTo>
                <a:lnTo>
                  <a:pt x="458508" y="733187"/>
                </a:lnTo>
                <a:lnTo>
                  <a:pt x="391524" y="73695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2826560" y="3900454"/>
            <a:ext cx="650875" cy="332105"/>
          </a:xfrm>
          <a:custGeom>
            <a:avLst/>
            <a:gdLst/>
            <a:ahLst/>
            <a:cxnLst/>
            <a:rect l="l" t="t" r="r" b="b"/>
            <a:pathLst>
              <a:path w="650875" h="332104">
                <a:moveTo>
                  <a:pt x="325218" y="144611"/>
                </a:moveTo>
                <a:lnTo>
                  <a:pt x="351170" y="184592"/>
                </a:lnTo>
                <a:lnTo>
                  <a:pt x="384639" y="220690"/>
                </a:lnTo>
                <a:lnTo>
                  <a:pt x="424404" y="252580"/>
                </a:lnTo>
                <a:lnTo>
                  <a:pt x="469246" y="279934"/>
                </a:lnTo>
                <a:lnTo>
                  <a:pt x="517943" y="302429"/>
                </a:lnTo>
                <a:lnTo>
                  <a:pt x="569274" y="319737"/>
                </a:lnTo>
                <a:lnTo>
                  <a:pt x="622019" y="331532"/>
                </a:lnTo>
                <a:lnTo>
                  <a:pt x="650436" y="274067"/>
                </a:lnTo>
                <a:lnTo>
                  <a:pt x="596852" y="263027"/>
                </a:lnTo>
                <a:lnTo>
                  <a:pt x="544770" y="245541"/>
                </a:lnTo>
                <a:lnTo>
                  <a:pt x="495929" y="222327"/>
                </a:lnTo>
                <a:lnTo>
                  <a:pt x="452069" y="194104"/>
                </a:lnTo>
                <a:lnTo>
                  <a:pt x="414928" y="161588"/>
                </a:lnTo>
                <a:lnTo>
                  <a:pt x="386246" y="125498"/>
                </a:lnTo>
                <a:lnTo>
                  <a:pt x="367761" y="86552"/>
                </a:lnTo>
                <a:lnTo>
                  <a:pt x="361213" y="45467"/>
                </a:lnTo>
                <a:lnTo>
                  <a:pt x="361213" y="0"/>
                </a:lnTo>
                <a:lnTo>
                  <a:pt x="288591" y="0"/>
                </a:lnTo>
                <a:lnTo>
                  <a:pt x="288591" y="45467"/>
                </a:lnTo>
                <a:lnTo>
                  <a:pt x="283414" y="82578"/>
                </a:lnTo>
                <a:lnTo>
                  <a:pt x="268689" y="117829"/>
                </a:lnTo>
                <a:lnTo>
                  <a:pt x="245627" y="150762"/>
                </a:lnTo>
                <a:lnTo>
                  <a:pt x="215439" y="180919"/>
                </a:lnTo>
                <a:lnTo>
                  <a:pt x="179336" y="207844"/>
                </a:lnTo>
                <a:lnTo>
                  <a:pt x="138530" y="231078"/>
                </a:lnTo>
                <a:lnTo>
                  <a:pt x="94231" y="250165"/>
                </a:lnTo>
                <a:lnTo>
                  <a:pt x="47651" y="264647"/>
                </a:lnTo>
                <a:lnTo>
                  <a:pt x="0" y="274067"/>
                </a:lnTo>
                <a:lnTo>
                  <a:pt x="29048" y="331532"/>
                </a:lnTo>
                <a:lnTo>
                  <a:pt x="81676" y="319770"/>
                </a:lnTo>
                <a:lnTo>
                  <a:pt x="132917" y="302539"/>
                </a:lnTo>
                <a:lnTo>
                  <a:pt x="181540" y="280133"/>
                </a:lnTo>
                <a:lnTo>
                  <a:pt x="226313" y="252845"/>
                </a:lnTo>
                <a:lnTo>
                  <a:pt x="266005" y="220966"/>
                </a:lnTo>
                <a:lnTo>
                  <a:pt x="299384" y="184791"/>
                </a:lnTo>
                <a:lnTo>
                  <a:pt x="325218" y="144611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2789302" y="3916873"/>
            <a:ext cx="970915" cy="808355"/>
          </a:xfrm>
          <a:custGeom>
            <a:avLst/>
            <a:gdLst/>
            <a:ahLst/>
            <a:cxnLst/>
            <a:rect l="l" t="t" r="r" b="b"/>
            <a:pathLst>
              <a:path w="970914" h="808354">
                <a:moveTo>
                  <a:pt x="0" y="402259"/>
                </a:moveTo>
                <a:lnTo>
                  <a:pt x="0" y="460988"/>
                </a:lnTo>
                <a:lnTo>
                  <a:pt x="325849" y="460988"/>
                </a:lnTo>
                <a:lnTo>
                  <a:pt x="325849" y="748949"/>
                </a:lnTo>
                <a:lnTo>
                  <a:pt x="394682" y="748949"/>
                </a:lnTo>
                <a:lnTo>
                  <a:pt x="394682" y="460988"/>
                </a:lnTo>
                <a:lnTo>
                  <a:pt x="723689" y="460988"/>
                </a:lnTo>
                <a:lnTo>
                  <a:pt x="723689" y="402259"/>
                </a:lnTo>
                <a:lnTo>
                  <a:pt x="0" y="402259"/>
                </a:lnTo>
                <a:close/>
              </a:path>
              <a:path w="970914" h="808354">
                <a:moveTo>
                  <a:pt x="781155" y="0"/>
                </a:moveTo>
                <a:lnTo>
                  <a:pt x="781155" y="63780"/>
                </a:lnTo>
                <a:lnTo>
                  <a:pt x="897349" y="63780"/>
                </a:lnTo>
                <a:lnTo>
                  <a:pt x="897349" y="744528"/>
                </a:lnTo>
                <a:lnTo>
                  <a:pt x="781155" y="744528"/>
                </a:lnTo>
                <a:lnTo>
                  <a:pt x="781155" y="808309"/>
                </a:lnTo>
                <a:lnTo>
                  <a:pt x="970602" y="808309"/>
                </a:lnTo>
                <a:lnTo>
                  <a:pt x="970602" y="0"/>
                </a:lnTo>
                <a:lnTo>
                  <a:pt x="781155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4120487" y="3949079"/>
            <a:ext cx="727075" cy="618490"/>
          </a:xfrm>
          <a:custGeom>
            <a:avLst/>
            <a:gdLst/>
            <a:ahLst/>
            <a:cxnLst/>
            <a:rect l="l" t="t" r="r" b="b"/>
            <a:pathLst>
              <a:path w="727075" h="618489">
                <a:moveTo>
                  <a:pt x="394682" y="375737"/>
                </a:moveTo>
                <a:lnTo>
                  <a:pt x="655488" y="375737"/>
                </a:lnTo>
                <a:lnTo>
                  <a:pt x="655488" y="318903"/>
                </a:lnTo>
                <a:lnTo>
                  <a:pt x="531084" y="318903"/>
                </a:lnTo>
                <a:lnTo>
                  <a:pt x="531084" y="58097"/>
                </a:lnTo>
                <a:lnTo>
                  <a:pt x="657382" y="58097"/>
                </a:lnTo>
                <a:lnTo>
                  <a:pt x="657382" y="0"/>
                </a:lnTo>
                <a:lnTo>
                  <a:pt x="64412" y="0"/>
                </a:lnTo>
                <a:lnTo>
                  <a:pt x="64412" y="58097"/>
                </a:lnTo>
                <a:lnTo>
                  <a:pt x="190079" y="58097"/>
                </a:lnTo>
                <a:lnTo>
                  <a:pt x="190079" y="318903"/>
                </a:lnTo>
                <a:lnTo>
                  <a:pt x="65675" y="318903"/>
                </a:lnTo>
                <a:lnTo>
                  <a:pt x="65675" y="375737"/>
                </a:lnTo>
                <a:lnTo>
                  <a:pt x="325849" y="375737"/>
                </a:lnTo>
                <a:lnTo>
                  <a:pt x="325849" y="558239"/>
                </a:lnTo>
                <a:lnTo>
                  <a:pt x="0" y="558239"/>
                </a:lnTo>
                <a:lnTo>
                  <a:pt x="0" y="618230"/>
                </a:lnTo>
                <a:lnTo>
                  <a:pt x="726846" y="618230"/>
                </a:lnTo>
                <a:lnTo>
                  <a:pt x="726846" y="558239"/>
                </a:lnTo>
                <a:lnTo>
                  <a:pt x="394682" y="558239"/>
                </a:lnTo>
                <a:lnTo>
                  <a:pt x="394682" y="375737"/>
                </a:lnTo>
                <a:close/>
              </a:path>
              <a:path w="727075" h="618489">
                <a:moveTo>
                  <a:pt x="462251" y="58097"/>
                </a:moveTo>
                <a:lnTo>
                  <a:pt x="462251" y="318903"/>
                </a:lnTo>
                <a:lnTo>
                  <a:pt x="259543" y="318903"/>
                </a:lnTo>
                <a:lnTo>
                  <a:pt x="259543" y="58097"/>
                </a:lnTo>
                <a:lnTo>
                  <a:pt x="462251" y="58097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005207" y="3940869"/>
            <a:ext cx="549275" cy="417830"/>
          </a:xfrm>
          <a:custGeom>
            <a:avLst/>
            <a:gdLst/>
            <a:ahLst/>
            <a:cxnLst/>
            <a:rect l="l" t="t" r="r" b="b"/>
            <a:pathLst>
              <a:path w="549275" h="417829">
                <a:moveTo>
                  <a:pt x="70727" y="359950"/>
                </a:moveTo>
                <a:lnTo>
                  <a:pt x="70727" y="233020"/>
                </a:lnTo>
                <a:lnTo>
                  <a:pt x="522875" y="233020"/>
                </a:lnTo>
                <a:lnTo>
                  <a:pt x="522875" y="176186"/>
                </a:lnTo>
                <a:lnTo>
                  <a:pt x="70727" y="176186"/>
                </a:lnTo>
                <a:lnTo>
                  <a:pt x="70727" y="58097"/>
                </a:lnTo>
                <a:lnTo>
                  <a:pt x="539925" y="58097"/>
                </a:lnTo>
                <a:lnTo>
                  <a:pt x="539925" y="0"/>
                </a:lnTo>
                <a:lnTo>
                  <a:pt x="0" y="0"/>
                </a:lnTo>
                <a:lnTo>
                  <a:pt x="0" y="417416"/>
                </a:lnTo>
                <a:lnTo>
                  <a:pt x="548766" y="417416"/>
                </a:lnTo>
                <a:lnTo>
                  <a:pt x="548766" y="359950"/>
                </a:lnTo>
                <a:lnTo>
                  <a:pt x="70727" y="35995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4911115" y="4503528"/>
            <a:ext cx="727075" cy="59055"/>
          </a:xfrm>
          <a:custGeom>
            <a:avLst/>
            <a:gdLst/>
            <a:ahLst/>
            <a:cxnLst/>
            <a:rect l="l" t="t" r="r" b="b"/>
            <a:pathLst>
              <a:path w="727075" h="59054">
                <a:moveTo>
                  <a:pt x="0" y="58728"/>
                </a:moveTo>
                <a:lnTo>
                  <a:pt x="726846" y="58728"/>
                </a:lnTo>
                <a:lnTo>
                  <a:pt x="726846" y="0"/>
                </a:lnTo>
                <a:lnTo>
                  <a:pt x="0" y="0"/>
                </a:lnTo>
                <a:lnTo>
                  <a:pt x="0" y="58728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5701742" y="3893508"/>
            <a:ext cx="723900" cy="396875"/>
          </a:xfrm>
          <a:custGeom>
            <a:avLst/>
            <a:gdLst/>
            <a:ahLst/>
            <a:cxnLst/>
            <a:rect l="l" t="t" r="r" b="b"/>
            <a:pathLst>
              <a:path w="723900" h="396875">
                <a:moveTo>
                  <a:pt x="395945" y="262700"/>
                </a:moveTo>
                <a:lnTo>
                  <a:pt x="651699" y="262700"/>
                </a:lnTo>
                <a:lnTo>
                  <a:pt x="651699" y="209023"/>
                </a:lnTo>
                <a:lnTo>
                  <a:pt x="532347" y="209023"/>
                </a:lnTo>
                <a:lnTo>
                  <a:pt x="532347" y="54308"/>
                </a:lnTo>
                <a:lnTo>
                  <a:pt x="654225" y="54308"/>
                </a:lnTo>
                <a:lnTo>
                  <a:pt x="654225" y="0"/>
                </a:lnTo>
                <a:lnTo>
                  <a:pt x="67569" y="0"/>
                </a:lnTo>
                <a:lnTo>
                  <a:pt x="67569" y="54308"/>
                </a:lnTo>
                <a:lnTo>
                  <a:pt x="190079" y="54308"/>
                </a:lnTo>
                <a:lnTo>
                  <a:pt x="190079" y="209023"/>
                </a:lnTo>
                <a:lnTo>
                  <a:pt x="70095" y="209023"/>
                </a:lnTo>
                <a:lnTo>
                  <a:pt x="70095" y="262700"/>
                </a:lnTo>
                <a:lnTo>
                  <a:pt x="325849" y="262700"/>
                </a:lnTo>
                <a:lnTo>
                  <a:pt x="325849" y="340374"/>
                </a:lnTo>
                <a:lnTo>
                  <a:pt x="0" y="340374"/>
                </a:lnTo>
                <a:lnTo>
                  <a:pt x="0" y="396576"/>
                </a:lnTo>
                <a:lnTo>
                  <a:pt x="723689" y="396576"/>
                </a:lnTo>
                <a:lnTo>
                  <a:pt x="723689" y="340374"/>
                </a:lnTo>
                <a:lnTo>
                  <a:pt x="395945" y="340374"/>
                </a:lnTo>
                <a:lnTo>
                  <a:pt x="395945" y="262700"/>
                </a:lnTo>
                <a:close/>
              </a:path>
              <a:path w="723900" h="396875">
                <a:moveTo>
                  <a:pt x="462252" y="54308"/>
                </a:moveTo>
                <a:lnTo>
                  <a:pt x="462252" y="209023"/>
                </a:lnTo>
                <a:lnTo>
                  <a:pt x="259542" y="209023"/>
                </a:lnTo>
                <a:lnTo>
                  <a:pt x="259542" y="54308"/>
                </a:lnTo>
                <a:lnTo>
                  <a:pt x="462252" y="54308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5789519" y="4353865"/>
            <a:ext cx="567055" cy="303530"/>
          </a:xfrm>
          <a:custGeom>
            <a:avLst/>
            <a:gdLst/>
            <a:ahLst/>
            <a:cxnLst/>
            <a:rect l="l" t="t" r="r" b="b"/>
            <a:pathLst>
              <a:path w="567054" h="303529">
                <a:moveTo>
                  <a:pt x="542451" y="170503"/>
                </a:moveTo>
                <a:lnTo>
                  <a:pt x="542451" y="0"/>
                </a:lnTo>
                <a:lnTo>
                  <a:pt x="0" y="0"/>
                </a:lnTo>
                <a:lnTo>
                  <a:pt x="0" y="51782"/>
                </a:lnTo>
                <a:lnTo>
                  <a:pt x="473618" y="51782"/>
                </a:lnTo>
                <a:lnTo>
                  <a:pt x="473618" y="119983"/>
                </a:lnTo>
                <a:lnTo>
                  <a:pt x="1894" y="119983"/>
                </a:lnTo>
                <a:lnTo>
                  <a:pt x="1894" y="303116"/>
                </a:lnTo>
                <a:lnTo>
                  <a:pt x="566448" y="303116"/>
                </a:lnTo>
                <a:lnTo>
                  <a:pt x="566448" y="248808"/>
                </a:lnTo>
                <a:lnTo>
                  <a:pt x="70727" y="248808"/>
                </a:lnTo>
                <a:lnTo>
                  <a:pt x="70727" y="170503"/>
                </a:lnTo>
                <a:lnTo>
                  <a:pt x="542451" y="170503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7078395" y="3872037"/>
            <a:ext cx="69850" cy="795655"/>
          </a:xfrm>
          <a:custGeom>
            <a:avLst/>
            <a:gdLst/>
            <a:ahLst/>
            <a:cxnLst/>
            <a:rect l="l" t="t" r="r" b="b"/>
            <a:pathLst>
              <a:path w="69850" h="795654">
                <a:moveTo>
                  <a:pt x="0" y="795048"/>
                </a:moveTo>
                <a:lnTo>
                  <a:pt x="69464" y="795048"/>
                </a:lnTo>
                <a:lnTo>
                  <a:pt x="69464" y="0"/>
                </a:lnTo>
                <a:lnTo>
                  <a:pt x="0" y="0"/>
                </a:lnTo>
                <a:lnTo>
                  <a:pt x="0" y="795048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6537206" y="3945921"/>
            <a:ext cx="471170" cy="528955"/>
          </a:xfrm>
          <a:custGeom>
            <a:avLst/>
            <a:gdLst/>
            <a:ahLst/>
            <a:cxnLst/>
            <a:rect l="l" t="t" r="r" b="b"/>
            <a:pathLst>
              <a:path w="471170" h="528954">
                <a:moveTo>
                  <a:pt x="73253" y="282276"/>
                </a:moveTo>
                <a:lnTo>
                  <a:pt x="369422" y="282276"/>
                </a:lnTo>
                <a:lnTo>
                  <a:pt x="369422" y="0"/>
                </a:lnTo>
                <a:lnTo>
                  <a:pt x="0" y="0"/>
                </a:lnTo>
                <a:lnTo>
                  <a:pt x="0" y="58097"/>
                </a:lnTo>
                <a:lnTo>
                  <a:pt x="298695" y="58097"/>
                </a:lnTo>
                <a:lnTo>
                  <a:pt x="298695" y="224811"/>
                </a:lnTo>
                <a:lnTo>
                  <a:pt x="1263" y="224811"/>
                </a:lnTo>
                <a:lnTo>
                  <a:pt x="1263" y="528558"/>
                </a:lnTo>
                <a:lnTo>
                  <a:pt x="67569" y="528558"/>
                </a:lnTo>
                <a:lnTo>
                  <a:pt x="118269" y="528268"/>
                </a:lnTo>
                <a:lnTo>
                  <a:pt x="167917" y="527305"/>
                </a:lnTo>
                <a:lnTo>
                  <a:pt x="217003" y="525528"/>
                </a:lnTo>
                <a:lnTo>
                  <a:pt x="266015" y="522796"/>
                </a:lnTo>
                <a:lnTo>
                  <a:pt x="315442" y="518969"/>
                </a:lnTo>
                <a:lnTo>
                  <a:pt x="365771" y="513906"/>
                </a:lnTo>
                <a:lnTo>
                  <a:pt x="417492" y="507466"/>
                </a:lnTo>
                <a:lnTo>
                  <a:pt x="471092" y="499510"/>
                </a:lnTo>
                <a:lnTo>
                  <a:pt x="464146" y="440781"/>
                </a:lnTo>
                <a:lnTo>
                  <a:pt x="411956" y="448634"/>
                </a:lnTo>
                <a:lnTo>
                  <a:pt x="361642" y="454999"/>
                </a:lnTo>
                <a:lnTo>
                  <a:pt x="312741" y="460018"/>
                </a:lnTo>
                <a:lnTo>
                  <a:pt x="264792" y="463830"/>
                </a:lnTo>
                <a:lnTo>
                  <a:pt x="217331" y="466577"/>
                </a:lnTo>
                <a:lnTo>
                  <a:pt x="169895" y="468399"/>
                </a:lnTo>
                <a:lnTo>
                  <a:pt x="122024" y="469436"/>
                </a:lnTo>
                <a:lnTo>
                  <a:pt x="73253" y="469830"/>
                </a:lnTo>
                <a:lnTo>
                  <a:pt x="73253" y="282276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7282998" y="3923819"/>
            <a:ext cx="727075" cy="640080"/>
          </a:xfrm>
          <a:custGeom>
            <a:avLst/>
            <a:gdLst/>
            <a:ahLst/>
            <a:cxnLst/>
            <a:rect l="l" t="t" r="r" b="b"/>
            <a:pathLst>
              <a:path w="727075" h="640079">
                <a:moveTo>
                  <a:pt x="395945" y="414258"/>
                </a:moveTo>
                <a:lnTo>
                  <a:pt x="450267" y="407328"/>
                </a:lnTo>
                <a:lnTo>
                  <a:pt x="499579" y="394337"/>
                </a:lnTo>
                <a:lnTo>
                  <a:pt x="543192" y="375618"/>
                </a:lnTo>
                <a:lnTo>
                  <a:pt x="580420" y="351504"/>
                </a:lnTo>
                <a:lnTo>
                  <a:pt x="610572" y="322328"/>
                </a:lnTo>
                <a:lnTo>
                  <a:pt x="632962" y="288424"/>
                </a:lnTo>
                <a:lnTo>
                  <a:pt x="646900" y="250123"/>
                </a:lnTo>
                <a:lnTo>
                  <a:pt x="651699" y="207760"/>
                </a:lnTo>
                <a:lnTo>
                  <a:pt x="647309" y="167725"/>
                </a:lnTo>
                <a:lnTo>
                  <a:pt x="634541" y="131188"/>
                </a:lnTo>
                <a:lnTo>
                  <a:pt x="613997" y="98466"/>
                </a:lnTo>
                <a:lnTo>
                  <a:pt x="586280" y="69875"/>
                </a:lnTo>
                <a:lnTo>
                  <a:pt x="551994" y="45734"/>
                </a:lnTo>
                <a:lnTo>
                  <a:pt x="511742" y="26358"/>
                </a:lnTo>
                <a:lnTo>
                  <a:pt x="466125" y="12066"/>
                </a:lnTo>
                <a:lnTo>
                  <a:pt x="415748" y="3174"/>
                </a:lnTo>
                <a:lnTo>
                  <a:pt x="361213" y="0"/>
                </a:lnTo>
                <a:lnTo>
                  <a:pt x="307032" y="3174"/>
                </a:lnTo>
                <a:lnTo>
                  <a:pt x="256889" y="12066"/>
                </a:lnTo>
                <a:lnTo>
                  <a:pt x="211409" y="26358"/>
                </a:lnTo>
                <a:lnTo>
                  <a:pt x="171214" y="45734"/>
                </a:lnTo>
                <a:lnTo>
                  <a:pt x="136929" y="69875"/>
                </a:lnTo>
                <a:lnTo>
                  <a:pt x="109177" y="98466"/>
                </a:lnTo>
                <a:lnTo>
                  <a:pt x="88582" y="131188"/>
                </a:lnTo>
                <a:lnTo>
                  <a:pt x="75768" y="167725"/>
                </a:lnTo>
                <a:lnTo>
                  <a:pt x="71358" y="207760"/>
                </a:lnTo>
                <a:lnTo>
                  <a:pt x="76182" y="250110"/>
                </a:lnTo>
                <a:lnTo>
                  <a:pt x="90174" y="288379"/>
                </a:lnTo>
                <a:lnTo>
                  <a:pt x="112618" y="322245"/>
                </a:lnTo>
                <a:lnTo>
                  <a:pt x="142796" y="351385"/>
                </a:lnTo>
                <a:lnTo>
                  <a:pt x="179988" y="375479"/>
                </a:lnTo>
                <a:lnTo>
                  <a:pt x="223479" y="394203"/>
                </a:lnTo>
                <a:lnTo>
                  <a:pt x="272549" y="407237"/>
                </a:lnTo>
                <a:lnTo>
                  <a:pt x="326481" y="414258"/>
                </a:lnTo>
                <a:lnTo>
                  <a:pt x="326481" y="580972"/>
                </a:lnTo>
                <a:lnTo>
                  <a:pt x="0" y="580972"/>
                </a:lnTo>
                <a:lnTo>
                  <a:pt x="0" y="639701"/>
                </a:lnTo>
                <a:lnTo>
                  <a:pt x="726846" y="639701"/>
                </a:lnTo>
                <a:lnTo>
                  <a:pt x="726846" y="580972"/>
                </a:lnTo>
                <a:lnTo>
                  <a:pt x="395945" y="580972"/>
                </a:lnTo>
                <a:lnTo>
                  <a:pt x="395945" y="414258"/>
                </a:lnTo>
                <a:close/>
              </a:path>
              <a:path w="727075" h="640079">
                <a:moveTo>
                  <a:pt x="138928" y="207760"/>
                </a:moveTo>
                <a:lnTo>
                  <a:pt x="146491" y="165494"/>
                </a:lnTo>
                <a:lnTo>
                  <a:pt x="168070" y="128964"/>
                </a:lnTo>
                <a:lnTo>
                  <a:pt x="201998" y="99065"/>
                </a:lnTo>
                <a:lnTo>
                  <a:pt x="246609" y="76691"/>
                </a:lnTo>
                <a:lnTo>
                  <a:pt x="300236" y="62736"/>
                </a:lnTo>
                <a:lnTo>
                  <a:pt x="361213" y="58097"/>
                </a:lnTo>
                <a:lnTo>
                  <a:pt x="414124" y="61482"/>
                </a:lnTo>
                <a:lnTo>
                  <a:pt x="461743" y="71805"/>
                </a:lnTo>
                <a:lnTo>
                  <a:pt x="503033" y="88502"/>
                </a:lnTo>
                <a:lnTo>
                  <a:pt x="536955" y="111010"/>
                </a:lnTo>
                <a:lnTo>
                  <a:pt x="578542" y="171202"/>
                </a:lnTo>
                <a:lnTo>
                  <a:pt x="584130" y="207760"/>
                </a:lnTo>
                <a:lnTo>
                  <a:pt x="578542" y="244954"/>
                </a:lnTo>
                <a:lnTo>
                  <a:pt x="536955" y="305654"/>
                </a:lnTo>
                <a:lnTo>
                  <a:pt x="503033" y="328234"/>
                </a:lnTo>
                <a:lnTo>
                  <a:pt x="461743" y="345013"/>
                </a:lnTo>
                <a:lnTo>
                  <a:pt x="414124" y="355529"/>
                </a:lnTo>
                <a:lnTo>
                  <a:pt x="361213" y="359318"/>
                </a:lnTo>
                <a:lnTo>
                  <a:pt x="308536" y="355529"/>
                </a:lnTo>
                <a:lnTo>
                  <a:pt x="261084" y="345013"/>
                </a:lnTo>
                <a:lnTo>
                  <a:pt x="219906" y="328234"/>
                </a:lnTo>
                <a:lnTo>
                  <a:pt x="186052" y="305654"/>
                </a:lnTo>
                <a:lnTo>
                  <a:pt x="144513" y="244954"/>
                </a:lnTo>
                <a:lnTo>
                  <a:pt x="138928" y="20776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1" name="object 21" descr=""/>
          <p:cNvGrpSpPr/>
          <p:nvPr/>
        </p:nvGrpSpPr>
        <p:grpSpPr>
          <a:xfrm>
            <a:off x="953252" y="3907729"/>
            <a:ext cx="208279" cy="826769"/>
            <a:chOff x="953252" y="3907729"/>
            <a:chExt cx="208279" cy="826769"/>
          </a:xfrm>
        </p:grpSpPr>
        <p:sp>
          <p:nvSpPr>
            <p:cNvPr id="22" name="object 22" descr=""/>
            <p:cNvSpPr/>
            <p:nvPr/>
          </p:nvSpPr>
          <p:spPr>
            <a:xfrm>
              <a:off x="962393" y="3916692"/>
              <a:ext cx="189865" cy="808990"/>
            </a:xfrm>
            <a:custGeom>
              <a:avLst/>
              <a:gdLst/>
              <a:ahLst/>
              <a:cxnLst/>
              <a:rect l="l" t="t" r="r" b="b"/>
              <a:pathLst>
                <a:path w="189865" h="808989">
                  <a:moveTo>
                    <a:pt x="189445" y="0"/>
                  </a:moveTo>
                  <a:lnTo>
                    <a:pt x="0" y="0"/>
                  </a:lnTo>
                  <a:lnTo>
                    <a:pt x="0" y="63487"/>
                  </a:lnTo>
                  <a:lnTo>
                    <a:pt x="0" y="744207"/>
                  </a:lnTo>
                  <a:lnTo>
                    <a:pt x="0" y="808977"/>
                  </a:lnTo>
                  <a:lnTo>
                    <a:pt x="189445" y="808977"/>
                  </a:lnTo>
                  <a:lnTo>
                    <a:pt x="189445" y="744207"/>
                  </a:lnTo>
                  <a:lnTo>
                    <a:pt x="73253" y="744207"/>
                  </a:lnTo>
                  <a:lnTo>
                    <a:pt x="73253" y="63487"/>
                  </a:lnTo>
                  <a:lnTo>
                    <a:pt x="189445" y="63487"/>
                  </a:lnTo>
                  <a:lnTo>
                    <a:pt x="1894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62396" y="3916873"/>
              <a:ext cx="189865" cy="808355"/>
            </a:xfrm>
            <a:custGeom>
              <a:avLst/>
              <a:gdLst/>
              <a:ahLst/>
              <a:cxnLst/>
              <a:rect l="l" t="t" r="r" b="b"/>
              <a:pathLst>
                <a:path w="189865" h="808354">
                  <a:moveTo>
                    <a:pt x="189447" y="808309"/>
                  </a:moveTo>
                  <a:lnTo>
                    <a:pt x="189447" y="744528"/>
                  </a:lnTo>
                  <a:lnTo>
                    <a:pt x="73252" y="744528"/>
                  </a:lnTo>
                  <a:lnTo>
                    <a:pt x="73252" y="63780"/>
                  </a:lnTo>
                  <a:lnTo>
                    <a:pt x="189447" y="63780"/>
                  </a:lnTo>
                  <a:lnTo>
                    <a:pt x="189447" y="0"/>
                  </a:lnTo>
                  <a:lnTo>
                    <a:pt x="0" y="0"/>
                  </a:lnTo>
                  <a:lnTo>
                    <a:pt x="0" y="808309"/>
                  </a:lnTo>
                  <a:lnTo>
                    <a:pt x="189447" y="808309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1198902" y="3883101"/>
            <a:ext cx="742950" cy="774700"/>
            <a:chOff x="1198902" y="3883101"/>
            <a:chExt cx="742950" cy="774700"/>
          </a:xfrm>
        </p:grpSpPr>
        <p:sp>
          <p:nvSpPr>
            <p:cNvPr id="25" name="object 25" descr=""/>
            <p:cNvSpPr/>
            <p:nvPr/>
          </p:nvSpPr>
          <p:spPr>
            <a:xfrm>
              <a:off x="1208046" y="3892245"/>
              <a:ext cx="724535" cy="756285"/>
            </a:xfrm>
            <a:custGeom>
              <a:avLst/>
              <a:gdLst/>
              <a:ahLst/>
              <a:cxnLst/>
              <a:rect l="l" t="t" r="r" b="b"/>
              <a:pathLst>
                <a:path w="724535" h="756285">
                  <a:moveTo>
                    <a:pt x="361213" y="0"/>
                  </a:moveTo>
                  <a:lnTo>
                    <a:pt x="300576" y="3003"/>
                  </a:lnTo>
                  <a:lnTo>
                    <a:pt x="246015" y="11356"/>
                  </a:lnTo>
                  <a:lnTo>
                    <a:pt x="198158" y="24787"/>
                  </a:lnTo>
                  <a:lnTo>
                    <a:pt x="157636" y="43020"/>
                  </a:lnTo>
                  <a:lnTo>
                    <a:pt x="125076" y="65782"/>
                  </a:lnTo>
                  <a:lnTo>
                    <a:pt x="86360" y="123798"/>
                  </a:lnTo>
                  <a:lnTo>
                    <a:pt x="81462" y="158504"/>
                  </a:lnTo>
                  <a:lnTo>
                    <a:pt x="86308" y="193024"/>
                  </a:lnTo>
                  <a:lnTo>
                    <a:pt x="86360" y="193390"/>
                  </a:lnTo>
                  <a:lnTo>
                    <a:pt x="125076" y="251470"/>
                  </a:lnTo>
                  <a:lnTo>
                    <a:pt x="157636" y="274146"/>
                  </a:lnTo>
                  <a:lnTo>
                    <a:pt x="198158" y="292233"/>
                  </a:lnTo>
                  <a:lnTo>
                    <a:pt x="246015" y="305474"/>
                  </a:lnTo>
                  <a:lnTo>
                    <a:pt x="300576" y="313608"/>
                  </a:lnTo>
                  <a:lnTo>
                    <a:pt x="361213" y="316377"/>
                  </a:lnTo>
                  <a:lnTo>
                    <a:pt x="422005" y="313608"/>
                  </a:lnTo>
                  <a:lnTo>
                    <a:pt x="476588" y="305474"/>
                  </a:lnTo>
                  <a:lnTo>
                    <a:pt x="524378" y="292233"/>
                  </a:lnTo>
                  <a:lnTo>
                    <a:pt x="564790" y="274146"/>
                  </a:lnTo>
                  <a:lnTo>
                    <a:pt x="584784" y="260174"/>
                  </a:lnTo>
                  <a:lnTo>
                    <a:pt x="361213" y="260174"/>
                  </a:lnTo>
                  <a:lnTo>
                    <a:pt x="292522" y="255359"/>
                  </a:lnTo>
                  <a:lnTo>
                    <a:pt x="235591" y="242118"/>
                  </a:lnTo>
                  <a:lnTo>
                    <a:pt x="192483" y="221117"/>
                  </a:lnTo>
                  <a:lnTo>
                    <a:pt x="165258" y="193024"/>
                  </a:lnTo>
                  <a:lnTo>
                    <a:pt x="155978" y="158504"/>
                  </a:lnTo>
                  <a:lnTo>
                    <a:pt x="165258" y="124231"/>
                  </a:lnTo>
                  <a:lnTo>
                    <a:pt x="192483" y="96203"/>
                  </a:lnTo>
                  <a:lnTo>
                    <a:pt x="235591" y="75208"/>
                  </a:lnTo>
                  <a:lnTo>
                    <a:pt x="292522" y="62032"/>
                  </a:lnTo>
                  <a:lnTo>
                    <a:pt x="361213" y="57465"/>
                  </a:lnTo>
                  <a:lnTo>
                    <a:pt x="585383" y="57465"/>
                  </a:lnTo>
                  <a:lnTo>
                    <a:pt x="564790" y="43020"/>
                  </a:lnTo>
                  <a:lnTo>
                    <a:pt x="524378" y="24787"/>
                  </a:lnTo>
                  <a:lnTo>
                    <a:pt x="476588" y="11356"/>
                  </a:lnTo>
                  <a:lnTo>
                    <a:pt x="422005" y="3003"/>
                  </a:lnTo>
                  <a:lnTo>
                    <a:pt x="361213" y="0"/>
                  </a:lnTo>
                  <a:close/>
                </a:path>
                <a:path w="724535" h="756285">
                  <a:moveTo>
                    <a:pt x="585383" y="57465"/>
                  </a:moveTo>
                  <a:lnTo>
                    <a:pt x="361213" y="57465"/>
                  </a:lnTo>
                  <a:lnTo>
                    <a:pt x="430151" y="62032"/>
                  </a:lnTo>
                  <a:lnTo>
                    <a:pt x="487147" y="75208"/>
                  </a:lnTo>
                  <a:lnTo>
                    <a:pt x="530261" y="96203"/>
                  </a:lnTo>
                  <a:lnTo>
                    <a:pt x="557551" y="124231"/>
                  </a:lnTo>
                  <a:lnTo>
                    <a:pt x="567079" y="158504"/>
                  </a:lnTo>
                  <a:lnTo>
                    <a:pt x="557551" y="193024"/>
                  </a:lnTo>
                  <a:lnTo>
                    <a:pt x="530261" y="221117"/>
                  </a:lnTo>
                  <a:lnTo>
                    <a:pt x="487147" y="242118"/>
                  </a:lnTo>
                  <a:lnTo>
                    <a:pt x="430151" y="255359"/>
                  </a:lnTo>
                  <a:lnTo>
                    <a:pt x="361213" y="260174"/>
                  </a:lnTo>
                  <a:lnTo>
                    <a:pt x="584784" y="260174"/>
                  </a:lnTo>
                  <a:lnTo>
                    <a:pt x="597239" y="251470"/>
                  </a:lnTo>
                  <a:lnTo>
                    <a:pt x="621141" y="224465"/>
                  </a:lnTo>
                  <a:lnTo>
                    <a:pt x="635910" y="193390"/>
                  </a:lnTo>
                  <a:lnTo>
                    <a:pt x="640964" y="158504"/>
                  </a:lnTo>
                  <a:lnTo>
                    <a:pt x="635974" y="124231"/>
                  </a:lnTo>
                  <a:lnTo>
                    <a:pt x="635910" y="123798"/>
                  </a:lnTo>
                  <a:lnTo>
                    <a:pt x="621141" y="92799"/>
                  </a:lnTo>
                  <a:lnTo>
                    <a:pt x="597239" y="65782"/>
                  </a:lnTo>
                  <a:lnTo>
                    <a:pt x="585383" y="57465"/>
                  </a:lnTo>
                  <a:close/>
                </a:path>
                <a:path w="724535" h="756285">
                  <a:moveTo>
                    <a:pt x="159767" y="533610"/>
                  </a:moveTo>
                  <a:lnTo>
                    <a:pt x="89040" y="533610"/>
                  </a:lnTo>
                  <a:lnTo>
                    <a:pt x="89040" y="755895"/>
                  </a:lnTo>
                  <a:lnTo>
                    <a:pt x="649173" y="755895"/>
                  </a:lnTo>
                  <a:lnTo>
                    <a:pt x="649173" y="697798"/>
                  </a:lnTo>
                  <a:lnTo>
                    <a:pt x="159767" y="697798"/>
                  </a:lnTo>
                  <a:lnTo>
                    <a:pt x="159767" y="533610"/>
                  </a:lnTo>
                  <a:close/>
                </a:path>
                <a:path w="724535" h="756285">
                  <a:moveTo>
                    <a:pt x="322692" y="435729"/>
                  </a:moveTo>
                  <a:lnTo>
                    <a:pt x="252596" y="435729"/>
                  </a:lnTo>
                  <a:lnTo>
                    <a:pt x="252596" y="601179"/>
                  </a:lnTo>
                  <a:lnTo>
                    <a:pt x="322692" y="601179"/>
                  </a:lnTo>
                  <a:lnTo>
                    <a:pt x="322692" y="435729"/>
                  </a:lnTo>
                  <a:close/>
                </a:path>
                <a:path w="724535" h="756285">
                  <a:moveTo>
                    <a:pt x="538662" y="435729"/>
                  </a:moveTo>
                  <a:lnTo>
                    <a:pt x="468566" y="435729"/>
                  </a:lnTo>
                  <a:lnTo>
                    <a:pt x="468566" y="601179"/>
                  </a:lnTo>
                  <a:lnTo>
                    <a:pt x="538662" y="601179"/>
                  </a:lnTo>
                  <a:lnTo>
                    <a:pt x="538662" y="435729"/>
                  </a:lnTo>
                  <a:close/>
                </a:path>
                <a:path w="724535" h="756285">
                  <a:moveTo>
                    <a:pt x="724321" y="377631"/>
                  </a:moveTo>
                  <a:lnTo>
                    <a:pt x="0" y="377631"/>
                  </a:lnTo>
                  <a:lnTo>
                    <a:pt x="0" y="435729"/>
                  </a:lnTo>
                  <a:lnTo>
                    <a:pt x="724321" y="435729"/>
                  </a:lnTo>
                  <a:lnTo>
                    <a:pt x="724321" y="3776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208046" y="3892245"/>
              <a:ext cx="724535" cy="756285"/>
            </a:xfrm>
            <a:custGeom>
              <a:avLst/>
              <a:gdLst/>
              <a:ahLst/>
              <a:cxnLst/>
              <a:rect l="l" t="t" r="r" b="b"/>
              <a:pathLst>
                <a:path w="724535" h="756285">
                  <a:moveTo>
                    <a:pt x="361213" y="316377"/>
                  </a:moveTo>
                  <a:lnTo>
                    <a:pt x="422005" y="313608"/>
                  </a:lnTo>
                  <a:lnTo>
                    <a:pt x="476588" y="305474"/>
                  </a:lnTo>
                  <a:lnTo>
                    <a:pt x="524378" y="292233"/>
                  </a:lnTo>
                  <a:lnTo>
                    <a:pt x="564790" y="274146"/>
                  </a:lnTo>
                  <a:lnTo>
                    <a:pt x="597239" y="251470"/>
                  </a:lnTo>
                  <a:lnTo>
                    <a:pt x="635910" y="193390"/>
                  </a:lnTo>
                  <a:lnTo>
                    <a:pt x="640964" y="158504"/>
                  </a:lnTo>
                  <a:lnTo>
                    <a:pt x="635910" y="123798"/>
                  </a:lnTo>
                  <a:lnTo>
                    <a:pt x="597239" y="65782"/>
                  </a:lnTo>
                  <a:lnTo>
                    <a:pt x="564790" y="43020"/>
                  </a:lnTo>
                  <a:lnTo>
                    <a:pt x="524378" y="24787"/>
                  </a:lnTo>
                  <a:lnTo>
                    <a:pt x="476588" y="11356"/>
                  </a:lnTo>
                  <a:lnTo>
                    <a:pt x="422005" y="3003"/>
                  </a:lnTo>
                  <a:lnTo>
                    <a:pt x="361213" y="0"/>
                  </a:lnTo>
                  <a:lnTo>
                    <a:pt x="300576" y="3003"/>
                  </a:lnTo>
                  <a:lnTo>
                    <a:pt x="246015" y="11356"/>
                  </a:lnTo>
                  <a:lnTo>
                    <a:pt x="198158" y="24787"/>
                  </a:lnTo>
                  <a:lnTo>
                    <a:pt x="157636" y="43020"/>
                  </a:lnTo>
                  <a:lnTo>
                    <a:pt x="125076" y="65782"/>
                  </a:lnTo>
                  <a:lnTo>
                    <a:pt x="86360" y="123798"/>
                  </a:lnTo>
                  <a:lnTo>
                    <a:pt x="81462" y="158504"/>
                  </a:lnTo>
                  <a:lnTo>
                    <a:pt x="86360" y="193390"/>
                  </a:lnTo>
                  <a:lnTo>
                    <a:pt x="125076" y="251470"/>
                  </a:lnTo>
                  <a:lnTo>
                    <a:pt x="157636" y="274146"/>
                  </a:lnTo>
                  <a:lnTo>
                    <a:pt x="198158" y="292233"/>
                  </a:lnTo>
                  <a:lnTo>
                    <a:pt x="246015" y="305474"/>
                  </a:lnTo>
                  <a:lnTo>
                    <a:pt x="300576" y="313608"/>
                  </a:lnTo>
                  <a:lnTo>
                    <a:pt x="361213" y="316377"/>
                  </a:lnTo>
                  <a:close/>
                </a:path>
                <a:path w="724535" h="756285">
                  <a:moveTo>
                    <a:pt x="361213" y="57465"/>
                  </a:moveTo>
                  <a:lnTo>
                    <a:pt x="430151" y="62032"/>
                  </a:lnTo>
                  <a:lnTo>
                    <a:pt x="487147" y="75208"/>
                  </a:lnTo>
                  <a:lnTo>
                    <a:pt x="530261" y="96203"/>
                  </a:lnTo>
                  <a:lnTo>
                    <a:pt x="557551" y="124231"/>
                  </a:lnTo>
                  <a:lnTo>
                    <a:pt x="567079" y="158504"/>
                  </a:lnTo>
                  <a:lnTo>
                    <a:pt x="557551" y="193024"/>
                  </a:lnTo>
                  <a:lnTo>
                    <a:pt x="530261" y="221117"/>
                  </a:lnTo>
                  <a:lnTo>
                    <a:pt x="487147" y="242118"/>
                  </a:lnTo>
                  <a:lnTo>
                    <a:pt x="430151" y="255359"/>
                  </a:lnTo>
                  <a:lnTo>
                    <a:pt x="361213" y="260174"/>
                  </a:lnTo>
                  <a:lnTo>
                    <a:pt x="292522" y="255359"/>
                  </a:lnTo>
                  <a:lnTo>
                    <a:pt x="235591" y="242118"/>
                  </a:lnTo>
                  <a:lnTo>
                    <a:pt x="192483" y="221117"/>
                  </a:lnTo>
                  <a:lnTo>
                    <a:pt x="165258" y="193024"/>
                  </a:lnTo>
                  <a:lnTo>
                    <a:pt x="155978" y="158504"/>
                  </a:lnTo>
                  <a:lnTo>
                    <a:pt x="165258" y="124231"/>
                  </a:lnTo>
                  <a:lnTo>
                    <a:pt x="192483" y="96203"/>
                  </a:lnTo>
                  <a:lnTo>
                    <a:pt x="235591" y="75208"/>
                  </a:lnTo>
                  <a:lnTo>
                    <a:pt x="292522" y="62032"/>
                  </a:lnTo>
                  <a:lnTo>
                    <a:pt x="361213" y="57465"/>
                  </a:lnTo>
                  <a:close/>
                </a:path>
                <a:path w="724535" h="756285">
                  <a:moveTo>
                    <a:pt x="0" y="435729"/>
                  </a:moveTo>
                  <a:lnTo>
                    <a:pt x="252596" y="435729"/>
                  </a:lnTo>
                  <a:lnTo>
                    <a:pt x="252596" y="601179"/>
                  </a:lnTo>
                  <a:lnTo>
                    <a:pt x="322692" y="601179"/>
                  </a:lnTo>
                  <a:lnTo>
                    <a:pt x="322692" y="435729"/>
                  </a:lnTo>
                  <a:lnTo>
                    <a:pt x="468566" y="435729"/>
                  </a:lnTo>
                  <a:lnTo>
                    <a:pt x="468566" y="601179"/>
                  </a:lnTo>
                  <a:lnTo>
                    <a:pt x="538662" y="601179"/>
                  </a:lnTo>
                  <a:lnTo>
                    <a:pt x="538662" y="435729"/>
                  </a:lnTo>
                  <a:lnTo>
                    <a:pt x="724321" y="435729"/>
                  </a:lnTo>
                  <a:lnTo>
                    <a:pt x="724321" y="377631"/>
                  </a:lnTo>
                  <a:lnTo>
                    <a:pt x="0" y="377631"/>
                  </a:lnTo>
                  <a:lnTo>
                    <a:pt x="0" y="435729"/>
                  </a:lnTo>
                  <a:close/>
                </a:path>
                <a:path w="724535" h="756285">
                  <a:moveTo>
                    <a:pt x="89040" y="533610"/>
                  </a:moveTo>
                  <a:lnTo>
                    <a:pt x="89040" y="755895"/>
                  </a:lnTo>
                  <a:lnTo>
                    <a:pt x="649173" y="755895"/>
                  </a:lnTo>
                  <a:lnTo>
                    <a:pt x="649173" y="697798"/>
                  </a:lnTo>
                  <a:lnTo>
                    <a:pt x="159767" y="697798"/>
                  </a:lnTo>
                  <a:lnTo>
                    <a:pt x="159767" y="533610"/>
                  </a:lnTo>
                  <a:lnTo>
                    <a:pt x="89040" y="533610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 descr=""/>
          <p:cNvGrpSpPr/>
          <p:nvPr/>
        </p:nvGrpSpPr>
        <p:grpSpPr>
          <a:xfrm>
            <a:off x="1992688" y="3862893"/>
            <a:ext cx="676275" cy="811530"/>
            <a:chOff x="1992688" y="3862893"/>
            <a:chExt cx="676275" cy="811530"/>
          </a:xfrm>
        </p:grpSpPr>
        <p:sp>
          <p:nvSpPr>
            <p:cNvPr id="28" name="object 28" descr=""/>
            <p:cNvSpPr/>
            <p:nvPr/>
          </p:nvSpPr>
          <p:spPr>
            <a:xfrm>
              <a:off x="2001832" y="3872037"/>
              <a:ext cx="657860" cy="793750"/>
            </a:xfrm>
            <a:custGeom>
              <a:avLst/>
              <a:gdLst/>
              <a:ahLst/>
              <a:cxnLst/>
              <a:rect l="l" t="t" r="r" b="b"/>
              <a:pathLst>
                <a:path w="657860" h="793750">
                  <a:moveTo>
                    <a:pt x="654857" y="0"/>
                  </a:moveTo>
                  <a:lnTo>
                    <a:pt x="584761" y="0"/>
                  </a:lnTo>
                  <a:lnTo>
                    <a:pt x="584761" y="207129"/>
                  </a:lnTo>
                  <a:lnTo>
                    <a:pt x="424362" y="207129"/>
                  </a:lnTo>
                  <a:lnTo>
                    <a:pt x="424362" y="265226"/>
                  </a:lnTo>
                  <a:lnTo>
                    <a:pt x="584761" y="265226"/>
                  </a:lnTo>
                  <a:lnTo>
                    <a:pt x="584761" y="472987"/>
                  </a:lnTo>
                  <a:lnTo>
                    <a:pt x="654857" y="472987"/>
                  </a:lnTo>
                  <a:lnTo>
                    <a:pt x="654857" y="0"/>
                  </a:lnTo>
                  <a:close/>
                </a:path>
                <a:path w="657860" h="793750">
                  <a:moveTo>
                    <a:pt x="272804" y="116194"/>
                  </a:moveTo>
                  <a:lnTo>
                    <a:pt x="202077" y="116194"/>
                  </a:lnTo>
                  <a:lnTo>
                    <a:pt x="202077" y="145874"/>
                  </a:lnTo>
                  <a:lnTo>
                    <a:pt x="197080" y="194033"/>
                  </a:lnTo>
                  <a:lnTo>
                    <a:pt x="182672" y="240403"/>
                  </a:lnTo>
                  <a:lnTo>
                    <a:pt x="159725" y="283966"/>
                  </a:lnTo>
                  <a:lnTo>
                    <a:pt x="129111" y="323708"/>
                  </a:lnTo>
                  <a:lnTo>
                    <a:pt x="91704" y="358611"/>
                  </a:lnTo>
                  <a:lnTo>
                    <a:pt x="48376" y="387660"/>
                  </a:lnTo>
                  <a:lnTo>
                    <a:pt x="0" y="409838"/>
                  </a:lnTo>
                  <a:lnTo>
                    <a:pt x="36626" y="465409"/>
                  </a:lnTo>
                  <a:lnTo>
                    <a:pt x="82140" y="444451"/>
                  </a:lnTo>
                  <a:lnTo>
                    <a:pt x="123620" y="417626"/>
                  </a:lnTo>
                  <a:lnTo>
                    <a:pt x="160556" y="385486"/>
                  </a:lnTo>
                  <a:lnTo>
                    <a:pt x="192441" y="348583"/>
                  </a:lnTo>
                  <a:lnTo>
                    <a:pt x="218765" y="307470"/>
                  </a:lnTo>
                  <a:lnTo>
                    <a:pt x="239019" y="262700"/>
                  </a:lnTo>
                  <a:lnTo>
                    <a:pt x="308477" y="262700"/>
                  </a:lnTo>
                  <a:lnTo>
                    <a:pt x="291288" y="231523"/>
                  </a:lnTo>
                  <a:lnTo>
                    <a:pt x="277550" y="189162"/>
                  </a:lnTo>
                  <a:lnTo>
                    <a:pt x="272872" y="145874"/>
                  </a:lnTo>
                  <a:lnTo>
                    <a:pt x="272804" y="116194"/>
                  </a:lnTo>
                  <a:close/>
                </a:path>
                <a:path w="657860" h="793750">
                  <a:moveTo>
                    <a:pt x="308477" y="262700"/>
                  </a:moveTo>
                  <a:lnTo>
                    <a:pt x="239019" y="262700"/>
                  </a:lnTo>
                  <a:lnTo>
                    <a:pt x="259054" y="302237"/>
                  </a:lnTo>
                  <a:lnTo>
                    <a:pt x="284475" y="338713"/>
                  </a:lnTo>
                  <a:lnTo>
                    <a:pt x="314877" y="371593"/>
                  </a:lnTo>
                  <a:lnTo>
                    <a:pt x="349858" y="400342"/>
                  </a:lnTo>
                  <a:lnTo>
                    <a:pt x="389013" y="424425"/>
                  </a:lnTo>
                  <a:lnTo>
                    <a:pt x="431940" y="443307"/>
                  </a:lnTo>
                  <a:lnTo>
                    <a:pt x="468566" y="387104"/>
                  </a:lnTo>
                  <a:lnTo>
                    <a:pt x="421136" y="366615"/>
                  </a:lnTo>
                  <a:lnTo>
                    <a:pt x="378942" y="339873"/>
                  </a:lnTo>
                  <a:lnTo>
                    <a:pt x="342736" y="307818"/>
                  </a:lnTo>
                  <a:lnTo>
                    <a:pt x="313267" y="271388"/>
                  </a:lnTo>
                  <a:lnTo>
                    <a:pt x="308477" y="262700"/>
                  </a:lnTo>
                  <a:close/>
                </a:path>
                <a:path w="657860" h="793750">
                  <a:moveTo>
                    <a:pt x="450253" y="58097"/>
                  </a:moveTo>
                  <a:lnTo>
                    <a:pt x="22733" y="58097"/>
                  </a:lnTo>
                  <a:lnTo>
                    <a:pt x="22733" y="116194"/>
                  </a:lnTo>
                  <a:lnTo>
                    <a:pt x="450253" y="116194"/>
                  </a:lnTo>
                  <a:lnTo>
                    <a:pt x="450253" y="58097"/>
                  </a:lnTo>
                  <a:close/>
                </a:path>
                <a:path w="657860" h="793750">
                  <a:moveTo>
                    <a:pt x="391524" y="497615"/>
                  </a:moveTo>
                  <a:lnTo>
                    <a:pt x="324669" y="500896"/>
                  </a:lnTo>
                  <a:lnTo>
                    <a:pt x="266353" y="510562"/>
                  </a:lnTo>
                  <a:lnTo>
                    <a:pt x="217227" y="526347"/>
                  </a:lnTo>
                  <a:lnTo>
                    <a:pt x="177944" y="547987"/>
                  </a:lnTo>
                  <a:lnTo>
                    <a:pt x="149155" y="575217"/>
                  </a:lnTo>
                  <a:lnTo>
                    <a:pt x="125666" y="645384"/>
                  </a:lnTo>
                  <a:lnTo>
                    <a:pt x="131512" y="682964"/>
                  </a:lnTo>
                  <a:lnTo>
                    <a:pt x="177944" y="742582"/>
                  </a:lnTo>
                  <a:lnTo>
                    <a:pt x="217227" y="764156"/>
                  </a:lnTo>
                  <a:lnTo>
                    <a:pt x="266353" y="779931"/>
                  </a:lnTo>
                  <a:lnTo>
                    <a:pt x="324669" y="789674"/>
                  </a:lnTo>
                  <a:lnTo>
                    <a:pt x="391524" y="793153"/>
                  </a:lnTo>
                  <a:lnTo>
                    <a:pt x="458148" y="789674"/>
                  </a:lnTo>
                  <a:lnTo>
                    <a:pt x="516309" y="779931"/>
                  </a:lnTo>
                  <a:lnTo>
                    <a:pt x="565358" y="764156"/>
                  </a:lnTo>
                  <a:lnTo>
                    <a:pt x="604641" y="742582"/>
                  </a:lnTo>
                  <a:lnTo>
                    <a:pt x="610631" y="736950"/>
                  </a:lnTo>
                  <a:lnTo>
                    <a:pt x="391524" y="736950"/>
                  </a:lnTo>
                  <a:lnTo>
                    <a:pt x="324238" y="733187"/>
                  </a:lnTo>
                  <a:lnTo>
                    <a:pt x="269561" y="721542"/>
                  </a:lnTo>
                  <a:lnTo>
                    <a:pt x="228887" y="702622"/>
                  </a:lnTo>
                  <a:lnTo>
                    <a:pt x="203613" y="677034"/>
                  </a:lnTo>
                  <a:lnTo>
                    <a:pt x="195130" y="645384"/>
                  </a:lnTo>
                  <a:lnTo>
                    <a:pt x="203613" y="613420"/>
                  </a:lnTo>
                  <a:lnTo>
                    <a:pt x="228887" y="587610"/>
                  </a:lnTo>
                  <a:lnTo>
                    <a:pt x="269561" y="568499"/>
                  </a:lnTo>
                  <a:lnTo>
                    <a:pt x="324238" y="556632"/>
                  </a:lnTo>
                  <a:lnTo>
                    <a:pt x="391524" y="552555"/>
                  </a:lnTo>
                  <a:lnTo>
                    <a:pt x="609483" y="552555"/>
                  </a:lnTo>
                  <a:lnTo>
                    <a:pt x="604641" y="547987"/>
                  </a:lnTo>
                  <a:lnTo>
                    <a:pt x="565358" y="526347"/>
                  </a:lnTo>
                  <a:lnTo>
                    <a:pt x="516309" y="510562"/>
                  </a:lnTo>
                  <a:lnTo>
                    <a:pt x="458148" y="500896"/>
                  </a:lnTo>
                  <a:lnTo>
                    <a:pt x="391524" y="497615"/>
                  </a:lnTo>
                  <a:close/>
                </a:path>
                <a:path w="657860" h="793750">
                  <a:moveTo>
                    <a:pt x="609483" y="552555"/>
                  </a:moveTo>
                  <a:lnTo>
                    <a:pt x="391524" y="552555"/>
                  </a:lnTo>
                  <a:lnTo>
                    <a:pt x="458508" y="556632"/>
                  </a:lnTo>
                  <a:lnTo>
                    <a:pt x="513033" y="568499"/>
                  </a:lnTo>
                  <a:lnTo>
                    <a:pt x="553706" y="587610"/>
                  </a:lnTo>
                  <a:lnTo>
                    <a:pt x="579133" y="613420"/>
                  </a:lnTo>
                  <a:lnTo>
                    <a:pt x="587918" y="645384"/>
                  </a:lnTo>
                  <a:lnTo>
                    <a:pt x="579133" y="677034"/>
                  </a:lnTo>
                  <a:lnTo>
                    <a:pt x="553706" y="702622"/>
                  </a:lnTo>
                  <a:lnTo>
                    <a:pt x="513033" y="721542"/>
                  </a:lnTo>
                  <a:lnTo>
                    <a:pt x="458508" y="733187"/>
                  </a:lnTo>
                  <a:lnTo>
                    <a:pt x="391524" y="736950"/>
                  </a:lnTo>
                  <a:lnTo>
                    <a:pt x="610631" y="736950"/>
                  </a:lnTo>
                  <a:lnTo>
                    <a:pt x="633507" y="715441"/>
                  </a:lnTo>
                  <a:lnTo>
                    <a:pt x="651305" y="682964"/>
                  </a:lnTo>
                  <a:lnTo>
                    <a:pt x="657382" y="645384"/>
                  </a:lnTo>
                  <a:lnTo>
                    <a:pt x="651305" y="607771"/>
                  </a:lnTo>
                  <a:lnTo>
                    <a:pt x="633507" y="575217"/>
                  </a:lnTo>
                  <a:lnTo>
                    <a:pt x="609483" y="5525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001832" y="3872037"/>
              <a:ext cx="657860" cy="793750"/>
            </a:xfrm>
            <a:custGeom>
              <a:avLst/>
              <a:gdLst/>
              <a:ahLst/>
              <a:cxnLst/>
              <a:rect l="l" t="t" r="r" b="b"/>
              <a:pathLst>
                <a:path w="657860" h="793750">
                  <a:moveTo>
                    <a:pt x="424362" y="265226"/>
                  </a:moveTo>
                  <a:lnTo>
                    <a:pt x="584761" y="265226"/>
                  </a:lnTo>
                  <a:lnTo>
                    <a:pt x="584761" y="472987"/>
                  </a:lnTo>
                  <a:lnTo>
                    <a:pt x="654856" y="472987"/>
                  </a:lnTo>
                  <a:lnTo>
                    <a:pt x="654856" y="0"/>
                  </a:lnTo>
                  <a:lnTo>
                    <a:pt x="584761" y="0"/>
                  </a:lnTo>
                  <a:lnTo>
                    <a:pt x="584761" y="207129"/>
                  </a:lnTo>
                  <a:lnTo>
                    <a:pt x="424362" y="207129"/>
                  </a:lnTo>
                  <a:lnTo>
                    <a:pt x="424362" y="265226"/>
                  </a:lnTo>
                  <a:close/>
                </a:path>
                <a:path w="657860" h="793750">
                  <a:moveTo>
                    <a:pt x="239019" y="262700"/>
                  </a:moveTo>
                  <a:lnTo>
                    <a:pt x="259054" y="302237"/>
                  </a:lnTo>
                  <a:lnTo>
                    <a:pt x="284475" y="338713"/>
                  </a:lnTo>
                  <a:lnTo>
                    <a:pt x="314877" y="371593"/>
                  </a:lnTo>
                  <a:lnTo>
                    <a:pt x="349858" y="400342"/>
                  </a:lnTo>
                  <a:lnTo>
                    <a:pt x="389013" y="424425"/>
                  </a:lnTo>
                  <a:lnTo>
                    <a:pt x="431940" y="443307"/>
                  </a:lnTo>
                  <a:lnTo>
                    <a:pt x="468566" y="387104"/>
                  </a:lnTo>
                  <a:lnTo>
                    <a:pt x="421136" y="366614"/>
                  </a:lnTo>
                  <a:lnTo>
                    <a:pt x="378942" y="339873"/>
                  </a:lnTo>
                  <a:lnTo>
                    <a:pt x="342736" y="307818"/>
                  </a:lnTo>
                  <a:lnTo>
                    <a:pt x="313267" y="271388"/>
                  </a:lnTo>
                  <a:lnTo>
                    <a:pt x="291288" y="231523"/>
                  </a:lnTo>
                  <a:lnTo>
                    <a:pt x="277550" y="189162"/>
                  </a:lnTo>
                  <a:lnTo>
                    <a:pt x="272804" y="145242"/>
                  </a:lnTo>
                  <a:lnTo>
                    <a:pt x="272804" y="116194"/>
                  </a:lnTo>
                  <a:lnTo>
                    <a:pt x="450253" y="116194"/>
                  </a:lnTo>
                  <a:lnTo>
                    <a:pt x="450253" y="58097"/>
                  </a:lnTo>
                  <a:lnTo>
                    <a:pt x="22733" y="58097"/>
                  </a:lnTo>
                  <a:lnTo>
                    <a:pt x="22733" y="116194"/>
                  </a:lnTo>
                  <a:lnTo>
                    <a:pt x="202077" y="116194"/>
                  </a:lnTo>
                  <a:lnTo>
                    <a:pt x="202077" y="145874"/>
                  </a:lnTo>
                  <a:lnTo>
                    <a:pt x="197080" y="194033"/>
                  </a:lnTo>
                  <a:lnTo>
                    <a:pt x="182672" y="240403"/>
                  </a:lnTo>
                  <a:lnTo>
                    <a:pt x="159725" y="283966"/>
                  </a:lnTo>
                  <a:lnTo>
                    <a:pt x="129111" y="323708"/>
                  </a:lnTo>
                  <a:lnTo>
                    <a:pt x="91704" y="358611"/>
                  </a:lnTo>
                  <a:lnTo>
                    <a:pt x="48376" y="387660"/>
                  </a:lnTo>
                  <a:lnTo>
                    <a:pt x="0" y="409838"/>
                  </a:lnTo>
                  <a:lnTo>
                    <a:pt x="36626" y="465409"/>
                  </a:lnTo>
                  <a:lnTo>
                    <a:pt x="82140" y="444451"/>
                  </a:lnTo>
                  <a:lnTo>
                    <a:pt x="123620" y="417626"/>
                  </a:lnTo>
                  <a:lnTo>
                    <a:pt x="160556" y="385486"/>
                  </a:lnTo>
                  <a:lnTo>
                    <a:pt x="192441" y="348583"/>
                  </a:lnTo>
                  <a:lnTo>
                    <a:pt x="218765" y="307470"/>
                  </a:lnTo>
                  <a:lnTo>
                    <a:pt x="239019" y="262700"/>
                  </a:lnTo>
                  <a:close/>
                </a:path>
                <a:path w="657860" h="793750">
                  <a:moveTo>
                    <a:pt x="391524" y="497615"/>
                  </a:moveTo>
                  <a:lnTo>
                    <a:pt x="324669" y="500896"/>
                  </a:lnTo>
                  <a:lnTo>
                    <a:pt x="266353" y="510562"/>
                  </a:lnTo>
                  <a:lnTo>
                    <a:pt x="217227" y="526347"/>
                  </a:lnTo>
                  <a:lnTo>
                    <a:pt x="177944" y="547987"/>
                  </a:lnTo>
                  <a:lnTo>
                    <a:pt x="149155" y="575217"/>
                  </a:lnTo>
                  <a:lnTo>
                    <a:pt x="125666" y="645384"/>
                  </a:lnTo>
                  <a:lnTo>
                    <a:pt x="131512" y="682964"/>
                  </a:lnTo>
                  <a:lnTo>
                    <a:pt x="177944" y="742582"/>
                  </a:lnTo>
                  <a:lnTo>
                    <a:pt x="217227" y="764156"/>
                  </a:lnTo>
                  <a:lnTo>
                    <a:pt x="266353" y="779931"/>
                  </a:lnTo>
                  <a:lnTo>
                    <a:pt x="324669" y="789674"/>
                  </a:lnTo>
                  <a:lnTo>
                    <a:pt x="391524" y="793153"/>
                  </a:lnTo>
                  <a:lnTo>
                    <a:pt x="458148" y="789674"/>
                  </a:lnTo>
                  <a:lnTo>
                    <a:pt x="516309" y="779931"/>
                  </a:lnTo>
                  <a:lnTo>
                    <a:pt x="565358" y="764156"/>
                  </a:lnTo>
                  <a:lnTo>
                    <a:pt x="604641" y="742582"/>
                  </a:lnTo>
                  <a:lnTo>
                    <a:pt x="633507" y="715441"/>
                  </a:lnTo>
                  <a:lnTo>
                    <a:pt x="657382" y="645384"/>
                  </a:lnTo>
                  <a:lnTo>
                    <a:pt x="651305" y="607771"/>
                  </a:lnTo>
                  <a:lnTo>
                    <a:pt x="604641" y="547987"/>
                  </a:lnTo>
                  <a:lnTo>
                    <a:pt x="565358" y="526347"/>
                  </a:lnTo>
                  <a:lnTo>
                    <a:pt x="516309" y="510562"/>
                  </a:lnTo>
                  <a:lnTo>
                    <a:pt x="458148" y="500896"/>
                  </a:lnTo>
                  <a:lnTo>
                    <a:pt x="391524" y="497615"/>
                  </a:lnTo>
                  <a:close/>
                </a:path>
                <a:path w="657860" h="793750">
                  <a:moveTo>
                    <a:pt x="391524" y="736950"/>
                  </a:moveTo>
                  <a:lnTo>
                    <a:pt x="324238" y="733187"/>
                  </a:lnTo>
                  <a:lnTo>
                    <a:pt x="269561" y="721542"/>
                  </a:lnTo>
                  <a:lnTo>
                    <a:pt x="228887" y="702622"/>
                  </a:lnTo>
                  <a:lnTo>
                    <a:pt x="195130" y="645384"/>
                  </a:lnTo>
                  <a:lnTo>
                    <a:pt x="203613" y="613420"/>
                  </a:lnTo>
                  <a:lnTo>
                    <a:pt x="228887" y="587610"/>
                  </a:lnTo>
                  <a:lnTo>
                    <a:pt x="269561" y="568499"/>
                  </a:lnTo>
                  <a:lnTo>
                    <a:pt x="324238" y="556632"/>
                  </a:lnTo>
                  <a:lnTo>
                    <a:pt x="391524" y="552555"/>
                  </a:lnTo>
                  <a:lnTo>
                    <a:pt x="458508" y="556632"/>
                  </a:lnTo>
                  <a:lnTo>
                    <a:pt x="513033" y="568499"/>
                  </a:lnTo>
                  <a:lnTo>
                    <a:pt x="553706" y="587610"/>
                  </a:lnTo>
                  <a:lnTo>
                    <a:pt x="579133" y="613420"/>
                  </a:lnTo>
                  <a:lnTo>
                    <a:pt x="587918" y="645384"/>
                  </a:lnTo>
                  <a:lnTo>
                    <a:pt x="579133" y="677034"/>
                  </a:lnTo>
                  <a:lnTo>
                    <a:pt x="553706" y="702622"/>
                  </a:lnTo>
                  <a:lnTo>
                    <a:pt x="513033" y="721542"/>
                  </a:lnTo>
                  <a:lnTo>
                    <a:pt x="458508" y="733187"/>
                  </a:lnTo>
                  <a:lnTo>
                    <a:pt x="391524" y="736950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 descr=""/>
          <p:cNvGrpSpPr/>
          <p:nvPr/>
        </p:nvGrpSpPr>
        <p:grpSpPr>
          <a:xfrm>
            <a:off x="2780158" y="3891310"/>
            <a:ext cx="742315" cy="784225"/>
            <a:chOff x="2780158" y="3891310"/>
            <a:chExt cx="742315" cy="784225"/>
          </a:xfrm>
        </p:grpSpPr>
        <p:sp>
          <p:nvSpPr>
            <p:cNvPr id="31" name="object 31" descr=""/>
            <p:cNvSpPr/>
            <p:nvPr/>
          </p:nvSpPr>
          <p:spPr>
            <a:xfrm>
              <a:off x="2789302" y="3900454"/>
              <a:ext cx="723900" cy="765810"/>
            </a:xfrm>
            <a:custGeom>
              <a:avLst/>
              <a:gdLst/>
              <a:ahLst/>
              <a:cxnLst/>
              <a:rect l="l" t="t" r="r" b="b"/>
              <a:pathLst>
                <a:path w="723900" h="765810">
                  <a:moveTo>
                    <a:pt x="398471" y="0"/>
                  </a:moveTo>
                  <a:lnTo>
                    <a:pt x="325849" y="0"/>
                  </a:lnTo>
                  <a:lnTo>
                    <a:pt x="325849" y="45467"/>
                  </a:lnTo>
                  <a:lnTo>
                    <a:pt x="320672" y="82578"/>
                  </a:lnTo>
                  <a:lnTo>
                    <a:pt x="305947" y="117829"/>
                  </a:lnTo>
                  <a:lnTo>
                    <a:pt x="282885" y="150762"/>
                  </a:lnTo>
                  <a:lnTo>
                    <a:pt x="252697" y="180919"/>
                  </a:lnTo>
                  <a:lnTo>
                    <a:pt x="216594" y="207844"/>
                  </a:lnTo>
                  <a:lnTo>
                    <a:pt x="175788" y="231078"/>
                  </a:lnTo>
                  <a:lnTo>
                    <a:pt x="131489" y="250165"/>
                  </a:lnTo>
                  <a:lnTo>
                    <a:pt x="84909" y="264647"/>
                  </a:lnTo>
                  <a:lnTo>
                    <a:pt x="37257" y="274067"/>
                  </a:lnTo>
                  <a:lnTo>
                    <a:pt x="66306" y="331532"/>
                  </a:lnTo>
                  <a:lnTo>
                    <a:pt x="118934" y="319770"/>
                  </a:lnTo>
                  <a:lnTo>
                    <a:pt x="170175" y="302539"/>
                  </a:lnTo>
                  <a:lnTo>
                    <a:pt x="218798" y="280133"/>
                  </a:lnTo>
                  <a:lnTo>
                    <a:pt x="263571" y="252845"/>
                  </a:lnTo>
                  <a:lnTo>
                    <a:pt x="303263" y="220966"/>
                  </a:lnTo>
                  <a:lnTo>
                    <a:pt x="336642" y="184791"/>
                  </a:lnTo>
                  <a:lnTo>
                    <a:pt x="362476" y="144611"/>
                  </a:lnTo>
                  <a:lnTo>
                    <a:pt x="438693" y="144611"/>
                  </a:lnTo>
                  <a:lnTo>
                    <a:pt x="423504" y="125498"/>
                  </a:lnTo>
                  <a:lnTo>
                    <a:pt x="405019" y="86552"/>
                  </a:lnTo>
                  <a:lnTo>
                    <a:pt x="398471" y="45467"/>
                  </a:lnTo>
                  <a:lnTo>
                    <a:pt x="398471" y="0"/>
                  </a:lnTo>
                  <a:close/>
                </a:path>
                <a:path w="723900" h="765810">
                  <a:moveTo>
                    <a:pt x="438693" y="144611"/>
                  </a:moveTo>
                  <a:lnTo>
                    <a:pt x="362476" y="144611"/>
                  </a:lnTo>
                  <a:lnTo>
                    <a:pt x="388428" y="184592"/>
                  </a:lnTo>
                  <a:lnTo>
                    <a:pt x="421897" y="220690"/>
                  </a:lnTo>
                  <a:lnTo>
                    <a:pt x="461662" y="252580"/>
                  </a:lnTo>
                  <a:lnTo>
                    <a:pt x="506504" y="279934"/>
                  </a:lnTo>
                  <a:lnTo>
                    <a:pt x="555528" y="302539"/>
                  </a:lnTo>
                  <a:lnTo>
                    <a:pt x="606680" y="319770"/>
                  </a:lnTo>
                  <a:lnTo>
                    <a:pt x="659277" y="331532"/>
                  </a:lnTo>
                  <a:lnTo>
                    <a:pt x="687694" y="274067"/>
                  </a:lnTo>
                  <a:lnTo>
                    <a:pt x="634110" y="263027"/>
                  </a:lnTo>
                  <a:lnTo>
                    <a:pt x="582028" y="245541"/>
                  </a:lnTo>
                  <a:lnTo>
                    <a:pt x="533187" y="222327"/>
                  </a:lnTo>
                  <a:lnTo>
                    <a:pt x="489327" y="194104"/>
                  </a:lnTo>
                  <a:lnTo>
                    <a:pt x="452186" y="161588"/>
                  </a:lnTo>
                  <a:lnTo>
                    <a:pt x="438693" y="144611"/>
                  </a:lnTo>
                  <a:close/>
                </a:path>
                <a:path w="723900" h="765810">
                  <a:moveTo>
                    <a:pt x="394682" y="477407"/>
                  </a:moveTo>
                  <a:lnTo>
                    <a:pt x="325849" y="477407"/>
                  </a:lnTo>
                  <a:lnTo>
                    <a:pt x="325849" y="765367"/>
                  </a:lnTo>
                  <a:lnTo>
                    <a:pt x="394682" y="765367"/>
                  </a:lnTo>
                  <a:lnTo>
                    <a:pt x="394682" y="477407"/>
                  </a:lnTo>
                  <a:close/>
                </a:path>
                <a:path w="723900" h="765810">
                  <a:moveTo>
                    <a:pt x="723689" y="418678"/>
                  </a:moveTo>
                  <a:lnTo>
                    <a:pt x="0" y="418678"/>
                  </a:lnTo>
                  <a:lnTo>
                    <a:pt x="0" y="477407"/>
                  </a:lnTo>
                  <a:lnTo>
                    <a:pt x="723689" y="477407"/>
                  </a:lnTo>
                  <a:lnTo>
                    <a:pt x="723689" y="4186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789302" y="3900454"/>
              <a:ext cx="723900" cy="765810"/>
            </a:xfrm>
            <a:custGeom>
              <a:avLst/>
              <a:gdLst/>
              <a:ahLst/>
              <a:cxnLst/>
              <a:rect l="l" t="t" r="r" b="b"/>
              <a:pathLst>
                <a:path w="723900" h="765810">
                  <a:moveTo>
                    <a:pt x="362476" y="144611"/>
                  </a:moveTo>
                  <a:lnTo>
                    <a:pt x="388428" y="184592"/>
                  </a:lnTo>
                  <a:lnTo>
                    <a:pt x="421897" y="220690"/>
                  </a:lnTo>
                  <a:lnTo>
                    <a:pt x="461662" y="252580"/>
                  </a:lnTo>
                  <a:lnTo>
                    <a:pt x="506504" y="279934"/>
                  </a:lnTo>
                  <a:lnTo>
                    <a:pt x="555200" y="302429"/>
                  </a:lnTo>
                  <a:lnTo>
                    <a:pt x="606532" y="319737"/>
                  </a:lnTo>
                  <a:lnTo>
                    <a:pt x="659277" y="331532"/>
                  </a:lnTo>
                  <a:lnTo>
                    <a:pt x="687694" y="274067"/>
                  </a:lnTo>
                  <a:lnTo>
                    <a:pt x="634110" y="263027"/>
                  </a:lnTo>
                  <a:lnTo>
                    <a:pt x="582028" y="245541"/>
                  </a:lnTo>
                  <a:lnTo>
                    <a:pt x="533187" y="222327"/>
                  </a:lnTo>
                  <a:lnTo>
                    <a:pt x="489327" y="194104"/>
                  </a:lnTo>
                  <a:lnTo>
                    <a:pt x="452186" y="161588"/>
                  </a:lnTo>
                  <a:lnTo>
                    <a:pt x="423504" y="125498"/>
                  </a:lnTo>
                  <a:lnTo>
                    <a:pt x="405019" y="86552"/>
                  </a:lnTo>
                  <a:lnTo>
                    <a:pt x="398471" y="45467"/>
                  </a:lnTo>
                  <a:lnTo>
                    <a:pt x="398471" y="0"/>
                  </a:lnTo>
                  <a:lnTo>
                    <a:pt x="325849" y="0"/>
                  </a:lnTo>
                  <a:lnTo>
                    <a:pt x="325849" y="45467"/>
                  </a:lnTo>
                  <a:lnTo>
                    <a:pt x="320672" y="82578"/>
                  </a:lnTo>
                  <a:lnTo>
                    <a:pt x="305947" y="117829"/>
                  </a:lnTo>
                  <a:lnTo>
                    <a:pt x="282885" y="150762"/>
                  </a:lnTo>
                  <a:lnTo>
                    <a:pt x="252697" y="180919"/>
                  </a:lnTo>
                  <a:lnTo>
                    <a:pt x="216594" y="207844"/>
                  </a:lnTo>
                  <a:lnTo>
                    <a:pt x="175788" y="231078"/>
                  </a:lnTo>
                  <a:lnTo>
                    <a:pt x="131489" y="250165"/>
                  </a:lnTo>
                  <a:lnTo>
                    <a:pt x="84909" y="264647"/>
                  </a:lnTo>
                  <a:lnTo>
                    <a:pt x="37257" y="274067"/>
                  </a:lnTo>
                  <a:lnTo>
                    <a:pt x="66306" y="331532"/>
                  </a:lnTo>
                  <a:lnTo>
                    <a:pt x="118934" y="319770"/>
                  </a:lnTo>
                  <a:lnTo>
                    <a:pt x="170175" y="302539"/>
                  </a:lnTo>
                  <a:lnTo>
                    <a:pt x="218798" y="280133"/>
                  </a:lnTo>
                  <a:lnTo>
                    <a:pt x="263571" y="252845"/>
                  </a:lnTo>
                  <a:lnTo>
                    <a:pt x="303263" y="220966"/>
                  </a:lnTo>
                  <a:lnTo>
                    <a:pt x="336642" y="184791"/>
                  </a:lnTo>
                  <a:lnTo>
                    <a:pt x="362476" y="144611"/>
                  </a:lnTo>
                  <a:close/>
                </a:path>
                <a:path w="723900" h="765810">
                  <a:moveTo>
                    <a:pt x="0" y="418678"/>
                  </a:moveTo>
                  <a:lnTo>
                    <a:pt x="0" y="477407"/>
                  </a:lnTo>
                  <a:lnTo>
                    <a:pt x="325849" y="477407"/>
                  </a:lnTo>
                  <a:lnTo>
                    <a:pt x="325849" y="765367"/>
                  </a:lnTo>
                  <a:lnTo>
                    <a:pt x="394682" y="765367"/>
                  </a:lnTo>
                  <a:lnTo>
                    <a:pt x="394682" y="477407"/>
                  </a:lnTo>
                  <a:lnTo>
                    <a:pt x="723689" y="477407"/>
                  </a:lnTo>
                  <a:lnTo>
                    <a:pt x="723689" y="418678"/>
                  </a:lnTo>
                  <a:lnTo>
                    <a:pt x="0" y="418678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 descr=""/>
          <p:cNvGrpSpPr/>
          <p:nvPr/>
        </p:nvGrpSpPr>
        <p:grpSpPr>
          <a:xfrm>
            <a:off x="3561313" y="3907729"/>
            <a:ext cx="208279" cy="826769"/>
            <a:chOff x="3561313" y="3907729"/>
            <a:chExt cx="208279" cy="826769"/>
          </a:xfrm>
        </p:grpSpPr>
        <p:sp>
          <p:nvSpPr>
            <p:cNvPr id="34" name="object 34" descr=""/>
            <p:cNvSpPr/>
            <p:nvPr/>
          </p:nvSpPr>
          <p:spPr>
            <a:xfrm>
              <a:off x="3570452" y="3916692"/>
              <a:ext cx="189865" cy="808990"/>
            </a:xfrm>
            <a:custGeom>
              <a:avLst/>
              <a:gdLst/>
              <a:ahLst/>
              <a:cxnLst/>
              <a:rect l="l" t="t" r="r" b="b"/>
              <a:pathLst>
                <a:path w="189864" h="808989">
                  <a:moveTo>
                    <a:pt x="189445" y="0"/>
                  </a:moveTo>
                  <a:lnTo>
                    <a:pt x="0" y="0"/>
                  </a:lnTo>
                  <a:lnTo>
                    <a:pt x="0" y="63487"/>
                  </a:lnTo>
                  <a:lnTo>
                    <a:pt x="116192" y="63487"/>
                  </a:lnTo>
                  <a:lnTo>
                    <a:pt x="116192" y="744207"/>
                  </a:lnTo>
                  <a:lnTo>
                    <a:pt x="0" y="744207"/>
                  </a:lnTo>
                  <a:lnTo>
                    <a:pt x="0" y="808977"/>
                  </a:lnTo>
                  <a:lnTo>
                    <a:pt x="189445" y="808977"/>
                  </a:lnTo>
                  <a:lnTo>
                    <a:pt x="189445" y="744207"/>
                  </a:lnTo>
                  <a:lnTo>
                    <a:pt x="189445" y="63487"/>
                  </a:lnTo>
                  <a:lnTo>
                    <a:pt x="1894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570457" y="3916873"/>
              <a:ext cx="189865" cy="808355"/>
            </a:xfrm>
            <a:custGeom>
              <a:avLst/>
              <a:gdLst/>
              <a:ahLst/>
              <a:cxnLst/>
              <a:rect l="l" t="t" r="r" b="b"/>
              <a:pathLst>
                <a:path w="189864" h="808354">
                  <a:moveTo>
                    <a:pt x="0" y="0"/>
                  </a:moveTo>
                  <a:lnTo>
                    <a:pt x="0" y="63780"/>
                  </a:lnTo>
                  <a:lnTo>
                    <a:pt x="116194" y="63780"/>
                  </a:lnTo>
                  <a:lnTo>
                    <a:pt x="116194" y="744528"/>
                  </a:lnTo>
                  <a:lnTo>
                    <a:pt x="0" y="744528"/>
                  </a:lnTo>
                  <a:lnTo>
                    <a:pt x="0" y="808309"/>
                  </a:lnTo>
                  <a:lnTo>
                    <a:pt x="189447" y="808309"/>
                  </a:lnTo>
                  <a:lnTo>
                    <a:pt x="189447" y="0"/>
                  </a:lnTo>
                  <a:lnTo>
                    <a:pt x="0" y="0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 descr=""/>
          <p:cNvGrpSpPr/>
          <p:nvPr/>
        </p:nvGrpSpPr>
        <p:grpSpPr>
          <a:xfrm>
            <a:off x="4111343" y="3939935"/>
            <a:ext cx="745490" cy="636905"/>
            <a:chOff x="4111343" y="3939935"/>
            <a:chExt cx="745490" cy="636905"/>
          </a:xfrm>
        </p:grpSpPr>
        <p:sp>
          <p:nvSpPr>
            <p:cNvPr id="37" name="object 37" descr=""/>
            <p:cNvSpPr/>
            <p:nvPr/>
          </p:nvSpPr>
          <p:spPr>
            <a:xfrm>
              <a:off x="4120477" y="3949090"/>
              <a:ext cx="727075" cy="618490"/>
            </a:xfrm>
            <a:custGeom>
              <a:avLst/>
              <a:gdLst/>
              <a:ahLst/>
              <a:cxnLst/>
              <a:rect l="l" t="t" r="r" b="b"/>
              <a:pathLst>
                <a:path w="727075" h="618489">
                  <a:moveTo>
                    <a:pt x="726846" y="558228"/>
                  </a:moveTo>
                  <a:lnTo>
                    <a:pt x="394690" y="558228"/>
                  </a:lnTo>
                  <a:lnTo>
                    <a:pt x="394690" y="375729"/>
                  </a:lnTo>
                  <a:lnTo>
                    <a:pt x="655497" y="375729"/>
                  </a:lnTo>
                  <a:lnTo>
                    <a:pt x="655497" y="318897"/>
                  </a:lnTo>
                  <a:lnTo>
                    <a:pt x="531088" y="318897"/>
                  </a:lnTo>
                  <a:lnTo>
                    <a:pt x="531088" y="58089"/>
                  </a:lnTo>
                  <a:lnTo>
                    <a:pt x="657390" y="58089"/>
                  </a:lnTo>
                  <a:lnTo>
                    <a:pt x="657390" y="0"/>
                  </a:lnTo>
                  <a:lnTo>
                    <a:pt x="462254" y="0"/>
                  </a:lnTo>
                  <a:lnTo>
                    <a:pt x="462254" y="58089"/>
                  </a:lnTo>
                  <a:lnTo>
                    <a:pt x="462254" y="318897"/>
                  </a:lnTo>
                  <a:lnTo>
                    <a:pt x="259549" y="318897"/>
                  </a:lnTo>
                  <a:lnTo>
                    <a:pt x="259549" y="58089"/>
                  </a:lnTo>
                  <a:lnTo>
                    <a:pt x="462254" y="58089"/>
                  </a:lnTo>
                  <a:lnTo>
                    <a:pt x="462254" y="0"/>
                  </a:lnTo>
                  <a:lnTo>
                    <a:pt x="64414" y="0"/>
                  </a:lnTo>
                  <a:lnTo>
                    <a:pt x="64414" y="58089"/>
                  </a:lnTo>
                  <a:lnTo>
                    <a:pt x="190080" y="58089"/>
                  </a:lnTo>
                  <a:lnTo>
                    <a:pt x="190080" y="318897"/>
                  </a:lnTo>
                  <a:lnTo>
                    <a:pt x="65684" y="318897"/>
                  </a:lnTo>
                  <a:lnTo>
                    <a:pt x="65684" y="375729"/>
                  </a:lnTo>
                  <a:lnTo>
                    <a:pt x="325856" y="375729"/>
                  </a:lnTo>
                  <a:lnTo>
                    <a:pt x="325856" y="558228"/>
                  </a:lnTo>
                  <a:lnTo>
                    <a:pt x="0" y="558228"/>
                  </a:lnTo>
                  <a:lnTo>
                    <a:pt x="0" y="618223"/>
                  </a:lnTo>
                  <a:lnTo>
                    <a:pt x="726846" y="618223"/>
                  </a:lnTo>
                  <a:lnTo>
                    <a:pt x="726846" y="5582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120487" y="3949079"/>
              <a:ext cx="727075" cy="618490"/>
            </a:xfrm>
            <a:custGeom>
              <a:avLst/>
              <a:gdLst/>
              <a:ahLst/>
              <a:cxnLst/>
              <a:rect l="l" t="t" r="r" b="b"/>
              <a:pathLst>
                <a:path w="727075" h="618489">
                  <a:moveTo>
                    <a:pt x="394682" y="375737"/>
                  </a:moveTo>
                  <a:lnTo>
                    <a:pt x="655488" y="375737"/>
                  </a:lnTo>
                  <a:lnTo>
                    <a:pt x="655488" y="318903"/>
                  </a:lnTo>
                  <a:lnTo>
                    <a:pt x="531084" y="318903"/>
                  </a:lnTo>
                  <a:lnTo>
                    <a:pt x="531084" y="58097"/>
                  </a:lnTo>
                  <a:lnTo>
                    <a:pt x="657382" y="58097"/>
                  </a:lnTo>
                  <a:lnTo>
                    <a:pt x="657382" y="0"/>
                  </a:lnTo>
                  <a:lnTo>
                    <a:pt x="64412" y="0"/>
                  </a:lnTo>
                  <a:lnTo>
                    <a:pt x="64412" y="58097"/>
                  </a:lnTo>
                  <a:lnTo>
                    <a:pt x="190079" y="58097"/>
                  </a:lnTo>
                  <a:lnTo>
                    <a:pt x="190079" y="318903"/>
                  </a:lnTo>
                  <a:lnTo>
                    <a:pt x="65675" y="318903"/>
                  </a:lnTo>
                  <a:lnTo>
                    <a:pt x="65675" y="375737"/>
                  </a:lnTo>
                  <a:lnTo>
                    <a:pt x="325849" y="375737"/>
                  </a:lnTo>
                  <a:lnTo>
                    <a:pt x="325849" y="558239"/>
                  </a:lnTo>
                  <a:lnTo>
                    <a:pt x="0" y="558239"/>
                  </a:lnTo>
                  <a:lnTo>
                    <a:pt x="0" y="618230"/>
                  </a:lnTo>
                  <a:lnTo>
                    <a:pt x="726846" y="618230"/>
                  </a:lnTo>
                  <a:lnTo>
                    <a:pt x="726846" y="558239"/>
                  </a:lnTo>
                  <a:lnTo>
                    <a:pt x="394682" y="558239"/>
                  </a:lnTo>
                  <a:lnTo>
                    <a:pt x="394682" y="375737"/>
                  </a:lnTo>
                  <a:close/>
                </a:path>
                <a:path w="727075" h="618489">
                  <a:moveTo>
                    <a:pt x="462251" y="58097"/>
                  </a:moveTo>
                  <a:lnTo>
                    <a:pt x="462251" y="318903"/>
                  </a:lnTo>
                  <a:lnTo>
                    <a:pt x="259543" y="318903"/>
                  </a:lnTo>
                  <a:lnTo>
                    <a:pt x="259543" y="58097"/>
                  </a:lnTo>
                  <a:lnTo>
                    <a:pt x="462251" y="58097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/>
          <p:nvPr/>
        </p:nvSpPr>
        <p:spPr>
          <a:xfrm>
            <a:off x="5005197" y="3940809"/>
            <a:ext cx="549275" cy="417830"/>
          </a:xfrm>
          <a:custGeom>
            <a:avLst/>
            <a:gdLst/>
            <a:ahLst/>
            <a:cxnLst/>
            <a:rect l="l" t="t" r="r" b="b"/>
            <a:pathLst>
              <a:path w="549275" h="417829">
                <a:moveTo>
                  <a:pt x="548767" y="359410"/>
                </a:moveTo>
                <a:lnTo>
                  <a:pt x="70726" y="359410"/>
                </a:lnTo>
                <a:lnTo>
                  <a:pt x="70726" y="233680"/>
                </a:lnTo>
                <a:lnTo>
                  <a:pt x="522884" y="233680"/>
                </a:lnTo>
                <a:lnTo>
                  <a:pt x="522884" y="176530"/>
                </a:lnTo>
                <a:lnTo>
                  <a:pt x="70726" y="176530"/>
                </a:lnTo>
                <a:lnTo>
                  <a:pt x="70726" y="58420"/>
                </a:lnTo>
                <a:lnTo>
                  <a:pt x="539927" y="58420"/>
                </a:lnTo>
                <a:lnTo>
                  <a:pt x="539927" y="0"/>
                </a:lnTo>
                <a:lnTo>
                  <a:pt x="0" y="0"/>
                </a:lnTo>
                <a:lnTo>
                  <a:pt x="0" y="58420"/>
                </a:lnTo>
                <a:lnTo>
                  <a:pt x="0" y="176530"/>
                </a:lnTo>
                <a:lnTo>
                  <a:pt x="0" y="233680"/>
                </a:lnTo>
                <a:lnTo>
                  <a:pt x="0" y="359410"/>
                </a:lnTo>
                <a:lnTo>
                  <a:pt x="0" y="417830"/>
                </a:lnTo>
                <a:lnTo>
                  <a:pt x="548767" y="417830"/>
                </a:lnTo>
                <a:lnTo>
                  <a:pt x="548767" y="3594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4911115" y="4503528"/>
            <a:ext cx="727075" cy="59055"/>
          </a:xfrm>
          <a:custGeom>
            <a:avLst/>
            <a:gdLst/>
            <a:ahLst/>
            <a:cxnLst/>
            <a:rect l="l" t="t" r="r" b="b"/>
            <a:pathLst>
              <a:path w="727075" h="59054">
                <a:moveTo>
                  <a:pt x="726846" y="0"/>
                </a:moveTo>
                <a:lnTo>
                  <a:pt x="0" y="0"/>
                </a:lnTo>
                <a:lnTo>
                  <a:pt x="0" y="58728"/>
                </a:lnTo>
                <a:lnTo>
                  <a:pt x="726846" y="58728"/>
                </a:lnTo>
                <a:lnTo>
                  <a:pt x="7268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5005207" y="3940869"/>
            <a:ext cx="549275" cy="417830"/>
          </a:xfrm>
          <a:custGeom>
            <a:avLst/>
            <a:gdLst/>
            <a:ahLst/>
            <a:cxnLst/>
            <a:rect l="l" t="t" r="r" b="b"/>
            <a:pathLst>
              <a:path w="549275" h="417829">
                <a:moveTo>
                  <a:pt x="70727" y="359950"/>
                </a:moveTo>
                <a:lnTo>
                  <a:pt x="70727" y="233020"/>
                </a:lnTo>
                <a:lnTo>
                  <a:pt x="522875" y="233020"/>
                </a:lnTo>
                <a:lnTo>
                  <a:pt x="522875" y="176186"/>
                </a:lnTo>
                <a:lnTo>
                  <a:pt x="70727" y="176186"/>
                </a:lnTo>
                <a:lnTo>
                  <a:pt x="70727" y="58097"/>
                </a:lnTo>
                <a:lnTo>
                  <a:pt x="539925" y="58097"/>
                </a:lnTo>
                <a:lnTo>
                  <a:pt x="539925" y="0"/>
                </a:lnTo>
                <a:lnTo>
                  <a:pt x="0" y="0"/>
                </a:lnTo>
                <a:lnTo>
                  <a:pt x="0" y="417416"/>
                </a:lnTo>
                <a:lnTo>
                  <a:pt x="548766" y="417416"/>
                </a:lnTo>
                <a:lnTo>
                  <a:pt x="548766" y="359950"/>
                </a:lnTo>
                <a:lnTo>
                  <a:pt x="70727" y="35995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4911115" y="4503528"/>
            <a:ext cx="727075" cy="59055"/>
          </a:xfrm>
          <a:custGeom>
            <a:avLst/>
            <a:gdLst/>
            <a:ahLst/>
            <a:cxnLst/>
            <a:rect l="l" t="t" r="r" b="b"/>
            <a:pathLst>
              <a:path w="727075" h="59054">
                <a:moveTo>
                  <a:pt x="0" y="58728"/>
                </a:moveTo>
                <a:lnTo>
                  <a:pt x="726846" y="58728"/>
                </a:lnTo>
                <a:lnTo>
                  <a:pt x="726846" y="0"/>
                </a:lnTo>
                <a:lnTo>
                  <a:pt x="0" y="0"/>
                </a:lnTo>
                <a:lnTo>
                  <a:pt x="0" y="58728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5701741" y="3893515"/>
            <a:ext cx="723900" cy="396875"/>
          </a:xfrm>
          <a:custGeom>
            <a:avLst/>
            <a:gdLst/>
            <a:ahLst/>
            <a:cxnLst/>
            <a:rect l="l" t="t" r="r" b="b"/>
            <a:pathLst>
              <a:path w="723900" h="396875">
                <a:moveTo>
                  <a:pt x="723684" y="340372"/>
                </a:moveTo>
                <a:lnTo>
                  <a:pt x="395935" y="340372"/>
                </a:lnTo>
                <a:lnTo>
                  <a:pt x="395935" y="262699"/>
                </a:lnTo>
                <a:lnTo>
                  <a:pt x="651700" y="262699"/>
                </a:lnTo>
                <a:lnTo>
                  <a:pt x="651700" y="209029"/>
                </a:lnTo>
                <a:lnTo>
                  <a:pt x="532345" y="209029"/>
                </a:lnTo>
                <a:lnTo>
                  <a:pt x="532345" y="54305"/>
                </a:lnTo>
                <a:lnTo>
                  <a:pt x="654215" y="54305"/>
                </a:lnTo>
                <a:lnTo>
                  <a:pt x="654215" y="0"/>
                </a:lnTo>
                <a:lnTo>
                  <a:pt x="462241" y="0"/>
                </a:lnTo>
                <a:lnTo>
                  <a:pt x="462241" y="54305"/>
                </a:lnTo>
                <a:lnTo>
                  <a:pt x="462241" y="209029"/>
                </a:lnTo>
                <a:lnTo>
                  <a:pt x="259537" y="209029"/>
                </a:lnTo>
                <a:lnTo>
                  <a:pt x="259537" y="54305"/>
                </a:lnTo>
                <a:lnTo>
                  <a:pt x="462241" y="54305"/>
                </a:lnTo>
                <a:lnTo>
                  <a:pt x="462241" y="0"/>
                </a:lnTo>
                <a:lnTo>
                  <a:pt x="67564" y="0"/>
                </a:lnTo>
                <a:lnTo>
                  <a:pt x="67564" y="54305"/>
                </a:lnTo>
                <a:lnTo>
                  <a:pt x="190068" y="54305"/>
                </a:lnTo>
                <a:lnTo>
                  <a:pt x="190068" y="209029"/>
                </a:lnTo>
                <a:lnTo>
                  <a:pt x="70091" y="209029"/>
                </a:lnTo>
                <a:lnTo>
                  <a:pt x="70091" y="262699"/>
                </a:lnTo>
                <a:lnTo>
                  <a:pt x="325843" y="262699"/>
                </a:lnTo>
                <a:lnTo>
                  <a:pt x="325843" y="340372"/>
                </a:lnTo>
                <a:lnTo>
                  <a:pt x="0" y="340372"/>
                </a:lnTo>
                <a:lnTo>
                  <a:pt x="0" y="396570"/>
                </a:lnTo>
                <a:lnTo>
                  <a:pt x="723684" y="396570"/>
                </a:lnTo>
                <a:lnTo>
                  <a:pt x="723684" y="3403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5789511" y="4353572"/>
            <a:ext cx="567055" cy="303530"/>
          </a:xfrm>
          <a:custGeom>
            <a:avLst/>
            <a:gdLst/>
            <a:ahLst/>
            <a:cxnLst/>
            <a:rect l="l" t="t" r="r" b="b"/>
            <a:pathLst>
              <a:path w="567054" h="303529">
                <a:moveTo>
                  <a:pt x="566445" y="248920"/>
                </a:moveTo>
                <a:lnTo>
                  <a:pt x="70726" y="248920"/>
                </a:lnTo>
                <a:lnTo>
                  <a:pt x="70726" y="170180"/>
                </a:lnTo>
                <a:lnTo>
                  <a:pt x="542455" y="170180"/>
                </a:lnTo>
                <a:lnTo>
                  <a:pt x="542455" y="120637"/>
                </a:lnTo>
                <a:lnTo>
                  <a:pt x="542455" y="52057"/>
                </a:lnTo>
                <a:lnTo>
                  <a:pt x="542455" y="0"/>
                </a:lnTo>
                <a:lnTo>
                  <a:pt x="0" y="0"/>
                </a:lnTo>
                <a:lnTo>
                  <a:pt x="0" y="52057"/>
                </a:lnTo>
                <a:lnTo>
                  <a:pt x="473621" y="52057"/>
                </a:lnTo>
                <a:lnTo>
                  <a:pt x="473621" y="120637"/>
                </a:lnTo>
                <a:lnTo>
                  <a:pt x="1892" y="120637"/>
                </a:lnTo>
                <a:lnTo>
                  <a:pt x="1892" y="170180"/>
                </a:lnTo>
                <a:lnTo>
                  <a:pt x="1892" y="248920"/>
                </a:lnTo>
                <a:lnTo>
                  <a:pt x="1892" y="303530"/>
                </a:lnTo>
                <a:lnTo>
                  <a:pt x="566445" y="303530"/>
                </a:lnTo>
                <a:lnTo>
                  <a:pt x="566445" y="248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5701742" y="3893508"/>
            <a:ext cx="723900" cy="396875"/>
          </a:xfrm>
          <a:custGeom>
            <a:avLst/>
            <a:gdLst/>
            <a:ahLst/>
            <a:cxnLst/>
            <a:rect l="l" t="t" r="r" b="b"/>
            <a:pathLst>
              <a:path w="723900" h="396875">
                <a:moveTo>
                  <a:pt x="395945" y="262700"/>
                </a:moveTo>
                <a:lnTo>
                  <a:pt x="651699" y="262700"/>
                </a:lnTo>
                <a:lnTo>
                  <a:pt x="651699" y="209023"/>
                </a:lnTo>
                <a:lnTo>
                  <a:pt x="532347" y="209023"/>
                </a:lnTo>
                <a:lnTo>
                  <a:pt x="532347" y="54308"/>
                </a:lnTo>
                <a:lnTo>
                  <a:pt x="654225" y="54308"/>
                </a:lnTo>
                <a:lnTo>
                  <a:pt x="654225" y="0"/>
                </a:lnTo>
                <a:lnTo>
                  <a:pt x="67569" y="0"/>
                </a:lnTo>
                <a:lnTo>
                  <a:pt x="67569" y="54308"/>
                </a:lnTo>
                <a:lnTo>
                  <a:pt x="190079" y="54308"/>
                </a:lnTo>
                <a:lnTo>
                  <a:pt x="190079" y="209023"/>
                </a:lnTo>
                <a:lnTo>
                  <a:pt x="70095" y="209023"/>
                </a:lnTo>
                <a:lnTo>
                  <a:pt x="70095" y="262700"/>
                </a:lnTo>
                <a:lnTo>
                  <a:pt x="325849" y="262700"/>
                </a:lnTo>
                <a:lnTo>
                  <a:pt x="325849" y="340374"/>
                </a:lnTo>
                <a:lnTo>
                  <a:pt x="0" y="340374"/>
                </a:lnTo>
                <a:lnTo>
                  <a:pt x="0" y="396576"/>
                </a:lnTo>
                <a:lnTo>
                  <a:pt x="723689" y="396576"/>
                </a:lnTo>
                <a:lnTo>
                  <a:pt x="723689" y="340374"/>
                </a:lnTo>
                <a:lnTo>
                  <a:pt x="395945" y="340374"/>
                </a:lnTo>
                <a:lnTo>
                  <a:pt x="395945" y="262700"/>
                </a:lnTo>
                <a:close/>
              </a:path>
              <a:path w="723900" h="396875">
                <a:moveTo>
                  <a:pt x="462252" y="54308"/>
                </a:moveTo>
                <a:lnTo>
                  <a:pt x="462252" y="209023"/>
                </a:lnTo>
                <a:lnTo>
                  <a:pt x="259542" y="209023"/>
                </a:lnTo>
                <a:lnTo>
                  <a:pt x="259542" y="54308"/>
                </a:lnTo>
                <a:lnTo>
                  <a:pt x="462252" y="54308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5789519" y="4353865"/>
            <a:ext cx="567055" cy="303530"/>
          </a:xfrm>
          <a:custGeom>
            <a:avLst/>
            <a:gdLst/>
            <a:ahLst/>
            <a:cxnLst/>
            <a:rect l="l" t="t" r="r" b="b"/>
            <a:pathLst>
              <a:path w="567054" h="303529">
                <a:moveTo>
                  <a:pt x="542451" y="170503"/>
                </a:moveTo>
                <a:lnTo>
                  <a:pt x="542451" y="0"/>
                </a:lnTo>
                <a:lnTo>
                  <a:pt x="0" y="0"/>
                </a:lnTo>
                <a:lnTo>
                  <a:pt x="0" y="51782"/>
                </a:lnTo>
                <a:lnTo>
                  <a:pt x="473618" y="51782"/>
                </a:lnTo>
                <a:lnTo>
                  <a:pt x="473618" y="119983"/>
                </a:lnTo>
                <a:lnTo>
                  <a:pt x="1894" y="119983"/>
                </a:lnTo>
                <a:lnTo>
                  <a:pt x="1894" y="303116"/>
                </a:lnTo>
                <a:lnTo>
                  <a:pt x="566448" y="303116"/>
                </a:lnTo>
                <a:lnTo>
                  <a:pt x="566448" y="248808"/>
                </a:lnTo>
                <a:lnTo>
                  <a:pt x="70727" y="248808"/>
                </a:lnTo>
                <a:lnTo>
                  <a:pt x="70727" y="170503"/>
                </a:lnTo>
                <a:lnTo>
                  <a:pt x="542451" y="170503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7" name="object 47" descr=""/>
          <p:cNvGrpSpPr/>
          <p:nvPr/>
        </p:nvGrpSpPr>
        <p:grpSpPr>
          <a:xfrm>
            <a:off x="6528061" y="3862893"/>
            <a:ext cx="629285" cy="813435"/>
            <a:chOff x="6528061" y="3862893"/>
            <a:chExt cx="629285" cy="813435"/>
          </a:xfrm>
        </p:grpSpPr>
        <p:sp>
          <p:nvSpPr>
            <p:cNvPr id="48" name="object 48" descr=""/>
            <p:cNvSpPr/>
            <p:nvPr/>
          </p:nvSpPr>
          <p:spPr>
            <a:xfrm>
              <a:off x="6537206" y="3872037"/>
              <a:ext cx="610870" cy="795655"/>
            </a:xfrm>
            <a:custGeom>
              <a:avLst/>
              <a:gdLst/>
              <a:ahLst/>
              <a:cxnLst/>
              <a:rect l="l" t="t" r="r" b="b"/>
              <a:pathLst>
                <a:path w="610870" h="795654">
                  <a:moveTo>
                    <a:pt x="610652" y="0"/>
                  </a:moveTo>
                  <a:lnTo>
                    <a:pt x="541188" y="0"/>
                  </a:lnTo>
                  <a:lnTo>
                    <a:pt x="541188" y="795048"/>
                  </a:lnTo>
                  <a:lnTo>
                    <a:pt x="610652" y="795048"/>
                  </a:lnTo>
                  <a:lnTo>
                    <a:pt x="610652" y="0"/>
                  </a:lnTo>
                  <a:close/>
                </a:path>
                <a:path w="610870" h="795654">
                  <a:moveTo>
                    <a:pt x="369422" y="73884"/>
                  </a:moveTo>
                  <a:lnTo>
                    <a:pt x="0" y="73884"/>
                  </a:lnTo>
                  <a:lnTo>
                    <a:pt x="0" y="131982"/>
                  </a:lnTo>
                  <a:lnTo>
                    <a:pt x="298695" y="131982"/>
                  </a:lnTo>
                  <a:lnTo>
                    <a:pt x="298695" y="298695"/>
                  </a:lnTo>
                  <a:lnTo>
                    <a:pt x="1263" y="298695"/>
                  </a:lnTo>
                  <a:lnTo>
                    <a:pt x="1263" y="602442"/>
                  </a:lnTo>
                  <a:lnTo>
                    <a:pt x="67569" y="602442"/>
                  </a:lnTo>
                  <a:lnTo>
                    <a:pt x="118269" y="602153"/>
                  </a:lnTo>
                  <a:lnTo>
                    <a:pt x="167917" y="601189"/>
                  </a:lnTo>
                  <a:lnTo>
                    <a:pt x="217003" y="599412"/>
                  </a:lnTo>
                  <a:lnTo>
                    <a:pt x="266015" y="596680"/>
                  </a:lnTo>
                  <a:lnTo>
                    <a:pt x="315442" y="592853"/>
                  </a:lnTo>
                  <a:lnTo>
                    <a:pt x="365771" y="587790"/>
                  </a:lnTo>
                  <a:lnTo>
                    <a:pt x="417492" y="581351"/>
                  </a:lnTo>
                  <a:lnTo>
                    <a:pt x="471092" y="573394"/>
                  </a:lnTo>
                  <a:lnTo>
                    <a:pt x="467582" y="543714"/>
                  </a:lnTo>
                  <a:lnTo>
                    <a:pt x="73253" y="543714"/>
                  </a:lnTo>
                  <a:lnTo>
                    <a:pt x="73253" y="356161"/>
                  </a:lnTo>
                  <a:lnTo>
                    <a:pt x="369422" y="356161"/>
                  </a:lnTo>
                  <a:lnTo>
                    <a:pt x="369422" y="73884"/>
                  </a:lnTo>
                  <a:close/>
                </a:path>
                <a:path w="610870" h="795654">
                  <a:moveTo>
                    <a:pt x="464146" y="514665"/>
                  </a:moveTo>
                  <a:lnTo>
                    <a:pt x="411956" y="522518"/>
                  </a:lnTo>
                  <a:lnTo>
                    <a:pt x="361642" y="528884"/>
                  </a:lnTo>
                  <a:lnTo>
                    <a:pt x="312741" y="533903"/>
                  </a:lnTo>
                  <a:lnTo>
                    <a:pt x="264792" y="537715"/>
                  </a:lnTo>
                  <a:lnTo>
                    <a:pt x="217331" y="540462"/>
                  </a:lnTo>
                  <a:lnTo>
                    <a:pt x="169895" y="542283"/>
                  </a:lnTo>
                  <a:lnTo>
                    <a:pt x="122024" y="543321"/>
                  </a:lnTo>
                  <a:lnTo>
                    <a:pt x="73253" y="543714"/>
                  </a:lnTo>
                  <a:lnTo>
                    <a:pt x="467582" y="543714"/>
                  </a:lnTo>
                  <a:lnTo>
                    <a:pt x="464146" y="5146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6537205" y="3872037"/>
              <a:ext cx="610870" cy="795655"/>
            </a:xfrm>
            <a:custGeom>
              <a:avLst/>
              <a:gdLst/>
              <a:ahLst/>
              <a:cxnLst/>
              <a:rect l="l" t="t" r="r" b="b"/>
              <a:pathLst>
                <a:path w="610870" h="795654">
                  <a:moveTo>
                    <a:pt x="541188" y="795048"/>
                  </a:moveTo>
                  <a:lnTo>
                    <a:pt x="610652" y="795048"/>
                  </a:lnTo>
                  <a:lnTo>
                    <a:pt x="610652" y="0"/>
                  </a:lnTo>
                  <a:lnTo>
                    <a:pt x="541188" y="0"/>
                  </a:lnTo>
                  <a:lnTo>
                    <a:pt x="541188" y="795048"/>
                  </a:lnTo>
                  <a:close/>
                </a:path>
                <a:path w="610870" h="795654">
                  <a:moveTo>
                    <a:pt x="73253" y="356161"/>
                  </a:moveTo>
                  <a:lnTo>
                    <a:pt x="369422" y="356161"/>
                  </a:lnTo>
                  <a:lnTo>
                    <a:pt x="369422" y="73884"/>
                  </a:lnTo>
                  <a:lnTo>
                    <a:pt x="0" y="73884"/>
                  </a:lnTo>
                  <a:lnTo>
                    <a:pt x="0" y="131982"/>
                  </a:lnTo>
                  <a:lnTo>
                    <a:pt x="298695" y="131982"/>
                  </a:lnTo>
                  <a:lnTo>
                    <a:pt x="298695" y="298695"/>
                  </a:lnTo>
                  <a:lnTo>
                    <a:pt x="1263" y="298695"/>
                  </a:lnTo>
                  <a:lnTo>
                    <a:pt x="1263" y="602442"/>
                  </a:lnTo>
                  <a:lnTo>
                    <a:pt x="67569" y="602442"/>
                  </a:lnTo>
                  <a:lnTo>
                    <a:pt x="118269" y="602153"/>
                  </a:lnTo>
                  <a:lnTo>
                    <a:pt x="167917" y="601189"/>
                  </a:lnTo>
                  <a:lnTo>
                    <a:pt x="217003" y="599412"/>
                  </a:lnTo>
                  <a:lnTo>
                    <a:pt x="266015" y="596680"/>
                  </a:lnTo>
                  <a:lnTo>
                    <a:pt x="315442" y="592853"/>
                  </a:lnTo>
                  <a:lnTo>
                    <a:pt x="365771" y="587790"/>
                  </a:lnTo>
                  <a:lnTo>
                    <a:pt x="417492" y="581351"/>
                  </a:lnTo>
                  <a:lnTo>
                    <a:pt x="471092" y="573394"/>
                  </a:lnTo>
                  <a:lnTo>
                    <a:pt x="464146" y="514665"/>
                  </a:lnTo>
                  <a:lnTo>
                    <a:pt x="411956" y="522518"/>
                  </a:lnTo>
                  <a:lnTo>
                    <a:pt x="361642" y="528884"/>
                  </a:lnTo>
                  <a:lnTo>
                    <a:pt x="312741" y="533902"/>
                  </a:lnTo>
                  <a:lnTo>
                    <a:pt x="264792" y="537715"/>
                  </a:lnTo>
                  <a:lnTo>
                    <a:pt x="217331" y="540462"/>
                  </a:lnTo>
                  <a:lnTo>
                    <a:pt x="169895" y="542283"/>
                  </a:lnTo>
                  <a:lnTo>
                    <a:pt x="122024" y="543321"/>
                  </a:lnTo>
                  <a:lnTo>
                    <a:pt x="73253" y="543714"/>
                  </a:lnTo>
                  <a:lnTo>
                    <a:pt x="73253" y="356161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0" name="object 50" descr=""/>
          <p:cNvGrpSpPr/>
          <p:nvPr/>
        </p:nvGrpSpPr>
        <p:grpSpPr>
          <a:xfrm>
            <a:off x="7273853" y="3914675"/>
            <a:ext cx="745490" cy="658495"/>
            <a:chOff x="7273853" y="3914675"/>
            <a:chExt cx="745490" cy="658495"/>
          </a:xfrm>
        </p:grpSpPr>
        <p:sp>
          <p:nvSpPr>
            <p:cNvPr id="51" name="object 51" descr=""/>
            <p:cNvSpPr/>
            <p:nvPr/>
          </p:nvSpPr>
          <p:spPr>
            <a:xfrm>
              <a:off x="7282997" y="3923819"/>
              <a:ext cx="727075" cy="640080"/>
            </a:xfrm>
            <a:custGeom>
              <a:avLst/>
              <a:gdLst/>
              <a:ahLst/>
              <a:cxnLst/>
              <a:rect l="l" t="t" r="r" b="b"/>
              <a:pathLst>
                <a:path w="727075" h="640079">
                  <a:moveTo>
                    <a:pt x="726846" y="580972"/>
                  </a:moveTo>
                  <a:lnTo>
                    <a:pt x="0" y="580972"/>
                  </a:lnTo>
                  <a:lnTo>
                    <a:pt x="0" y="639701"/>
                  </a:lnTo>
                  <a:lnTo>
                    <a:pt x="726846" y="639701"/>
                  </a:lnTo>
                  <a:lnTo>
                    <a:pt x="726846" y="580972"/>
                  </a:lnTo>
                  <a:close/>
                </a:path>
                <a:path w="727075" h="640079">
                  <a:moveTo>
                    <a:pt x="361213" y="0"/>
                  </a:moveTo>
                  <a:lnTo>
                    <a:pt x="307032" y="3174"/>
                  </a:lnTo>
                  <a:lnTo>
                    <a:pt x="256889" y="12066"/>
                  </a:lnTo>
                  <a:lnTo>
                    <a:pt x="211409" y="26358"/>
                  </a:lnTo>
                  <a:lnTo>
                    <a:pt x="171214" y="45734"/>
                  </a:lnTo>
                  <a:lnTo>
                    <a:pt x="136929" y="69875"/>
                  </a:lnTo>
                  <a:lnTo>
                    <a:pt x="109177" y="98466"/>
                  </a:lnTo>
                  <a:lnTo>
                    <a:pt x="88582" y="131188"/>
                  </a:lnTo>
                  <a:lnTo>
                    <a:pt x="75768" y="167725"/>
                  </a:lnTo>
                  <a:lnTo>
                    <a:pt x="71358" y="207760"/>
                  </a:lnTo>
                  <a:lnTo>
                    <a:pt x="76186" y="250123"/>
                  </a:lnTo>
                  <a:lnTo>
                    <a:pt x="90204" y="288424"/>
                  </a:lnTo>
                  <a:lnTo>
                    <a:pt x="112705" y="322328"/>
                  </a:lnTo>
                  <a:lnTo>
                    <a:pt x="142978" y="351504"/>
                  </a:lnTo>
                  <a:lnTo>
                    <a:pt x="179988" y="375479"/>
                  </a:lnTo>
                  <a:lnTo>
                    <a:pt x="223479" y="394203"/>
                  </a:lnTo>
                  <a:lnTo>
                    <a:pt x="272890" y="407328"/>
                  </a:lnTo>
                  <a:lnTo>
                    <a:pt x="273245" y="407328"/>
                  </a:lnTo>
                  <a:lnTo>
                    <a:pt x="326481" y="414258"/>
                  </a:lnTo>
                  <a:lnTo>
                    <a:pt x="326481" y="580972"/>
                  </a:lnTo>
                  <a:lnTo>
                    <a:pt x="395945" y="580972"/>
                  </a:lnTo>
                  <a:lnTo>
                    <a:pt x="395945" y="414258"/>
                  </a:lnTo>
                  <a:lnTo>
                    <a:pt x="450267" y="407328"/>
                  </a:lnTo>
                  <a:lnTo>
                    <a:pt x="499579" y="394337"/>
                  </a:lnTo>
                  <a:lnTo>
                    <a:pt x="543192" y="375618"/>
                  </a:lnTo>
                  <a:lnTo>
                    <a:pt x="568355" y="359318"/>
                  </a:lnTo>
                  <a:lnTo>
                    <a:pt x="361213" y="359318"/>
                  </a:lnTo>
                  <a:lnTo>
                    <a:pt x="308536" y="355529"/>
                  </a:lnTo>
                  <a:lnTo>
                    <a:pt x="261084" y="345013"/>
                  </a:lnTo>
                  <a:lnTo>
                    <a:pt x="219906" y="328234"/>
                  </a:lnTo>
                  <a:lnTo>
                    <a:pt x="186052" y="305654"/>
                  </a:lnTo>
                  <a:lnTo>
                    <a:pt x="144513" y="244954"/>
                  </a:lnTo>
                  <a:lnTo>
                    <a:pt x="138928" y="207760"/>
                  </a:lnTo>
                  <a:lnTo>
                    <a:pt x="146491" y="165494"/>
                  </a:lnTo>
                  <a:lnTo>
                    <a:pt x="168070" y="128964"/>
                  </a:lnTo>
                  <a:lnTo>
                    <a:pt x="201998" y="99065"/>
                  </a:lnTo>
                  <a:lnTo>
                    <a:pt x="246609" y="76691"/>
                  </a:lnTo>
                  <a:lnTo>
                    <a:pt x="300236" y="62736"/>
                  </a:lnTo>
                  <a:lnTo>
                    <a:pt x="361213" y="58097"/>
                  </a:lnTo>
                  <a:lnTo>
                    <a:pt x="569552" y="58097"/>
                  </a:lnTo>
                  <a:lnTo>
                    <a:pt x="551994" y="45734"/>
                  </a:lnTo>
                  <a:lnTo>
                    <a:pt x="511742" y="26358"/>
                  </a:lnTo>
                  <a:lnTo>
                    <a:pt x="466125" y="12066"/>
                  </a:lnTo>
                  <a:lnTo>
                    <a:pt x="415748" y="3174"/>
                  </a:lnTo>
                  <a:lnTo>
                    <a:pt x="361213" y="0"/>
                  </a:lnTo>
                  <a:close/>
                </a:path>
                <a:path w="727075" h="640079">
                  <a:moveTo>
                    <a:pt x="569552" y="58097"/>
                  </a:moveTo>
                  <a:lnTo>
                    <a:pt x="361213" y="58097"/>
                  </a:lnTo>
                  <a:lnTo>
                    <a:pt x="414124" y="61482"/>
                  </a:lnTo>
                  <a:lnTo>
                    <a:pt x="461743" y="71805"/>
                  </a:lnTo>
                  <a:lnTo>
                    <a:pt x="503033" y="88502"/>
                  </a:lnTo>
                  <a:lnTo>
                    <a:pt x="536955" y="111010"/>
                  </a:lnTo>
                  <a:lnTo>
                    <a:pt x="578542" y="171202"/>
                  </a:lnTo>
                  <a:lnTo>
                    <a:pt x="584130" y="207760"/>
                  </a:lnTo>
                  <a:lnTo>
                    <a:pt x="578542" y="244954"/>
                  </a:lnTo>
                  <a:lnTo>
                    <a:pt x="536955" y="305654"/>
                  </a:lnTo>
                  <a:lnTo>
                    <a:pt x="503033" y="328234"/>
                  </a:lnTo>
                  <a:lnTo>
                    <a:pt x="461743" y="345013"/>
                  </a:lnTo>
                  <a:lnTo>
                    <a:pt x="414124" y="355529"/>
                  </a:lnTo>
                  <a:lnTo>
                    <a:pt x="361213" y="359318"/>
                  </a:lnTo>
                  <a:lnTo>
                    <a:pt x="568355" y="359318"/>
                  </a:lnTo>
                  <a:lnTo>
                    <a:pt x="610572" y="322328"/>
                  </a:lnTo>
                  <a:lnTo>
                    <a:pt x="632962" y="288424"/>
                  </a:lnTo>
                  <a:lnTo>
                    <a:pt x="646900" y="250123"/>
                  </a:lnTo>
                  <a:lnTo>
                    <a:pt x="651699" y="207760"/>
                  </a:lnTo>
                  <a:lnTo>
                    <a:pt x="647309" y="167725"/>
                  </a:lnTo>
                  <a:lnTo>
                    <a:pt x="634541" y="131188"/>
                  </a:lnTo>
                  <a:lnTo>
                    <a:pt x="613997" y="98466"/>
                  </a:lnTo>
                  <a:lnTo>
                    <a:pt x="586280" y="69875"/>
                  </a:lnTo>
                  <a:lnTo>
                    <a:pt x="569552" y="580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7282997" y="3923819"/>
              <a:ext cx="727075" cy="640080"/>
            </a:xfrm>
            <a:custGeom>
              <a:avLst/>
              <a:gdLst/>
              <a:ahLst/>
              <a:cxnLst/>
              <a:rect l="l" t="t" r="r" b="b"/>
              <a:pathLst>
                <a:path w="727075" h="640079">
                  <a:moveTo>
                    <a:pt x="395945" y="414258"/>
                  </a:moveTo>
                  <a:lnTo>
                    <a:pt x="450267" y="407328"/>
                  </a:lnTo>
                  <a:lnTo>
                    <a:pt x="499579" y="394337"/>
                  </a:lnTo>
                  <a:lnTo>
                    <a:pt x="543192" y="375618"/>
                  </a:lnTo>
                  <a:lnTo>
                    <a:pt x="580420" y="351504"/>
                  </a:lnTo>
                  <a:lnTo>
                    <a:pt x="610572" y="322328"/>
                  </a:lnTo>
                  <a:lnTo>
                    <a:pt x="632962" y="288424"/>
                  </a:lnTo>
                  <a:lnTo>
                    <a:pt x="646900" y="250123"/>
                  </a:lnTo>
                  <a:lnTo>
                    <a:pt x="651699" y="207760"/>
                  </a:lnTo>
                  <a:lnTo>
                    <a:pt x="647309" y="167725"/>
                  </a:lnTo>
                  <a:lnTo>
                    <a:pt x="634541" y="131188"/>
                  </a:lnTo>
                  <a:lnTo>
                    <a:pt x="613997" y="98466"/>
                  </a:lnTo>
                  <a:lnTo>
                    <a:pt x="586280" y="69875"/>
                  </a:lnTo>
                  <a:lnTo>
                    <a:pt x="551994" y="45734"/>
                  </a:lnTo>
                  <a:lnTo>
                    <a:pt x="511742" y="26358"/>
                  </a:lnTo>
                  <a:lnTo>
                    <a:pt x="466125" y="12066"/>
                  </a:lnTo>
                  <a:lnTo>
                    <a:pt x="415748" y="3174"/>
                  </a:lnTo>
                  <a:lnTo>
                    <a:pt x="361213" y="0"/>
                  </a:lnTo>
                  <a:lnTo>
                    <a:pt x="307032" y="3174"/>
                  </a:lnTo>
                  <a:lnTo>
                    <a:pt x="256889" y="12066"/>
                  </a:lnTo>
                  <a:lnTo>
                    <a:pt x="211409" y="26358"/>
                  </a:lnTo>
                  <a:lnTo>
                    <a:pt x="171214" y="45734"/>
                  </a:lnTo>
                  <a:lnTo>
                    <a:pt x="136929" y="69875"/>
                  </a:lnTo>
                  <a:lnTo>
                    <a:pt x="109177" y="98466"/>
                  </a:lnTo>
                  <a:lnTo>
                    <a:pt x="88582" y="131188"/>
                  </a:lnTo>
                  <a:lnTo>
                    <a:pt x="75768" y="167725"/>
                  </a:lnTo>
                  <a:lnTo>
                    <a:pt x="71358" y="207760"/>
                  </a:lnTo>
                  <a:lnTo>
                    <a:pt x="76182" y="250110"/>
                  </a:lnTo>
                  <a:lnTo>
                    <a:pt x="90174" y="288379"/>
                  </a:lnTo>
                  <a:lnTo>
                    <a:pt x="112618" y="322245"/>
                  </a:lnTo>
                  <a:lnTo>
                    <a:pt x="142796" y="351385"/>
                  </a:lnTo>
                  <a:lnTo>
                    <a:pt x="179988" y="375479"/>
                  </a:lnTo>
                  <a:lnTo>
                    <a:pt x="223479" y="394203"/>
                  </a:lnTo>
                  <a:lnTo>
                    <a:pt x="272549" y="407237"/>
                  </a:lnTo>
                  <a:lnTo>
                    <a:pt x="326481" y="414258"/>
                  </a:lnTo>
                  <a:lnTo>
                    <a:pt x="326481" y="580972"/>
                  </a:lnTo>
                  <a:lnTo>
                    <a:pt x="0" y="580972"/>
                  </a:lnTo>
                  <a:lnTo>
                    <a:pt x="0" y="639701"/>
                  </a:lnTo>
                  <a:lnTo>
                    <a:pt x="726846" y="639701"/>
                  </a:lnTo>
                  <a:lnTo>
                    <a:pt x="726846" y="580972"/>
                  </a:lnTo>
                  <a:lnTo>
                    <a:pt x="395945" y="580972"/>
                  </a:lnTo>
                  <a:lnTo>
                    <a:pt x="395945" y="414258"/>
                  </a:lnTo>
                  <a:close/>
                </a:path>
                <a:path w="727075" h="640079">
                  <a:moveTo>
                    <a:pt x="138928" y="207760"/>
                  </a:moveTo>
                  <a:lnTo>
                    <a:pt x="146491" y="165494"/>
                  </a:lnTo>
                  <a:lnTo>
                    <a:pt x="168070" y="128964"/>
                  </a:lnTo>
                  <a:lnTo>
                    <a:pt x="201998" y="99065"/>
                  </a:lnTo>
                  <a:lnTo>
                    <a:pt x="246609" y="76691"/>
                  </a:lnTo>
                  <a:lnTo>
                    <a:pt x="300236" y="62736"/>
                  </a:lnTo>
                  <a:lnTo>
                    <a:pt x="361213" y="58097"/>
                  </a:lnTo>
                  <a:lnTo>
                    <a:pt x="414124" y="61482"/>
                  </a:lnTo>
                  <a:lnTo>
                    <a:pt x="461743" y="71805"/>
                  </a:lnTo>
                  <a:lnTo>
                    <a:pt x="503033" y="88502"/>
                  </a:lnTo>
                  <a:lnTo>
                    <a:pt x="536955" y="111010"/>
                  </a:lnTo>
                  <a:lnTo>
                    <a:pt x="578542" y="171202"/>
                  </a:lnTo>
                  <a:lnTo>
                    <a:pt x="584130" y="207760"/>
                  </a:lnTo>
                  <a:lnTo>
                    <a:pt x="578542" y="244954"/>
                  </a:lnTo>
                  <a:lnTo>
                    <a:pt x="536955" y="305654"/>
                  </a:lnTo>
                  <a:lnTo>
                    <a:pt x="503033" y="328234"/>
                  </a:lnTo>
                  <a:lnTo>
                    <a:pt x="461743" y="345013"/>
                  </a:lnTo>
                  <a:lnTo>
                    <a:pt x="414124" y="355529"/>
                  </a:lnTo>
                  <a:lnTo>
                    <a:pt x="361213" y="359318"/>
                  </a:lnTo>
                  <a:lnTo>
                    <a:pt x="308536" y="355529"/>
                  </a:lnTo>
                  <a:lnTo>
                    <a:pt x="261084" y="345013"/>
                  </a:lnTo>
                  <a:lnTo>
                    <a:pt x="219906" y="328234"/>
                  </a:lnTo>
                  <a:lnTo>
                    <a:pt x="186052" y="305654"/>
                  </a:lnTo>
                  <a:lnTo>
                    <a:pt x="144513" y="244954"/>
                  </a:lnTo>
                  <a:lnTo>
                    <a:pt x="138928" y="207760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/>
          <p:nvPr/>
        </p:nvSpPr>
        <p:spPr>
          <a:xfrm>
            <a:off x="941336" y="5768314"/>
            <a:ext cx="401955" cy="319405"/>
          </a:xfrm>
          <a:custGeom>
            <a:avLst/>
            <a:gdLst/>
            <a:ahLst/>
            <a:cxnLst/>
            <a:rect l="l" t="t" r="r" b="b"/>
            <a:pathLst>
              <a:path w="401955" h="319404">
                <a:moveTo>
                  <a:pt x="28409" y="29946"/>
                </a:moveTo>
                <a:lnTo>
                  <a:pt x="0" y="29946"/>
                </a:lnTo>
                <a:lnTo>
                  <a:pt x="0" y="119761"/>
                </a:lnTo>
                <a:lnTo>
                  <a:pt x="28409" y="119761"/>
                </a:lnTo>
                <a:lnTo>
                  <a:pt x="28409" y="29946"/>
                </a:lnTo>
                <a:close/>
              </a:path>
              <a:path w="401955" h="319404">
                <a:moveTo>
                  <a:pt x="93370" y="29946"/>
                </a:moveTo>
                <a:lnTo>
                  <a:pt x="64947" y="29946"/>
                </a:lnTo>
                <a:lnTo>
                  <a:pt x="64947" y="119761"/>
                </a:lnTo>
                <a:lnTo>
                  <a:pt x="93370" y="119761"/>
                </a:lnTo>
                <a:lnTo>
                  <a:pt x="93370" y="29946"/>
                </a:lnTo>
                <a:close/>
              </a:path>
              <a:path w="401955" h="319404">
                <a:moveTo>
                  <a:pt x="292290" y="225310"/>
                </a:moveTo>
                <a:lnTo>
                  <a:pt x="263118" y="202806"/>
                </a:lnTo>
                <a:lnTo>
                  <a:pt x="241249" y="172224"/>
                </a:lnTo>
                <a:lnTo>
                  <a:pt x="235585" y="157441"/>
                </a:lnTo>
                <a:lnTo>
                  <a:pt x="227520" y="136398"/>
                </a:lnTo>
                <a:lnTo>
                  <a:pt x="222770" y="98196"/>
                </a:lnTo>
                <a:lnTo>
                  <a:pt x="222770" y="82461"/>
                </a:lnTo>
                <a:lnTo>
                  <a:pt x="282638" y="82461"/>
                </a:lnTo>
                <a:lnTo>
                  <a:pt x="282638" y="59118"/>
                </a:lnTo>
                <a:lnTo>
                  <a:pt x="223012" y="59118"/>
                </a:lnTo>
                <a:lnTo>
                  <a:pt x="223012" y="11671"/>
                </a:lnTo>
                <a:lnTo>
                  <a:pt x="196126" y="11671"/>
                </a:lnTo>
                <a:lnTo>
                  <a:pt x="196126" y="59118"/>
                </a:lnTo>
                <a:lnTo>
                  <a:pt x="135483" y="59118"/>
                </a:lnTo>
                <a:lnTo>
                  <a:pt x="135483" y="82461"/>
                </a:lnTo>
                <a:lnTo>
                  <a:pt x="196126" y="82461"/>
                </a:lnTo>
                <a:lnTo>
                  <a:pt x="196126" y="98196"/>
                </a:lnTo>
                <a:lnTo>
                  <a:pt x="191300" y="137820"/>
                </a:lnTo>
                <a:lnTo>
                  <a:pt x="177660" y="175450"/>
                </a:lnTo>
                <a:lnTo>
                  <a:pt x="155943" y="207949"/>
                </a:lnTo>
                <a:lnTo>
                  <a:pt x="126860" y="232168"/>
                </a:lnTo>
                <a:lnTo>
                  <a:pt x="143852" y="253479"/>
                </a:lnTo>
                <a:lnTo>
                  <a:pt x="165938" y="236093"/>
                </a:lnTo>
                <a:lnTo>
                  <a:pt x="184454" y="213588"/>
                </a:lnTo>
                <a:lnTo>
                  <a:pt x="199161" y="187020"/>
                </a:lnTo>
                <a:lnTo>
                  <a:pt x="209829" y="157441"/>
                </a:lnTo>
                <a:lnTo>
                  <a:pt x="220586" y="185166"/>
                </a:lnTo>
                <a:lnTo>
                  <a:pt x="235369" y="209854"/>
                </a:lnTo>
                <a:lnTo>
                  <a:pt x="253949" y="230568"/>
                </a:lnTo>
                <a:lnTo>
                  <a:pt x="276047" y="246367"/>
                </a:lnTo>
                <a:lnTo>
                  <a:pt x="292290" y="225310"/>
                </a:lnTo>
                <a:close/>
              </a:path>
              <a:path w="401955" h="319404">
                <a:moveTo>
                  <a:pt x="337451" y="7620"/>
                </a:moveTo>
                <a:lnTo>
                  <a:pt x="310807" y="7620"/>
                </a:lnTo>
                <a:lnTo>
                  <a:pt x="310807" y="125857"/>
                </a:lnTo>
                <a:lnTo>
                  <a:pt x="260565" y="125857"/>
                </a:lnTo>
                <a:lnTo>
                  <a:pt x="260565" y="149707"/>
                </a:lnTo>
                <a:lnTo>
                  <a:pt x="310807" y="149707"/>
                </a:lnTo>
                <a:lnTo>
                  <a:pt x="310807" y="302196"/>
                </a:lnTo>
                <a:lnTo>
                  <a:pt x="337451" y="302196"/>
                </a:lnTo>
                <a:lnTo>
                  <a:pt x="337451" y="7620"/>
                </a:lnTo>
                <a:close/>
              </a:path>
              <a:path w="401955" h="319404">
                <a:moveTo>
                  <a:pt x="401891" y="0"/>
                </a:moveTo>
                <a:lnTo>
                  <a:pt x="374992" y="0"/>
                </a:lnTo>
                <a:lnTo>
                  <a:pt x="374992" y="318935"/>
                </a:lnTo>
                <a:lnTo>
                  <a:pt x="401891" y="318935"/>
                </a:lnTo>
                <a:lnTo>
                  <a:pt x="401891" y="0"/>
                </a:lnTo>
                <a:close/>
              </a:path>
            </a:pathLst>
          </a:custGeom>
          <a:solidFill>
            <a:srgbClr val="9E9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1388146" y="5768313"/>
            <a:ext cx="273685" cy="319405"/>
          </a:xfrm>
          <a:custGeom>
            <a:avLst/>
            <a:gdLst/>
            <a:ahLst/>
            <a:cxnLst/>
            <a:rect l="l" t="t" r="r" b="b"/>
            <a:pathLst>
              <a:path w="273685" h="319404">
                <a:moveTo>
                  <a:pt x="273261" y="0"/>
                </a:moveTo>
                <a:lnTo>
                  <a:pt x="246366" y="0"/>
                </a:lnTo>
                <a:lnTo>
                  <a:pt x="246366" y="318931"/>
                </a:lnTo>
                <a:lnTo>
                  <a:pt x="273261" y="318931"/>
                </a:lnTo>
                <a:lnTo>
                  <a:pt x="273261" y="0"/>
                </a:lnTo>
                <a:close/>
              </a:path>
              <a:path w="273685" h="319404">
                <a:moveTo>
                  <a:pt x="208815" y="112146"/>
                </a:moveTo>
                <a:lnTo>
                  <a:pt x="181666" y="112146"/>
                </a:lnTo>
                <a:lnTo>
                  <a:pt x="181666" y="168726"/>
                </a:lnTo>
                <a:lnTo>
                  <a:pt x="122548" y="168726"/>
                </a:lnTo>
                <a:lnTo>
                  <a:pt x="122548" y="192069"/>
                </a:lnTo>
                <a:lnTo>
                  <a:pt x="181666" y="192069"/>
                </a:lnTo>
                <a:lnTo>
                  <a:pt x="181666" y="302693"/>
                </a:lnTo>
                <a:lnTo>
                  <a:pt x="208815" y="302693"/>
                </a:lnTo>
                <a:lnTo>
                  <a:pt x="208815" y="112146"/>
                </a:lnTo>
                <a:close/>
              </a:path>
              <a:path w="273685" h="319404">
                <a:moveTo>
                  <a:pt x="137518" y="40596"/>
                </a:moveTo>
                <a:lnTo>
                  <a:pt x="14208" y="40596"/>
                </a:lnTo>
                <a:lnTo>
                  <a:pt x="14208" y="64192"/>
                </a:lnTo>
                <a:lnTo>
                  <a:pt x="109608" y="64192"/>
                </a:lnTo>
                <a:lnTo>
                  <a:pt x="99921" y="112146"/>
                </a:lnTo>
                <a:lnTo>
                  <a:pt x="99868" y="112411"/>
                </a:lnTo>
                <a:lnTo>
                  <a:pt x="78686" y="156516"/>
                </a:lnTo>
                <a:lnTo>
                  <a:pt x="45563" y="195815"/>
                </a:lnTo>
                <a:lnTo>
                  <a:pt x="0" y="229620"/>
                </a:lnTo>
                <a:lnTo>
                  <a:pt x="16999" y="249918"/>
                </a:lnTo>
                <a:lnTo>
                  <a:pt x="57531" y="220791"/>
                </a:lnTo>
                <a:lnTo>
                  <a:pt x="89120" y="187787"/>
                </a:lnTo>
                <a:lnTo>
                  <a:pt x="112336" y="151406"/>
                </a:lnTo>
                <a:lnTo>
                  <a:pt x="127645" y="112411"/>
                </a:lnTo>
                <a:lnTo>
                  <a:pt x="127750" y="112146"/>
                </a:lnTo>
                <a:lnTo>
                  <a:pt x="208815" y="112146"/>
                </a:lnTo>
                <a:lnTo>
                  <a:pt x="208815" y="88803"/>
                </a:lnTo>
                <a:lnTo>
                  <a:pt x="133205" y="88803"/>
                </a:lnTo>
                <a:lnTo>
                  <a:pt x="135110" y="76935"/>
                </a:lnTo>
                <a:lnTo>
                  <a:pt x="136455" y="64937"/>
                </a:lnTo>
                <a:lnTo>
                  <a:pt x="137254" y="52820"/>
                </a:lnTo>
                <a:lnTo>
                  <a:pt x="137518" y="40596"/>
                </a:lnTo>
                <a:close/>
              </a:path>
              <a:path w="273685" h="319404">
                <a:moveTo>
                  <a:pt x="208815" y="8626"/>
                </a:moveTo>
                <a:lnTo>
                  <a:pt x="181666" y="8626"/>
                </a:lnTo>
                <a:lnTo>
                  <a:pt x="181666" y="88803"/>
                </a:lnTo>
                <a:lnTo>
                  <a:pt x="208815" y="88803"/>
                </a:lnTo>
                <a:lnTo>
                  <a:pt x="208815" y="8626"/>
                </a:lnTo>
                <a:close/>
              </a:path>
            </a:pathLst>
          </a:custGeom>
          <a:solidFill>
            <a:srgbClr val="9E9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1707331" y="5768313"/>
            <a:ext cx="263525" cy="319405"/>
          </a:xfrm>
          <a:custGeom>
            <a:avLst/>
            <a:gdLst/>
            <a:ahLst/>
            <a:cxnLst/>
            <a:rect l="l" t="t" r="r" b="b"/>
            <a:pathLst>
              <a:path w="263525" h="319404">
                <a:moveTo>
                  <a:pt x="263112" y="0"/>
                </a:moveTo>
                <a:lnTo>
                  <a:pt x="234948" y="0"/>
                </a:lnTo>
                <a:lnTo>
                  <a:pt x="234948" y="83475"/>
                </a:lnTo>
                <a:lnTo>
                  <a:pt x="170756" y="83475"/>
                </a:lnTo>
                <a:lnTo>
                  <a:pt x="170756" y="107071"/>
                </a:lnTo>
                <a:lnTo>
                  <a:pt x="234948" y="107071"/>
                </a:lnTo>
                <a:lnTo>
                  <a:pt x="234948" y="191054"/>
                </a:lnTo>
                <a:lnTo>
                  <a:pt x="263112" y="191054"/>
                </a:lnTo>
                <a:lnTo>
                  <a:pt x="263112" y="0"/>
                </a:lnTo>
                <a:close/>
              </a:path>
              <a:path w="263525" h="319404">
                <a:moveTo>
                  <a:pt x="109608" y="45162"/>
                </a:moveTo>
                <a:lnTo>
                  <a:pt x="81191" y="45162"/>
                </a:lnTo>
                <a:lnTo>
                  <a:pt x="81191" y="59117"/>
                </a:lnTo>
                <a:lnTo>
                  <a:pt x="75142" y="92002"/>
                </a:lnTo>
                <a:lnTo>
                  <a:pt x="58293" y="121819"/>
                </a:lnTo>
                <a:lnTo>
                  <a:pt x="32595" y="146355"/>
                </a:lnTo>
                <a:lnTo>
                  <a:pt x="0" y="163398"/>
                </a:lnTo>
                <a:lnTo>
                  <a:pt x="14715" y="185726"/>
                </a:lnTo>
                <a:lnTo>
                  <a:pt x="41477" y="172506"/>
                </a:lnTo>
                <a:lnTo>
                  <a:pt x="64398" y="154280"/>
                </a:lnTo>
                <a:lnTo>
                  <a:pt x="82775" y="131796"/>
                </a:lnTo>
                <a:lnTo>
                  <a:pt x="95907" y="105803"/>
                </a:lnTo>
                <a:lnTo>
                  <a:pt x="124988" y="105803"/>
                </a:lnTo>
                <a:lnTo>
                  <a:pt x="115333" y="89211"/>
                </a:lnTo>
                <a:lnTo>
                  <a:pt x="109656" y="59117"/>
                </a:lnTo>
                <a:lnTo>
                  <a:pt x="109608" y="45162"/>
                </a:lnTo>
                <a:close/>
              </a:path>
              <a:path w="263525" h="319404">
                <a:moveTo>
                  <a:pt x="124988" y="105803"/>
                </a:moveTo>
                <a:lnTo>
                  <a:pt x="95907" y="105803"/>
                </a:lnTo>
                <a:lnTo>
                  <a:pt x="108806" y="129161"/>
                </a:lnTo>
                <a:lnTo>
                  <a:pt x="126402" y="149475"/>
                </a:lnTo>
                <a:lnTo>
                  <a:pt x="148161" y="166031"/>
                </a:lnTo>
                <a:lnTo>
                  <a:pt x="173547" y="178114"/>
                </a:lnTo>
                <a:lnTo>
                  <a:pt x="188263" y="156040"/>
                </a:lnTo>
                <a:lnTo>
                  <a:pt x="156278" y="139821"/>
                </a:lnTo>
                <a:lnTo>
                  <a:pt x="131429" y="116871"/>
                </a:lnTo>
                <a:lnTo>
                  <a:pt x="124988" y="105803"/>
                </a:lnTo>
                <a:close/>
              </a:path>
              <a:path w="263525" h="319404">
                <a:moveTo>
                  <a:pt x="180905" y="22074"/>
                </a:moveTo>
                <a:lnTo>
                  <a:pt x="9133" y="22074"/>
                </a:lnTo>
                <a:lnTo>
                  <a:pt x="9133" y="45162"/>
                </a:lnTo>
                <a:lnTo>
                  <a:pt x="180905" y="45162"/>
                </a:lnTo>
                <a:lnTo>
                  <a:pt x="180905" y="22074"/>
                </a:lnTo>
                <a:close/>
              </a:path>
              <a:path w="263525" h="319404">
                <a:moveTo>
                  <a:pt x="263112" y="208054"/>
                </a:moveTo>
                <a:lnTo>
                  <a:pt x="48461" y="208054"/>
                </a:lnTo>
                <a:lnTo>
                  <a:pt x="48461" y="231142"/>
                </a:lnTo>
                <a:lnTo>
                  <a:pt x="234948" y="231142"/>
                </a:lnTo>
                <a:lnTo>
                  <a:pt x="234948" y="318931"/>
                </a:lnTo>
                <a:lnTo>
                  <a:pt x="263112" y="318931"/>
                </a:lnTo>
                <a:lnTo>
                  <a:pt x="263112" y="208054"/>
                </a:lnTo>
                <a:close/>
              </a:path>
            </a:pathLst>
          </a:custGeom>
          <a:solidFill>
            <a:srgbClr val="9E9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2031083" y="5768567"/>
            <a:ext cx="266065" cy="311785"/>
          </a:xfrm>
          <a:custGeom>
            <a:avLst/>
            <a:gdLst/>
            <a:ahLst/>
            <a:cxnLst/>
            <a:rect l="l" t="t" r="r" b="b"/>
            <a:pathLst>
              <a:path w="266064" h="311785">
                <a:moveTo>
                  <a:pt x="78147" y="209322"/>
                </a:moveTo>
                <a:lnTo>
                  <a:pt x="49983" y="209322"/>
                </a:lnTo>
                <a:lnTo>
                  <a:pt x="49983" y="311573"/>
                </a:lnTo>
                <a:lnTo>
                  <a:pt x="265903" y="311573"/>
                </a:lnTo>
                <a:lnTo>
                  <a:pt x="265903" y="288230"/>
                </a:lnTo>
                <a:lnTo>
                  <a:pt x="78147" y="288230"/>
                </a:lnTo>
                <a:lnTo>
                  <a:pt x="78147" y="209322"/>
                </a:lnTo>
                <a:close/>
              </a:path>
              <a:path w="266064" h="311785">
                <a:moveTo>
                  <a:pt x="256007" y="0"/>
                </a:moveTo>
                <a:lnTo>
                  <a:pt x="227844" y="0"/>
                </a:lnTo>
                <a:lnTo>
                  <a:pt x="227844" y="233172"/>
                </a:lnTo>
                <a:lnTo>
                  <a:pt x="256007" y="233172"/>
                </a:lnTo>
                <a:lnTo>
                  <a:pt x="256007" y="0"/>
                </a:lnTo>
                <a:close/>
              </a:path>
              <a:path w="266064" h="311785">
                <a:moveTo>
                  <a:pt x="83729" y="22327"/>
                </a:moveTo>
                <a:lnTo>
                  <a:pt x="50522" y="28080"/>
                </a:lnTo>
                <a:lnTo>
                  <a:pt x="23976" y="44179"/>
                </a:lnTo>
                <a:lnTo>
                  <a:pt x="6374" y="68890"/>
                </a:lnTo>
                <a:lnTo>
                  <a:pt x="0" y="100474"/>
                </a:lnTo>
                <a:lnTo>
                  <a:pt x="6374" y="132349"/>
                </a:lnTo>
                <a:lnTo>
                  <a:pt x="23976" y="157182"/>
                </a:lnTo>
                <a:lnTo>
                  <a:pt x="50522" y="173262"/>
                </a:lnTo>
                <a:lnTo>
                  <a:pt x="83729" y="178875"/>
                </a:lnTo>
                <a:lnTo>
                  <a:pt x="116895" y="173262"/>
                </a:lnTo>
                <a:lnTo>
                  <a:pt x="143354" y="157182"/>
                </a:lnTo>
                <a:lnTo>
                  <a:pt x="145412" y="154264"/>
                </a:lnTo>
                <a:lnTo>
                  <a:pt x="83729" y="154264"/>
                </a:lnTo>
                <a:lnTo>
                  <a:pt x="61337" y="150319"/>
                </a:lnTo>
                <a:lnTo>
                  <a:pt x="43513" y="139263"/>
                </a:lnTo>
                <a:lnTo>
                  <a:pt x="31778" y="122259"/>
                </a:lnTo>
                <a:lnTo>
                  <a:pt x="27655" y="100474"/>
                </a:lnTo>
                <a:lnTo>
                  <a:pt x="31778" y="78943"/>
                </a:lnTo>
                <a:lnTo>
                  <a:pt x="43513" y="62003"/>
                </a:lnTo>
                <a:lnTo>
                  <a:pt x="61337" y="50915"/>
                </a:lnTo>
                <a:lnTo>
                  <a:pt x="83729" y="46939"/>
                </a:lnTo>
                <a:lnTo>
                  <a:pt x="145310" y="46939"/>
                </a:lnTo>
                <a:lnTo>
                  <a:pt x="143354" y="44179"/>
                </a:lnTo>
                <a:lnTo>
                  <a:pt x="116895" y="28080"/>
                </a:lnTo>
                <a:lnTo>
                  <a:pt x="83729" y="22327"/>
                </a:lnTo>
                <a:close/>
              </a:path>
              <a:path w="266064" h="311785">
                <a:moveTo>
                  <a:pt x="145310" y="46939"/>
                </a:moveTo>
                <a:lnTo>
                  <a:pt x="83729" y="46939"/>
                </a:lnTo>
                <a:lnTo>
                  <a:pt x="105870" y="50915"/>
                </a:lnTo>
                <a:lnTo>
                  <a:pt x="123658" y="62003"/>
                </a:lnTo>
                <a:lnTo>
                  <a:pt x="135500" y="78943"/>
                </a:lnTo>
                <a:lnTo>
                  <a:pt x="139802" y="100474"/>
                </a:lnTo>
                <a:lnTo>
                  <a:pt x="135500" y="122259"/>
                </a:lnTo>
                <a:lnTo>
                  <a:pt x="123658" y="139263"/>
                </a:lnTo>
                <a:lnTo>
                  <a:pt x="105870" y="150319"/>
                </a:lnTo>
                <a:lnTo>
                  <a:pt x="83729" y="154264"/>
                </a:lnTo>
                <a:lnTo>
                  <a:pt x="145412" y="154264"/>
                </a:lnTo>
                <a:lnTo>
                  <a:pt x="160869" y="132349"/>
                </a:lnTo>
                <a:lnTo>
                  <a:pt x="167204" y="100474"/>
                </a:lnTo>
                <a:lnTo>
                  <a:pt x="160869" y="68890"/>
                </a:lnTo>
                <a:lnTo>
                  <a:pt x="145310" y="46939"/>
                </a:lnTo>
                <a:close/>
              </a:path>
            </a:pathLst>
          </a:custGeom>
          <a:solidFill>
            <a:srgbClr val="9E9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2429775" y="5768313"/>
            <a:ext cx="277495" cy="319405"/>
          </a:xfrm>
          <a:custGeom>
            <a:avLst/>
            <a:gdLst/>
            <a:ahLst/>
            <a:cxnLst/>
            <a:rect l="l" t="t" r="r" b="b"/>
            <a:pathLst>
              <a:path w="277494" h="319404">
                <a:moveTo>
                  <a:pt x="277320" y="152995"/>
                </a:moveTo>
                <a:lnTo>
                  <a:pt x="250172" y="152995"/>
                </a:lnTo>
                <a:lnTo>
                  <a:pt x="250172" y="318931"/>
                </a:lnTo>
                <a:lnTo>
                  <a:pt x="277320" y="318931"/>
                </a:lnTo>
                <a:lnTo>
                  <a:pt x="277320" y="152995"/>
                </a:lnTo>
                <a:close/>
              </a:path>
              <a:path w="277494" h="319404">
                <a:moveTo>
                  <a:pt x="206531" y="6850"/>
                </a:moveTo>
                <a:lnTo>
                  <a:pt x="179890" y="6850"/>
                </a:lnTo>
                <a:lnTo>
                  <a:pt x="179890" y="302693"/>
                </a:lnTo>
                <a:lnTo>
                  <a:pt x="206531" y="302693"/>
                </a:lnTo>
                <a:lnTo>
                  <a:pt x="206531" y="152995"/>
                </a:lnTo>
                <a:lnTo>
                  <a:pt x="277320" y="152995"/>
                </a:lnTo>
                <a:lnTo>
                  <a:pt x="277320" y="128892"/>
                </a:lnTo>
                <a:lnTo>
                  <a:pt x="206531" y="128892"/>
                </a:lnTo>
                <a:lnTo>
                  <a:pt x="206531" y="6850"/>
                </a:lnTo>
                <a:close/>
              </a:path>
              <a:path w="277494" h="319404">
                <a:moveTo>
                  <a:pt x="277320" y="0"/>
                </a:moveTo>
                <a:lnTo>
                  <a:pt x="250172" y="0"/>
                </a:lnTo>
                <a:lnTo>
                  <a:pt x="250172" y="128892"/>
                </a:lnTo>
                <a:lnTo>
                  <a:pt x="277320" y="128892"/>
                </a:lnTo>
                <a:lnTo>
                  <a:pt x="277320" y="0"/>
                </a:lnTo>
                <a:close/>
              </a:path>
              <a:path w="277494" h="319404">
                <a:moveTo>
                  <a:pt x="97683" y="61401"/>
                </a:moveTo>
                <a:lnTo>
                  <a:pt x="70535" y="61401"/>
                </a:lnTo>
                <a:lnTo>
                  <a:pt x="70535" y="87027"/>
                </a:lnTo>
                <a:lnTo>
                  <a:pt x="65972" y="133312"/>
                </a:lnTo>
                <a:lnTo>
                  <a:pt x="52489" y="173959"/>
                </a:lnTo>
                <a:lnTo>
                  <a:pt x="30395" y="207233"/>
                </a:lnTo>
                <a:lnTo>
                  <a:pt x="0" y="231396"/>
                </a:lnTo>
                <a:lnTo>
                  <a:pt x="17760" y="252963"/>
                </a:lnTo>
                <a:lnTo>
                  <a:pt x="40821" y="235396"/>
                </a:lnTo>
                <a:lnTo>
                  <a:pt x="59720" y="212716"/>
                </a:lnTo>
                <a:lnTo>
                  <a:pt x="74384" y="185421"/>
                </a:lnTo>
                <a:lnTo>
                  <a:pt x="84744" y="154010"/>
                </a:lnTo>
                <a:lnTo>
                  <a:pt x="110916" y="154010"/>
                </a:lnTo>
                <a:lnTo>
                  <a:pt x="102159" y="129177"/>
                </a:lnTo>
                <a:lnTo>
                  <a:pt x="97683" y="87027"/>
                </a:lnTo>
                <a:lnTo>
                  <a:pt x="97683" y="61401"/>
                </a:lnTo>
                <a:close/>
              </a:path>
              <a:path w="277494" h="319404">
                <a:moveTo>
                  <a:pt x="110916" y="154010"/>
                </a:moveTo>
                <a:lnTo>
                  <a:pt x="84744" y="154010"/>
                </a:lnTo>
                <a:lnTo>
                  <a:pt x="95243" y="181771"/>
                </a:lnTo>
                <a:lnTo>
                  <a:pt x="109751" y="206071"/>
                </a:lnTo>
                <a:lnTo>
                  <a:pt x="128184" y="226351"/>
                </a:lnTo>
                <a:lnTo>
                  <a:pt x="150458" y="242053"/>
                </a:lnTo>
                <a:lnTo>
                  <a:pt x="167204" y="220232"/>
                </a:lnTo>
                <a:lnTo>
                  <a:pt x="137181" y="197778"/>
                </a:lnTo>
                <a:lnTo>
                  <a:pt x="115412" y="166760"/>
                </a:lnTo>
                <a:lnTo>
                  <a:pt x="110916" y="154010"/>
                </a:lnTo>
                <a:close/>
              </a:path>
              <a:path w="277494" h="319404">
                <a:moveTo>
                  <a:pt x="156801" y="38058"/>
                </a:moveTo>
                <a:lnTo>
                  <a:pt x="7611" y="38058"/>
                </a:lnTo>
                <a:lnTo>
                  <a:pt x="7611" y="61401"/>
                </a:lnTo>
                <a:lnTo>
                  <a:pt x="156801" y="61401"/>
                </a:lnTo>
                <a:lnTo>
                  <a:pt x="156801" y="38058"/>
                </a:lnTo>
                <a:close/>
              </a:path>
            </a:pathLst>
          </a:custGeom>
          <a:solidFill>
            <a:srgbClr val="9E9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2985432" y="5768313"/>
            <a:ext cx="28575" cy="320040"/>
          </a:xfrm>
          <a:custGeom>
            <a:avLst/>
            <a:gdLst/>
            <a:ahLst/>
            <a:cxnLst/>
            <a:rect l="l" t="t" r="r" b="b"/>
            <a:pathLst>
              <a:path w="28575" h="320039">
                <a:moveTo>
                  <a:pt x="28163" y="0"/>
                </a:moveTo>
                <a:lnTo>
                  <a:pt x="0" y="0"/>
                </a:lnTo>
                <a:lnTo>
                  <a:pt x="0" y="319438"/>
                </a:lnTo>
                <a:lnTo>
                  <a:pt x="28163" y="319438"/>
                </a:lnTo>
                <a:lnTo>
                  <a:pt x="28163" y="0"/>
                </a:lnTo>
                <a:close/>
              </a:path>
            </a:pathLst>
          </a:custGeom>
          <a:solidFill>
            <a:srgbClr val="9E9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2769247" y="5800089"/>
            <a:ext cx="147955" cy="207010"/>
          </a:xfrm>
          <a:custGeom>
            <a:avLst/>
            <a:gdLst/>
            <a:ahLst/>
            <a:cxnLst/>
            <a:rect l="l" t="t" r="r" b="b"/>
            <a:pathLst>
              <a:path w="147955" h="207010">
                <a:moveTo>
                  <a:pt x="147421" y="0"/>
                </a:moveTo>
                <a:lnTo>
                  <a:pt x="0" y="0"/>
                </a:lnTo>
                <a:lnTo>
                  <a:pt x="0" y="22860"/>
                </a:lnTo>
                <a:lnTo>
                  <a:pt x="0" y="184150"/>
                </a:lnTo>
                <a:lnTo>
                  <a:pt x="0" y="207010"/>
                </a:lnTo>
                <a:lnTo>
                  <a:pt x="147421" y="207010"/>
                </a:lnTo>
                <a:lnTo>
                  <a:pt x="147421" y="184150"/>
                </a:lnTo>
                <a:lnTo>
                  <a:pt x="27914" y="184150"/>
                </a:lnTo>
                <a:lnTo>
                  <a:pt x="27914" y="22860"/>
                </a:lnTo>
                <a:lnTo>
                  <a:pt x="120015" y="22860"/>
                </a:lnTo>
                <a:lnTo>
                  <a:pt x="120015" y="183896"/>
                </a:lnTo>
                <a:lnTo>
                  <a:pt x="147421" y="183896"/>
                </a:lnTo>
                <a:lnTo>
                  <a:pt x="147421" y="22860"/>
                </a:lnTo>
                <a:lnTo>
                  <a:pt x="147421" y="22275"/>
                </a:lnTo>
                <a:lnTo>
                  <a:pt x="147421" y="0"/>
                </a:lnTo>
                <a:close/>
              </a:path>
            </a:pathLst>
          </a:custGeom>
          <a:solidFill>
            <a:srgbClr val="9E9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3068396" y="5768060"/>
            <a:ext cx="687705" cy="363855"/>
          </a:xfrm>
          <a:custGeom>
            <a:avLst/>
            <a:gdLst/>
            <a:ahLst/>
            <a:cxnLst/>
            <a:rect l="l" t="t" r="r" b="b"/>
            <a:pathLst>
              <a:path w="687704" h="363854">
                <a:moveTo>
                  <a:pt x="256260" y="22834"/>
                </a:moveTo>
                <a:lnTo>
                  <a:pt x="228346" y="22834"/>
                </a:lnTo>
                <a:lnTo>
                  <a:pt x="228346" y="80289"/>
                </a:lnTo>
                <a:lnTo>
                  <a:pt x="62661" y="80289"/>
                </a:lnTo>
                <a:lnTo>
                  <a:pt x="62661" y="23139"/>
                </a:lnTo>
                <a:lnTo>
                  <a:pt x="34505" y="23139"/>
                </a:lnTo>
                <a:lnTo>
                  <a:pt x="34505" y="80289"/>
                </a:lnTo>
                <a:lnTo>
                  <a:pt x="34505" y="103149"/>
                </a:lnTo>
                <a:lnTo>
                  <a:pt x="34505" y="162839"/>
                </a:lnTo>
                <a:lnTo>
                  <a:pt x="34505" y="185699"/>
                </a:lnTo>
                <a:lnTo>
                  <a:pt x="256260" y="185699"/>
                </a:lnTo>
                <a:lnTo>
                  <a:pt x="256260" y="162902"/>
                </a:lnTo>
                <a:lnTo>
                  <a:pt x="256260" y="103530"/>
                </a:lnTo>
                <a:lnTo>
                  <a:pt x="228346" y="103530"/>
                </a:lnTo>
                <a:lnTo>
                  <a:pt x="228346" y="162839"/>
                </a:lnTo>
                <a:lnTo>
                  <a:pt x="62661" y="162839"/>
                </a:lnTo>
                <a:lnTo>
                  <a:pt x="62661" y="103149"/>
                </a:lnTo>
                <a:lnTo>
                  <a:pt x="256260" y="103149"/>
                </a:lnTo>
                <a:lnTo>
                  <a:pt x="256260" y="80441"/>
                </a:lnTo>
                <a:lnTo>
                  <a:pt x="256260" y="80289"/>
                </a:lnTo>
                <a:lnTo>
                  <a:pt x="256260" y="22834"/>
                </a:lnTo>
                <a:close/>
              </a:path>
              <a:path w="687704" h="363854">
                <a:moveTo>
                  <a:pt x="292036" y="254749"/>
                </a:moveTo>
                <a:lnTo>
                  <a:pt x="159080" y="254749"/>
                </a:lnTo>
                <a:lnTo>
                  <a:pt x="159080" y="185991"/>
                </a:lnTo>
                <a:lnTo>
                  <a:pt x="131178" y="185991"/>
                </a:lnTo>
                <a:lnTo>
                  <a:pt x="131178" y="254749"/>
                </a:lnTo>
                <a:lnTo>
                  <a:pt x="0" y="254749"/>
                </a:lnTo>
                <a:lnTo>
                  <a:pt x="0" y="278345"/>
                </a:lnTo>
                <a:lnTo>
                  <a:pt x="292036" y="278345"/>
                </a:lnTo>
                <a:lnTo>
                  <a:pt x="292036" y="254749"/>
                </a:lnTo>
                <a:close/>
              </a:path>
              <a:path w="687704" h="363854">
                <a:moveTo>
                  <a:pt x="507441" y="163652"/>
                </a:moveTo>
                <a:lnTo>
                  <a:pt x="505472" y="150723"/>
                </a:lnTo>
                <a:lnTo>
                  <a:pt x="503897" y="140309"/>
                </a:lnTo>
                <a:lnTo>
                  <a:pt x="472541" y="145669"/>
                </a:lnTo>
                <a:lnTo>
                  <a:pt x="440334" y="148894"/>
                </a:lnTo>
                <a:lnTo>
                  <a:pt x="404126" y="150431"/>
                </a:lnTo>
                <a:lnTo>
                  <a:pt x="360794" y="150723"/>
                </a:lnTo>
                <a:lnTo>
                  <a:pt x="360794" y="51257"/>
                </a:lnTo>
                <a:lnTo>
                  <a:pt x="474713" y="51257"/>
                </a:lnTo>
                <a:lnTo>
                  <a:pt x="474713" y="27914"/>
                </a:lnTo>
                <a:lnTo>
                  <a:pt x="332879" y="27914"/>
                </a:lnTo>
                <a:lnTo>
                  <a:pt x="332879" y="174320"/>
                </a:lnTo>
                <a:lnTo>
                  <a:pt x="357492" y="174320"/>
                </a:lnTo>
                <a:lnTo>
                  <a:pt x="402869" y="173964"/>
                </a:lnTo>
                <a:lnTo>
                  <a:pt x="440753" y="172313"/>
                </a:lnTo>
                <a:lnTo>
                  <a:pt x="474484" y="168998"/>
                </a:lnTo>
                <a:lnTo>
                  <a:pt x="507441" y="163652"/>
                </a:lnTo>
                <a:close/>
              </a:path>
              <a:path w="687704" h="363854">
                <a:moveTo>
                  <a:pt x="581787" y="288747"/>
                </a:moveTo>
                <a:lnTo>
                  <a:pt x="395300" y="288747"/>
                </a:lnTo>
                <a:lnTo>
                  <a:pt x="395300" y="207810"/>
                </a:lnTo>
                <a:lnTo>
                  <a:pt x="367385" y="207810"/>
                </a:lnTo>
                <a:lnTo>
                  <a:pt x="367385" y="312089"/>
                </a:lnTo>
                <a:lnTo>
                  <a:pt x="581787" y="312089"/>
                </a:lnTo>
                <a:lnTo>
                  <a:pt x="581787" y="288747"/>
                </a:lnTo>
                <a:close/>
              </a:path>
              <a:path w="687704" h="363854">
                <a:moveTo>
                  <a:pt x="615276" y="95148"/>
                </a:moveTo>
                <a:lnTo>
                  <a:pt x="567067" y="95148"/>
                </a:lnTo>
                <a:lnTo>
                  <a:pt x="567067" y="0"/>
                </a:lnTo>
                <a:lnTo>
                  <a:pt x="538911" y="0"/>
                </a:lnTo>
                <a:lnTo>
                  <a:pt x="538911" y="231152"/>
                </a:lnTo>
                <a:lnTo>
                  <a:pt x="567067" y="231152"/>
                </a:lnTo>
                <a:lnTo>
                  <a:pt x="567067" y="118745"/>
                </a:lnTo>
                <a:lnTo>
                  <a:pt x="615276" y="118745"/>
                </a:lnTo>
                <a:lnTo>
                  <a:pt x="615276" y="95148"/>
                </a:lnTo>
                <a:close/>
              </a:path>
              <a:path w="687704" h="363854">
                <a:moveTo>
                  <a:pt x="687590" y="265658"/>
                </a:moveTo>
                <a:lnTo>
                  <a:pt x="653084" y="265658"/>
                </a:lnTo>
                <a:lnTo>
                  <a:pt x="633298" y="363334"/>
                </a:lnTo>
                <a:lnTo>
                  <a:pt x="659930" y="363334"/>
                </a:lnTo>
                <a:lnTo>
                  <a:pt x="687590" y="265658"/>
                </a:lnTo>
                <a:close/>
              </a:path>
            </a:pathLst>
          </a:custGeom>
          <a:solidFill>
            <a:srgbClr val="9E9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3892175" y="5768313"/>
            <a:ext cx="260350" cy="320040"/>
          </a:xfrm>
          <a:custGeom>
            <a:avLst/>
            <a:gdLst/>
            <a:ahLst/>
            <a:cxnLst/>
            <a:rect l="l" t="t" r="r" b="b"/>
            <a:pathLst>
              <a:path w="260350" h="320039">
                <a:moveTo>
                  <a:pt x="259813" y="0"/>
                </a:moveTo>
                <a:lnTo>
                  <a:pt x="231650" y="0"/>
                </a:lnTo>
                <a:lnTo>
                  <a:pt x="231650" y="319438"/>
                </a:lnTo>
                <a:lnTo>
                  <a:pt x="259813" y="319438"/>
                </a:lnTo>
                <a:lnTo>
                  <a:pt x="259813" y="0"/>
                </a:lnTo>
                <a:close/>
              </a:path>
              <a:path w="260350" h="320039">
                <a:moveTo>
                  <a:pt x="102504" y="23342"/>
                </a:moveTo>
                <a:lnTo>
                  <a:pt x="67835" y="28793"/>
                </a:lnTo>
                <a:lnTo>
                  <a:pt x="40564" y="44116"/>
                </a:lnTo>
                <a:lnTo>
                  <a:pt x="22759" y="67764"/>
                </a:lnTo>
                <a:lnTo>
                  <a:pt x="16491" y="98191"/>
                </a:lnTo>
                <a:lnTo>
                  <a:pt x="22759" y="128618"/>
                </a:lnTo>
                <a:lnTo>
                  <a:pt x="40564" y="152266"/>
                </a:lnTo>
                <a:lnTo>
                  <a:pt x="67835" y="167588"/>
                </a:lnTo>
                <a:lnTo>
                  <a:pt x="102504" y="173040"/>
                </a:lnTo>
                <a:lnTo>
                  <a:pt x="137102" y="167588"/>
                </a:lnTo>
                <a:lnTo>
                  <a:pt x="164254" y="152266"/>
                </a:lnTo>
                <a:lnTo>
                  <a:pt x="167140" y="148428"/>
                </a:lnTo>
                <a:lnTo>
                  <a:pt x="102504" y="148428"/>
                </a:lnTo>
                <a:lnTo>
                  <a:pt x="79007" y="144753"/>
                </a:lnTo>
                <a:lnTo>
                  <a:pt x="60481" y="134442"/>
                </a:lnTo>
                <a:lnTo>
                  <a:pt x="48378" y="118564"/>
                </a:lnTo>
                <a:lnTo>
                  <a:pt x="44148" y="98191"/>
                </a:lnTo>
                <a:lnTo>
                  <a:pt x="48378" y="77818"/>
                </a:lnTo>
                <a:lnTo>
                  <a:pt x="60481" y="61940"/>
                </a:lnTo>
                <a:lnTo>
                  <a:pt x="79007" y="51629"/>
                </a:lnTo>
                <a:lnTo>
                  <a:pt x="102504" y="47953"/>
                </a:lnTo>
                <a:lnTo>
                  <a:pt x="167140" y="47953"/>
                </a:lnTo>
                <a:lnTo>
                  <a:pt x="164254" y="44116"/>
                </a:lnTo>
                <a:lnTo>
                  <a:pt x="137102" y="28793"/>
                </a:lnTo>
                <a:lnTo>
                  <a:pt x="102504" y="23342"/>
                </a:lnTo>
                <a:close/>
              </a:path>
              <a:path w="260350" h="320039">
                <a:moveTo>
                  <a:pt x="167140" y="47953"/>
                </a:moveTo>
                <a:lnTo>
                  <a:pt x="102504" y="47953"/>
                </a:lnTo>
                <a:lnTo>
                  <a:pt x="125859" y="51629"/>
                </a:lnTo>
                <a:lnTo>
                  <a:pt x="144337" y="61940"/>
                </a:lnTo>
                <a:lnTo>
                  <a:pt x="156488" y="77818"/>
                </a:lnTo>
                <a:lnTo>
                  <a:pt x="160861" y="98191"/>
                </a:lnTo>
                <a:lnTo>
                  <a:pt x="156488" y="118564"/>
                </a:lnTo>
                <a:lnTo>
                  <a:pt x="144337" y="134442"/>
                </a:lnTo>
                <a:lnTo>
                  <a:pt x="125859" y="144753"/>
                </a:lnTo>
                <a:lnTo>
                  <a:pt x="102504" y="148428"/>
                </a:lnTo>
                <a:lnTo>
                  <a:pt x="167140" y="148428"/>
                </a:lnTo>
                <a:lnTo>
                  <a:pt x="182035" y="128618"/>
                </a:lnTo>
                <a:lnTo>
                  <a:pt x="188517" y="98191"/>
                </a:lnTo>
                <a:lnTo>
                  <a:pt x="182035" y="67764"/>
                </a:lnTo>
                <a:lnTo>
                  <a:pt x="167140" y="47953"/>
                </a:lnTo>
                <a:close/>
              </a:path>
              <a:path w="260350" h="320039">
                <a:moveTo>
                  <a:pt x="210591" y="214397"/>
                </a:moveTo>
                <a:lnTo>
                  <a:pt x="156207" y="220486"/>
                </a:lnTo>
                <a:lnTo>
                  <a:pt x="100918" y="223721"/>
                </a:lnTo>
                <a:lnTo>
                  <a:pt x="43736" y="225053"/>
                </a:lnTo>
                <a:lnTo>
                  <a:pt x="0" y="225053"/>
                </a:lnTo>
                <a:lnTo>
                  <a:pt x="3765" y="248903"/>
                </a:lnTo>
                <a:lnTo>
                  <a:pt x="3805" y="249157"/>
                </a:lnTo>
                <a:lnTo>
                  <a:pt x="50495" y="248903"/>
                </a:lnTo>
                <a:lnTo>
                  <a:pt x="102536" y="247317"/>
                </a:lnTo>
                <a:lnTo>
                  <a:pt x="157479" y="243163"/>
                </a:lnTo>
                <a:lnTo>
                  <a:pt x="212874" y="235202"/>
                </a:lnTo>
                <a:lnTo>
                  <a:pt x="210591" y="214397"/>
                </a:lnTo>
                <a:close/>
              </a:path>
            </a:pathLst>
          </a:custGeom>
          <a:solidFill>
            <a:srgbClr val="9E9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4209838" y="5768313"/>
            <a:ext cx="260350" cy="320040"/>
          </a:xfrm>
          <a:custGeom>
            <a:avLst/>
            <a:gdLst/>
            <a:ahLst/>
            <a:cxnLst/>
            <a:rect l="l" t="t" r="r" b="b"/>
            <a:pathLst>
              <a:path w="260350" h="320039">
                <a:moveTo>
                  <a:pt x="259813" y="0"/>
                </a:moveTo>
                <a:lnTo>
                  <a:pt x="231650" y="0"/>
                </a:lnTo>
                <a:lnTo>
                  <a:pt x="231650" y="319438"/>
                </a:lnTo>
                <a:lnTo>
                  <a:pt x="259813" y="319438"/>
                </a:lnTo>
                <a:lnTo>
                  <a:pt x="259813" y="0"/>
                </a:lnTo>
                <a:close/>
              </a:path>
              <a:path w="260350" h="320039">
                <a:moveTo>
                  <a:pt x="102504" y="20805"/>
                </a:moveTo>
                <a:lnTo>
                  <a:pt x="67835" y="26363"/>
                </a:lnTo>
                <a:lnTo>
                  <a:pt x="40564" y="41674"/>
                </a:lnTo>
                <a:lnTo>
                  <a:pt x="22759" y="65262"/>
                </a:lnTo>
                <a:lnTo>
                  <a:pt x="16492" y="95654"/>
                </a:lnTo>
                <a:lnTo>
                  <a:pt x="20261" y="116063"/>
                </a:lnTo>
                <a:lnTo>
                  <a:pt x="21658" y="123442"/>
                </a:lnTo>
                <a:lnTo>
                  <a:pt x="34126" y="142323"/>
                </a:lnTo>
                <a:lnTo>
                  <a:pt x="36475" y="145748"/>
                </a:lnTo>
                <a:lnTo>
                  <a:pt x="59239" y="161465"/>
                </a:lnTo>
                <a:lnTo>
                  <a:pt x="59513" y="161465"/>
                </a:lnTo>
                <a:lnTo>
                  <a:pt x="88758" y="169487"/>
                </a:lnTo>
                <a:lnTo>
                  <a:pt x="88296" y="169487"/>
                </a:lnTo>
                <a:lnTo>
                  <a:pt x="88296" y="224799"/>
                </a:lnTo>
                <a:lnTo>
                  <a:pt x="64723" y="225386"/>
                </a:lnTo>
                <a:lnTo>
                  <a:pt x="32375" y="225814"/>
                </a:lnTo>
                <a:lnTo>
                  <a:pt x="0" y="225814"/>
                </a:lnTo>
                <a:lnTo>
                  <a:pt x="3765" y="249161"/>
                </a:lnTo>
                <a:lnTo>
                  <a:pt x="3805" y="249411"/>
                </a:lnTo>
                <a:lnTo>
                  <a:pt x="50495" y="249161"/>
                </a:lnTo>
                <a:lnTo>
                  <a:pt x="102536" y="247603"/>
                </a:lnTo>
                <a:lnTo>
                  <a:pt x="157479" y="243523"/>
                </a:lnTo>
                <a:lnTo>
                  <a:pt x="212874" y="235710"/>
                </a:lnTo>
                <a:lnTo>
                  <a:pt x="211788" y="225814"/>
                </a:lnTo>
                <a:lnTo>
                  <a:pt x="211677" y="224799"/>
                </a:lnTo>
                <a:lnTo>
                  <a:pt x="211552" y="223658"/>
                </a:lnTo>
                <a:lnTo>
                  <a:pt x="116459" y="223658"/>
                </a:lnTo>
                <a:lnTo>
                  <a:pt x="116459" y="169487"/>
                </a:lnTo>
                <a:lnTo>
                  <a:pt x="145719" y="161465"/>
                </a:lnTo>
                <a:lnTo>
                  <a:pt x="168219" y="145891"/>
                </a:lnTo>
                <a:lnTo>
                  <a:pt x="102504" y="145891"/>
                </a:lnTo>
                <a:lnTo>
                  <a:pt x="79007" y="142323"/>
                </a:lnTo>
                <a:lnTo>
                  <a:pt x="60481" y="132000"/>
                </a:lnTo>
                <a:lnTo>
                  <a:pt x="48378" y="116063"/>
                </a:lnTo>
                <a:lnTo>
                  <a:pt x="44148" y="95654"/>
                </a:lnTo>
                <a:lnTo>
                  <a:pt x="48378" y="75173"/>
                </a:lnTo>
                <a:lnTo>
                  <a:pt x="60481" y="59308"/>
                </a:lnTo>
                <a:lnTo>
                  <a:pt x="79007" y="49056"/>
                </a:lnTo>
                <a:lnTo>
                  <a:pt x="102504" y="45416"/>
                </a:lnTo>
                <a:lnTo>
                  <a:pt x="167075" y="45416"/>
                </a:lnTo>
                <a:lnTo>
                  <a:pt x="164254" y="41674"/>
                </a:lnTo>
                <a:lnTo>
                  <a:pt x="137102" y="26363"/>
                </a:lnTo>
                <a:lnTo>
                  <a:pt x="102504" y="20805"/>
                </a:lnTo>
                <a:close/>
              </a:path>
              <a:path w="260350" h="320039">
                <a:moveTo>
                  <a:pt x="210591" y="214904"/>
                </a:moveTo>
                <a:lnTo>
                  <a:pt x="187534" y="217985"/>
                </a:lnTo>
                <a:lnTo>
                  <a:pt x="164001" y="220423"/>
                </a:lnTo>
                <a:lnTo>
                  <a:pt x="140230" y="222290"/>
                </a:lnTo>
                <a:lnTo>
                  <a:pt x="116459" y="223658"/>
                </a:lnTo>
                <a:lnTo>
                  <a:pt x="211552" y="223658"/>
                </a:lnTo>
                <a:lnTo>
                  <a:pt x="210591" y="214904"/>
                </a:lnTo>
                <a:close/>
              </a:path>
              <a:path w="260350" h="320039">
                <a:moveTo>
                  <a:pt x="167075" y="45416"/>
                </a:moveTo>
                <a:lnTo>
                  <a:pt x="102504" y="45416"/>
                </a:lnTo>
                <a:lnTo>
                  <a:pt x="125859" y="49056"/>
                </a:lnTo>
                <a:lnTo>
                  <a:pt x="144337" y="59308"/>
                </a:lnTo>
                <a:lnTo>
                  <a:pt x="156488" y="75173"/>
                </a:lnTo>
                <a:lnTo>
                  <a:pt x="160861" y="95654"/>
                </a:lnTo>
                <a:lnTo>
                  <a:pt x="156488" y="116063"/>
                </a:lnTo>
                <a:lnTo>
                  <a:pt x="144337" y="132000"/>
                </a:lnTo>
                <a:lnTo>
                  <a:pt x="125859" y="142323"/>
                </a:lnTo>
                <a:lnTo>
                  <a:pt x="102504" y="145891"/>
                </a:lnTo>
                <a:lnTo>
                  <a:pt x="168219" y="145891"/>
                </a:lnTo>
                <a:lnTo>
                  <a:pt x="168425" y="145748"/>
                </a:lnTo>
                <a:lnTo>
                  <a:pt x="183163" y="123442"/>
                </a:lnTo>
                <a:lnTo>
                  <a:pt x="188517" y="95654"/>
                </a:lnTo>
                <a:lnTo>
                  <a:pt x="182035" y="65262"/>
                </a:lnTo>
                <a:lnTo>
                  <a:pt x="167075" y="45416"/>
                </a:lnTo>
                <a:close/>
              </a:path>
            </a:pathLst>
          </a:custGeom>
          <a:solidFill>
            <a:srgbClr val="9E9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4525471" y="5768313"/>
            <a:ext cx="266065" cy="318770"/>
          </a:xfrm>
          <a:custGeom>
            <a:avLst/>
            <a:gdLst/>
            <a:ahLst/>
            <a:cxnLst/>
            <a:rect l="l" t="t" r="r" b="b"/>
            <a:pathLst>
              <a:path w="266064" h="318770">
                <a:moveTo>
                  <a:pt x="264634" y="0"/>
                </a:moveTo>
                <a:lnTo>
                  <a:pt x="236471" y="0"/>
                </a:lnTo>
                <a:lnTo>
                  <a:pt x="236471" y="68251"/>
                </a:lnTo>
                <a:lnTo>
                  <a:pt x="165428" y="68251"/>
                </a:lnTo>
                <a:lnTo>
                  <a:pt x="165428" y="91594"/>
                </a:lnTo>
                <a:lnTo>
                  <a:pt x="236471" y="91594"/>
                </a:lnTo>
                <a:lnTo>
                  <a:pt x="236471" y="189024"/>
                </a:lnTo>
                <a:lnTo>
                  <a:pt x="264634" y="189024"/>
                </a:lnTo>
                <a:lnTo>
                  <a:pt x="264634" y="0"/>
                </a:lnTo>
                <a:close/>
              </a:path>
              <a:path w="266064" h="318770">
                <a:moveTo>
                  <a:pt x="109862" y="18268"/>
                </a:moveTo>
                <a:lnTo>
                  <a:pt x="81953" y="18268"/>
                </a:lnTo>
                <a:lnTo>
                  <a:pt x="81953" y="51252"/>
                </a:lnTo>
                <a:lnTo>
                  <a:pt x="75927" y="86746"/>
                </a:lnTo>
                <a:lnTo>
                  <a:pt x="59244" y="117886"/>
                </a:lnTo>
                <a:lnTo>
                  <a:pt x="33428" y="142985"/>
                </a:lnTo>
                <a:lnTo>
                  <a:pt x="0" y="160353"/>
                </a:lnTo>
                <a:lnTo>
                  <a:pt x="15223" y="183189"/>
                </a:lnTo>
                <a:lnTo>
                  <a:pt x="42290" y="169593"/>
                </a:lnTo>
                <a:lnTo>
                  <a:pt x="65254" y="150918"/>
                </a:lnTo>
                <a:lnTo>
                  <a:pt x="83532" y="127795"/>
                </a:lnTo>
                <a:lnTo>
                  <a:pt x="96542" y="100855"/>
                </a:lnTo>
                <a:lnTo>
                  <a:pt x="125515" y="100855"/>
                </a:lnTo>
                <a:lnTo>
                  <a:pt x="115524" y="83003"/>
                </a:lnTo>
                <a:lnTo>
                  <a:pt x="109862" y="50237"/>
                </a:lnTo>
                <a:lnTo>
                  <a:pt x="109862" y="18268"/>
                </a:lnTo>
                <a:close/>
              </a:path>
              <a:path w="266064" h="318770">
                <a:moveTo>
                  <a:pt x="125515" y="100855"/>
                </a:moveTo>
                <a:lnTo>
                  <a:pt x="96542" y="100855"/>
                </a:lnTo>
                <a:lnTo>
                  <a:pt x="109408" y="124541"/>
                </a:lnTo>
                <a:lnTo>
                  <a:pt x="126878" y="144860"/>
                </a:lnTo>
                <a:lnTo>
                  <a:pt x="148367" y="161350"/>
                </a:lnTo>
                <a:lnTo>
                  <a:pt x="173293" y="173547"/>
                </a:lnTo>
                <a:lnTo>
                  <a:pt x="189024" y="151473"/>
                </a:lnTo>
                <a:lnTo>
                  <a:pt x="156817" y="135405"/>
                </a:lnTo>
                <a:lnTo>
                  <a:pt x="131746" y="111987"/>
                </a:lnTo>
                <a:lnTo>
                  <a:pt x="125515" y="100855"/>
                </a:lnTo>
                <a:close/>
              </a:path>
              <a:path w="266064" h="318770">
                <a:moveTo>
                  <a:pt x="158831" y="198158"/>
                </a:moveTo>
                <a:lnTo>
                  <a:pt x="114061" y="202206"/>
                </a:lnTo>
                <a:lnTo>
                  <a:pt x="80399" y="213984"/>
                </a:lnTo>
                <a:lnTo>
                  <a:pt x="59248" y="232946"/>
                </a:lnTo>
                <a:lnTo>
                  <a:pt x="52013" y="258545"/>
                </a:lnTo>
                <a:lnTo>
                  <a:pt x="59248" y="283917"/>
                </a:lnTo>
                <a:lnTo>
                  <a:pt x="80399" y="302629"/>
                </a:lnTo>
                <a:lnTo>
                  <a:pt x="114061" y="314206"/>
                </a:lnTo>
                <a:lnTo>
                  <a:pt x="158831" y="318170"/>
                </a:lnTo>
                <a:lnTo>
                  <a:pt x="203459" y="314206"/>
                </a:lnTo>
                <a:lnTo>
                  <a:pt x="237073" y="302629"/>
                </a:lnTo>
                <a:lnTo>
                  <a:pt x="245050" y="295588"/>
                </a:lnTo>
                <a:lnTo>
                  <a:pt x="158831" y="295588"/>
                </a:lnTo>
                <a:lnTo>
                  <a:pt x="125807" y="293047"/>
                </a:lnTo>
                <a:lnTo>
                  <a:pt x="100918" y="285725"/>
                </a:lnTo>
                <a:lnTo>
                  <a:pt x="85259" y="274074"/>
                </a:lnTo>
                <a:lnTo>
                  <a:pt x="79923" y="258545"/>
                </a:lnTo>
                <a:lnTo>
                  <a:pt x="85259" y="242536"/>
                </a:lnTo>
                <a:lnTo>
                  <a:pt x="100918" y="230572"/>
                </a:lnTo>
                <a:lnTo>
                  <a:pt x="125807" y="223079"/>
                </a:lnTo>
                <a:lnTo>
                  <a:pt x="158831" y="220486"/>
                </a:lnTo>
                <a:lnTo>
                  <a:pt x="244342" y="220486"/>
                </a:lnTo>
                <a:lnTo>
                  <a:pt x="237073" y="213984"/>
                </a:lnTo>
                <a:lnTo>
                  <a:pt x="203459" y="202206"/>
                </a:lnTo>
                <a:lnTo>
                  <a:pt x="158831" y="198158"/>
                </a:lnTo>
                <a:close/>
              </a:path>
              <a:path w="266064" h="318770">
                <a:moveTo>
                  <a:pt x="244342" y="220486"/>
                </a:moveTo>
                <a:lnTo>
                  <a:pt x="158831" y="220486"/>
                </a:lnTo>
                <a:lnTo>
                  <a:pt x="191712" y="223079"/>
                </a:lnTo>
                <a:lnTo>
                  <a:pt x="216553" y="230572"/>
                </a:lnTo>
                <a:lnTo>
                  <a:pt x="232261" y="242536"/>
                </a:lnTo>
                <a:lnTo>
                  <a:pt x="237739" y="258545"/>
                </a:lnTo>
                <a:lnTo>
                  <a:pt x="232261" y="274074"/>
                </a:lnTo>
                <a:lnTo>
                  <a:pt x="216553" y="285725"/>
                </a:lnTo>
                <a:lnTo>
                  <a:pt x="191712" y="293047"/>
                </a:lnTo>
                <a:lnTo>
                  <a:pt x="158831" y="295588"/>
                </a:lnTo>
                <a:lnTo>
                  <a:pt x="245050" y="295588"/>
                </a:lnTo>
                <a:lnTo>
                  <a:pt x="258271" y="283917"/>
                </a:lnTo>
                <a:lnTo>
                  <a:pt x="265649" y="258545"/>
                </a:lnTo>
                <a:lnTo>
                  <a:pt x="258271" y="232946"/>
                </a:lnTo>
                <a:lnTo>
                  <a:pt x="244342" y="220486"/>
                </a:lnTo>
                <a:close/>
              </a:path>
            </a:pathLst>
          </a:custGeom>
          <a:solidFill>
            <a:srgbClr val="9E9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4847437" y="5768314"/>
            <a:ext cx="578485" cy="320040"/>
          </a:xfrm>
          <a:custGeom>
            <a:avLst/>
            <a:gdLst/>
            <a:ahLst/>
            <a:cxnLst/>
            <a:rect l="l" t="t" r="r" b="b"/>
            <a:pathLst>
              <a:path w="578485" h="320039">
                <a:moveTo>
                  <a:pt x="205270" y="6858"/>
                </a:moveTo>
                <a:lnTo>
                  <a:pt x="178117" y="6858"/>
                </a:lnTo>
                <a:lnTo>
                  <a:pt x="178117" y="124333"/>
                </a:lnTo>
                <a:lnTo>
                  <a:pt x="136893" y="124333"/>
                </a:lnTo>
                <a:lnTo>
                  <a:pt x="130124" y="83743"/>
                </a:lnTo>
                <a:lnTo>
                  <a:pt x="115900" y="53289"/>
                </a:lnTo>
                <a:lnTo>
                  <a:pt x="115798" y="53060"/>
                </a:lnTo>
                <a:lnTo>
                  <a:pt x="110883" y="48514"/>
                </a:lnTo>
                <a:lnTo>
                  <a:pt x="110883" y="137528"/>
                </a:lnTo>
                <a:lnTo>
                  <a:pt x="107899" y="172554"/>
                </a:lnTo>
                <a:lnTo>
                  <a:pt x="99364" y="199148"/>
                </a:lnTo>
                <a:lnTo>
                  <a:pt x="85940" y="215988"/>
                </a:lnTo>
                <a:lnTo>
                  <a:pt x="68249" y="221754"/>
                </a:lnTo>
                <a:lnTo>
                  <a:pt x="50863" y="215988"/>
                </a:lnTo>
                <a:lnTo>
                  <a:pt x="37617" y="199148"/>
                </a:lnTo>
                <a:lnTo>
                  <a:pt x="29222" y="172554"/>
                </a:lnTo>
                <a:lnTo>
                  <a:pt x="26390" y="137528"/>
                </a:lnTo>
                <a:lnTo>
                  <a:pt x="29222" y="102527"/>
                </a:lnTo>
                <a:lnTo>
                  <a:pt x="37617" y="75996"/>
                </a:lnTo>
                <a:lnTo>
                  <a:pt x="50863" y="59169"/>
                </a:lnTo>
                <a:lnTo>
                  <a:pt x="68249" y="53289"/>
                </a:lnTo>
                <a:lnTo>
                  <a:pt x="85940" y="59169"/>
                </a:lnTo>
                <a:lnTo>
                  <a:pt x="99364" y="75996"/>
                </a:lnTo>
                <a:lnTo>
                  <a:pt x="107899" y="102527"/>
                </a:lnTo>
                <a:lnTo>
                  <a:pt x="110883" y="137528"/>
                </a:lnTo>
                <a:lnTo>
                  <a:pt x="110883" y="48514"/>
                </a:lnTo>
                <a:lnTo>
                  <a:pt x="94856" y="33667"/>
                </a:lnTo>
                <a:lnTo>
                  <a:pt x="68249" y="26898"/>
                </a:lnTo>
                <a:lnTo>
                  <a:pt x="40144" y="34658"/>
                </a:lnTo>
                <a:lnTo>
                  <a:pt x="18618" y="56807"/>
                </a:lnTo>
                <a:lnTo>
                  <a:pt x="4851" y="91655"/>
                </a:lnTo>
                <a:lnTo>
                  <a:pt x="0" y="137528"/>
                </a:lnTo>
                <a:lnTo>
                  <a:pt x="4851" y="183565"/>
                </a:lnTo>
                <a:lnTo>
                  <a:pt x="18618" y="218554"/>
                </a:lnTo>
                <a:lnTo>
                  <a:pt x="40144" y="240741"/>
                </a:lnTo>
                <a:lnTo>
                  <a:pt x="68249" y="248399"/>
                </a:lnTo>
                <a:lnTo>
                  <a:pt x="95250" y="241515"/>
                </a:lnTo>
                <a:lnTo>
                  <a:pt x="116052" y="221754"/>
                </a:lnTo>
                <a:lnTo>
                  <a:pt x="116382" y="221437"/>
                </a:lnTo>
                <a:lnTo>
                  <a:pt x="130644" y="189674"/>
                </a:lnTo>
                <a:lnTo>
                  <a:pt x="137020" y="147675"/>
                </a:lnTo>
                <a:lnTo>
                  <a:pt x="178117" y="147675"/>
                </a:lnTo>
                <a:lnTo>
                  <a:pt x="178117" y="302704"/>
                </a:lnTo>
                <a:lnTo>
                  <a:pt x="205270" y="302704"/>
                </a:lnTo>
                <a:lnTo>
                  <a:pt x="205270" y="147675"/>
                </a:lnTo>
                <a:lnTo>
                  <a:pt x="205270" y="124333"/>
                </a:lnTo>
                <a:lnTo>
                  <a:pt x="205270" y="6858"/>
                </a:lnTo>
                <a:close/>
              </a:path>
              <a:path w="578485" h="320039">
                <a:moveTo>
                  <a:pt x="269201" y="0"/>
                </a:moveTo>
                <a:lnTo>
                  <a:pt x="242062" y="0"/>
                </a:lnTo>
                <a:lnTo>
                  <a:pt x="242062" y="318935"/>
                </a:lnTo>
                <a:lnTo>
                  <a:pt x="269201" y="318935"/>
                </a:lnTo>
                <a:lnTo>
                  <a:pt x="269201" y="0"/>
                </a:lnTo>
                <a:close/>
              </a:path>
              <a:path w="578485" h="320039">
                <a:moveTo>
                  <a:pt x="509231" y="222770"/>
                </a:moveTo>
                <a:lnTo>
                  <a:pt x="476592" y="200469"/>
                </a:lnTo>
                <a:lnTo>
                  <a:pt x="450075" y="167881"/>
                </a:lnTo>
                <a:lnTo>
                  <a:pt x="432269" y="128473"/>
                </a:lnTo>
                <a:lnTo>
                  <a:pt x="425754" y="85763"/>
                </a:lnTo>
                <a:lnTo>
                  <a:pt x="425754" y="27660"/>
                </a:lnTo>
                <a:lnTo>
                  <a:pt x="397332" y="27660"/>
                </a:lnTo>
                <a:lnTo>
                  <a:pt x="397332" y="85763"/>
                </a:lnTo>
                <a:lnTo>
                  <a:pt x="390677" y="129603"/>
                </a:lnTo>
                <a:lnTo>
                  <a:pt x="372757" y="170637"/>
                </a:lnTo>
                <a:lnTo>
                  <a:pt x="346138" y="205003"/>
                </a:lnTo>
                <a:lnTo>
                  <a:pt x="313347" y="228866"/>
                </a:lnTo>
                <a:lnTo>
                  <a:pt x="331368" y="251447"/>
                </a:lnTo>
                <a:lnTo>
                  <a:pt x="357314" y="233095"/>
                </a:lnTo>
                <a:lnTo>
                  <a:pt x="379958" y="208076"/>
                </a:lnTo>
                <a:lnTo>
                  <a:pt x="398411" y="177749"/>
                </a:lnTo>
                <a:lnTo>
                  <a:pt x="411797" y="143484"/>
                </a:lnTo>
                <a:lnTo>
                  <a:pt x="425259" y="175933"/>
                </a:lnTo>
                <a:lnTo>
                  <a:pt x="443738" y="204533"/>
                </a:lnTo>
                <a:lnTo>
                  <a:pt x="466356" y="228155"/>
                </a:lnTo>
                <a:lnTo>
                  <a:pt x="492226" y="245605"/>
                </a:lnTo>
                <a:lnTo>
                  <a:pt x="509231" y="222770"/>
                </a:lnTo>
                <a:close/>
              </a:path>
              <a:path w="578485" h="320039">
                <a:moveTo>
                  <a:pt x="577989" y="0"/>
                </a:moveTo>
                <a:lnTo>
                  <a:pt x="550075" y="0"/>
                </a:lnTo>
                <a:lnTo>
                  <a:pt x="550075" y="108851"/>
                </a:lnTo>
                <a:lnTo>
                  <a:pt x="474472" y="108851"/>
                </a:lnTo>
                <a:lnTo>
                  <a:pt x="474472" y="131940"/>
                </a:lnTo>
                <a:lnTo>
                  <a:pt x="550075" y="131940"/>
                </a:lnTo>
                <a:lnTo>
                  <a:pt x="550075" y="319443"/>
                </a:lnTo>
                <a:lnTo>
                  <a:pt x="577989" y="319443"/>
                </a:lnTo>
                <a:lnTo>
                  <a:pt x="577989" y="0"/>
                </a:lnTo>
                <a:close/>
              </a:path>
            </a:pathLst>
          </a:custGeom>
          <a:solidFill>
            <a:srgbClr val="9E9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5567072" y="5768313"/>
            <a:ext cx="277495" cy="319405"/>
          </a:xfrm>
          <a:custGeom>
            <a:avLst/>
            <a:gdLst/>
            <a:ahLst/>
            <a:cxnLst/>
            <a:rect l="l" t="t" r="r" b="b"/>
            <a:pathLst>
              <a:path w="277495" h="319404">
                <a:moveTo>
                  <a:pt x="277320" y="152995"/>
                </a:moveTo>
                <a:lnTo>
                  <a:pt x="250172" y="152995"/>
                </a:lnTo>
                <a:lnTo>
                  <a:pt x="250172" y="318931"/>
                </a:lnTo>
                <a:lnTo>
                  <a:pt x="277320" y="318931"/>
                </a:lnTo>
                <a:lnTo>
                  <a:pt x="277320" y="152995"/>
                </a:lnTo>
                <a:close/>
              </a:path>
              <a:path w="277495" h="319404">
                <a:moveTo>
                  <a:pt x="206532" y="6850"/>
                </a:moveTo>
                <a:lnTo>
                  <a:pt x="179890" y="6850"/>
                </a:lnTo>
                <a:lnTo>
                  <a:pt x="179890" y="302693"/>
                </a:lnTo>
                <a:lnTo>
                  <a:pt x="206532" y="302693"/>
                </a:lnTo>
                <a:lnTo>
                  <a:pt x="206532" y="152995"/>
                </a:lnTo>
                <a:lnTo>
                  <a:pt x="277320" y="152995"/>
                </a:lnTo>
                <a:lnTo>
                  <a:pt x="277320" y="128892"/>
                </a:lnTo>
                <a:lnTo>
                  <a:pt x="206532" y="128892"/>
                </a:lnTo>
                <a:lnTo>
                  <a:pt x="206532" y="6850"/>
                </a:lnTo>
                <a:close/>
              </a:path>
              <a:path w="277495" h="319404">
                <a:moveTo>
                  <a:pt x="277320" y="0"/>
                </a:moveTo>
                <a:lnTo>
                  <a:pt x="250172" y="0"/>
                </a:lnTo>
                <a:lnTo>
                  <a:pt x="250172" y="128892"/>
                </a:lnTo>
                <a:lnTo>
                  <a:pt x="277320" y="128892"/>
                </a:lnTo>
                <a:lnTo>
                  <a:pt x="277320" y="0"/>
                </a:lnTo>
                <a:close/>
              </a:path>
              <a:path w="277495" h="319404">
                <a:moveTo>
                  <a:pt x="97684" y="61401"/>
                </a:moveTo>
                <a:lnTo>
                  <a:pt x="70535" y="61401"/>
                </a:lnTo>
                <a:lnTo>
                  <a:pt x="70535" y="87027"/>
                </a:lnTo>
                <a:lnTo>
                  <a:pt x="65972" y="133312"/>
                </a:lnTo>
                <a:lnTo>
                  <a:pt x="52489" y="173959"/>
                </a:lnTo>
                <a:lnTo>
                  <a:pt x="30395" y="207233"/>
                </a:lnTo>
                <a:lnTo>
                  <a:pt x="0" y="231396"/>
                </a:lnTo>
                <a:lnTo>
                  <a:pt x="17761" y="252963"/>
                </a:lnTo>
                <a:lnTo>
                  <a:pt x="40822" y="235396"/>
                </a:lnTo>
                <a:lnTo>
                  <a:pt x="59720" y="212716"/>
                </a:lnTo>
                <a:lnTo>
                  <a:pt x="74385" y="185421"/>
                </a:lnTo>
                <a:lnTo>
                  <a:pt x="84744" y="154010"/>
                </a:lnTo>
                <a:lnTo>
                  <a:pt x="110917" y="154010"/>
                </a:lnTo>
                <a:lnTo>
                  <a:pt x="102160" y="129177"/>
                </a:lnTo>
                <a:lnTo>
                  <a:pt x="97684" y="87027"/>
                </a:lnTo>
                <a:lnTo>
                  <a:pt x="97684" y="61401"/>
                </a:lnTo>
                <a:close/>
              </a:path>
              <a:path w="277495" h="319404">
                <a:moveTo>
                  <a:pt x="110917" y="154010"/>
                </a:moveTo>
                <a:lnTo>
                  <a:pt x="84744" y="154010"/>
                </a:lnTo>
                <a:lnTo>
                  <a:pt x="95244" y="181771"/>
                </a:lnTo>
                <a:lnTo>
                  <a:pt x="109751" y="206071"/>
                </a:lnTo>
                <a:lnTo>
                  <a:pt x="128184" y="226351"/>
                </a:lnTo>
                <a:lnTo>
                  <a:pt x="150458" y="242053"/>
                </a:lnTo>
                <a:lnTo>
                  <a:pt x="167204" y="220232"/>
                </a:lnTo>
                <a:lnTo>
                  <a:pt x="137181" y="197778"/>
                </a:lnTo>
                <a:lnTo>
                  <a:pt x="115413" y="166760"/>
                </a:lnTo>
                <a:lnTo>
                  <a:pt x="110917" y="154010"/>
                </a:lnTo>
                <a:close/>
              </a:path>
              <a:path w="277495" h="319404">
                <a:moveTo>
                  <a:pt x="156802" y="38058"/>
                </a:moveTo>
                <a:lnTo>
                  <a:pt x="7611" y="38058"/>
                </a:lnTo>
                <a:lnTo>
                  <a:pt x="7611" y="61401"/>
                </a:lnTo>
                <a:lnTo>
                  <a:pt x="156802" y="61401"/>
                </a:lnTo>
                <a:lnTo>
                  <a:pt x="156802" y="38058"/>
                </a:lnTo>
                <a:close/>
              </a:path>
            </a:pathLst>
          </a:custGeom>
          <a:solidFill>
            <a:srgbClr val="9E9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6122729" y="5768313"/>
            <a:ext cx="28575" cy="320040"/>
          </a:xfrm>
          <a:custGeom>
            <a:avLst/>
            <a:gdLst/>
            <a:ahLst/>
            <a:cxnLst/>
            <a:rect l="l" t="t" r="r" b="b"/>
            <a:pathLst>
              <a:path w="28575" h="320039">
                <a:moveTo>
                  <a:pt x="28163" y="0"/>
                </a:moveTo>
                <a:lnTo>
                  <a:pt x="0" y="0"/>
                </a:lnTo>
                <a:lnTo>
                  <a:pt x="0" y="319438"/>
                </a:lnTo>
                <a:lnTo>
                  <a:pt x="28163" y="319438"/>
                </a:lnTo>
                <a:lnTo>
                  <a:pt x="28163" y="0"/>
                </a:lnTo>
                <a:close/>
              </a:path>
            </a:pathLst>
          </a:custGeom>
          <a:solidFill>
            <a:srgbClr val="9E9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5906554" y="5800089"/>
            <a:ext cx="147955" cy="207010"/>
          </a:xfrm>
          <a:custGeom>
            <a:avLst/>
            <a:gdLst/>
            <a:ahLst/>
            <a:cxnLst/>
            <a:rect l="l" t="t" r="r" b="b"/>
            <a:pathLst>
              <a:path w="147954" h="207010">
                <a:moveTo>
                  <a:pt x="147408" y="0"/>
                </a:moveTo>
                <a:lnTo>
                  <a:pt x="0" y="0"/>
                </a:lnTo>
                <a:lnTo>
                  <a:pt x="0" y="22860"/>
                </a:lnTo>
                <a:lnTo>
                  <a:pt x="0" y="184150"/>
                </a:lnTo>
                <a:lnTo>
                  <a:pt x="0" y="207010"/>
                </a:lnTo>
                <a:lnTo>
                  <a:pt x="147408" y="207010"/>
                </a:lnTo>
                <a:lnTo>
                  <a:pt x="147408" y="184150"/>
                </a:lnTo>
                <a:lnTo>
                  <a:pt x="27901" y="184150"/>
                </a:lnTo>
                <a:lnTo>
                  <a:pt x="27901" y="22860"/>
                </a:lnTo>
                <a:lnTo>
                  <a:pt x="120002" y="22860"/>
                </a:lnTo>
                <a:lnTo>
                  <a:pt x="120002" y="183896"/>
                </a:lnTo>
                <a:lnTo>
                  <a:pt x="147408" y="183896"/>
                </a:lnTo>
                <a:lnTo>
                  <a:pt x="147408" y="22860"/>
                </a:lnTo>
                <a:lnTo>
                  <a:pt x="147408" y="22275"/>
                </a:lnTo>
                <a:lnTo>
                  <a:pt x="147408" y="0"/>
                </a:lnTo>
                <a:close/>
              </a:path>
            </a:pathLst>
          </a:custGeom>
          <a:solidFill>
            <a:srgbClr val="9E9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6205182" y="5778499"/>
            <a:ext cx="292100" cy="160655"/>
          </a:xfrm>
          <a:custGeom>
            <a:avLst/>
            <a:gdLst/>
            <a:ahLst/>
            <a:cxnLst/>
            <a:rect l="l" t="t" r="r" b="b"/>
            <a:pathLst>
              <a:path w="292100" h="160654">
                <a:moveTo>
                  <a:pt x="260070" y="92710"/>
                </a:moveTo>
                <a:lnTo>
                  <a:pt x="65963" y="92710"/>
                </a:lnTo>
                <a:lnTo>
                  <a:pt x="65963" y="66040"/>
                </a:lnTo>
                <a:lnTo>
                  <a:pt x="254482" y="66040"/>
                </a:lnTo>
                <a:lnTo>
                  <a:pt x="254482" y="45720"/>
                </a:lnTo>
                <a:lnTo>
                  <a:pt x="254482" y="20320"/>
                </a:lnTo>
                <a:lnTo>
                  <a:pt x="254482" y="0"/>
                </a:lnTo>
                <a:lnTo>
                  <a:pt x="37045" y="0"/>
                </a:lnTo>
                <a:lnTo>
                  <a:pt x="37045" y="20320"/>
                </a:lnTo>
                <a:lnTo>
                  <a:pt x="226326" y="20320"/>
                </a:lnTo>
                <a:lnTo>
                  <a:pt x="226326" y="45720"/>
                </a:lnTo>
                <a:lnTo>
                  <a:pt x="38061" y="45720"/>
                </a:lnTo>
                <a:lnTo>
                  <a:pt x="38061" y="66040"/>
                </a:lnTo>
                <a:lnTo>
                  <a:pt x="38061" y="92710"/>
                </a:lnTo>
                <a:lnTo>
                  <a:pt x="38061" y="114300"/>
                </a:lnTo>
                <a:lnTo>
                  <a:pt x="260070" y="114300"/>
                </a:lnTo>
                <a:lnTo>
                  <a:pt x="260070" y="92710"/>
                </a:lnTo>
                <a:close/>
              </a:path>
              <a:path w="292100" h="160654">
                <a:moveTo>
                  <a:pt x="292036" y="137998"/>
                </a:moveTo>
                <a:lnTo>
                  <a:pt x="0" y="137998"/>
                </a:lnTo>
                <a:lnTo>
                  <a:pt x="0" y="160070"/>
                </a:lnTo>
                <a:lnTo>
                  <a:pt x="292036" y="160070"/>
                </a:lnTo>
                <a:lnTo>
                  <a:pt x="292036" y="137998"/>
                </a:lnTo>
                <a:close/>
              </a:path>
            </a:pathLst>
          </a:custGeom>
          <a:solidFill>
            <a:srgbClr val="9E9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6240450" y="5963919"/>
            <a:ext cx="231140" cy="119380"/>
          </a:xfrm>
          <a:custGeom>
            <a:avLst/>
            <a:gdLst/>
            <a:ahLst/>
            <a:cxnLst/>
            <a:rect l="l" t="t" r="r" b="b"/>
            <a:pathLst>
              <a:path w="231139" h="119379">
                <a:moveTo>
                  <a:pt x="230632" y="99060"/>
                </a:moveTo>
                <a:lnTo>
                  <a:pt x="28676" y="99060"/>
                </a:lnTo>
                <a:lnTo>
                  <a:pt x="28676" y="68580"/>
                </a:lnTo>
                <a:lnTo>
                  <a:pt x="220230" y="68580"/>
                </a:lnTo>
                <a:lnTo>
                  <a:pt x="220230" y="48260"/>
                </a:lnTo>
                <a:lnTo>
                  <a:pt x="220230" y="21590"/>
                </a:lnTo>
                <a:lnTo>
                  <a:pt x="220230" y="0"/>
                </a:lnTo>
                <a:lnTo>
                  <a:pt x="0" y="0"/>
                </a:lnTo>
                <a:lnTo>
                  <a:pt x="0" y="21590"/>
                </a:lnTo>
                <a:lnTo>
                  <a:pt x="192328" y="21590"/>
                </a:lnTo>
                <a:lnTo>
                  <a:pt x="192328" y="48260"/>
                </a:lnTo>
                <a:lnTo>
                  <a:pt x="508" y="48260"/>
                </a:lnTo>
                <a:lnTo>
                  <a:pt x="508" y="68580"/>
                </a:lnTo>
                <a:lnTo>
                  <a:pt x="508" y="99060"/>
                </a:lnTo>
                <a:lnTo>
                  <a:pt x="508" y="119380"/>
                </a:lnTo>
                <a:lnTo>
                  <a:pt x="230632" y="119380"/>
                </a:lnTo>
                <a:lnTo>
                  <a:pt x="230632" y="99060"/>
                </a:lnTo>
                <a:close/>
              </a:path>
            </a:pathLst>
          </a:custGeom>
          <a:solidFill>
            <a:srgbClr val="9E9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6534015" y="6013918"/>
            <a:ext cx="46355" cy="46355"/>
          </a:xfrm>
          <a:custGeom>
            <a:avLst/>
            <a:gdLst/>
            <a:ahLst/>
            <a:cxnLst/>
            <a:rect l="l" t="t" r="r" b="b"/>
            <a:pathLst>
              <a:path w="46354" h="46354">
                <a:moveTo>
                  <a:pt x="23088" y="0"/>
                </a:moveTo>
                <a:lnTo>
                  <a:pt x="14093" y="1823"/>
                </a:lnTo>
                <a:lnTo>
                  <a:pt x="6691" y="6787"/>
                </a:lnTo>
                <a:lnTo>
                  <a:pt x="1716" y="14129"/>
                </a:lnTo>
                <a:lnTo>
                  <a:pt x="0" y="23088"/>
                </a:lnTo>
                <a:lnTo>
                  <a:pt x="1716" y="32048"/>
                </a:lnTo>
                <a:lnTo>
                  <a:pt x="6691" y="39390"/>
                </a:lnTo>
                <a:lnTo>
                  <a:pt x="14093" y="44354"/>
                </a:lnTo>
                <a:lnTo>
                  <a:pt x="23088" y="46177"/>
                </a:lnTo>
                <a:lnTo>
                  <a:pt x="32048" y="44354"/>
                </a:lnTo>
                <a:lnTo>
                  <a:pt x="39390" y="39390"/>
                </a:lnTo>
                <a:lnTo>
                  <a:pt x="44353" y="32048"/>
                </a:lnTo>
                <a:lnTo>
                  <a:pt x="46177" y="23088"/>
                </a:lnTo>
                <a:lnTo>
                  <a:pt x="44353" y="14129"/>
                </a:lnTo>
                <a:lnTo>
                  <a:pt x="39390" y="6787"/>
                </a:lnTo>
                <a:lnTo>
                  <a:pt x="32048" y="1823"/>
                </a:lnTo>
                <a:lnTo>
                  <a:pt x="23088" y="0"/>
                </a:lnTo>
                <a:close/>
              </a:path>
            </a:pathLst>
          </a:custGeom>
          <a:solidFill>
            <a:srgbClr val="9E9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6626365" y="5798260"/>
            <a:ext cx="93980" cy="90170"/>
          </a:xfrm>
          <a:custGeom>
            <a:avLst/>
            <a:gdLst/>
            <a:ahLst/>
            <a:cxnLst/>
            <a:rect l="l" t="t" r="r" b="b"/>
            <a:pathLst>
              <a:path w="93979" h="90170">
                <a:moveTo>
                  <a:pt x="28422" y="0"/>
                </a:moveTo>
                <a:lnTo>
                  <a:pt x="0" y="0"/>
                </a:lnTo>
                <a:lnTo>
                  <a:pt x="0" y="89814"/>
                </a:lnTo>
                <a:lnTo>
                  <a:pt x="28422" y="89814"/>
                </a:lnTo>
                <a:lnTo>
                  <a:pt x="28422" y="0"/>
                </a:lnTo>
                <a:close/>
              </a:path>
              <a:path w="93979" h="90170">
                <a:moveTo>
                  <a:pt x="93370" y="0"/>
                </a:moveTo>
                <a:lnTo>
                  <a:pt x="64960" y="0"/>
                </a:lnTo>
                <a:lnTo>
                  <a:pt x="64960" y="89814"/>
                </a:lnTo>
                <a:lnTo>
                  <a:pt x="93370" y="89814"/>
                </a:lnTo>
                <a:lnTo>
                  <a:pt x="93370" y="0"/>
                </a:lnTo>
                <a:close/>
              </a:path>
            </a:pathLst>
          </a:custGeom>
          <a:solidFill>
            <a:srgbClr val="9E9E9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2" name="object 7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4791"/>
            <a:ext cx="182880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729" y="1943638"/>
            <a:ext cx="3337074" cy="333514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2348705" y="564160"/>
            <a:ext cx="330835" cy="384810"/>
          </a:xfrm>
          <a:custGeom>
            <a:avLst/>
            <a:gdLst/>
            <a:ahLst/>
            <a:cxnLst/>
            <a:rect l="l" t="t" r="r" b="b"/>
            <a:pathLst>
              <a:path w="330835" h="384809">
                <a:moveTo>
                  <a:pt x="108669" y="254637"/>
                </a:moveTo>
                <a:lnTo>
                  <a:pt x="60014" y="254637"/>
                </a:lnTo>
                <a:lnTo>
                  <a:pt x="60014" y="384335"/>
                </a:lnTo>
                <a:lnTo>
                  <a:pt x="330614" y="384335"/>
                </a:lnTo>
                <a:lnTo>
                  <a:pt x="330614" y="345195"/>
                </a:lnTo>
                <a:lnTo>
                  <a:pt x="108669" y="345195"/>
                </a:lnTo>
                <a:lnTo>
                  <a:pt x="108669" y="254637"/>
                </a:lnTo>
                <a:close/>
              </a:path>
              <a:path w="330835" h="384809">
                <a:moveTo>
                  <a:pt x="319563" y="0"/>
                </a:moveTo>
                <a:lnTo>
                  <a:pt x="271214" y="0"/>
                </a:lnTo>
                <a:lnTo>
                  <a:pt x="271214" y="283493"/>
                </a:lnTo>
                <a:lnTo>
                  <a:pt x="319563" y="283493"/>
                </a:lnTo>
                <a:lnTo>
                  <a:pt x="319563" y="0"/>
                </a:lnTo>
                <a:close/>
              </a:path>
              <a:path w="330835" h="384809">
                <a:moveTo>
                  <a:pt x="105753" y="25785"/>
                </a:moveTo>
                <a:lnTo>
                  <a:pt x="64019" y="33057"/>
                </a:lnTo>
                <a:lnTo>
                  <a:pt x="30429" y="53337"/>
                </a:lnTo>
                <a:lnTo>
                  <a:pt x="8062" y="84322"/>
                </a:lnTo>
                <a:lnTo>
                  <a:pt x="0" y="123711"/>
                </a:lnTo>
                <a:lnTo>
                  <a:pt x="8062" y="163582"/>
                </a:lnTo>
                <a:lnTo>
                  <a:pt x="30429" y="194719"/>
                </a:lnTo>
                <a:lnTo>
                  <a:pt x="64019" y="214948"/>
                </a:lnTo>
                <a:lnTo>
                  <a:pt x="105753" y="222098"/>
                </a:lnTo>
                <a:lnTo>
                  <a:pt x="147442" y="214948"/>
                </a:lnTo>
                <a:lnTo>
                  <a:pt x="180944" y="194719"/>
                </a:lnTo>
                <a:lnTo>
                  <a:pt x="191458" y="180041"/>
                </a:lnTo>
                <a:lnTo>
                  <a:pt x="105753" y="180041"/>
                </a:lnTo>
                <a:lnTo>
                  <a:pt x="82389" y="176139"/>
                </a:lnTo>
                <a:lnTo>
                  <a:pt x="63774" y="164942"/>
                </a:lnTo>
                <a:lnTo>
                  <a:pt x="51490" y="147212"/>
                </a:lnTo>
                <a:lnTo>
                  <a:pt x="47120" y="123711"/>
                </a:lnTo>
                <a:lnTo>
                  <a:pt x="51490" y="100671"/>
                </a:lnTo>
                <a:lnTo>
                  <a:pt x="63774" y="83056"/>
                </a:lnTo>
                <a:lnTo>
                  <a:pt x="82389" y="71801"/>
                </a:lnTo>
                <a:lnTo>
                  <a:pt x="105753" y="67841"/>
                </a:lnTo>
                <a:lnTo>
                  <a:pt x="191385" y="67841"/>
                </a:lnTo>
                <a:lnTo>
                  <a:pt x="180944" y="53337"/>
                </a:lnTo>
                <a:lnTo>
                  <a:pt x="147442" y="33057"/>
                </a:lnTo>
                <a:lnTo>
                  <a:pt x="105753" y="25785"/>
                </a:lnTo>
                <a:close/>
              </a:path>
              <a:path w="330835" h="384809">
                <a:moveTo>
                  <a:pt x="191385" y="67841"/>
                </a:moveTo>
                <a:lnTo>
                  <a:pt x="105753" y="67841"/>
                </a:lnTo>
                <a:lnTo>
                  <a:pt x="128635" y="71801"/>
                </a:lnTo>
                <a:lnTo>
                  <a:pt x="147099" y="83056"/>
                </a:lnTo>
                <a:lnTo>
                  <a:pt x="159433" y="100671"/>
                </a:lnTo>
                <a:lnTo>
                  <a:pt x="163925" y="123711"/>
                </a:lnTo>
                <a:lnTo>
                  <a:pt x="159433" y="147212"/>
                </a:lnTo>
                <a:lnTo>
                  <a:pt x="147099" y="164942"/>
                </a:lnTo>
                <a:lnTo>
                  <a:pt x="128635" y="176139"/>
                </a:lnTo>
                <a:lnTo>
                  <a:pt x="105753" y="180041"/>
                </a:lnTo>
                <a:lnTo>
                  <a:pt x="191458" y="180041"/>
                </a:lnTo>
                <a:lnTo>
                  <a:pt x="203250" y="163582"/>
                </a:lnTo>
                <a:lnTo>
                  <a:pt x="211353" y="123711"/>
                </a:lnTo>
                <a:lnTo>
                  <a:pt x="203250" y="84322"/>
                </a:lnTo>
                <a:lnTo>
                  <a:pt x="191385" y="678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725059" y="563853"/>
            <a:ext cx="329565" cy="392430"/>
          </a:xfrm>
          <a:custGeom>
            <a:avLst/>
            <a:gdLst/>
            <a:ahLst/>
            <a:cxnLst/>
            <a:rect l="l" t="t" r="r" b="b"/>
            <a:pathLst>
              <a:path w="329564" h="392430">
                <a:moveTo>
                  <a:pt x="329540" y="0"/>
                </a:moveTo>
                <a:lnTo>
                  <a:pt x="281344" y="0"/>
                </a:lnTo>
                <a:lnTo>
                  <a:pt x="281344" y="97004"/>
                </a:lnTo>
                <a:lnTo>
                  <a:pt x="214730" y="97004"/>
                </a:lnTo>
                <a:lnTo>
                  <a:pt x="214730" y="136604"/>
                </a:lnTo>
                <a:lnTo>
                  <a:pt x="281344" y="136604"/>
                </a:lnTo>
                <a:lnTo>
                  <a:pt x="281344" y="233916"/>
                </a:lnTo>
                <a:lnTo>
                  <a:pt x="329540" y="233916"/>
                </a:lnTo>
                <a:lnTo>
                  <a:pt x="329540" y="0"/>
                </a:lnTo>
                <a:close/>
              </a:path>
              <a:path w="329564" h="392430">
                <a:moveTo>
                  <a:pt x="145046" y="62315"/>
                </a:moveTo>
                <a:lnTo>
                  <a:pt x="95930" y="62315"/>
                </a:lnTo>
                <a:lnTo>
                  <a:pt x="95930" y="67688"/>
                </a:lnTo>
                <a:lnTo>
                  <a:pt x="89726" y="105602"/>
                </a:lnTo>
                <a:lnTo>
                  <a:pt x="71391" y="140882"/>
                </a:lnTo>
                <a:lnTo>
                  <a:pt x="41343" y="170494"/>
                </a:lnTo>
                <a:lnTo>
                  <a:pt x="0" y="191399"/>
                </a:lnTo>
                <a:lnTo>
                  <a:pt x="24865" y="229465"/>
                </a:lnTo>
                <a:lnTo>
                  <a:pt x="57107" y="214617"/>
                </a:lnTo>
                <a:lnTo>
                  <a:pt x="83996" y="194143"/>
                </a:lnTo>
                <a:lnTo>
                  <a:pt x="105418" y="168921"/>
                </a:lnTo>
                <a:lnTo>
                  <a:pt x="121256" y="139828"/>
                </a:lnTo>
                <a:lnTo>
                  <a:pt x="172716" y="139828"/>
                </a:lnTo>
                <a:lnTo>
                  <a:pt x="168434" y="135702"/>
                </a:lnTo>
                <a:lnTo>
                  <a:pt x="150934" y="102738"/>
                </a:lnTo>
                <a:lnTo>
                  <a:pt x="145123" y="67688"/>
                </a:lnTo>
                <a:lnTo>
                  <a:pt x="145046" y="62315"/>
                </a:lnTo>
                <a:close/>
              </a:path>
              <a:path w="329564" h="392430">
                <a:moveTo>
                  <a:pt x="172716" y="139828"/>
                </a:moveTo>
                <a:lnTo>
                  <a:pt x="121256" y="139828"/>
                </a:lnTo>
                <a:lnTo>
                  <a:pt x="136657" y="166091"/>
                </a:lnTo>
                <a:lnTo>
                  <a:pt x="157210" y="188886"/>
                </a:lnTo>
                <a:lnTo>
                  <a:pt x="182771" y="207451"/>
                </a:lnTo>
                <a:lnTo>
                  <a:pt x="213195" y="221023"/>
                </a:lnTo>
                <a:lnTo>
                  <a:pt x="237293" y="183571"/>
                </a:lnTo>
                <a:lnTo>
                  <a:pt x="197302" y="163515"/>
                </a:lnTo>
                <a:lnTo>
                  <a:pt x="172716" y="139828"/>
                </a:lnTo>
                <a:close/>
              </a:path>
              <a:path w="329564" h="392430">
                <a:moveTo>
                  <a:pt x="226242" y="23636"/>
                </a:moveTo>
                <a:lnTo>
                  <a:pt x="14120" y="23636"/>
                </a:lnTo>
                <a:lnTo>
                  <a:pt x="14120" y="62315"/>
                </a:lnTo>
                <a:lnTo>
                  <a:pt x="226242" y="62315"/>
                </a:lnTo>
                <a:lnTo>
                  <a:pt x="226242" y="23636"/>
                </a:lnTo>
                <a:close/>
              </a:path>
              <a:path w="329564" h="392430">
                <a:moveTo>
                  <a:pt x="329540" y="252488"/>
                </a:moveTo>
                <a:lnTo>
                  <a:pt x="62009" y="252488"/>
                </a:lnTo>
                <a:lnTo>
                  <a:pt x="62009" y="291321"/>
                </a:lnTo>
                <a:lnTo>
                  <a:pt x="281344" y="291321"/>
                </a:lnTo>
                <a:lnTo>
                  <a:pt x="281344" y="392009"/>
                </a:lnTo>
                <a:lnTo>
                  <a:pt x="329540" y="392009"/>
                </a:lnTo>
                <a:lnTo>
                  <a:pt x="329540" y="2524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102787" y="561250"/>
            <a:ext cx="756285" cy="394970"/>
          </a:xfrm>
          <a:custGeom>
            <a:avLst/>
            <a:gdLst/>
            <a:ahLst/>
            <a:cxnLst/>
            <a:rect l="l" t="t" r="r" b="b"/>
            <a:pathLst>
              <a:path w="756285" h="394969">
                <a:moveTo>
                  <a:pt x="243128" y="266915"/>
                </a:moveTo>
                <a:lnTo>
                  <a:pt x="202590" y="237794"/>
                </a:lnTo>
                <a:lnTo>
                  <a:pt x="172542" y="197078"/>
                </a:lnTo>
                <a:lnTo>
                  <a:pt x="170891" y="192786"/>
                </a:lnTo>
                <a:lnTo>
                  <a:pt x="153924" y="148767"/>
                </a:lnTo>
                <a:lnTo>
                  <a:pt x="147662" y="96850"/>
                </a:lnTo>
                <a:lnTo>
                  <a:pt x="147662" y="34074"/>
                </a:lnTo>
                <a:lnTo>
                  <a:pt x="99466" y="34074"/>
                </a:lnTo>
                <a:lnTo>
                  <a:pt x="99466" y="96850"/>
                </a:lnTo>
                <a:lnTo>
                  <a:pt x="92684" y="150837"/>
                </a:lnTo>
                <a:lnTo>
                  <a:pt x="73329" y="201358"/>
                </a:lnTo>
                <a:lnTo>
                  <a:pt x="42176" y="243903"/>
                </a:lnTo>
                <a:lnTo>
                  <a:pt x="0" y="273977"/>
                </a:lnTo>
                <a:lnTo>
                  <a:pt x="29781" y="312966"/>
                </a:lnTo>
                <a:lnTo>
                  <a:pt x="60972" y="292150"/>
                </a:lnTo>
                <a:lnTo>
                  <a:pt x="87198" y="264388"/>
                </a:lnTo>
                <a:lnTo>
                  <a:pt x="108280" y="230860"/>
                </a:lnTo>
                <a:lnTo>
                  <a:pt x="124015" y="192786"/>
                </a:lnTo>
                <a:lnTo>
                  <a:pt x="139103" y="228434"/>
                </a:lnTo>
                <a:lnTo>
                  <a:pt x="159194" y="259842"/>
                </a:lnTo>
                <a:lnTo>
                  <a:pt x="184137" y="285915"/>
                </a:lnTo>
                <a:lnTo>
                  <a:pt x="213817" y="305600"/>
                </a:lnTo>
                <a:lnTo>
                  <a:pt x="243128" y="266915"/>
                </a:lnTo>
                <a:close/>
              </a:path>
              <a:path w="756285" h="394969">
                <a:moveTo>
                  <a:pt x="375285" y="156400"/>
                </a:moveTo>
                <a:lnTo>
                  <a:pt x="314807" y="156400"/>
                </a:lnTo>
                <a:lnTo>
                  <a:pt x="314807" y="2603"/>
                </a:lnTo>
                <a:lnTo>
                  <a:pt x="266458" y="2603"/>
                </a:lnTo>
                <a:lnTo>
                  <a:pt x="266458" y="394614"/>
                </a:lnTo>
                <a:lnTo>
                  <a:pt x="314807" y="394614"/>
                </a:lnTo>
                <a:lnTo>
                  <a:pt x="314807" y="197383"/>
                </a:lnTo>
                <a:lnTo>
                  <a:pt x="375285" y="197383"/>
                </a:lnTo>
                <a:lnTo>
                  <a:pt x="375285" y="156400"/>
                </a:lnTo>
                <a:close/>
              </a:path>
              <a:path w="756285" h="394969">
                <a:moveTo>
                  <a:pt x="604443" y="166077"/>
                </a:moveTo>
                <a:lnTo>
                  <a:pt x="597382" y="137375"/>
                </a:lnTo>
                <a:lnTo>
                  <a:pt x="592074" y="131381"/>
                </a:lnTo>
                <a:lnTo>
                  <a:pt x="577748" y="115227"/>
                </a:lnTo>
                <a:lnTo>
                  <a:pt x="558698" y="106235"/>
                </a:lnTo>
                <a:lnTo>
                  <a:pt x="558698" y="166077"/>
                </a:lnTo>
                <a:lnTo>
                  <a:pt x="554939" y="180327"/>
                </a:lnTo>
                <a:lnTo>
                  <a:pt x="544753" y="190868"/>
                </a:lnTo>
                <a:lnTo>
                  <a:pt x="529069" y="197370"/>
                </a:lnTo>
                <a:lnTo>
                  <a:pt x="508812" y="199529"/>
                </a:lnTo>
                <a:lnTo>
                  <a:pt x="488403" y="197370"/>
                </a:lnTo>
                <a:lnTo>
                  <a:pt x="472694" y="190868"/>
                </a:lnTo>
                <a:lnTo>
                  <a:pt x="462648" y="180327"/>
                </a:lnTo>
                <a:lnTo>
                  <a:pt x="459244" y="166077"/>
                </a:lnTo>
                <a:lnTo>
                  <a:pt x="462648" y="151485"/>
                </a:lnTo>
                <a:lnTo>
                  <a:pt x="472694" y="140614"/>
                </a:lnTo>
                <a:lnTo>
                  <a:pt x="488403" y="133807"/>
                </a:lnTo>
                <a:lnTo>
                  <a:pt x="508812" y="131381"/>
                </a:lnTo>
                <a:lnTo>
                  <a:pt x="529069" y="133807"/>
                </a:lnTo>
                <a:lnTo>
                  <a:pt x="544753" y="140614"/>
                </a:lnTo>
                <a:lnTo>
                  <a:pt x="554939" y="151485"/>
                </a:lnTo>
                <a:lnTo>
                  <a:pt x="558698" y="166077"/>
                </a:lnTo>
                <a:lnTo>
                  <a:pt x="558698" y="106235"/>
                </a:lnTo>
                <a:lnTo>
                  <a:pt x="547560" y="100977"/>
                </a:lnTo>
                <a:lnTo>
                  <a:pt x="508812" y="95935"/>
                </a:lnTo>
                <a:lnTo>
                  <a:pt x="469455" y="100977"/>
                </a:lnTo>
                <a:lnTo>
                  <a:pt x="438975" y="115227"/>
                </a:lnTo>
                <a:lnTo>
                  <a:pt x="419328" y="137375"/>
                </a:lnTo>
                <a:lnTo>
                  <a:pt x="412419" y="166077"/>
                </a:lnTo>
                <a:lnTo>
                  <a:pt x="419328" y="194729"/>
                </a:lnTo>
                <a:lnTo>
                  <a:pt x="438975" y="216763"/>
                </a:lnTo>
                <a:lnTo>
                  <a:pt x="469455" y="230911"/>
                </a:lnTo>
                <a:lnTo>
                  <a:pt x="508812" y="235915"/>
                </a:lnTo>
                <a:lnTo>
                  <a:pt x="547560" y="230911"/>
                </a:lnTo>
                <a:lnTo>
                  <a:pt x="577748" y="216763"/>
                </a:lnTo>
                <a:lnTo>
                  <a:pt x="593102" y="199529"/>
                </a:lnTo>
                <a:lnTo>
                  <a:pt x="597382" y="194729"/>
                </a:lnTo>
                <a:lnTo>
                  <a:pt x="604443" y="166077"/>
                </a:lnTo>
                <a:close/>
              </a:path>
              <a:path w="756285" h="394969">
                <a:moveTo>
                  <a:pt x="625005" y="42367"/>
                </a:moveTo>
                <a:lnTo>
                  <a:pt x="532765" y="42367"/>
                </a:lnTo>
                <a:lnTo>
                  <a:pt x="532765" y="0"/>
                </a:lnTo>
                <a:lnTo>
                  <a:pt x="484720" y="0"/>
                </a:lnTo>
                <a:lnTo>
                  <a:pt x="484720" y="42367"/>
                </a:lnTo>
                <a:lnTo>
                  <a:pt x="392163" y="42367"/>
                </a:lnTo>
                <a:lnTo>
                  <a:pt x="392163" y="80429"/>
                </a:lnTo>
                <a:lnTo>
                  <a:pt x="625005" y="80429"/>
                </a:lnTo>
                <a:lnTo>
                  <a:pt x="625005" y="42367"/>
                </a:lnTo>
                <a:close/>
              </a:path>
              <a:path w="756285" h="394969">
                <a:moveTo>
                  <a:pt x="705739" y="325551"/>
                </a:moveTo>
                <a:lnTo>
                  <a:pt x="696506" y="296316"/>
                </a:lnTo>
                <a:lnTo>
                  <a:pt x="692899" y="293319"/>
                </a:lnTo>
                <a:lnTo>
                  <a:pt x="670306" y="274510"/>
                </a:lnTo>
                <a:lnTo>
                  <a:pt x="657390" y="270256"/>
                </a:lnTo>
                <a:lnTo>
                  <a:pt x="657390" y="325551"/>
                </a:lnTo>
                <a:lnTo>
                  <a:pt x="651891" y="339369"/>
                </a:lnTo>
                <a:lnTo>
                  <a:pt x="635825" y="349567"/>
                </a:lnTo>
                <a:lnTo>
                  <a:pt x="609866" y="355854"/>
                </a:lnTo>
                <a:lnTo>
                  <a:pt x="574662" y="357936"/>
                </a:lnTo>
                <a:lnTo>
                  <a:pt x="538937" y="355854"/>
                </a:lnTo>
                <a:lnTo>
                  <a:pt x="512711" y="349567"/>
                </a:lnTo>
                <a:lnTo>
                  <a:pt x="496595" y="339369"/>
                </a:lnTo>
                <a:lnTo>
                  <a:pt x="491159" y="325551"/>
                </a:lnTo>
                <a:lnTo>
                  <a:pt x="496595" y="311378"/>
                </a:lnTo>
                <a:lnTo>
                  <a:pt x="512711" y="301320"/>
                </a:lnTo>
                <a:lnTo>
                  <a:pt x="538937" y="295313"/>
                </a:lnTo>
                <a:lnTo>
                  <a:pt x="574662" y="293319"/>
                </a:lnTo>
                <a:lnTo>
                  <a:pt x="609866" y="295313"/>
                </a:lnTo>
                <a:lnTo>
                  <a:pt x="635825" y="301320"/>
                </a:lnTo>
                <a:lnTo>
                  <a:pt x="651891" y="311378"/>
                </a:lnTo>
                <a:lnTo>
                  <a:pt x="657390" y="325551"/>
                </a:lnTo>
                <a:lnTo>
                  <a:pt x="657390" y="270256"/>
                </a:lnTo>
                <a:lnTo>
                  <a:pt x="629056" y="260883"/>
                </a:lnTo>
                <a:lnTo>
                  <a:pt x="574662" y="256171"/>
                </a:lnTo>
                <a:lnTo>
                  <a:pt x="519734" y="260883"/>
                </a:lnTo>
                <a:lnTo>
                  <a:pt x="478370" y="274510"/>
                </a:lnTo>
                <a:lnTo>
                  <a:pt x="452348" y="296316"/>
                </a:lnTo>
                <a:lnTo>
                  <a:pt x="443433" y="325551"/>
                </a:lnTo>
                <a:lnTo>
                  <a:pt x="452348" y="354444"/>
                </a:lnTo>
                <a:lnTo>
                  <a:pt x="478370" y="376110"/>
                </a:lnTo>
                <a:lnTo>
                  <a:pt x="519734" y="389674"/>
                </a:lnTo>
                <a:lnTo>
                  <a:pt x="574662" y="394309"/>
                </a:lnTo>
                <a:lnTo>
                  <a:pt x="629056" y="389674"/>
                </a:lnTo>
                <a:lnTo>
                  <a:pt x="670306" y="376110"/>
                </a:lnTo>
                <a:lnTo>
                  <a:pt x="692289" y="357936"/>
                </a:lnTo>
                <a:lnTo>
                  <a:pt x="696506" y="354444"/>
                </a:lnTo>
                <a:lnTo>
                  <a:pt x="705739" y="325551"/>
                </a:lnTo>
                <a:close/>
              </a:path>
              <a:path w="756285" h="394969">
                <a:moveTo>
                  <a:pt x="756234" y="105752"/>
                </a:moveTo>
                <a:lnTo>
                  <a:pt x="701446" y="105752"/>
                </a:lnTo>
                <a:lnTo>
                  <a:pt x="701446" y="2603"/>
                </a:lnTo>
                <a:lnTo>
                  <a:pt x="652945" y="2603"/>
                </a:lnTo>
                <a:lnTo>
                  <a:pt x="652945" y="252945"/>
                </a:lnTo>
                <a:lnTo>
                  <a:pt x="701446" y="252945"/>
                </a:lnTo>
                <a:lnTo>
                  <a:pt x="701446" y="146278"/>
                </a:lnTo>
                <a:lnTo>
                  <a:pt x="756234" y="146278"/>
                </a:lnTo>
                <a:lnTo>
                  <a:pt x="756234" y="1057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31102" y="6581656"/>
            <a:ext cx="31115" cy="348615"/>
          </a:xfrm>
          <a:custGeom>
            <a:avLst/>
            <a:gdLst/>
            <a:ahLst/>
            <a:cxnLst/>
            <a:rect l="l" t="t" r="r" b="b"/>
            <a:pathLst>
              <a:path w="31115" h="348615">
                <a:moveTo>
                  <a:pt x="0" y="0"/>
                </a:moveTo>
                <a:lnTo>
                  <a:pt x="0" y="348434"/>
                </a:lnTo>
                <a:lnTo>
                  <a:pt x="30719" y="348434"/>
                </a:lnTo>
                <a:lnTo>
                  <a:pt x="30719" y="0"/>
                </a:lnTo>
                <a:lnTo>
                  <a:pt x="0" y="0"/>
                </a:lnTo>
                <a:close/>
              </a:path>
            </a:pathLst>
          </a:custGeom>
          <a:ln w="80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4103" y="6604494"/>
            <a:ext cx="185691" cy="250452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821047" y="6590235"/>
            <a:ext cx="318770" cy="334645"/>
          </a:xfrm>
          <a:custGeom>
            <a:avLst/>
            <a:gdLst/>
            <a:ahLst/>
            <a:cxnLst/>
            <a:rect l="l" t="t" r="r" b="b"/>
            <a:pathLst>
              <a:path w="318769" h="334645">
                <a:moveTo>
                  <a:pt x="41513" y="58948"/>
                </a:moveTo>
                <a:lnTo>
                  <a:pt x="41513" y="140868"/>
                </a:lnTo>
                <a:lnTo>
                  <a:pt x="285057" y="140868"/>
                </a:lnTo>
                <a:lnTo>
                  <a:pt x="285057" y="116790"/>
                </a:lnTo>
                <a:lnTo>
                  <a:pt x="71956" y="116790"/>
                </a:lnTo>
                <a:lnTo>
                  <a:pt x="71956" y="81919"/>
                </a:lnTo>
                <a:lnTo>
                  <a:pt x="277585" y="81919"/>
                </a:lnTo>
                <a:lnTo>
                  <a:pt x="277585" y="0"/>
                </a:lnTo>
                <a:lnTo>
                  <a:pt x="40406" y="0"/>
                </a:lnTo>
                <a:lnTo>
                  <a:pt x="40406" y="24630"/>
                </a:lnTo>
                <a:lnTo>
                  <a:pt x="246865" y="24630"/>
                </a:lnTo>
                <a:lnTo>
                  <a:pt x="246865" y="58948"/>
                </a:lnTo>
                <a:lnTo>
                  <a:pt x="41513" y="58948"/>
                </a:lnTo>
                <a:close/>
              </a:path>
              <a:path w="318769" h="334645">
                <a:moveTo>
                  <a:pt x="0" y="196219"/>
                </a:moveTo>
                <a:lnTo>
                  <a:pt x="318545" y="196219"/>
                </a:lnTo>
                <a:lnTo>
                  <a:pt x="318545" y="171034"/>
                </a:lnTo>
                <a:lnTo>
                  <a:pt x="0" y="171034"/>
                </a:lnTo>
                <a:lnTo>
                  <a:pt x="0" y="196219"/>
                </a:lnTo>
                <a:close/>
              </a:path>
              <a:path w="318769" h="334645">
                <a:moveTo>
                  <a:pt x="277585" y="334596"/>
                </a:moveTo>
                <a:lnTo>
                  <a:pt x="277585" y="228046"/>
                </a:lnTo>
                <a:lnTo>
                  <a:pt x="43450" y="228046"/>
                </a:lnTo>
                <a:lnTo>
                  <a:pt x="43450" y="334596"/>
                </a:lnTo>
                <a:lnTo>
                  <a:pt x="277585" y="334596"/>
                </a:lnTo>
                <a:close/>
              </a:path>
              <a:path w="318769" h="334645">
                <a:moveTo>
                  <a:pt x="247419" y="252954"/>
                </a:moveTo>
                <a:lnTo>
                  <a:pt x="247419" y="309412"/>
                </a:lnTo>
                <a:lnTo>
                  <a:pt x="73616" y="309412"/>
                </a:lnTo>
                <a:lnTo>
                  <a:pt x="73616" y="252954"/>
                </a:lnTo>
                <a:lnTo>
                  <a:pt x="247419" y="252954"/>
                </a:lnTo>
                <a:close/>
              </a:path>
            </a:pathLst>
          </a:custGeom>
          <a:ln w="80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484103" y="6577648"/>
            <a:ext cx="281940" cy="356870"/>
            <a:chOff x="484103" y="6577648"/>
            <a:chExt cx="281940" cy="356870"/>
          </a:xfrm>
        </p:grpSpPr>
        <p:sp>
          <p:nvSpPr>
            <p:cNvPr id="10" name="object 10" descr=""/>
            <p:cNvSpPr/>
            <p:nvPr/>
          </p:nvSpPr>
          <p:spPr>
            <a:xfrm>
              <a:off x="488111" y="6581656"/>
              <a:ext cx="274320" cy="348615"/>
            </a:xfrm>
            <a:custGeom>
              <a:avLst/>
              <a:gdLst/>
              <a:ahLst/>
              <a:cxnLst/>
              <a:rect l="l" t="t" r="r" b="b"/>
              <a:pathLst>
                <a:path w="274320" h="348615">
                  <a:moveTo>
                    <a:pt x="273710" y="0"/>
                  </a:moveTo>
                  <a:lnTo>
                    <a:pt x="242991" y="0"/>
                  </a:lnTo>
                  <a:lnTo>
                    <a:pt x="242991" y="348434"/>
                  </a:lnTo>
                  <a:lnTo>
                    <a:pt x="273710" y="348434"/>
                  </a:lnTo>
                  <a:lnTo>
                    <a:pt x="273710" y="0"/>
                  </a:lnTo>
                  <a:close/>
                </a:path>
                <a:path w="274320" h="348615">
                  <a:moveTo>
                    <a:pt x="88838" y="26845"/>
                  </a:moveTo>
                  <a:lnTo>
                    <a:pt x="53007" y="35511"/>
                  </a:lnTo>
                  <a:lnTo>
                    <a:pt x="24907" y="59848"/>
                  </a:lnTo>
                  <a:lnTo>
                    <a:pt x="6564" y="97988"/>
                  </a:lnTo>
                  <a:lnTo>
                    <a:pt x="0" y="148063"/>
                  </a:lnTo>
                  <a:lnTo>
                    <a:pt x="6564" y="198295"/>
                  </a:lnTo>
                  <a:lnTo>
                    <a:pt x="24907" y="236487"/>
                  </a:lnTo>
                  <a:lnTo>
                    <a:pt x="53007" y="260772"/>
                  </a:lnTo>
                  <a:lnTo>
                    <a:pt x="88838" y="269282"/>
                  </a:lnTo>
                  <a:lnTo>
                    <a:pt x="124436" y="260772"/>
                  </a:lnTo>
                  <a:lnTo>
                    <a:pt x="146311" y="241884"/>
                  </a:lnTo>
                  <a:lnTo>
                    <a:pt x="88838" y="241884"/>
                  </a:lnTo>
                  <a:lnTo>
                    <a:pt x="64873" y="235203"/>
                  </a:lnTo>
                  <a:lnTo>
                    <a:pt x="46148" y="216249"/>
                  </a:lnTo>
                  <a:lnTo>
                    <a:pt x="33963" y="186658"/>
                  </a:lnTo>
                  <a:lnTo>
                    <a:pt x="29612" y="148063"/>
                  </a:lnTo>
                  <a:lnTo>
                    <a:pt x="33963" y="109625"/>
                  </a:lnTo>
                  <a:lnTo>
                    <a:pt x="46148" y="80086"/>
                  </a:lnTo>
                  <a:lnTo>
                    <a:pt x="64873" y="61080"/>
                  </a:lnTo>
                  <a:lnTo>
                    <a:pt x="88838" y="54244"/>
                  </a:lnTo>
                  <a:lnTo>
                    <a:pt x="146084" y="54244"/>
                  </a:lnTo>
                  <a:lnTo>
                    <a:pt x="124436" y="35511"/>
                  </a:lnTo>
                  <a:lnTo>
                    <a:pt x="88838" y="26845"/>
                  </a:lnTo>
                  <a:close/>
                </a:path>
                <a:path w="274320" h="348615">
                  <a:moveTo>
                    <a:pt x="146084" y="54244"/>
                  </a:moveTo>
                  <a:lnTo>
                    <a:pt x="88838" y="54244"/>
                  </a:lnTo>
                  <a:lnTo>
                    <a:pt x="112760" y="61080"/>
                  </a:lnTo>
                  <a:lnTo>
                    <a:pt x="131389" y="80086"/>
                  </a:lnTo>
                  <a:lnTo>
                    <a:pt x="143480" y="109625"/>
                  </a:lnTo>
                  <a:lnTo>
                    <a:pt x="147787" y="148063"/>
                  </a:lnTo>
                  <a:lnTo>
                    <a:pt x="143480" y="186658"/>
                  </a:lnTo>
                  <a:lnTo>
                    <a:pt x="131389" y="216249"/>
                  </a:lnTo>
                  <a:lnTo>
                    <a:pt x="112760" y="235203"/>
                  </a:lnTo>
                  <a:lnTo>
                    <a:pt x="88838" y="241884"/>
                  </a:lnTo>
                  <a:lnTo>
                    <a:pt x="146311" y="241884"/>
                  </a:lnTo>
                  <a:lnTo>
                    <a:pt x="152561" y="236487"/>
                  </a:lnTo>
                  <a:lnTo>
                    <a:pt x="171034" y="198295"/>
                  </a:lnTo>
                  <a:lnTo>
                    <a:pt x="177676" y="148063"/>
                  </a:lnTo>
                  <a:lnTo>
                    <a:pt x="171034" y="97988"/>
                  </a:lnTo>
                  <a:lnTo>
                    <a:pt x="152561" y="59848"/>
                  </a:lnTo>
                  <a:lnTo>
                    <a:pt x="146084" y="54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31102" y="6581656"/>
              <a:ext cx="31115" cy="348615"/>
            </a:xfrm>
            <a:custGeom>
              <a:avLst/>
              <a:gdLst/>
              <a:ahLst/>
              <a:cxnLst/>
              <a:rect l="l" t="t" r="r" b="b"/>
              <a:pathLst>
                <a:path w="31115" h="348615">
                  <a:moveTo>
                    <a:pt x="0" y="0"/>
                  </a:moveTo>
                  <a:lnTo>
                    <a:pt x="0" y="348434"/>
                  </a:lnTo>
                  <a:lnTo>
                    <a:pt x="30719" y="348434"/>
                  </a:lnTo>
                  <a:lnTo>
                    <a:pt x="30719" y="0"/>
                  </a:lnTo>
                  <a:lnTo>
                    <a:pt x="0" y="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4103" y="6604494"/>
              <a:ext cx="185691" cy="250452"/>
            </a:xfrm>
            <a:prstGeom prst="rect">
              <a:avLst/>
            </a:prstGeom>
          </p:spPr>
        </p:pic>
      </p:grpSp>
      <p:sp>
        <p:nvSpPr>
          <p:cNvPr id="13" name="object 13" descr=""/>
          <p:cNvSpPr/>
          <p:nvPr/>
        </p:nvSpPr>
        <p:spPr>
          <a:xfrm>
            <a:off x="821042" y="6590029"/>
            <a:ext cx="318770" cy="196850"/>
          </a:xfrm>
          <a:custGeom>
            <a:avLst/>
            <a:gdLst/>
            <a:ahLst/>
            <a:cxnLst/>
            <a:rect l="l" t="t" r="r" b="b"/>
            <a:pathLst>
              <a:path w="318769" h="196850">
                <a:moveTo>
                  <a:pt x="285051" y="116840"/>
                </a:moveTo>
                <a:lnTo>
                  <a:pt x="71958" y="116840"/>
                </a:lnTo>
                <a:lnTo>
                  <a:pt x="71958" y="82550"/>
                </a:lnTo>
                <a:lnTo>
                  <a:pt x="277583" y="82550"/>
                </a:lnTo>
                <a:lnTo>
                  <a:pt x="277583" y="59690"/>
                </a:lnTo>
                <a:lnTo>
                  <a:pt x="277583" y="25400"/>
                </a:lnTo>
                <a:lnTo>
                  <a:pt x="277583" y="0"/>
                </a:lnTo>
                <a:lnTo>
                  <a:pt x="40411" y="0"/>
                </a:lnTo>
                <a:lnTo>
                  <a:pt x="40411" y="25400"/>
                </a:lnTo>
                <a:lnTo>
                  <a:pt x="246862" y="25400"/>
                </a:lnTo>
                <a:lnTo>
                  <a:pt x="246862" y="59690"/>
                </a:lnTo>
                <a:lnTo>
                  <a:pt x="41516" y="59690"/>
                </a:lnTo>
                <a:lnTo>
                  <a:pt x="41516" y="82550"/>
                </a:lnTo>
                <a:lnTo>
                  <a:pt x="41516" y="116840"/>
                </a:lnTo>
                <a:lnTo>
                  <a:pt x="41516" y="140970"/>
                </a:lnTo>
                <a:lnTo>
                  <a:pt x="285051" y="140970"/>
                </a:lnTo>
                <a:lnTo>
                  <a:pt x="285051" y="116840"/>
                </a:lnTo>
                <a:close/>
              </a:path>
              <a:path w="318769" h="196850">
                <a:moveTo>
                  <a:pt x="318541" y="171246"/>
                </a:moveTo>
                <a:lnTo>
                  <a:pt x="0" y="171246"/>
                </a:lnTo>
                <a:lnTo>
                  <a:pt x="0" y="196430"/>
                </a:lnTo>
                <a:lnTo>
                  <a:pt x="318541" y="196430"/>
                </a:lnTo>
                <a:lnTo>
                  <a:pt x="318541" y="1712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864488" y="6818629"/>
            <a:ext cx="234315" cy="106680"/>
          </a:xfrm>
          <a:custGeom>
            <a:avLst/>
            <a:gdLst/>
            <a:ahLst/>
            <a:cxnLst/>
            <a:rect l="l" t="t" r="r" b="b"/>
            <a:pathLst>
              <a:path w="234315" h="106679">
                <a:moveTo>
                  <a:pt x="234137" y="24561"/>
                </a:moveTo>
                <a:lnTo>
                  <a:pt x="203974" y="24561"/>
                </a:lnTo>
                <a:lnTo>
                  <a:pt x="203974" y="81026"/>
                </a:lnTo>
                <a:lnTo>
                  <a:pt x="234137" y="81026"/>
                </a:lnTo>
                <a:lnTo>
                  <a:pt x="234137" y="24561"/>
                </a:lnTo>
                <a:close/>
              </a:path>
              <a:path w="234315" h="106679">
                <a:moveTo>
                  <a:pt x="234137" y="0"/>
                </a:moveTo>
                <a:lnTo>
                  <a:pt x="0" y="0"/>
                </a:lnTo>
                <a:lnTo>
                  <a:pt x="0" y="24130"/>
                </a:lnTo>
                <a:lnTo>
                  <a:pt x="0" y="81280"/>
                </a:lnTo>
                <a:lnTo>
                  <a:pt x="0" y="106680"/>
                </a:lnTo>
                <a:lnTo>
                  <a:pt x="234137" y="106680"/>
                </a:lnTo>
                <a:lnTo>
                  <a:pt x="234137" y="81280"/>
                </a:lnTo>
                <a:lnTo>
                  <a:pt x="30175" y="81280"/>
                </a:lnTo>
                <a:lnTo>
                  <a:pt x="30175" y="24130"/>
                </a:lnTo>
                <a:lnTo>
                  <a:pt x="234137" y="24130"/>
                </a:lnTo>
                <a:lnTo>
                  <a:pt x="2341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 descr=""/>
          <p:cNvGrpSpPr/>
          <p:nvPr/>
        </p:nvGrpSpPr>
        <p:grpSpPr>
          <a:xfrm>
            <a:off x="817040" y="6586228"/>
            <a:ext cx="413384" cy="342900"/>
            <a:chOff x="817040" y="6586228"/>
            <a:chExt cx="413384" cy="342900"/>
          </a:xfrm>
        </p:grpSpPr>
        <p:sp>
          <p:nvSpPr>
            <p:cNvPr id="16" name="object 16" descr=""/>
            <p:cNvSpPr/>
            <p:nvPr/>
          </p:nvSpPr>
          <p:spPr>
            <a:xfrm>
              <a:off x="821047" y="6590235"/>
              <a:ext cx="318770" cy="334645"/>
            </a:xfrm>
            <a:custGeom>
              <a:avLst/>
              <a:gdLst/>
              <a:ahLst/>
              <a:cxnLst/>
              <a:rect l="l" t="t" r="r" b="b"/>
              <a:pathLst>
                <a:path w="318769" h="334645">
                  <a:moveTo>
                    <a:pt x="41513" y="58948"/>
                  </a:moveTo>
                  <a:lnTo>
                    <a:pt x="41513" y="140868"/>
                  </a:lnTo>
                  <a:lnTo>
                    <a:pt x="285057" y="140868"/>
                  </a:lnTo>
                  <a:lnTo>
                    <a:pt x="285057" y="116790"/>
                  </a:lnTo>
                  <a:lnTo>
                    <a:pt x="71956" y="116790"/>
                  </a:lnTo>
                  <a:lnTo>
                    <a:pt x="71956" y="81919"/>
                  </a:lnTo>
                  <a:lnTo>
                    <a:pt x="277585" y="81919"/>
                  </a:lnTo>
                  <a:lnTo>
                    <a:pt x="277585" y="0"/>
                  </a:lnTo>
                  <a:lnTo>
                    <a:pt x="40406" y="0"/>
                  </a:lnTo>
                  <a:lnTo>
                    <a:pt x="40406" y="24630"/>
                  </a:lnTo>
                  <a:lnTo>
                    <a:pt x="246865" y="24630"/>
                  </a:lnTo>
                  <a:lnTo>
                    <a:pt x="246865" y="58948"/>
                  </a:lnTo>
                  <a:lnTo>
                    <a:pt x="41513" y="58948"/>
                  </a:lnTo>
                  <a:close/>
                </a:path>
                <a:path w="318769" h="334645">
                  <a:moveTo>
                    <a:pt x="0" y="196219"/>
                  </a:moveTo>
                  <a:lnTo>
                    <a:pt x="318545" y="196219"/>
                  </a:lnTo>
                  <a:lnTo>
                    <a:pt x="318545" y="171034"/>
                  </a:lnTo>
                  <a:lnTo>
                    <a:pt x="0" y="171034"/>
                  </a:lnTo>
                  <a:lnTo>
                    <a:pt x="0" y="196219"/>
                  </a:lnTo>
                  <a:close/>
                </a:path>
                <a:path w="318769" h="334645">
                  <a:moveTo>
                    <a:pt x="277585" y="334596"/>
                  </a:moveTo>
                  <a:lnTo>
                    <a:pt x="277585" y="228046"/>
                  </a:lnTo>
                  <a:lnTo>
                    <a:pt x="43450" y="228046"/>
                  </a:lnTo>
                  <a:lnTo>
                    <a:pt x="43450" y="334596"/>
                  </a:lnTo>
                  <a:lnTo>
                    <a:pt x="277585" y="334596"/>
                  </a:lnTo>
                  <a:close/>
                </a:path>
                <a:path w="318769" h="334645">
                  <a:moveTo>
                    <a:pt x="247419" y="252954"/>
                  </a:moveTo>
                  <a:lnTo>
                    <a:pt x="247419" y="309412"/>
                  </a:lnTo>
                  <a:lnTo>
                    <a:pt x="73616" y="309412"/>
                  </a:lnTo>
                  <a:lnTo>
                    <a:pt x="73616" y="252954"/>
                  </a:lnTo>
                  <a:lnTo>
                    <a:pt x="247419" y="252954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179671" y="6692081"/>
              <a:ext cx="50800" cy="208279"/>
            </a:xfrm>
            <a:custGeom>
              <a:avLst/>
              <a:gdLst/>
              <a:ahLst/>
              <a:cxnLst/>
              <a:rect l="l" t="t" r="r" b="b"/>
              <a:pathLst>
                <a:path w="50800" h="208279">
                  <a:moveTo>
                    <a:pt x="25461" y="0"/>
                  </a:moveTo>
                  <a:lnTo>
                    <a:pt x="15649" y="1989"/>
                  </a:lnTo>
                  <a:lnTo>
                    <a:pt x="7576" y="7403"/>
                  </a:lnTo>
                  <a:lnTo>
                    <a:pt x="2149" y="15411"/>
                  </a:lnTo>
                  <a:lnTo>
                    <a:pt x="276" y="25184"/>
                  </a:lnTo>
                  <a:lnTo>
                    <a:pt x="2149" y="34957"/>
                  </a:lnTo>
                  <a:lnTo>
                    <a:pt x="7576" y="42966"/>
                  </a:lnTo>
                  <a:lnTo>
                    <a:pt x="15649" y="48380"/>
                  </a:lnTo>
                  <a:lnTo>
                    <a:pt x="25461" y="50369"/>
                  </a:lnTo>
                  <a:lnTo>
                    <a:pt x="35234" y="48380"/>
                  </a:lnTo>
                  <a:lnTo>
                    <a:pt x="43242" y="42966"/>
                  </a:lnTo>
                  <a:lnTo>
                    <a:pt x="48656" y="34957"/>
                  </a:lnTo>
                  <a:lnTo>
                    <a:pt x="50646" y="25184"/>
                  </a:lnTo>
                  <a:lnTo>
                    <a:pt x="48656" y="15411"/>
                  </a:lnTo>
                  <a:lnTo>
                    <a:pt x="43242" y="7403"/>
                  </a:lnTo>
                  <a:lnTo>
                    <a:pt x="35234" y="1989"/>
                  </a:lnTo>
                  <a:lnTo>
                    <a:pt x="25461" y="0"/>
                  </a:lnTo>
                  <a:close/>
                </a:path>
                <a:path w="50800" h="208279">
                  <a:moveTo>
                    <a:pt x="25184" y="157473"/>
                  </a:moveTo>
                  <a:lnTo>
                    <a:pt x="15372" y="159462"/>
                  </a:lnTo>
                  <a:lnTo>
                    <a:pt x="7299" y="164877"/>
                  </a:lnTo>
                  <a:lnTo>
                    <a:pt x="1872" y="172885"/>
                  </a:lnTo>
                  <a:lnTo>
                    <a:pt x="0" y="182658"/>
                  </a:lnTo>
                  <a:lnTo>
                    <a:pt x="1872" y="192431"/>
                  </a:lnTo>
                  <a:lnTo>
                    <a:pt x="7299" y="200439"/>
                  </a:lnTo>
                  <a:lnTo>
                    <a:pt x="15372" y="205853"/>
                  </a:lnTo>
                  <a:lnTo>
                    <a:pt x="25184" y="207843"/>
                  </a:lnTo>
                  <a:lnTo>
                    <a:pt x="34957" y="205853"/>
                  </a:lnTo>
                  <a:lnTo>
                    <a:pt x="42966" y="200439"/>
                  </a:lnTo>
                  <a:lnTo>
                    <a:pt x="48380" y="192431"/>
                  </a:lnTo>
                  <a:lnTo>
                    <a:pt x="50369" y="182658"/>
                  </a:lnTo>
                  <a:lnTo>
                    <a:pt x="48380" y="172885"/>
                  </a:lnTo>
                  <a:lnTo>
                    <a:pt x="42966" y="164877"/>
                  </a:lnTo>
                  <a:lnTo>
                    <a:pt x="34957" y="159462"/>
                  </a:lnTo>
                  <a:lnTo>
                    <a:pt x="25184" y="1574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/>
          <p:nvPr/>
        </p:nvSpPr>
        <p:spPr>
          <a:xfrm>
            <a:off x="1370304" y="6581660"/>
            <a:ext cx="636270" cy="347980"/>
          </a:xfrm>
          <a:custGeom>
            <a:avLst/>
            <a:gdLst/>
            <a:ahLst/>
            <a:cxnLst/>
            <a:rect l="l" t="t" r="r" b="b"/>
            <a:pathLst>
              <a:path w="636269" h="347979">
                <a:moveTo>
                  <a:pt x="280898" y="78320"/>
                </a:moveTo>
                <a:lnTo>
                  <a:pt x="272211" y="49530"/>
                </a:lnTo>
                <a:lnTo>
                  <a:pt x="254685" y="34048"/>
                </a:lnTo>
                <a:lnTo>
                  <a:pt x="248526" y="28600"/>
                </a:lnTo>
                <a:lnTo>
                  <a:pt x="248526" y="78320"/>
                </a:lnTo>
                <a:lnTo>
                  <a:pt x="242049" y="96799"/>
                </a:lnTo>
                <a:lnTo>
                  <a:pt x="223748" y="110769"/>
                </a:lnTo>
                <a:lnTo>
                  <a:pt x="195275" y="119659"/>
                </a:lnTo>
                <a:lnTo>
                  <a:pt x="158292" y="122885"/>
                </a:lnTo>
                <a:lnTo>
                  <a:pt x="121437" y="119659"/>
                </a:lnTo>
                <a:lnTo>
                  <a:pt x="92989" y="110769"/>
                </a:lnTo>
                <a:lnTo>
                  <a:pt x="74701" y="96799"/>
                </a:lnTo>
                <a:lnTo>
                  <a:pt x="68351" y="78320"/>
                </a:lnTo>
                <a:lnTo>
                  <a:pt x="74701" y="59956"/>
                </a:lnTo>
                <a:lnTo>
                  <a:pt x="121437" y="37147"/>
                </a:lnTo>
                <a:lnTo>
                  <a:pt x="195275" y="37147"/>
                </a:lnTo>
                <a:lnTo>
                  <a:pt x="242049" y="59956"/>
                </a:lnTo>
                <a:lnTo>
                  <a:pt x="248526" y="78320"/>
                </a:lnTo>
                <a:lnTo>
                  <a:pt x="248526" y="28600"/>
                </a:lnTo>
                <a:lnTo>
                  <a:pt x="247523" y="27711"/>
                </a:lnTo>
                <a:lnTo>
                  <a:pt x="208864" y="13830"/>
                </a:lnTo>
                <a:lnTo>
                  <a:pt x="158292" y="8851"/>
                </a:lnTo>
                <a:lnTo>
                  <a:pt x="107810" y="13830"/>
                </a:lnTo>
                <a:lnTo>
                  <a:pt x="69075" y="27711"/>
                </a:lnTo>
                <a:lnTo>
                  <a:pt x="44310" y="49530"/>
                </a:lnTo>
                <a:lnTo>
                  <a:pt x="35699" y="78320"/>
                </a:lnTo>
                <a:lnTo>
                  <a:pt x="44310" y="107226"/>
                </a:lnTo>
                <a:lnTo>
                  <a:pt x="69075" y="129006"/>
                </a:lnTo>
                <a:lnTo>
                  <a:pt x="107810" y="142735"/>
                </a:lnTo>
                <a:lnTo>
                  <a:pt x="158292" y="147510"/>
                </a:lnTo>
                <a:lnTo>
                  <a:pt x="208864" y="142735"/>
                </a:lnTo>
                <a:lnTo>
                  <a:pt x="247523" y="129006"/>
                </a:lnTo>
                <a:lnTo>
                  <a:pt x="254457" y="122885"/>
                </a:lnTo>
                <a:lnTo>
                  <a:pt x="272211" y="107226"/>
                </a:lnTo>
                <a:lnTo>
                  <a:pt x="280898" y="78320"/>
                </a:lnTo>
                <a:close/>
              </a:path>
              <a:path w="636269" h="347979">
                <a:moveTo>
                  <a:pt x="284492" y="314667"/>
                </a:moveTo>
                <a:lnTo>
                  <a:pt x="70015" y="314667"/>
                </a:lnTo>
                <a:lnTo>
                  <a:pt x="70015" y="242722"/>
                </a:lnTo>
                <a:lnTo>
                  <a:pt x="39014" y="242722"/>
                </a:lnTo>
                <a:lnTo>
                  <a:pt x="39014" y="340131"/>
                </a:lnTo>
                <a:lnTo>
                  <a:pt x="284492" y="340131"/>
                </a:lnTo>
                <a:lnTo>
                  <a:pt x="284492" y="314667"/>
                </a:lnTo>
                <a:close/>
              </a:path>
              <a:path w="636269" h="347979">
                <a:moveTo>
                  <a:pt x="317436" y="174358"/>
                </a:moveTo>
                <a:lnTo>
                  <a:pt x="0" y="174358"/>
                </a:lnTo>
                <a:lnTo>
                  <a:pt x="0" y="199821"/>
                </a:lnTo>
                <a:lnTo>
                  <a:pt x="110693" y="199821"/>
                </a:lnTo>
                <a:lnTo>
                  <a:pt x="110693" y="272326"/>
                </a:lnTo>
                <a:lnTo>
                  <a:pt x="141414" y="272326"/>
                </a:lnTo>
                <a:lnTo>
                  <a:pt x="141414" y="199821"/>
                </a:lnTo>
                <a:lnTo>
                  <a:pt x="205346" y="199821"/>
                </a:lnTo>
                <a:lnTo>
                  <a:pt x="205346" y="272326"/>
                </a:lnTo>
                <a:lnTo>
                  <a:pt x="236067" y="272326"/>
                </a:lnTo>
                <a:lnTo>
                  <a:pt x="236067" y="199821"/>
                </a:lnTo>
                <a:lnTo>
                  <a:pt x="317436" y="199821"/>
                </a:lnTo>
                <a:lnTo>
                  <a:pt x="317436" y="174358"/>
                </a:lnTo>
                <a:close/>
              </a:path>
              <a:path w="636269" h="347979">
                <a:moveTo>
                  <a:pt x="553224" y="169659"/>
                </a:moveTo>
                <a:lnTo>
                  <a:pt x="518337" y="152120"/>
                </a:lnTo>
                <a:lnTo>
                  <a:pt x="491236" y="127139"/>
                </a:lnTo>
                <a:lnTo>
                  <a:pt x="484263" y="115138"/>
                </a:lnTo>
                <a:lnTo>
                  <a:pt x="473671" y="96913"/>
                </a:lnTo>
                <a:lnTo>
                  <a:pt x="467487" y="63931"/>
                </a:lnTo>
                <a:lnTo>
                  <a:pt x="467436" y="50927"/>
                </a:lnTo>
                <a:lnTo>
                  <a:pt x="545198" y="50927"/>
                </a:lnTo>
                <a:lnTo>
                  <a:pt x="545198" y="25463"/>
                </a:lnTo>
                <a:lnTo>
                  <a:pt x="357835" y="25463"/>
                </a:lnTo>
                <a:lnTo>
                  <a:pt x="357835" y="50927"/>
                </a:lnTo>
                <a:lnTo>
                  <a:pt x="436435" y="50927"/>
                </a:lnTo>
                <a:lnTo>
                  <a:pt x="436435" y="63931"/>
                </a:lnTo>
                <a:lnTo>
                  <a:pt x="429882" y="100380"/>
                </a:lnTo>
                <a:lnTo>
                  <a:pt x="411568" y="133400"/>
                </a:lnTo>
                <a:lnTo>
                  <a:pt x="383552" y="160604"/>
                </a:lnTo>
                <a:lnTo>
                  <a:pt x="347878" y="179616"/>
                </a:lnTo>
                <a:lnTo>
                  <a:pt x="363931" y="203974"/>
                </a:lnTo>
                <a:lnTo>
                  <a:pt x="393204" y="189217"/>
                </a:lnTo>
                <a:lnTo>
                  <a:pt x="418236" y="168948"/>
                </a:lnTo>
                <a:lnTo>
                  <a:pt x="438302" y="143979"/>
                </a:lnTo>
                <a:lnTo>
                  <a:pt x="452628" y="115138"/>
                </a:lnTo>
                <a:lnTo>
                  <a:pt x="466699" y="140639"/>
                </a:lnTo>
                <a:lnTo>
                  <a:pt x="485876" y="162852"/>
                </a:lnTo>
                <a:lnTo>
                  <a:pt x="509562" y="181000"/>
                </a:lnTo>
                <a:lnTo>
                  <a:pt x="537171" y="194284"/>
                </a:lnTo>
                <a:lnTo>
                  <a:pt x="553224" y="169659"/>
                </a:lnTo>
                <a:close/>
              </a:path>
              <a:path w="636269" h="347979">
                <a:moveTo>
                  <a:pt x="634873" y="0"/>
                </a:moveTo>
                <a:lnTo>
                  <a:pt x="604151" y="0"/>
                </a:lnTo>
                <a:lnTo>
                  <a:pt x="604151" y="90779"/>
                </a:lnTo>
                <a:lnTo>
                  <a:pt x="533857" y="90779"/>
                </a:lnTo>
                <a:lnTo>
                  <a:pt x="533857" y="116243"/>
                </a:lnTo>
                <a:lnTo>
                  <a:pt x="604151" y="116243"/>
                </a:lnTo>
                <a:lnTo>
                  <a:pt x="604151" y="207289"/>
                </a:lnTo>
                <a:lnTo>
                  <a:pt x="634873" y="207289"/>
                </a:lnTo>
                <a:lnTo>
                  <a:pt x="634873" y="0"/>
                </a:lnTo>
                <a:close/>
              </a:path>
              <a:path w="636269" h="347979">
                <a:moveTo>
                  <a:pt x="635977" y="282841"/>
                </a:moveTo>
                <a:lnTo>
                  <a:pt x="627926" y="255447"/>
                </a:lnTo>
                <a:lnTo>
                  <a:pt x="612825" y="242163"/>
                </a:lnTo>
                <a:lnTo>
                  <a:pt x="605536" y="235750"/>
                </a:lnTo>
                <a:lnTo>
                  <a:pt x="605536" y="282841"/>
                </a:lnTo>
                <a:lnTo>
                  <a:pt x="599554" y="299783"/>
                </a:lnTo>
                <a:lnTo>
                  <a:pt x="582422" y="312458"/>
                </a:lnTo>
                <a:lnTo>
                  <a:pt x="555332" y="320357"/>
                </a:lnTo>
                <a:lnTo>
                  <a:pt x="519468" y="322973"/>
                </a:lnTo>
                <a:lnTo>
                  <a:pt x="483438" y="320357"/>
                </a:lnTo>
                <a:lnTo>
                  <a:pt x="456298" y="312458"/>
                </a:lnTo>
                <a:lnTo>
                  <a:pt x="439216" y="299783"/>
                </a:lnTo>
                <a:lnTo>
                  <a:pt x="433387" y="282841"/>
                </a:lnTo>
                <a:lnTo>
                  <a:pt x="439216" y="265747"/>
                </a:lnTo>
                <a:lnTo>
                  <a:pt x="483438" y="244944"/>
                </a:lnTo>
                <a:lnTo>
                  <a:pt x="555332" y="244944"/>
                </a:lnTo>
                <a:lnTo>
                  <a:pt x="599554" y="265747"/>
                </a:lnTo>
                <a:lnTo>
                  <a:pt x="605536" y="282841"/>
                </a:lnTo>
                <a:lnTo>
                  <a:pt x="605536" y="235750"/>
                </a:lnTo>
                <a:lnTo>
                  <a:pt x="604812" y="235102"/>
                </a:lnTo>
                <a:lnTo>
                  <a:pt x="568147" y="222440"/>
                </a:lnTo>
                <a:lnTo>
                  <a:pt x="519468" y="218084"/>
                </a:lnTo>
                <a:lnTo>
                  <a:pt x="470623" y="222440"/>
                </a:lnTo>
                <a:lnTo>
                  <a:pt x="433908" y="235102"/>
                </a:lnTo>
                <a:lnTo>
                  <a:pt x="410845" y="255447"/>
                </a:lnTo>
                <a:lnTo>
                  <a:pt x="402945" y="282841"/>
                </a:lnTo>
                <a:lnTo>
                  <a:pt x="410845" y="310210"/>
                </a:lnTo>
                <a:lnTo>
                  <a:pt x="433908" y="330479"/>
                </a:lnTo>
                <a:lnTo>
                  <a:pt x="470623" y="343128"/>
                </a:lnTo>
                <a:lnTo>
                  <a:pt x="519468" y="347611"/>
                </a:lnTo>
                <a:lnTo>
                  <a:pt x="568147" y="343128"/>
                </a:lnTo>
                <a:lnTo>
                  <a:pt x="604812" y="330479"/>
                </a:lnTo>
                <a:lnTo>
                  <a:pt x="613371" y="322973"/>
                </a:lnTo>
                <a:lnTo>
                  <a:pt x="627926" y="310210"/>
                </a:lnTo>
                <a:lnTo>
                  <a:pt x="635977" y="2828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2063300" y="6594109"/>
            <a:ext cx="317500" cy="335915"/>
          </a:xfrm>
          <a:custGeom>
            <a:avLst/>
            <a:gdLst/>
            <a:ahLst/>
            <a:cxnLst/>
            <a:rect l="l" t="t" r="r" b="b"/>
            <a:pathLst>
              <a:path w="317500" h="335915">
                <a:moveTo>
                  <a:pt x="174632" y="0"/>
                </a:moveTo>
                <a:lnTo>
                  <a:pt x="142805" y="0"/>
                </a:lnTo>
                <a:lnTo>
                  <a:pt x="142805" y="19926"/>
                </a:lnTo>
                <a:lnTo>
                  <a:pt x="131986" y="55000"/>
                </a:lnTo>
                <a:lnTo>
                  <a:pt x="131878" y="55351"/>
                </a:lnTo>
                <a:lnTo>
                  <a:pt x="103125" y="85379"/>
                </a:lnTo>
                <a:lnTo>
                  <a:pt x="62594" y="107727"/>
                </a:lnTo>
                <a:lnTo>
                  <a:pt x="16328" y="120111"/>
                </a:lnTo>
                <a:lnTo>
                  <a:pt x="29059" y="145296"/>
                </a:lnTo>
                <a:lnTo>
                  <a:pt x="69052" y="134695"/>
                </a:lnTo>
                <a:lnTo>
                  <a:pt x="105945" y="117050"/>
                </a:lnTo>
                <a:lnTo>
                  <a:pt x="136844" y="93048"/>
                </a:lnTo>
                <a:lnTo>
                  <a:pt x="158857" y="63376"/>
                </a:lnTo>
                <a:lnTo>
                  <a:pt x="193639" y="63376"/>
                </a:lnTo>
                <a:lnTo>
                  <a:pt x="185603" y="55000"/>
                </a:lnTo>
                <a:lnTo>
                  <a:pt x="174632" y="19926"/>
                </a:lnTo>
                <a:lnTo>
                  <a:pt x="174632" y="0"/>
                </a:lnTo>
                <a:close/>
              </a:path>
              <a:path w="317500" h="335915">
                <a:moveTo>
                  <a:pt x="193639" y="63376"/>
                </a:moveTo>
                <a:lnTo>
                  <a:pt x="158857" y="63376"/>
                </a:lnTo>
                <a:lnTo>
                  <a:pt x="175306" y="85379"/>
                </a:lnTo>
                <a:lnTo>
                  <a:pt x="181102" y="93048"/>
                </a:lnTo>
                <a:lnTo>
                  <a:pt x="212124" y="117050"/>
                </a:lnTo>
                <a:lnTo>
                  <a:pt x="249003" y="134695"/>
                </a:lnTo>
                <a:lnTo>
                  <a:pt x="288932" y="145296"/>
                </a:lnTo>
                <a:lnTo>
                  <a:pt x="301386" y="120111"/>
                </a:lnTo>
                <a:lnTo>
                  <a:pt x="255509" y="107727"/>
                </a:lnTo>
                <a:lnTo>
                  <a:pt x="255287" y="107727"/>
                </a:lnTo>
                <a:lnTo>
                  <a:pt x="214450" y="85067"/>
                </a:lnTo>
                <a:lnTo>
                  <a:pt x="193639" y="63376"/>
                </a:lnTo>
                <a:close/>
              </a:path>
              <a:path w="317500" h="335915">
                <a:moveTo>
                  <a:pt x="172972" y="209227"/>
                </a:moveTo>
                <a:lnTo>
                  <a:pt x="142805" y="209227"/>
                </a:lnTo>
                <a:lnTo>
                  <a:pt x="142805" y="335427"/>
                </a:lnTo>
                <a:lnTo>
                  <a:pt x="172972" y="335427"/>
                </a:lnTo>
                <a:lnTo>
                  <a:pt x="172972" y="209227"/>
                </a:lnTo>
                <a:close/>
              </a:path>
              <a:path w="317500" h="335915">
                <a:moveTo>
                  <a:pt x="317161" y="183488"/>
                </a:moveTo>
                <a:lnTo>
                  <a:pt x="0" y="183488"/>
                </a:lnTo>
                <a:lnTo>
                  <a:pt x="0" y="209227"/>
                </a:lnTo>
                <a:lnTo>
                  <a:pt x="317161" y="209227"/>
                </a:lnTo>
                <a:lnTo>
                  <a:pt x="317161" y="1834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731102" y="7698643"/>
            <a:ext cx="31115" cy="348615"/>
          </a:xfrm>
          <a:custGeom>
            <a:avLst/>
            <a:gdLst/>
            <a:ahLst/>
            <a:cxnLst/>
            <a:rect l="l" t="t" r="r" b="b"/>
            <a:pathLst>
              <a:path w="31115" h="348615">
                <a:moveTo>
                  <a:pt x="0" y="0"/>
                </a:moveTo>
                <a:lnTo>
                  <a:pt x="0" y="348434"/>
                </a:lnTo>
                <a:lnTo>
                  <a:pt x="30719" y="348434"/>
                </a:lnTo>
                <a:lnTo>
                  <a:pt x="30719" y="0"/>
                </a:lnTo>
                <a:lnTo>
                  <a:pt x="0" y="0"/>
                </a:lnTo>
                <a:close/>
              </a:path>
            </a:pathLst>
          </a:custGeom>
          <a:ln w="80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1" name="object 2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4103" y="7721480"/>
            <a:ext cx="185691" cy="250452"/>
          </a:xfrm>
          <a:prstGeom prst="rect">
            <a:avLst/>
          </a:prstGeom>
        </p:spPr>
      </p:pic>
      <p:sp>
        <p:nvSpPr>
          <p:cNvPr id="22" name="object 22" descr=""/>
          <p:cNvSpPr/>
          <p:nvPr/>
        </p:nvSpPr>
        <p:spPr>
          <a:xfrm>
            <a:off x="834332" y="7698643"/>
            <a:ext cx="285750" cy="347980"/>
          </a:xfrm>
          <a:custGeom>
            <a:avLst/>
            <a:gdLst/>
            <a:ahLst/>
            <a:cxnLst/>
            <a:rect l="l" t="t" r="r" b="b"/>
            <a:pathLst>
              <a:path w="285750" h="347979">
                <a:moveTo>
                  <a:pt x="255721" y="347881"/>
                </a:moveTo>
                <a:lnTo>
                  <a:pt x="285334" y="347881"/>
                </a:lnTo>
                <a:lnTo>
                  <a:pt x="285334" y="0"/>
                </a:lnTo>
                <a:lnTo>
                  <a:pt x="255721" y="0"/>
                </a:lnTo>
                <a:lnTo>
                  <a:pt x="255721" y="347881"/>
                </a:lnTo>
                <a:close/>
              </a:path>
              <a:path w="285750" h="347979">
                <a:moveTo>
                  <a:pt x="133396" y="131181"/>
                </a:moveTo>
                <a:lnTo>
                  <a:pt x="133396" y="40682"/>
                </a:lnTo>
                <a:lnTo>
                  <a:pt x="0" y="40682"/>
                </a:lnTo>
                <a:lnTo>
                  <a:pt x="0" y="254061"/>
                </a:lnTo>
                <a:lnTo>
                  <a:pt x="133396" y="254061"/>
                </a:lnTo>
                <a:lnTo>
                  <a:pt x="133396" y="156920"/>
                </a:lnTo>
                <a:lnTo>
                  <a:pt x="185979" y="156920"/>
                </a:lnTo>
                <a:lnTo>
                  <a:pt x="185979" y="330168"/>
                </a:lnTo>
                <a:lnTo>
                  <a:pt x="215592" y="330168"/>
                </a:lnTo>
                <a:lnTo>
                  <a:pt x="215592" y="7472"/>
                </a:lnTo>
                <a:lnTo>
                  <a:pt x="185979" y="7472"/>
                </a:lnTo>
                <a:lnTo>
                  <a:pt x="185979" y="131181"/>
                </a:lnTo>
                <a:lnTo>
                  <a:pt x="133396" y="131181"/>
                </a:lnTo>
                <a:close/>
              </a:path>
              <a:path w="285750" h="347979">
                <a:moveTo>
                  <a:pt x="29059" y="229430"/>
                </a:moveTo>
                <a:lnTo>
                  <a:pt x="29059" y="65314"/>
                </a:lnTo>
                <a:lnTo>
                  <a:pt x="104336" y="65314"/>
                </a:lnTo>
                <a:lnTo>
                  <a:pt x="104336" y="229430"/>
                </a:lnTo>
                <a:lnTo>
                  <a:pt x="29059" y="229430"/>
                </a:lnTo>
                <a:close/>
              </a:path>
            </a:pathLst>
          </a:custGeom>
          <a:ln w="80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1424650" y="7698643"/>
            <a:ext cx="31115" cy="179070"/>
          </a:xfrm>
          <a:custGeom>
            <a:avLst/>
            <a:gdLst/>
            <a:ahLst/>
            <a:cxnLst/>
            <a:rect l="l" t="t" r="r" b="b"/>
            <a:pathLst>
              <a:path w="31115" h="179070">
                <a:moveTo>
                  <a:pt x="0" y="0"/>
                </a:moveTo>
                <a:lnTo>
                  <a:pt x="0" y="178506"/>
                </a:lnTo>
                <a:lnTo>
                  <a:pt x="30719" y="178506"/>
                </a:lnTo>
                <a:lnTo>
                  <a:pt x="30719" y="0"/>
                </a:lnTo>
                <a:lnTo>
                  <a:pt x="0" y="0"/>
                </a:lnTo>
                <a:close/>
              </a:path>
            </a:pathLst>
          </a:custGeom>
          <a:ln w="80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1172117" y="7707366"/>
            <a:ext cx="299720" cy="338455"/>
            <a:chOff x="1172117" y="7707366"/>
            <a:chExt cx="299720" cy="338455"/>
          </a:xfrm>
        </p:grpSpPr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72117" y="7707366"/>
              <a:ext cx="188735" cy="161890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228985" y="7894032"/>
              <a:ext cx="239395" cy="147955"/>
            </a:xfrm>
            <a:custGeom>
              <a:avLst/>
              <a:gdLst/>
              <a:ahLst/>
              <a:cxnLst/>
              <a:rect l="l" t="t" r="r" b="b"/>
              <a:pathLst>
                <a:path w="239394" h="147954">
                  <a:moveTo>
                    <a:pt x="30996" y="83856"/>
                  </a:moveTo>
                  <a:lnTo>
                    <a:pt x="226385" y="83856"/>
                  </a:lnTo>
                  <a:lnTo>
                    <a:pt x="226385" y="0"/>
                  </a:lnTo>
                  <a:lnTo>
                    <a:pt x="0" y="0"/>
                  </a:lnTo>
                  <a:lnTo>
                    <a:pt x="0" y="24907"/>
                  </a:lnTo>
                  <a:lnTo>
                    <a:pt x="195942" y="24907"/>
                  </a:lnTo>
                  <a:lnTo>
                    <a:pt x="195942" y="60609"/>
                  </a:lnTo>
                  <a:lnTo>
                    <a:pt x="1106" y="60609"/>
                  </a:lnTo>
                  <a:lnTo>
                    <a:pt x="1106" y="147787"/>
                  </a:lnTo>
                  <a:lnTo>
                    <a:pt x="238839" y="147787"/>
                  </a:lnTo>
                  <a:lnTo>
                    <a:pt x="238839" y="122879"/>
                  </a:lnTo>
                  <a:lnTo>
                    <a:pt x="30996" y="122879"/>
                  </a:lnTo>
                  <a:lnTo>
                    <a:pt x="30996" y="83856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 descr=""/>
          <p:cNvGrpSpPr/>
          <p:nvPr/>
        </p:nvGrpSpPr>
        <p:grpSpPr>
          <a:xfrm>
            <a:off x="484103" y="7694635"/>
            <a:ext cx="281940" cy="356870"/>
            <a:chOff x="484103" y="7694635"/>
            <a:chExt cx="281940" cy="356870"/>
          </a:xfrm>
        </p:grpSpPr>
        <p:sp>
          <p:nvSpPr>
            <p:cNvPr id="28" name="object 28" descr=""/>
            <p:cNvSpPr/>
            <p:nvPr/>
          </p:nvSpPr>
          <p:spPr>
            <a:xfrm>
              <a:off x="488111" y="7698643"/>
              <a:ext cx="274320" cy="348615"/>
            </a:xfrm>
            <a:custGeom>
              <a:avLst/>
              <a:gdLst/>
              <a:ahLst/>
              <a:cxnLst/>
              <a:rect l="l" t="t" r="r" b="b"/>
              <a:pathLst>
                <a:path w="274320" h="348615">
                  <a:moveTo>
                    <a:pt x="273710" y="0"/>
                  </a:moveTo>
                  <a:lnTo>
                    <a:pt x="242991" y="0"/>
                  </a:lnTo>
                  <a:lnTo>
                    <a:pt x="242991" y="348434"/>
                  </a:lnTo>
                  <a:lnTo>
                    <a:pt x="273710" y="348434"/>
                  </a:lnTo>
                  <a:lnTo>
                    <a:pt x="273710" y="0"/>
                  </a:lnTo>
                  <a:close/>
                </a:path>
                <a:path w="274320" h="348615">
                  <a:moveTo>
                    <a:pt x="88838" y="26845"/>
                  </a:moveTo>
                  <a:lnTo>
                    <a:pt x="53007" y="35511"/>
                  </a:lnTo>
                  <a:lnTo>
                    <a:pt x="24907" y="59848"/>
                  </a:lnTo>
                  <a:lnTo>
                    <a:pt x="6564" y="97988"/>
                  </a:lnTo>
                  <a:lnTo>
                    <a:pt x="0" y="148063"/>
                  </a:lnTo>
                  <a:lnTo>
                    <a:pt x="6564" y="198295"/>
                  </a:lnTo>
                  <a:lnTo>
                    <a:pt x="24907" y="236487"/>
                  </a:lnTo>
                  <a:lnTo>
                    <a:pt x="53007" y="260772"/>
                  </a:lnTo>
                  <a:lnTo>
                    <a:pt x="88838" y="269282"/>
                  </a:lnTo>
                  <a:lnTo>
                    <a:pt x="124436" y="260772"/>
                  </a:lnTo>
                  <a:lnTo>
                    <a:pt x="146311" y="241883"/>
                  </a:lnTo>
                  <a:lnTo>
                    <a:pt x="88838" y="241883"/>
                  </a:lnTo>
                  <a:lnTo>
                    <a:pt x="64873" y="235202"/>
                  </a:lnTo>
                  <a:lnTo>
                    <a:pt x="46148" y="216249"/>
                  </a:lnTo>
                  <a:lnTo>
                    <a:pt x="33963" y="186658"/>
                  </a:lnTo>
                  <a:lnTo>
                    <a:pt x="29612" y="148063"/>
                  </a:lnTo>
                  <a:lnTo>
                    <a:pt x="33963" y="109625"/>
                  </a:lnTo>
                  <a:lnTo>
                    <a:pt x="46148" y="80086"/>
                  </a:lnTo>
                  <a:lnTo>
                    <a:pt x="64873" y="61080"/>
                  </a:lnTo>
                  <a:lnTo>
                    <a:pt x="88838" y="54244"/>
                  </a:lnTo>
                  <a:lnTo>
                    <a:pt x="146084" y="54244"/>
                  </a:lnTo>
                  <a:lnTo>
                    <a:pt x="124436" y="35511"/>
                  </a:lnTo>
                  <a:lnTo>
                    <a:pt x="88838" y="26845"/>
                  </a:lnTo>
                  <a:close/>
                </a:path>
                <a:path w="274320" h="348615">
                  <a:moveTo>
                    <a:pt x="146084" y="54244"/>
                  </a:moveTo>
                  <a:lnTo>
                    <a:pt x="88838" y="54244"/>
                  </a:lnTo>
                  <a:lnTo>
                    <a:pt x="112760" y="61080"/>
                  </a:lnTo>
                  <a:lnTo>
                    <a:pt x="131389" y="80086"/>
                  </a:lnTo>
                  <a:lnTo>
                    <a:pt x="143480" y="109625"/>
                  </a:lnTo>
                  <a:lnTo>
                    <a:pt x="147787" y="148063"/>
                  </a:lnTo>
                  <a:lnTo>
                    <a:pt x="143480" y="186658"/>
                  </a:lnTo>
                  <a:lnTo>
                    <a:pt x="131389" y="216249"/>
                  </a:lnTo>
                  <a:lnTo>
                    <a:pt x="112760" y="235202"/>
                  </a:lnTo>
                  <a:lnTo>
                    <a:pt x="88838" y="241883"/>
                  </a:lnTo>
                  <a:lnTo>
                    <a:pt x="146311" y="241883"/>
                  </a:lnTo>
                  <a:lnTo>
                    <a:pt x="152561" y="236487"/>
                  </a:lnTo>
                  <a:lnTo>
                    <a:pt x="171034" y="198295"/>
                  </a:lnTo>
                  <a:lnTo>
                    <a:pt x="177676" y="148063"/>
                  </a:lnTo>
                  <a:lnTo>
                    <a:pt x="171034" y="97988"/>
                  </a:lnTo>
                  <a:lnTo>
                    <a:pt x="152561" y="59848"/>
                  </a:lnTo>
                  <a:lnTo>
                    <a:pt x="146084" y="54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31102" y="7698643"/>
              <a:ext cx="31115" cy="348615"/>
            </a:xfrm>
            <a:custGeom>
              <a:avLst/>
              <a:gdLst/>
              <a:ahLst/>
              <a:cxnLst/>
              <a:rect l="l" t="t" r="r" b="b"/>
              <a:pathLst>
                <a:path w="31115" h="348615">
                  <a:moveTo>
                    <a:pt x="0" y="0"/>
                  </a:moveTo>
                  <a:lnTo>
                    <a:pt x="0" y="348434"/>
                  </a:lnTo>
                  <a:lnTo>
                    <a:pt x="30719" y="348434"/>
                  </a:lnTo>
                  <a:lnTo>
                    <a:pt x="30719" y="0"/>
                  </a:lnTo>
                  <a:lnTo>
                    <a:pt x="0" y="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4103" y="7721480"/>
              <a:ext cx="185691" cy="250452"/>
            </a:xfrm>
            <a:prstGeom prst="rect">
              <a:avLst/>
            </a:prstGeom>
          </p:spPr>
        </p:pic>
      </p:grpSp>
      <p:sp>
        <p:nvSpPr>
          <p:cNvPr id="31" name="object 31" descr=""/>
          <p:cNvSpPr/>
          <p:nvPr/>
        </p:nvSpPr>
        <p:spPr>
          <a:xfrm>
            <a:off x="1020305" y="7698651"/>
            <a:ext cx="99695" cy="347980"/>
          </a:xfrm>
          <a:custGeom>
            <a:avLst/>
            <a:gdLst/>
            <a:ahLst/>
            <a:cxnLst/>
            <a:rect l="l" t="t" r="r" b="b"/>
            <a:pathLst>
              <a:path w="99694" h="347979">
                <a:moveTo>
                  <a:pt x="29616" y="156921"/>
                </a:moveTo>
                <a:lnTo>
                  <a:pt x="0" y="156921"/>
                </a:lnTo>
                <a:lnTo>
                  <a:pt x="0" y="330161"/>
                </a:lnTo>
                <a:lnTo>
                  <a:pt x="29616" y="330161"/>
                </a:lnTo>
                <a:lnTo>
                  <a:pt x="29616" y="156921"/>
                </a:lnTo>
                <a:close/>
              </a:path>
              <a:path w="99694" h="347979">
                <a:moveTo>
                  <a:pt x="99352" y="0"/>
                </a:moveTo>
                <a:lnTo>
                  <a:pt x="69748" y="0"/>
                </a:lnTo>
                <a:lnTo>
                  <a:pt x="69748" y="347878"/>
                </a:lnTo>
                <a:lnTo>
                  <a:pt x="99352" y="347878"/>
                </a:lnTo>
                <a:lnTo>
                  <a:pt x="993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2" name="object 32" descr=""/>
          <p:cNvGrpSpPr/>
          <p:nvPr/>
        </p:nvGrpSpPr>
        <p:grpSpPr>
          <a:xfrm>
            <a:off x="830324" y="7694635"/>
            <a:ext cx="293370" cy="356235"/>
            <a:chOff x="830324" y="7694635"/>
            <a:chExt cx="293370" cy="356235"/>
          </a:xfrm>
        </p:grpSpPr>
        <p:sp>
          <p:nvSpPr>
            <p:cNvPr id="33" name="object 33" descr=""/>
            <p:cNvSpPr/>
            <p:nvPr/>
          </p:nvSpPr>
          <p:spPr>
            <a:xfrm>
              <a:off x="834326" y="7706118"/>
              <a:ext cx="215900" cy="247015"/>
            </a:xfrm>
            <a:custGeom>
              <a:avLst/>
              <a:gdLst/>
              <a:ahLst/>
              <a:cxnLst/>
              <a:rect l="l" t="t" r="r" b="b"/>
              <a:pathLst>
                <a:path w="215900" h="247015">
                  <a:moveTo>
                    <a:pt x="215595" y="0"/>
                  </a:moveTo>
                  <a:lnTo>
                    <a:pt x="185978" y="0"/>
                  </a:lnTo>
                  <a:lnTo>
                    <a:pt x="185978" y="123431"/>
                  </a:lnTo>
                  <a:lnTo>
                    <a:pt x="133400" y="123431"/>
                  </a:lnTo>
                  <a:lnTo>
                    <a:pt x="133400" y="57391"/>
                  </a:lnTo>
                  <a:lnTo>
                    <a:pt x="133400" y="33274"/>
                  </a:lnTo>
                  <a:lnTo>
                    <a:pt x="104330" y="33274"/>
                  </a:lnTo>
                  <a:lnTo>
                    <a:pt x="104330" y="57391"/>
                  </a:lnTo>
                  <a:lnTo>
                    <a:pt x="104330" y="123431"/>
                  </a:lnTo>
                  <a:lnTo>
                    <a:pt x="104330" y="148831"/>
                  </a:lnTo>
                  <a:lnTo>
                    <a:pt x="104330" y="222491"/>
                  </a:lnTo>
                  <a:lnTo>
                    <a:pt x="29057" y="222491"/>
                  </a:lnTo>
                  <a:lnTo>
                    <a:pt x="29057" y="57391"/>
                  </a:lnTo>
                  <a:lnTo>
                    <a:pt x="104330" y="57391"/>
                  </a:lnTo>
                  <a:lnTo>
                    <a:pt x="104330" y="33274"/>
                  </a:lnTo>
                  <a:lnTo>
                    <a:pt x="0" y="33274"/>
                  </a:lnTo>
                  <a:lnTo>
                    <a:pt x="0" y="57391"/>
                  </a:lnTo>
                  <a:lnTo>
                    <a:pt x="0" y="222491"/>
                  </a:lnTo>
                  <a:lnTo>
                    <a:pt x="0" y="246621"/>
                  </a:lnTo>
                  <a:lnTo>
                    <a:pt x="133400" y="246621"/>
                  </a:lnTo>
                  <a:lnTo>
                    <a:pt x="133400" y="222491"/>
                  </a:lnTo>
                  <a:lnTo>
                    <a:pt x="133400" y="148831"/>
                  </a:lnTo>
                  <a:lnTo>
                    <a:pt x="215595" y="148831"/>
                  </a:lnTo>
                  <a:lnTo>
                    <a:pt x="215595" y="123710"/>
                  </a:lnTo>
                  <a:lnTo>
                    <a:pt x="215595" y="123431"/>
                  </a:lnTo>
                  <a:lnTo>
                    <a:pt x="2155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834332" y="7698643"/>
              <a:ext cx="285750" cy="347980"/>
            </a:xfrm>
            <a:custGeom>
              <a:avLst/>
              <a:gdLst/>
              <a:ahLst/>
              <a:cxnLst/>
              <a:rect l="l" t="t" r="r" b="b"/>
              <a:pathLst>
                <a:path w="285750" h="347979">
                  <a:moveTo>
                    <a:pt x="255721" y="347881"/>
                  </a:moveTo>
                  <a:lnTo>
                    <a:pt x="285334" y="347881"/>
                  </a:lnTo>
                  <a:lnTo>
                    <a:pt x="285334" y="0"/>
                  </a:lnTo>
                  <a:lnTo>
                    <a:pt x="255721" y="0"/>
                  </a:lnTo>
                  <a:lnTo>
                    <a:pt x="255721" y="347881"/>
                  </a:lnTo>
                  <a:close/>
                </a:path>
                <a:path w="285750" h="347979">
                  <a:moveTo>
                    <a:pt x="133396" y="131181"/>
                  </a:moveTo>
                  <a:lnTo>
                    <a:pt x="133396" y="40682"/>
                  </a:lnTo>
                  <a:lnTo>
                    <a:pt x="0" y="40682"/>
                  </a:lnTo>
                  <a:lnTo>
                    <a:pt x="0" y="254061"/>
                  </a:lnTo>
                  <a:lnTo>
                    <a:pt x="133396" y="254061"/>
                  </a:lnTo>
                  <a:lnTo>
                    <a:pt x="133396" y="156920"/>
                  </a:lnTo>
                  <a:lnTo>
                    <a:pt x="185979" y="156920"/>
                  </a:lnTo>
                  <a:lnTo>
                    <a:pt x="185979" y="330168"/>
                  </a:lnTo>
                  <a:lnTo>
                    <a:pt x="215592" y="330168"/>
                  </a:lnTo>
                  <a:lnTo>
                    <a:pt x="215592" y="7472"/>
                  </a:lnTo>
                  <a:lnTo>
                    <a:pt x="185979" y="7472"/>
                  </a:lnTo>
                  <a:lnTo>
                    <a:pt x="185979" y="131181"/>
                  </a:lnTo>
                  <a:lnTo>
                    <a:pt x="133396" y="131181"/>
                  </a:lnTo>
                  <a:close/>
                </a:path>
                <a:path w="285750" h="347979">
                  <a:moveTo>
                    <a:pt x="29059" y="229430"/>
                  </a:moveTo>
                  <a:lnTo>
                    <a:pt x="29059" y="65314"/>
                  </a:lnTo>
                  <a:lnTo>
                    <a:pt x="104336" y="65314"/>
                  </a:lnTo>
                  <a:lnTo>
                    <a:pt x="104336" y="229430"/>
                  </a:lnTo>
                  <a:lnTo>
                    <a:pt x="29059" y="22943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1172117" y="7694635"/>
            <a:ext cx="299720" cy="351790"/>
            <a:chOff x="1172117" y="7694635"/>
            <a:chExt cx="299720" cy="351790"/>
          </a:xfrm>
        </p:grpSpPr>
        <p:sp>
          <p:nvSpPr>
            <p:cNvPr id="36" name="object 36" descr=""/>
            <p:cNvSpPr/>
            <p:nvPr/>
          </p:nvSpPr>
          <p:spPr>
            <a:xfrm>
              <a:off x="1176124" y="7698643"/>
              <a:ext cx="292100" cy="343535"/>
            </a:xfrm>
            <a:custGeom>
              <a:avLst/>
              <a:gdLst/>
              <a:ahLst/>
              <a:cxnLst/>
              <a:rect l="l" t="t" r="r" b="b"/>
              <a:pathLst>
                <a:path w="292100" h="343534">
                  <a:moveTo>
                    <a:pt x="279246" y="0"/>
                  </a:moveTo>
                  <a:lnTo>
                    <a:pt x="248526" y="0"/>
                  </a:lnTo>
                  <a:lnTo>
                    <a:pt x="248526" y="178506"/>
                  </a:lnTo>
                  <a:lnTo>
                    <a:pt x="279246" y="178506"/>
                  </a:lnTo>
                  <a:lnTo>
                    <a:pt x="279246" y="0"/>
                  </a:lnTo>
                  <a:close/>
                </a:path>
                <a:path w="292100" h="343534">
                  <a:moveTo>
                    <a:pt x="90499" y="12730"/>
                  </a:moveTo>
                  <a:lnTo>
                    <a:pt x="54174" y="18529"/>
                  </a:lnTo>
                  <a:lnTo>
                    <a:pt x="25530" y="34421"/>
                  </a:lnTo>
                  <a:lnTo>
                    <a:pt x="6745" y="58771"/>
                  </a:lnTo>
                  <a:lnTo>
                    <a:pt x="0" y="89945"/>
                  </a:lnTo>
                  <a:lnTo>
                    <a:pt x="6745" y="121071"/>
                  </a:lnTo>
                  <a:lnTo>
                    <a:pt x="25530" y="145296"/>
                  </a:lnTo>
                  <a:lnTo>
                    <a:pt x="54174" y="161010"/>
                  </a:lnTo>
                  <a:lnTo>
                    <a:pt x="90499" y="166606"/>
                  </a:lnTo>
                  <a:lnTo>
                    <a:pt x="126507" y="161010"/>
                  </a:lnTo>
                  <a:lnTo>
                    <a:pt x="155017" y="145296"/>
                  </a:lnTo>
                  <a:lnTo>
                    <a:pt x="158025" y="141421"/>
                  </a:lnTo>
                  <a:lnTo>
                    <a:pt x="90499" y="141421"/>
                  </a:lnTo>
                  <a:lnTo>
                    <a:pt x="66321" y="137659"/>
                  </a:lnTo>
                  <a:lnTo>
                    <a:pt x="47152" y="127099"/>
                  </a:lnTo>
                  <a:lnTo>
                    <a:pt x="34572" y="110831"/>
                  </a:lnTo>
                  <a:lnTo>
                    <a:pt x="30166" y="89945"/>
                  </a:lnTo>
                  <a:lnTo>
                    <a:pt x="34572" y="69180"/>
                  </a:lnTo>
                  <a:lnTo>
                    <a:pt x="47152" y="52929"/>
                  </a:lnTo>
                  <a:lnTo>
                    <a:pt x="66321" y="42386"/>
                  </a:lnTo>
                  <a:lnTo>
                    <a:pt x="90499" y="38745"/>
                  </a:lnTo>
                  <a:lnTo>
                    <a:pt x="158357" y="38745"/>
                  </a:lnTo>
                  <a:lnTo>
                    <a:pt x="155017" y="34421"/>
                  </a:lnTo>
                  <a:lnTo>
                    <a:pt x="126507" y="18529"/>
                  </a:lnTo>
                  <a:lnTo>
                    <a:pt x="90499" y="12730"/>
                  </a:lnTo>
                  <a:close/>
                </a:path>
                <a:path w="292100" h="343534">
                  <a:moveTo>
                    <a:pt x="158357" y="38745"/>
                  </a:moveTo>
                  <a:lnTo>
                    <a:pt x="90499" y="38745"/>
                  </a:lnTo>
                  <a:lnTo>
                    <a:pt x="114520" y="42386"/>
                  </a:lnTo>
                  <a:lnTo>
                    <a:pt x="133638" y="52929"/>
                  </a:lnTo>
                  <a:lnTo>
                    <a:pt x="146269" y="69180"/>
                  </a:lnTo>
                  <a:lnTo>
                    <a:pt x="150831" y="89945"/>
                  </a:lnTo>
                  <a:lnTo>
                    <a:pt x="146269" y="110831"/>
                  </a:lnTo>
                  <a:lnTo>
                    <a:pt x="133638" y="127099"/>
                  </a:lnTo>
                  <a:lnTo>
                    <a:pt x="114520" y="137659"/>
                  </a:lnTo>
                  <a:lnTo>
                    <a:pt x="90499" y="141421"/>
                  </a:lnTo>
                  <a:lnTo>
                    <a:pt x="158025" y="141421"/>
                  </a:lnTo>
                  <a:lnTo>
                    <a:pt x="173823" y="121071"/>
                  </a:lnTo>
                  <a:lnTo>
                    <a:pt x="180721" y="89945"/>
                  </a:lnTo>
                  <a:lnTo>
                    <a:pt x="173823" y="58771"/>
                  </a:lnTo>
                  <a:lnTo>
                    <a:pt x="158357" y="38745"/>
                  </a:lnTo>
                  <a:close/>
                </a:path>
                <a:path w="292100" h="343534">
                  <a:moveTo>
                    <a:pt x="279246" y="195389"/>
                  </a:moveTo>
                  <a:lnTo>
                    <a:pt x="52860" y="195389"/>
                  </a:lnTo>
                  <a:lnTo>
                    <a:pt x="52860" y="220297"/>
                  </a:lnTo>
                  <a:lnTo>
                    <a:pt x="248802" y="220297"/>
                  </a:lnTo>
                  <a:lnTo>
                    <a:pt x="248802" y="255998"/>
                  </a:lnTo>
                  <a:lnTo>
                    <a:pt x="53967" y="255998"/>
                  </a:lnTo>
                  <a:lnTo>
                    <a:pt x="53967" y="343176"/>
                  </a:lnTo>
                  <a:lnTo>
                    <a:pt x="291699" y="343176"/>
                  </a:lnTo>
                  <a:lnTo>
                    <a:pt x="291699" y="318268"/>
                  </a:lnTo>
                  <a:lnTo>
                    <a:pt x="83856" y="318268"/>
                  </a:lnTo>
                  <a:lnTo>
                    <a:pt x="83856" y="279245"/>
                  </a:lnTo>
                  <a:lnTo>
                    <a:pt x="279246" y="279245"/>
                  </a:lnTo>
                  <a:lnTo>
                    <a:pt x="279246" y="1953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424650" y="7698643"/>
              <a:ext cx="31115" cy="179070"/>
            </a:xfrm>
            <a:custGeom>
              <a:avLst/>
              <a:gdLst/>
              <a:ahLst/>
              <a:cxnLst/>
              <a:rect l="l" t="t" r="r" b="b"/>
              <a:pathLst>
                <a:path w="31115" h="179070">
                  <a:moveTo>
                    <a:pt x="0" y="0"/>
                  </a:moveTo>
                  <a:lnTo>
                    <a:pt x="0" y="178506"/>
                  </a:lnTo>
                  <a:lnTo>
                    <a:pt x="30719" y="178506"/>
                  </a:lnTo>
                  <a:lnTo>
                    <a:pt x="30719" y="0"/>
                  </a:lnTo>
                  <a:lnTo>
                    <a:pt x="0" y="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72117" y="7707366"/>
              <a:ext cx="188735" cy="161890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1228985" y="7894032"/>
              <a:ext cx="239395" cy="147955"/>
            </a:xfrm>
            <a:custGeom>
              <a:avLst/>
              <a:gdLst/>
              <a:ahLst/>
              <a:cxnLst/>
              <a:rect l="l" t="t" r="r" b="b"/>
              <a:pathLst>
                <a:path w="239394" h="147954">
                  <a:moveTo>
                    <a:pt x="30996" y="83856"/>
                  </a:moveTo>
                  <a:lnTo>
                    <a:pt x="226385" y="83856"/>
                  </a:lnTo>
                  <a:lnTo>
                    <a:pt x="226385" y="0"/>
                  </a:lnTo>
                  <a:lnTo>
                    <a:pt x="0" y="0"/>
                  </a:lnTo>
                  <a:lnTo>
                    <a:pt x="0" y="24907"/>
                  </a:lnTo>
                  <a:lnTo>
                    <a:pt x="195942" y="24907"/>
                  </a:lnTo>
                  <a:lnTo>
                    <a:pt x="195942" y="60609"/>
                  </a:lnTo>
                  <a:lnTo>
                    <a:pt x="1106" y="60609"/>
                  </a:lnTo>
                  <a:lnTo>
                    <a:pt x="1106" y="147787"/>
                  </a:lnTo>
                  <a:lnTo>
                    <a:pt x="238839" y="147787"/>
                  </a:lnTo>
                  <a:lnTo>
                    <a:pt x="238839" y="122879"/>
                  </a:lnTo>
                  <a:lnTo>
                    <a:pt x="30996" y="122879"/>
                  </a:lnTo>
                  <a:lnTo>
                    <a:pt x="30996" y="83856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/>
          <p:nvPr/>
        </p:nvSpPr>
        <p:spPr>
          <a:xfrm>
            <a:off x="1525994" y="7809068"/>
            <a:ext cx="50800" cy="208279"/>
          </a:xfrm>
          <a:custGeom>
            <a:avLst/>
            <a:gdLst/>
            <a:ahLst/>
            <a:cxnLst/>
            <a:rect l="l" t="t" r="r" b="b"/>
            <a:pathLst>
              <a:path w="50800" h="208279">
                <a:moveTo>
                  <a:pt x="25461" y="0"/>
                </a:moveTo>
                <a:lnTo>
                  <a:pt x="15649" y="1989"/>
                </a:lnTo>
                <a:lnTo>
                  <a:pt x="7576" y="7403"/>
                </a:lnTo>
                <a:lnTo>
                  <a:pt x="2149" y="15411"/>
                </a:lnTo>
                <a:lnTo>
                  <a:pt x="276" y="25184"/>
                </a:lnTo>
                <a:lnTo>
                  <a:pt x="2149" y="34957"/>
                </a:lnTo>
                <a:lnTo>
                  <a:pt x="7576" y="42966"/>
                </a:lnTo>
                <a:lnTo>
                  <a:pt x="15649" y="48380"/>
                </a:lnTo>
                <a:lnTo>
                  <a:pt x="25461" y="50369"/>
                </a:lnTo>
                <a:lnTo>
                  <a:pt x="35234" y="48380"/>
                </a:lnTo>
                <a:lnTo>
                  <a:pt x="43242" y="42966"/>
                </a:lnTo>
                <a:lnTo>
                  <a:pt x="48657" y="34957"/>
                </a:lnTo>
                <a:lnTo>
                  <a:pt x="50646" y="25184"/>
                </a:lnTo>
                <a:lnTo>
                  <a:pt x="48657" y="15411"/>
                </a:lnTo>
                <a:lnTo>
                  <a:pt x="43242" y="7403"/>
                </a:lnTo>
                <a:lnTo>
                  <a:pt x="35234" y="1989"/>
                </a:lnTo>
                <a:lnTo>
                  <a:pt x="25461" y="0"/>
                </a:lnTo>
                <a:close/>
              </a:path>
              <a:path w="50800" h="208279">
                <a:moveTo>
                  <a:pt x="25184" y="157473"/>
                </a:moveTo>
                <a:lnTo>
                  <a:pt x="15372" y="159462"/>
                </a:lnTo>
                <a:lnTo>
                  <a:pt x="7299" y="164876"/>
                </a:lnTo>
                <a:lnTo>
                  <a:pt x="1872" y="172885"/>
                </a:lnTo>
                <a:lnTo>
                  <a:pt x="0" y="182658"/>
                </a:lnTo>
                <a:lnTo>
                  <a:pt x="1872" y="192431"/>
                </a:lnTo>
                <a:lnTo>
                  <a:pt x="7299" y="200439"/>
                </a:lnTo>
                <a:lnTo>
                  <a:pt x="15372" y="205853"/>
                </a:lnTo>
                <a:lnTo>
                  <a:pt x="25184" y="207843"/>
                </a:lnTo>
                <a:lnTo>
                  <a:pt x="34957" y="205853"/>
                </a:lnTo>
                <a:lnTo>
                  <a:pt x="42966" y="200439"/>
                </a:lnTo>
                <a:lnTo>
                  <a:pt x="48380" y="192431"/>
                </a:lnTo>
                <a:lnTo>
                  <a:pt x="50369" y="182658"/>
                </a:lnTo>
                <a:lnTo>
                  <a:pt x="48380" y="172885"/>
                </a:lnTo>
                <a:lnTo>
                  <a:pt x="42966" y="164876"/>
                </a:lnTo>
                <a:lnTo>
                  <a:pt x="34957" y="159462"/>
                </a:lnTo>
                <a:lnTo>
                  <a:pt x="25184" y="1574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1" name="object 41" descr=""/>
          <p:cNvGrpSpPr/>
          <p:nvPr/>
        </p:nvGrpSpPr>
        <p:grpSpPr>
          <a:xfrm>
            <a:off x="1712753" y="7802149"/>
            <a:ext cx="396875" cy="292735"/>
            <a:chOff x="1712753" y="7802149"/>
            <a:chExt cx="396875" cy="292735"/>
          </a:xfrm>
        </p:grpSpPr>
        <p:sp>
          <p:nvSpPr>
            <p:cNvPr id="42" name="object 42" descr=""/>
            <p:cNvSpPr/>
            <p:nvPr/>
          </p:nvSpPr>
          <p:spPr>
            <a:xfrm>
              <a:off x="1712753" y="7802149"/>
              <a:ext cx="191770" cy="292735"/>
            </a:xfrm>
            <a:custGeom>
              <a:avLst/>
              <a:gdLst/>
              <a:ahLst/>
              <a:cxnLst/>
              <a:rect l="l" t="t" r="r" b="b"/>
              <a:pathLst>
                <a:path w="191769" h="292734">
                  <a:moveTo>
                    <a:pt x="191514" y="0"/>
                  </a:moveTo>
                  <a:lnTo>
                    <a:pt x="154982" y="0"/>
                  </a:lnTo>
                  <a:lnTo>
                    <a:pt x="96864" y="168820"/>
                  </a:lnTo>
                  <a:lnTo>
                    <a:pt x="94650" y="168820"/>
                  </a:lnTo>
                  <a:lnTo>
                    <a:pt x="36531" y="0"/>
                  </a:lnTo>
                  <a:lnTo>
                    <a:pt x="0" y="0"/>
                  </a:lnTo>
                  <a:lnTo>
                    <a:pt x="78598" y="213931"/>
                  </a:lnTo>
                  <a:lnTo>
                    <a:pt x="72509" y="230260"/>
                  </a:lnTo>
                  <a:lnTo>
                    <a:pt x="63921" y="248309"/>
                  </a:lnTo>
                  <a:lnTo>
                    <a:pt x="55074" y="257797"/>
                  </a:lnTo>
                  <a:lnTo>
                    <a:pt x="45811" y="261472"/>
                  </a:lnTo>
                  <a:lnTo>
                    <a:pt x="35978" y="262087"/>
                  </a:lnTo>
                  <a:lnTo>
                    <a:pt x="30719" y="262087"/>
                  </a:lnTo>
                  <a:lnTo>
                    <a:pt x="22970" y="261810"/>
                  </a:lnTo>
                  <a:lnTo>
                    <a:pt x="19649" y="261533"/>
                  </a:lnTo>
                  <a:lnTo>
                    <a:pt x="19372" y="291423"/>
                  </a:lnTo>
                  <a:lnTo>
                    <a:pt x="23800" y="291976"/>
                  </a:lnTo>
                  <a:lnTo>
                    <a:pt x="30996" y="292253"/>
                  </a:lnTo>
                  <a:lnTo>
                    <a:pt x="38192" y="292253"/>
                  </a:lnTo>
                  <a:lnTo>
                    <a:pt x="59069" y="289269"/>
                  </a:lnTo>
                  <a:lnTo>
                    <a:pt x="76522" y="280214"/>
                  </a:lnTo>
                  <a:lnTo>
                    <a:pt x="90654" y="264932"/>
                  </a:lnTo>
                  <a:lnTo>
                    <a:pt x="101569" y="243267"/>
                  </a:lnTo>
                  <a:lnTo>
                    <a:pt x="1915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41353" y="7802149"/>
              <a:ext cx="167713" cy="215315"/>
            </a:xfrm>
            <a:prstGeom prst="rect">
              <a:avLst/>
            </a:prstGeom>
          </p:spPr>
        </p:pic>
      </p:grpSp>
      <p:grpSp>
        <p:nvGrpSpPr>
          <p:cNvPr id="44" name="object 44" descr=""/>
          <p:cNvGrpSpPr/>
          <p:nvPr/>
        </p:nvGrpSpPr>
        <p:grpSpPr>
          <a:xfrm>
            <a:off x="2162757" y="7722167"/>
            <a:ext cx="1694180" cy="377190"/>
            <a:chOff x="2162757" y="7722167"/>
            <a:chExt cx="1694180" cy="377190"/>
          </a:xfrm>
        </p:grpSpPr>
        <p:pic>
          <p:nvPicPr>
            <p:cNvPr id="45" name="object 4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62757" y="7799382"/>
              <a:ext cx="169374" cy="215315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2350951" y="7722167"/>
              <a:ext cx="75565" cy="372745"/>
            </a:xfrm>
            <a:custGeom>
              <a:avLst/>
              <a:gdLst/>
              <a:ahLst/>
              <a:cxnLst/>
              <a:rect l="l" t="t" r="r" b="b"/>
              <a:pathLst>
                <a:path w="75564" h="372745">
                  <a:moveTo>
                    <a:pt x="51476" y="0"/>
                  </a:moveTo>
                  <a:lnTo>
                    <a:pt x="42269" y="1751"/>
                  </a:lnTo>
                  <a:lnTo>
                    <a:pt x="34698" y="6538"/>
                  </a:lnTo>
                  <a:lnTo>
                    <a:pt x="29565" y="13660"/>
                  </a:lnTo>
                  <a:lnTo>
                    <a:pt x="27675" y="22417"/>
                  </a:lnTo>
                  <a:lnTo>
                    <a:pt x="29565" y="31173"/>
                  </a:lnTo>
                  <a:lnTo>
                    <a:pt x="34698" y="38295"/>
                  </a:lnTo>
                  <a:lnTo>
                    <a:pt x="42269" y="43082"/>
                  </a:lnTo>
                  <a:lnTo>
                    <a:pt x="51476" y="44834"/>
                  </a:lnTo>
                  <a:lnTo>
                    <a:pt x="60522" y="43082"/>
                  </a:lnTo>
                  <a:lnTo>
                    <a:pt x="68012" y="38295"/>
                  </a:lnTo>
                  <a:lnTo>
                    <a:pt x="73115" y="31173"/>
                  </a:lnTo>
                  <a:lnTo>
                    <a:pt x="75000" y="22417"/>
                  </a:lnTo>
                  <a:lnTo>
                    <a:pt x="73115" y="13660"/>
                  </a:lnTo>
                  <a:lnTo>
                    <a:pt x="68012" y="6538"/>
                  </a:lnTo>
                  <a:lnTo>
                    <a:pt x="60522" y="1751"/>
                  </a:lnTo>
                  <a:lnTo>
                    <a:pt x="51476" y="0"/>
                  </a:lnTo>
                  <a:close/>
                </a:path>
                <a:path w="75564" h="372745">
                  <a:moveTo>
                    <a:pt x="68635" y="79982"/>
                  </a:moveTo>
                  <a:lnTo>
                    <a:pt x="34871" y="79982"/>
                  </a:lnTo>
                  <a:lnTo>
                    <a:pt x="34871" y="307751"/>
                  </a:lnTo>
                  <a:lnTo>
                    <a:pt x="33180" y="321974"/>
                  </a:lnTo>
                  <a:lnTo>
                    <a:pt x="27986" y="332486"/>
                  </a:lnTo>
                  <a:lnTo>
                    <a:pt x="19109" y="339003"/>
                  </a:lnTo>
                  <a:lnTo>
                    <a:pt x="6365" y="341239"/>
                  </a:lnTo>
                  <a:lnTo>
                    <a:pt x="0" y="341239"/>
                  </a:lnTo>
                  <a:lnTo>
                    <a:pt x="0" y="372235"/>
                  </a:lnTo>
                  <a:lnTo>
                    <a:pt x="6918" y="372235"/>
                  </a:lnTo>
                  <a:lnTo>
                    <a:pt x="33958" y="367764"/>
                  </a:lnTo>
                  <a:lnTo>
                    <a:pt x="53240" y="354938"/>
                  </a:lnTo>
                  <a:lnTo>
                    <a:pt x="64790" y="334640"/>
                  </a:lnTo>
                  <a:lnTo>
                    <a:pt x="68635" y="307751"/>
                  </a:lnTo>
                  <a:lnTo>
                    <a:pt x="68635" y="799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63313" y="7799382"/>
              <a:ext cx="187916" cy="219743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84994" y="7799382"/>
              <a:ext cx="193451" cy="219743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22173" y="7799382"/>
              <a:ext cx="169374" cy="215315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3135274" y="7799387"/>
              <a:ext cx="516890" cy="299720"/>
            </a:xfrm>
            <a:custGeom>
              <a:avLst/>
              <a:gdLst/>
              <a:ahLst/>
              <a:cxnLst/>
              <a:rect l="l" t="t" r="r" b="b"/>
              <a:pathLst>
                <a:path w="516889" h="299720">
                  <a:moveTo>
                    <a:pt x="188468" y="2768"/>
                  </a:moveTo>
                  <a:lnTo>
                    <a:pt x="155803" y="2768"/>
                  </a:lnTo>
                  <a:lnTo>
                    <a:pt x="155803" y="36537"/>
                  </a:lnTo>
                  <a:lnTo>
                    <a:pt x="155536" y="36537"/>
                  </a:lnTo>
                  <a:lnTo>
                    <a:pt x="155536" y="107378"/>
                  </a:lnTo>
                  <a:lnTo>
                    <a:pt x="151549" y="138785"/>
                  </a:lnTo>
                  <a:lnTo>
                    <a:pt x="139890" y="162280"/>
                  </a:lnTo>
                  <a:lnTo>
                    <a:pt x="120967" y="177012"/>
                  </a:lnTo>
                  <a:lnTo>
                    <a:pt x="95199" y="182105"/>
                  </a:lnTo>
                  <a:lnTo>
                    <a:pt x="68592" y="176618"/>
                  </a:lnTo>
                  <a:lnTo>
                    <a:pt x="49466" y="161239"/>
                  </a:lnTo>
                  <a:lnTo>
                    <a:pt x="37909" y="137617"/>
                  </a:lnTo>
                  <a:lnTo>
                    <a:pt x="34036" y="107378"/>
                  </a:lnTo>
                  <a:lnTo>
                    <a:pt x="37833" y="77216"/>
                  </a:lnTo>
                  <a:lnTo>
                    <a:pt x="49263" y="52692"/>
                  </a:lnTo>
                  <a:lnTo>
                    <a:pt x="68364" y="36195"/>
                  </a:lnTo>
                  <a:lnTo>
                    <a:pt x="95199" y="30162"/>
                  </a:lnTo>
                  <a:lnTo>
                    <a:pt x="121208" y="35814"/>
                  </a:lnTo>
                  <a:lnTo>
                    <a:pt x="140106" y="51650"/>
                  </a:lnTo>
                  <a:lnTo>
                    <a:pt x="151625" y="76047"/>
                  </a:lnTo>
                  <a:lnTo>
                    <a:pt x="155536" y="107378"/>
                  </a:lnTo>
                  <a:lnTo>
                    <a:pt x="155536" y="36537"/>
                  </a:lnTo>
                  <a:lnTo>
                    <a:pt x="152768" y="36537"/>
                  </a:lnTo>
                  <a:lnTo>
                    <a:pt x="148488" y="30162"/>
                  </a:lnTo>
                  <a:lnTo>
                    <a:pt x="145719" y="26035"/>
                  </a:lnTo>
                  <a:lnTo>
                    <a:pt x="134429" y="14008"/>
                  </a:lnTo>
                  <a:lnTo>
                    <a:pt x="116801" y="4114"/>
                  </a:lnTo>
                  <a:lnTo>
                    <a:pt x="90766" y="0"/>
                  </a:lnTo>
                  <a:lnTo>
                    <a:pt x="54051" y="7378"/>
                  </a:lnTo>
                  <a:lnTo>
                    <a:pt x="25349" y="28536"/>
                  </a:lnTo>
                  <a:lnTo>
                    <a:pt x="6667" y="62001"/>
                  </a:lnTo>
                  <a:lnTo>
                    <a:pt x="0" y="106273"/>
                  </a:lnTo>
                  <a:lnTo>
                    <a:pt x="6858" y="150926"/>
                  </a:lnTo>
                  <a:lnTo>
                    <a:pt x="25806" y="184150"/>
                  </a:lnTo>
                  <a:lnTo>
                    <a:pt x="54406" y="204851"/>
                  </a:lnTo>
                  <a:lnTo>
                    <a:pt x="90220" y="212001"/>
                  </a:lnTo>
                  <a:lnTo>
                    <a:pt x="116293" y="208051"/>
                  </a:lnTo>
                  <a:lnTo>
                    <a:pt x="133972" y="198462"/>
                  </a:lnTo>
                  <a:lnTo>
                    <a:pt x="145288" y="186664"/>
                  </a:lnTo>
                  <a:lnTo>
                    <a:pt x="148247" y="182105"/>
                  </a:lnTo>
                  <a:lnTo>
                    <a:pt x="152209" y="176022"/>
                  </a:lnTo>
                  <a:lnTo>
                    <a:pt x="154978" y="176022"/>
                  </a:lnTo>
                  <a:lnTo>
                    <a:pt x="154978" y="219189"/>
                  </a:lnTo>
                  <a:lnTo>
                    <a:pt x="150914" y="241973"/>
                  </a:lnTo>
                  <a:lnTo>
                    <a:pt x="139242" y="257835"/>
                  </a:lnTo>
                  <a:lnTo>
                    <a:pt x="120764" y="267093"/>
                  </a:lnTo>
                  <a:lnTo>
                    <a:pt x="96304" y="270116"/>
                  </a:lnTo>
                  <a:lnTo>
                    <a:pt x="75641" y="268084"/>
                  </a:lnTo>
                  <a:lnTo>
                    <a:pt x="59258" y="261988"/>
                  </a:lnTo>
                  <a:lnTo>
                    <a:pt x="47701" y="251777"/>
                  </a:lnTo>
                  <a:lnTo>
                    <a:pt x="41503" y="237451"/>
                  </a:lnTo>
                  <a:lnTo>
                    <a:pt x="6083" y="237451"/>
                  </a:lnTo>
                  <a:lnTo>
                    <a:pt x="14579" y="263842"/>
                  </a:lnTo>
                  <a:lnTo>
                    <a:pt x="33337" y="283298"/>
                  </a:lnTo>
                  <a:lnTo>
                    <a:pt x="61036" y="295325"/>
                  </a:lnTo>
                  <a:lnTo>
                    <a:pt x="96304" y="299453"/>
                  </a:lnTo>
                  <a:lnTo>
                    <a:pt x="132537" y="294919"/>
                  </a:lnTo>
                  <a:lnTo>
                    <a:pt x="161798" y="280835"/>
                  </a:lnTo>
                  <a:lnTo>
                    <a:pt x="170395" y="270116"/>
                  </a:lnTo>
                  <a:lnTo>
                    <a:pt x="181343" y="256489"/>
                  </a:lnTo>
                  <a:lnTo>
                    <a:pt x="188468" y="221132"/>
                  </a:lnTo>
                  <a:lnTo>
                    <a:pt x="188468" y="176022"/>
                  </a:lnTo>
                  <a:lnTo>
                    <a:pt x="188468" y="36537"/>
                  </a:lnTo>
                  <a:lnTo>
                    <a:pt x="188468" y="2768"/>
                  </a:lnTo>
                  <a:close/>
                </a:path>
                <a:path w="516889" h="299720">
                  <a:moveTo>
                    <a:pt x="516699" y="2768"/>
                  </a:moveTo>
                  <a:lnTo>
                    <a:pt x="481266" y="2768"/>
                  </a:lnTo>
                  <a:lnTo>
                    <a:pt x="435889" y="164122"/>
                  </a:lnTo>
                  <a:lnTo>
                    <a:pt x="433666" y="164122"/>
                  </a:lnTo>
                  <a:lnTo>
                    <a:pt x="389394" y="2768"/>
                  </a:lnTo>
                  <a:lnTo>
                    <a:pt x="353415" y="2768"/>
                  </a:lnTo>
                  <a:lnTo>
                    <a:pt x="308571" y="164668"/>
                  </a:lnTo>
                  <a:lnTo>
                    <a:pt x="306362" y="164668"/>
                  </a:lnTo>
                  <a:lnTo>
                    <a:pt x="260972" y="2768"/>
                  </a:lnTo>
                  <a:lnTo>
                    <a:pt x="225552" y="2768"/>
                  </a:lnTo>
                  <a:lnTo>
                    <a:pt x="290029" y="215315"/>
                  </a:lnTo>
                  <a:lnTo>
                    <a:pt x="323519" y="215315"/>
                  </a:lnTo>
                  <a:lnTo>
                    <a:pt x="369468" y="53136"/>
                  </a:lnTo>
                  <a:lnTo>
                    <a:pt x="372783" y="53136"/>
                  </a:lnTo>
                  <a:lnTo>
                    <a:pt x="418998" y="215315"/>
                  </a:lnTo>
                  <a:lnTo>
                    <a:pt x="452208" y="215315"/>
                  </a:lnTo>
                  <a:lnTo>
                    <a:pt x="516699" y="27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89062" y="7802149"/>
              <a:ext cx="167713" cy="215315"/>
            </a:xfrm>
            <a:prstGeom prst="rect">
              <a:avLst/>
            </a:prstGeom>
          </p:spPr>
        </p:pic>
      </p:grpSp>
      <p:sp>
        <p:nvSpPr>
          <p:cNvPr id="52" name="object 52" descr=""/>
          <p:cNvSpPr/>
          <p:nvPr/>
        </p:nvSpPr>
        <p:spPr>
          <a:xfrm>
            <a:off x="3903815" y="7734909"/>
            <a:ext cx="537845" cy="364490"/>
          </a:xfrm>
          <a:custGeom>
            <a:avLst/>
            <a:gdLst/>
            <a:ahLst/>
            <a:cxnLst/>
            <a:rect l="l" t="t" r="r" b="b"/>
            <a:pathLst>
              <a:path w="537845" h="364490">
                <a:moveTo>
                  <a:pt x="312178" y="148056"/>
                </a:moveTo>
                <a:lnTo>
                  <a:pt x="305015" y="100241"/>
                </a:lnTo>
                <a:lnTo>
                  <a:pt x="284226" y="59474"/>
                </a:lnTo>
                <a:lnTo>
                  <a:pt x="251409" y="27800"/>
                </a:lnTo>
                <a:lnTo>
                  <a:pt x="249961" y="27114"/>
                </a:lnTo>
                <a:lnTo>
                  <a:pt x="208165" y="7289"/>
                </a:lnTo>
                <a:lnTo>
                  <a:pt x="156095" y="0"/>
                </a:lnTo>
                <a:lnTo>
                  <a:pt x="104762" y="7759"/>
                </a:lnTo>
                <a:lnTo>
                  <a:pt x="61620" y="29692"/>
                </a:lnTo>
                <a:lnTo>
                  <a:pt x="28524" y="63779"/>
                </a:lnTo>
                <a:lnTo>
                  <a:pt x="7366" y="107975"/>
                </a:lnTo>
                <a:lnTo>
                  <a:pt x="76" y="159677"/>
                </a:lnTo>
                <a:lnTo>
                  <a:pt x="0" y="160235"/>
                </a:lnTo>
                <a:lnTo>
                  <a:pt x="6870" y="214947"/>
                </a:lnTo>
                <a:lnTo>
                  <a:pt x="26771" y="259448"/>
                </a:lnTo>
                <a:lnTo>
                  <a:pt x="58648" y="292608"/>
                </a:lnTo>
                <a:lnTo>
                  <a:pt x="101460" y="313321"/>
                </a:lnTo>
                <a:lnTo>
                  <a:pt x="154152" y="320471"/>
                </a:lnTo>
                <a:lnTo>
                  <a:pt x="173101" y="319824"/>
                </a:lnTo>
                <a:lnTo>
                  <a:pt x="190969" y="317982"/>
                </a:lnTo>
                <a:lnTo>
                  <a:pt x="207784" y="315112"/>
                </a:lnTo>
                <a:lnTo>
                  <a:pt x="223621" y="311340"/>
                </a:lnTo>
                <a:lnTo>
                  <a:pt x="223621" y="293357"/>
                </a:lnTo>
                <a:lnTo>
                  <a:pt x="223621" y="285051"/>
                </a:lnTo>
                <a:lnTo>
                  <a:pt x="206616" y="289001"/>
                </a:lnTo>
                <a:lnTo>
                  <a:pt x="190347" y="291490"/>
                </a:lnTo>
                <a:lnTo>
                  <a:pt x="173342" y="292836"/>
                </a:lnTo>
                <a:lnTo>
                  <a:pt x="154152" y="293357"/>
                </a:lnTo>
                <a:lnTo>
                  <a:pt x="109385" y="287451"/>
                </a:lnTo>
                <a:lnTo>
                  <a:pt x="74206" y="269735"/>
                </a:lnTo>
                <a:lnTo>
                  <a:pt x="48831" y="241668"/>
                </a:lnTo>
                <a:lnTo>
                  <a:pt x="33413" y="204660"/>
                </a:lnTo>
                <a:lnTo>
                  <a:pt x="28232" y="160235"/>
                </a:lnTo>
                <a:lnTo>
                  <a:pt x="34175" y="118364"/>
                </a:lnTo>
                <a:lnTo>
                  <a:pt x="50965" y="81889"/>
                </a:lnTo>
                <a:lnTo>
                  <a:pt x="77571" y="53047"/>
                </a:lnTo>
                <a:lnTo>
                  <a:pt x="112953" y="34048"/>
                </a:lnTo>
                <a:lnTo>
                  <a:pt x="156095" y="27114"/>
                </a:lnTo>
                <a:lnTo>
                  <a:pt x="207632" y="35788"/>
                </a:lnTo>
                <a:lnTo>
                  <a:pt x="248145" y="60401"/>
                </a:lnTo>
                <a:lnTo>
                  <a:pt x="274599" y="98806"/>
                </a:lnTo>
                <a:lnTo>
                  <a:pt x="283959" y="148894"/>
                </a:lnTo>
                <a:lnTo>
                  <a:pt x="280860" y="176974"/>
                </a:lnTo>
                <a:lnTo>
                  <a:pt x="259626" y="213029"/>
                </a:lnTo>
                <a:lnTo>
                  <a:pt x="223621" y="195389"/>
                </a:lnTo>
                <a:lnTo>
                  <a:pt x="223621" y="106540"/>
                </a:lnTo>
                <a:lnTo>
                  <a:pt x="223621" y="104889"/>
                </a:lnTo>
                <a:lnTo>
                  <a:pt x="223621" y="80810"/>
                </a:lnTo>
                <a:lnTo>
                  <a:pt x="194284" y="80810"/>
                </a:lnTo>
                <a:lnTo>
                  <a:pt x="194284" y="159677"/>
                </a:lnTo>
                <a:lnTo>
                  <a:pt x="191592" y="181000"/>
                </a:lnTo>
                <a:lnTo>
                  <a:pt x="191477" y="181813"/>
                </a:lnTo>
                <a:lnTo>
                  <a:pt x="183489" y="198945"/>
                </a:lnTo>
                <a:lnTo>
                  <a:pt x="170307" y="210007"/>
                </a:lnTo>
                <a:lnTo>
                  <a:pt x="151942" y="213931"/>
                </a:lnTo>
                <a:lnTo>
                  <a:pt x="133883" y="209727"/>
                </a:lnTo>
                <a:lnTo>
                  <a:pt x="120599" y="198221"/>
                </a:lnTo>
                <a:lnTo>
                  <a:pt x="112395" y="181000"/>
                </a:lnTo>
                <a:lnTo>
                  <a:pt x="109677" y="160235"/>
                </a:lnTo>
                <a:lnTo>
                  <a:pt x="109601" y="159677"/>
                </a:lnTo>
                <a:lnTo>
                  <a:pt x="112356" y="138772"/>
                </a:lnTo>
                <a:lnTo>
                  <a:pt x="120497" y="121907"/>
                </a:lnTo>
                <a:lnTo>
                  <a:pt x="133769" y="110642"/>
                </a:lnTo>
                <a:lnTo>
                  <a:pt x="151942" y="106540"/>
                </a:lnTo>
                <a:lnTo>
                  <a:pt x="170434" y="110375"/>
                </a:lnTo>
                <a:lnTo>
                  <a:pt x="183591" y="121183"/>
                </a:lnTo>
                <a:lnTo>
                  <a:pt x="191516" y="137947"/>
                </a:lnTo>
                <a:lnTo>
                  <a:pt x="194284" y="159677"/>
                </a:lnTo>
                <a:lnTo>
                  <a:pt x="194284" y="80810"/>
                </a:lnTo>
                <a:lnTo>
                  <a:pt x="193725" y="80810"/>
                </a:lnTo>
                <a:lnTo>
                  <a:pt x="193725" y="104889"/>
                </a:lnTo>
                <a:lnTo>
                  <a:pt x="191795" y="104889"/>
                </a:lnTo>
                <a:lnTo>
                  <a:pt x="186817" y="96951"/>
                </a:lnTo>
                <a:lnTo>
                  <a:pt x="178333" y="88138"/>
                </a:lnTo>
                <a:lnTo>
                  <a:pt x="165442" y="80987"/>
                </a:lnTo>
                <a:lnTo>
                  <a:pt x="147231" y="78041"/>
                </a:lnTo>
                <a:lnTo>
                  <a:pt x="120142" y="83756"/>
                </a:lnTo>
                <a:lnTo>
                  <a:pt x="98564" y="100114"/>
                </a:lnTo>
                <a:lnTo>
                  <a:pt x="84302" y="125907"/>
                </a:lnTo>
                <a:lnTo>
                  <a:pt x="79197" y="159677"/>
                </a:lnTo>
                <a:lnTo>
                  <a:pt x="79197" y="160235"/>
                </a:lnTo>
                <a:lnTo>
                  <a:pt x="84226" y="194322"/>
                </a:lnTo>
                <a:lnTo>
                  <a:pt x="98323" y="220294"/>
                </a:lnTo>
                <a:lnTo>
                  <a:pt x="119786" y="236702"/>
                </a:lnTo>
                <a:lnTo>
                  <a:pt x="146964" y="242430"/>
                </a:lnTo>
                <a:lnTo>
                  <a:pt x="166497" y="238925"/>
                </a:lnTo>
                <a:lnTo>
                  <a:pt x="180136" y="230568"/>
                </a:lnTo>
                <a:lnTo>
                  <a:pt x="188950" y="220599"/>
                </a:lnTo>
                <a:lnTo>
                  <a:pt x="193001" y="213931"/>
                </a:lnTo>
                <a:lnTo>
                  <a:pt x="193903" y="212432"/>
                </a:lnTo>
                <a:lnTo>
                  <a:pt x="194005" y="212267"/>
                </a:lnTo>
                <a:lnTo>
                  <a:pt x="196354" y="212267"/>
                </a:lnTo>
                <a:lnTo>
                  <a:pt x="200736" y="224891"/>
                </a:lnTo>
                <a:lnTo>
                  <a:pt x="210299" y="234975"/>
                </a:lnTo>
                <a:lnTo>
                  <a:pt x="224066" y="241668"/>
                </a:lnTo>
                <a:lnTo>
                  <a:pt x="241058" y="244094"/>
                </a:lnTo>
                <a:lnTo>
                  <a:pt x="268986" y="237617"/>
                </a:lnTo>
                <a:lnTo>
                  <a:pt x="291566" y="218808"/>
                </a:lnTo>
                <a:lnTo>
                  <a:pt x="291934" y="218071"/>
                </a:lnTo>
                <a:lnTo>
                  <a:pt x="306679" y="188633"/>
                </a:lnTo>
                <a:lnTo>
                  <a:pt x="312064" y="148894"/>
                </a:lnTo>
                <a:lnTo>
                  <a:pt x="312178" y="148056"/>
                </a:lnTo>
                <a:close/>
              </a:path>
              <a:path w="537845" h="364490">
                <a:moveTo>
                  <a:pt x="537743" y="67246"/>
                </a:moveTo>
                <a:lnTo>
                  <a:pt x="505079" y="67246"/>
                </a:lnTo>
                <a:lnTo>
                  <a:pt x="505079" y="101015"/>
                </a:lnTo>
                <a:lnTo>
                  <a:pt x="504799" y="101015"/>
                </a:lnTo>
                <a:lnTo>
                  <a:pt x="504799" y="171856"/>
                </a:lnTo>
                <a:lnTo>
                  <a:pt x="500824" y="203263"/>
                </a:lnTo>
                <a:lnTo>
                  <a:pt x="489165" y="226758"/>
                </a:lnTo>
                <a:lnTo>
                  <a:pt x="470242" y="241490"/>
                </a:lnTo>
                <a:lnTo>
                  <a:pt x="444474" y="246583"/>
                </a:lnTo>
                <a:lnTo>
                  <a:pt x="417868" y="241096"/>
                </a:lnTo>
                <a:lnTo>
                  <a:pt x="398741" y="225717"/>
                </a:lnTo>
                <a:lnTo>
                  <a:pt x="387184" y="202095"/>
                </a:lnTo>
                <a:lnTo>
                  <a:pt x="383311" y="171856"/>
                </a:lnTo>
                <a:lnTo>
                  <a:pt x="387108" y="141693"/>
                </a:lnTo>
                <a:lnTo>
                  <a:pt x="398526" y="117170"/>
                </a:lnTo>
                <a:lnTo>
                  <a:pt x="417639" y="100672"/>
                </a:lnTo>
                <a:lnTo>
                  <a:pt x="444474" y="94640"/>
                </a:lnTo>
                <a:lnTo>
                  <a:pt x="470484" y="100291"/>
                </a:lnTo>
                <a:lnTo>
                  <a:pt x="489381" y="116128"/>
                </a:lnTo>
                <a:lnTo>
                  <a:pt x="500900" y="140525"/>
                </a:lnTo>
                <a:lnTo>
                  <a:pt x="504799" y="171856"/>
                </a:lnTo>
                <a:lnTo>
                  <a:pt x="504799" y="101015"/>
                </a:lnTo>
                <a:lnTo>
                  <a:pt x="502031" y="101015"/>
                </a:lnTo>
                <a:lnTo>
                  <a:pt x="497763" y="94640"/>
                </a:lnTo>
                <a:lnTo>
                  <a:pt x="494995" y="90512"/>
                </a:lnTo>
                <a:lnTo>
                  <a:pt x="483704" y="78486"/>
                </a:lnTo>
                <a:lnTo>
                  <a:pt x="466077" y="68592"/>
                </a:lnTo>
                <a:lnTo>
                  <a:pt x="440042" y="64477"/>
                </a:lnTo>
                <a:lnTo>
                  <a:pt x="403326" y="71856"/>
                </a:lnTo>
                <a:lnTo>
                  <a:pt x="374624" y="93014"/>
                </a:lnTo>
                <a:lnTo>
                  <a:pt x="355942" y="126479"/>
                </a:lnTo>
                <a:lnTo>
                  <a:pt x="349262" y="170751"/>
                </a:lnTo>
                <a:lnTo>
                  <a:pt x="356120" y="215404"/>
                </a:lnTo>
                <a:lnTo>
                  <a:pt x="375081" y="248627"/>
                </a:lnTo>
                <a:lnTo>
                  <a:pt x="403682" y="269328"/>
                </a:lnTo>
                <a:lnTo>
                  <a:pt x="439496" y="276479"/>
                </a:lnTo>
                <a:lnTo>
                  <a:pt x="465556" y="272529"/>
                </a:lnTo>
                <a:lnTo>
                  <a:pt x="483247" y="262940"/>
                </a:lnTo>
                <a:lnTo>
                  <a:pt x="494563" y="251142"/>
                </a:lnTo>
                <a:lnTo>
                  <a:pt x="497522" y="246583"/>
                </a:lnTo>
                <a:lnTo>
                  <a:pt x="501484" y="240499"/>
                </a:lnTo>
                <a:lnTo>
                  <a:pt x="504253" y="240499"/>
                </a:lnTo>
                <a:lnTo>
                  <a:pt x="504253" y="283667"/>
                </a:lnTo>
                <a:lnTo>
                  <a:pt x="500176" y="306451"/>
                </a:lnTo>
                <a:lnTo>
                  <a:pt x="488505" y="322313"/>
                </a:lnTo>
                <a:lnTo>
                  <a:pt x="470039" y="331571"/>
                </a:lnTo>
                <a:lnTo>
                  <a:pt x="445579" y="334594"/>
                </a:lnTo>
                <a:lnTo>
                  <a:pt x="424916" y="332562"/>
                </a:lnTo>
                <a:lnTo>
                  <a:pt x="408533" y="326466"/>
                </a:lnTo>
                <a:lnTo>
                  <a:pt x="396963" y="316255"/>
                </a:lnTo>
                <a:lnTo>
                  <a:pt x="390779" y="301929"/>
                </a:lnTo>
                <a:lnTo>
                  <a:pt x="355358" y="301929"/>
                </a:lnTo>
                <a:lnTo>
                  <a:pt x="363855" y="328320"/>
                </a:lnTo>
                <a:lnTo>
                  <a:pt x="382612" y="347776"/>
                </a:lnTo>
                <a:lnTo>
                  <a:pt x="410311" y="359803"/>
                </a:lnTo>
                <a:lnTo>
                  <a:pt x="445579" y="363931"/>
                </a:lnTo>
                <a:lnTo>
                  <a:pt x="481812" y="359397"/>
                </a:lnTo>
                <a:lnTo>
                  <a:pt x="511060" y="345313"/>
                </a:lnTo>
                <a:lnTo>
                  <a:pt x="519671" y="334594"/>
                </a:lnTo>
                <a:lnTo>
                  <a:pt x="530618" y="320967"/>
                </a:lnTo>
                <a:lnTo>
                  <a:pt x="537743" y="285610"/>
                </a:lnTo>
                <a:lnTo>
                  <a:pt x="537743" y="240499"/>
                </a:lnTo>
                <a:lnTo>
                  <a:pt x="537743" y="101015"/>
                </a:lnTo>
                <a:lnTo>
                  <a:pt x="537743" y="672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3" name="object 53" descr=""/>
          <p:cNvGrpSpPr/>
          <p:nvPr/>
        </p:nvGrpSpPr>
        <p:grpSpPr>
          <a:xfrm>
            <a:off x="4495250" y="7799382"/>
            <a:ext cx="495300" cy="220345"/>
            <a:chOff x="4495250" y="7799382"/>
            <a:chExt cx="495300" cy="220345"/>
          </a:xfrm>
        </p:grpSpPr>
        <p:sp>
          <p:nvSpPr>
            <p:cNvPr id="54" name="object 54" descr=""/>
            <p:cNvSpPr/>
            <p:nvPr/>
          </p:nvSpPr>
          <p:spPr>
            <a:xfrm>
              <a:off x="4495250" y="7799382"/>
              <a:ext cx="280670" cy="215900"/>
            </a:xfrm>
            <a:custGeom>
              <a:avLst/>
              <a:gdLst/>
              <a:ahLst/>
              <a:cxnLst/>
              <a:rect l="l" t="t" r="r" b="b"/>
              <a:pathLst>
                <a:path w="280670" h="215900">
                  <a:moveTo>
                    <a:pt x="215315" y="0"/>
                  </a:moveTo>
                  <a:lnTo>
                    <a:pt x="194044" y="2551"/>
                  </a:lnTo>
                  <a:lnTo>
                    <a:pt x="176120" y="9824"/>
                  </a:lnTo>
                  <a:lnTo>
                    <a:pt x="161880" y="21249"/>
                  </a:lnTo>
                  <a:lnTo>
                    <a:pt x="151662" y="36254"/>
                  </a:lnTo>
                  <a:lnTo>
                    <a:pt x="149447" y="36254"/>
                  </a:lnTo>
                  <a:lnTo>
                    <a:pt x="140150" y="20899"/>
                  </a:lnTo>
                  <a:lnTo>
                    <a:pt x="127584" y="9513"/>
                  </a:lnTo>
                  <a:lnTo>
                    <a:pt x="111696" y="2434"/>
                  </a:lnTo>
                  <a:lnTo>
                    <a:pt x="92436" y="0"/>
                  </a:lnTo>
                  <a:lnTo>
                    <a:pt x="73098" y="2434"/>
                  </a:lnTo>
                  <a:lnTo>
                    <a:pt x="56873" y="9513"/>
                  </a:lnTo>
                  <a:lnTo>
                    <a:pt x="44177" y="20899"/>
                  </a:lnTo>
                  <a:lnTo>
                    <a:pt x="35424" y="36254"/>
                  </a:lnTo>
                  <a:lnTo>
                    <a:pt x="32657" y="36254"/>
                  </a:lnTo>
                  <a:lnTo>
                    <a:pt x="32657" y="2767"/>
                  </a:lnTo>
                  <a:lnTo>
                    <a:pt x="0" y="2767"/>
                  </a:lnTo>
                  <a:lnTo>
                    <a:pt x="0" y="215315"/>
                  </a:lnTo>
                  <a:lnTo>
                    <a:pt x="33764" y="215315"/>
                  </a:lnTo>
                  <a:lnTo>
                    <a:pt x="33764" y="82749"/>
                  </a:lnTo>
                  <a:lnTo>
                    <a:pt x="37660" y="61456"/>
                  </a:lnTo>
                  <a:lnTo>
                    <a:pt x="48120" y="44834"/>
                  </a:lnTo>
                  <a:lnTo>
                    <a:pt x="63303" y="34023"/>
                  </a:lnTo>
                  <a:lnTo>
                    <a:pt x="81366" y="30166"/>
                  </a:lnTo>
                  <a:lnTo>
                    <a:pt x="98287" y="33050"/>
                  </a:lnTo>
                  <a:lnTo>
                    <a:pt x="111497" y="41201"/>
                  </a:lnTo>
                  <a:lnTo>
                    <a:pt x="120090" y="53867"/>
                  </a:lnTo>
                  <a:lnTo>
                    <a:pt x="123156" y="70295"/>
                  </a:lnTo>
                  <a:lnTo>
                    <a:pt x="123156" y="215315"/>
                  </a:lnTo>
                  <a:lnTo>
                    <a:pt x="157197" y="215315"/>
                  </a:lnTo>
                  <a:lnTo>
                    <a:pt x="157197" y="77214"/>
                  </a:lnTo>
                  <a:lnTo>
                    <a:pt x="160297" y="58421"/>
                  </a:lnTo>
                  <a:lnTo>
                    <a:pt x="169339" y="43519"/>
                  </a:lnTo>
                  <a:lnTo>
                    <a:pt x="183934" y="33703"/>
                  </a:lnTo>
                  <a:lnTo>
                    <a:pt x="203691" y="30166"/>
                  </a:lnTo>
                  <a:lnTo>
                    <a:pt x="220202" y="32557"/>
                  </a:lnTo>
                  <a:lnTo>
                    <a:pt x="233858" y="40163"/>
                  </a:lnTo>
                  <a:lnTo>
                    <a:pt x="243155" y="53634"/>
                  </a:lnTo>
                  <a:lnTo>
                    <a:pt x="246589" y="73616"/>
                  </a:lnTo>
                  <a:lnTo>
                    <a:pt x="246589" y="215315"/>
                  </a:lnTo>
                  <a:lnTo>
                    <a:pt x="280353" y="215315"/>
                  </a:lnTo>
                  <a:lnTo>
                    <a:pt x="280353" y="73063"/>
                  </a:lnTo>
                  <a:lnTo>
                    <a:pt x="275522" y="40631"/>
                  </a:lnTo>
                  <a:lnTo>
                    <a:pt x="262052" y="17850"/>
                  </a:lnTo>
                  <a:lnTo>
                    <a:pt x="241473" y="4410"/>
                  </a:lnTo>
                  <a:lnTo>
                    <a:pt x="2153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19330" y="7799382"/>
              <a:ext cx="170757" cy="220297"/>
            </a:xfrm>
            <a:prstGeom prst="rect">
              <a:avLst/>
            </a:prstGeom>
          </p:spPr>
        </p:pic>
      </p:grpSp>
      <p:sp>
        <p:nvSpPr>
          <p:cNvPr id="56" name="object 56" descr=""/>
          <p:cNvSpPr/>
          <p:nvPr/>
        </p:nvSpPr>
        <p:spPr>
          <a:xfrm>
            <a:off x="5037136" y="7722167"/>
            <a:ext cx="47625" cy="292735"/>
          </a:xfrm>
          <a:custGeom>
            <a:avLst/>
            <a:gdLst/>
            <a:ahLst/>
            <a:cxnLst/>
            <a:rect l="l" t="t" r="r" b="b"/>
            <a:pathLst>
              <a:path w="47625" h="292734">
                <a:moveTo>
                  <a:pt x="23800" y="0"/>
                </a:moveTo>
                <a:lnTo>
                  <a:pt x="14594" y="1751"/>
                </a:lnTo>
                <a:lnTo>
                  <a:pt x="7022" y="6538"/>
                </a:lnTo>
                <a:lnTo>
                  <a:pt x="1889" y="13660"/>
                </a:lnTo>
                <a:lnTo>
                  <a:pt x="0" y="22417"/>
                </a:lnTo>
                <a:lnTo>
                  <a:pt x="1889" y="31173"/>
                </a:lnTo>
                <a:lnTo>
                  <a:pt x="7022" y="38295"/>
                </a:lnTo>
                <a:lnTo>
                  <a:pt x="14594" y="43082"/>
                </a:lnTo>
                <a:lnTo>
                  <a:pt x="23800" y="44834"/>
                </a:lnTo>
                <a:lnTo>
                  <a:pt x="32847" y="43082"/>
                </a:lnTo>
                <a:lnTo>
                  <a:pt x="40336" y="38295"/>
                </a:lnTo>
                <a:lnTo>
                  <a:pt x="45439" y="31173"/>
                </a:lnTo>
                <a:lnTo>
                  <a:pt x="47325" y="22417"/>
                </a:lnTo>
                <a:lnTo>
                  <a:pt x="45439" y="13660"/>
                </a:lnTo>
                <a:lnTo>
                  <a:pt x="40336" y="6538"/>
                </a:lnTo>
                <a:lnTo>
                  <a:pt x="32847" y="1751"/>
                </a:lnTo>
                <a:lnTo>
                  <a:pt x="23800" y="0"/>
                </a:lnTo>
                <a:close/>
              </a:path>
              <a:path w="47625" h="292734">
                <a:moveTo>
                  <a:pt x="40406" y="79982"/>
                </a:moveTo>
                <a:lnTo>
                  <a:pt x="6642" y="79982"/>
                </a:lnTo>
                <a:lnTo>
                  <a:pt x="6642" y="292530"/>
                </a:lnTo>
                <a:lnTo>
                  <a:pt x="40406" y="292530"/>
                </a:lnTo>
                <a:lnTo>
                  <a:pt x="40406" y="799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5131233" y="7731300"/>
            <a:ext cx="34290" cy="283845"/>
          </a:xfrm>
          <a:custGeom>
            <a:avLst/>
            <a:gdLst/>
            <a:ahLst/>
            <a:cxnLst/>
            <a:rect l="l" t="t" r="r" b="b"/>
            <a:pathLst>
              <a:path w="34289" h="283845">
                <a:moveTo>
                  <a:pt x="33764" y="0"/>
                </a:moveTo>
                <a:lnTo>
                  <a:pt x="0" y="0"/>
                </a:lnTo>
                <a:lnTo>
                  <a:pt x="0" y="283397"/>
                </a:lnTo>
                <a:lnTo>
                  <a:pt x="33764" y="283397"/>
                </a:lnTo>
                <a:lnTo>
                  <a:pt x="337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8" name="object 58" descr=""/>
          <p:cNvGrpSpPr/>
          <p:nvPr/>
        </p:nvGrpSpPr>
        <p:grpSpPr>
          <a:xfrm>
            <a:off x="5217581" y="7799382"/>
            <a:ext cx="822960" cy="220345"/>
            <a:chOff x="5217581" y="7799382"/>
            <a:chExt cx="822960" cy="220345"/>
          </a:xfrm>
        </p:grpSpPr>
        <p:sp>
          <p:nvSpPr>
            <p:cNvPr id="59" name="object 59" descr=""/>
            <p:cNvSpPr/>
            <p:nvPr/>
          </p:nvSpPr>
          <p:spPr>
            <a:xfrm>
              <a:off x="5217581" y="796654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185" y="0"/>
                  </a:moveTo>
                  <a:lnTo>
                    <a:pt x="15373" y="1989"/>
                  </a:lnTo>
                  <a:lnTo>
                    <a:pt x="7299" y="7403"/>
                  </a:lnTo>
                  <a:lnTo>
                    <a:pt x="1872" y="15411"/>
                  </a:lnTo>
                  <a:lnTo>
                    <a:pt x="0" y="25184"/>
                  </a:lnTo>
                  <a:lnTo>
                    <a:pt x="1872" y="34957"/>
                  </a:lnTo>
                  <a:lnTo>
                    <a:pt x="7299" y="42966"/>
                  </a:lnTo>
                  <a:lnTo>
                    <a:pt x="15373" y="48380"/>
                  </a:lnTo>
                  <a:lnTo>
                    <a:pt x="25185" y="50369"/>
                  </a:lnTo>
                  <a:lnTo>
                    <a:pt x="34957" y="48380"/>
                  </a:lnTo>
                  <a:lnTo>
                    <a:pt x="42966" y="42966"/>
                  </a:lnTo>
                  <a:lnTo>
                    <a:pt x="48380" y="34957"/>
                  </a:lnTo>
                  <a:lnTo>
                    <a:pt x="50369" y="25184"/>
                  </a:lnTo>
                  <a:lnTo>
                    <a:pt x="48380" y="15411"/>
                  </a:lnTo>
                  <a:lnTo>
                    <a:pt x="42966" y="7403"/>
                  </a:lnTo>
                  <a:lnTo>
                    <a:pt x="34957" y="1989"/>
                  </a:lnTo>
                  <a:lnTo>
                    <a:pt x="251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10571" y="7799382"/>
              <a:ext cx="180720" cy="219743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22842" y="7799382"/>
              <a:ext cx="193452" cy="219743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5760021" y="7799382"/>
              <a:ext cx="280670" cy="215900"/>
            </a:xfrm>
            <a:custGeom>
              <a:avLst/>
              <a:gdLst/>
              <a:ahLst/>
              <a:cxnLst/>
              <a:rect l="l" t="t" r="r" b="b"/>
              <a:pathLst>
                <a:path w="280670" h="215900">
                  <a:moveTo>
                    <a:pt x="215315" y="0"/>
                  </a:moveTo>
                  <a:lnTo>
                    <a:pt x="194044" y="2551"/>
                  </a:lnTo>
                  <a:lnTo>
                    <a:pt x="176120" y="9824"/>
                  </a:lnTo>
                  <a:lnTo>
                    <a:pt x="161880" y="21249"/>
                  </a:lnTo>
                  <a:lnTo>
                    <a:pt x="151662" y="36254"/>
                  </a:lnTo>
                  <a:lnTo>
                    <a:pt x="149447" y="36254"/>
                  </a:lnTo>
                  <a:lnTo>
                    <a:pt x="140150" y="20899"/>
                  </a:lnTo>
                  <a:lnTo>
                    <a:pt x="127584" y="9513"/>
                  </a:lnTo>
                  <a:lnTo>
                    <a:pt x="111696" y="2434"/>
                  </a:lnTo>
                  <a:lnTo>
                    <a:pt x="92436" y="0"/>
                  </a:lnTo>
                  <a:lnTo>
                    <a:pt x="73098" y="2434"/>
                  </a:lnTo>
                  <a:lnTo>
                    <a:pt x="56873" y="9513"/>
                  </a:lnTo>
                  <a:lnTo>
                    <a:pt x="44177" y="20899"/>
                  </a:lnTo>
                  <a:lnTo>
                    <a:pt x="35425" y="36254"/>
                  </a:lnTo>
                  <a:lnTo>
                    <a:pt x="32657" y="36254"/>
                  </a:lnTo>
                  <a:lnTo>
                    <a:pt x="32657" y="2767"/>
                  </a:lnTo>
                  <a:lnTo>
                    <a:pt x="0" y="2767"/>
                  </a:lnTo>
                  <a:lnTo>
                    <a:pt x="0" y="215315"/>
                  </a:lnTo>
                  <a:lnTo>
                    <a:pt x="33764" y="215315"/>
                  </a:lnTo>
                  <a:lnTo>
                    <a:pt x="33764" y="82749"/>
                  </a:lnTo>
                  <a:lnTo>
                    <a:pt x="37660" y="61456"/>
                  </a:lnTo>
                  <a:lnTo>
                    <a:pt x="48120" y="44834"/>
                  </a:lnTo>
                  <a:lnTo>
                    <a:pt x="63303" y="34023"/>
                  </a:lnTo>
                  <a:lnTo>
                    <a:pt x="81366" y="30166"/>
                  </a:lnTo>
                  <a:lnTo>
                    <a:pt x="98287" y="33050"/>
                  </a:lnTo>
                  <a:lnTo>
                    <a:pt x="111498" y="41201"/>
                  </a:lnTo>
                  <a:lnTo>
                    <a:pt x="120090" y="53867"/>
                  </a:lnTo>
                  <a:lnTo>
                    <a:pt x="123156" y="70295"/>
                  </a:lnTo>
                  <a:lnTo>
                    <a:pt x="123156" y="215315"/>
                  </a:lnTo>
                  <a:lnTo>
                    <a:pt x="157197" y="215315"/>
                  </a:lnTo>
                  <a:lnTo>
                    <a:pt x="157197" y="77214"/>
                  </a:lnTo>
                  <a:lnTo>
                    <a:pt x="160297" y="58421"/>
                  </a:lnTo>
                  <a:lnTo>
                    <a:pt x="169340" y="43519"/>
                  </a:lnTo>
                  <a:lnTo>
                    <a:pt x="183934" y="33703"/>
                  </a:lnTo>
                  <a:lnTo>
                    <a:pt x="203692" y="30166"/>
                  </a:lnTo>
                  <a:lnTo>
                    <a:pt x="220202" y="32557"/>
                  </a:lnTo>
                  <a:lnTo>
                    <a:pt x="233858" y="40163"/>
                  </a:lnTo>
                  <a:lnTo>
                    <a:pt x="243155" y="53634"/>
                  </a:lnTo>
                  <a:lnTo>
                    <a:pt x="246589" y="73616"/>
                  </a:lnTo>
                  <a:lnTo>
                    <a:pt x="246589" y="215315"/>
                  </a:lnTo>
                  <a:lnTo>
                    <a:pt x="280353" y="215315"/>
                  </a:lnTo>
                  <a:lnTo>
                    <a:pt x="280353" y="73063"/>
                  </a:lnTo>
                  <a:lnTo>
                    <a:pt x="275522" y="40631"/>
                  </a:lnTo>
                  <a:lnTo>
                    <a:pt x="262052" y="17850"/>
                  </a:lnTo>
                  <a:lnTo>
                    <a:pt x="241473" y="4410"/>
                  </a:lnTo>
                  <a:lnTo>
                    <a:pt x="2153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3" name="object 63" descr=""/>
          <p:cNvGrpSpPr/>
          <p:nvPr/>
        </p:nvGrpSpPr>
        <p:grpSpPr>
          <a:xfrm>
            <a:off x="476631" y="8811899"/>
            <a:ext cx="300990" cy="347980"/>
            <a:chOff x="476631" y="8811899"/>
            <a:chExt cx="300990" cy="347980"/>
          </a:xfrm>
        </p:grpSpPr>
        <p:sp>
          <p:nvSpPr>
            <p:cNvPr id="64" name="object 64" descr=""/>
            <p:cNvSpPr/>
            <p:nvPr/>
          </p:nvSpPr>
          <p:spPr>
            <a:xfrm>
              <a:off x="480638" y="8815906"/>
              <a:ext cx="283210" cy="257175"/>
            </a:xfrm>
            <a:custGeom>
              <a:avLst/>
              <a:gdLst/>
              <a:ahLst/>
              <a:cxnLst/>
              <a:rect l="l" t="t" r="r" b="b"/>
              <a:pathLst>
                <a:path w="283209" h="257175">
                  <a:moveTo>
                    <a:pt x="252123" y="163008"/>
                  </a:moveTo>
                  <a:lnTo>
                    <a:pt x="252123" y="257105"/>
                  </a:lnTo>
                  <a:lnTo>
                    <a:pt x="282843" y="257105"/>
                  </a:lnTo>
                  <a:lnTo>
                    <a:pt x="282843" y="0"/>
                  </a:lnTo>
                  <a:lnTo>
                    <a:pt x="252123" y="0"/>
                  </a:lnTo>
                  <a:lnTo>
                    <a:pt x="252123" y="54520"/>
                  </a:lnTo>
                  <a:lnTo>
                    <a:pt x="161624" y="54520"/>
                  </a:lnTo>
                  <a:lnTo>
                    <a:pt x="147743" y="40914"/>
                  </a:lnTo>
                  <a:lnTo>
                    <a:pt x="130905" y="30667"/>
                  </a:lnTo>
                  <a:lnTo>
                    <a:pt x="111575" y="24183"/>
                  </a:lnTo>
                  <a:lnTo>
                    <a:pt x="90222" y="21863"/>
                  </a:lnTo>
                  <a:lnTo>
                    <a:pt x="54135" y="28441"/>
                  </a:lnTo>
                  <a:lnTo>
                    <a:pt x="25496" y="46460"/>
                  </a:lnTo>
                  <a:lnTo>
                    <a:pt x="6663" y="73975"/>
                  </a:lnTo>
                  <a:lnTo>
                    <a:pt x="0" y="109041"/>
                  </a:lnTo>
                  <a:lnTo>
                    <a:pt x="6663" y="144102"/>
                  </a:lnTo>
                  <a:lnTo>
                    <a:pt x="25496" y="171588"/>
                  </a:lnTo>
                  <a:lnTo>
                    <a:pt x="54135" y="189525"/>
                  </a:lnTo>
                  <a:lnTo>
                    <a:pt x="90222" y="195942"/>
                  </a:lnTo>
                  <a:lnTo>
                    <a:pt x="111776" y="193676"/>
                  </a:lnTo>
                  <a:lnTo>
                    <a:pt x="131268" y="187155"/>
                  </a:lnTo>
                  <a:lnTo>
                    <a:pt x="148191" y="176794"/>
                  </a:lnTo>
                  <a:lnTo>
                    <a:pt x="162040" y="163008"/>
                  </a:lnTo>
                  <a:lnTo>
                    <a:pt x="252123" y="163008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5967" y="8861161"/>
              <a:ext cx="230802" cy="127572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540141" y="9046167"/>
              <a:ext cx="233045" cy="109855"/>
            </a:xfrm>
            <a:custGeom>
              <a:avLst/>
              <a:gdLst/>
              <a:ahLst/>
              <a:cxnLst/>
              <a:rect l="l" t="t" r="r" b="b"/>
              <a:pathLst>
                <a:path w="233045" h="109854">
                  <a:moveTo>
                    <a:pt x="30719" y="0"/>
                  </a:moveTo>
                  <a:lnTo>
                    <a:pt x="0" y="0"/>
                  </a:lnTo>
                  <a:lnTo>
                    <a:pt x="0" y="109595"/>
                  </a:lnTo>
                  <a:lnTo>
                    <a:pt x="233027" y="109595"/>
                  </a:lnTo>
                  <a:lnTo>
                    <a:pt x="233027" y="84133"/>
                  </a:lnTo>
                  <a:lnTo>
                    <a:pt x="30719" y="84133"/>
                  </a:lnTo>
                  <a:lnTo>
                    <a:pt x="30719" y="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7" name="object 67" descr=""/>
          <p:cNvGrpSpPr/>
          <p:nvPr/>
        </p:nvGrpSpPr>
        <p:grpSpPr>
          <a:xfrm>
            <a:off x="832261" y="8811899"/>
            <a:ext cx="318135" cy="355600"/>
            <a:chOff x="832261" y="8811899"/>
            <a:chExt cx="318135" cy="355600"/>
          </a:xfrm>
        </p:grpSpPr>
        <p:sp>
          <p:nvSpPr>
            <p:cNvPr id="68" name="object 68" descr=""/>
            <p:cNvSpPr/>
            <p:nvPr/>
          </p:nvSpPr>
          <p:spPr>
            <a:xfrm>
              <a:off x="1062931" y="8815906"/>
              <a:ext cx="83820" cy="211454"/>
            </a:xfrm>
            <a:custGeom>
              <a:avLst/>
              <a:gdLst/>
              <a:ahLst/>
              <a:cxnLst/>
              <a:rect l="l" t="t" r="r" b="b"/>
              <a:pathLst>
                <a:path w="83819" h="211454">
                  <a:moveTo>
                    <a:pt x="30719" y="89115"/>
                  </a:moveTo>
                  <a:lnTo>
                    <a:pt x="30719" y="0"/>
                  </a:lnTo>
                  <a:lnTo>
                    <a:pt x="0" y="0"/>
                  </a:lnTo>
                  <a:lnTo>
                    <a:pt x="0" y="211440"/>
                  </a:lnTo>
                  <a:lnTo>
                    <a:pt x="30719" y="211440"/>
                  </a:lnTo>
                  <a:lnTo>
                    <a:pt x="30719" y="114853"/>
                  </a:lnTo>
                  <a:lnTo>
                    <a:pt x="83303" y="114853"/>
                  </a:lnTo>
                  <a:lnTo>
                    <a:pt x="83303" y="89115"/>
                  </a:lnTo>
                  <a:lnTo>
                    <a:pt x="30719" y="89115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32261" y="8832656"/>
              <a:ext cx="203127" cy="179879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865882" y="9045613"/>
              <a:ext cx="227965" cy="118110"/>
            </a:xfrm>
            <a:custGeom>
              <a:avLst/>
              <a:gdLst/>
              <a:ahLst/>
              <a:cxnLst/>
              <a:rect l="l" t="t" r="r" b="b"/>
              <a:pathLst>
                <a:path w="227965" h="118109">
                  <a:moveTo>
                    <a:pt x="197049" y="25184"/>
                  </a:moveTo>
                  <a:lnTo>
                    <a:pt x="197049" y="117620"/>
                  </a:lnTo>
                  <a:lnTo>
                    <a:pt x="227769" y="117620"/>
                  </a:lnTo>
                  <a:lnTo>
                    <a:pt x="227769" y="0"/>
                  </a:lnTo>
                  <a:lnTo>
                    <a:pt x="0" y="0"/>
                  </a:lnTo>
                  <a:lnTo>
                    <a:pt x="0" y="25184"/>
                  </a:lnTo>
                  <a:lnTo>
                    <a:pt x="197049" y="25184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 descr=""/>
          <p:cNvSpPr/>
          <p:nvPr/>
        </p:nvSpPr>
        <p:spPr>
          <a:xfrm>
            <a:off x="1168929" y="8815630"/>
            <a:ext cx="287655" cy="348615"/>
          </a:xfrm>
          <a:custGeom>
            <a:avLst/>
            <a:gdLst/>
            <a:ahLst/>
            <a:cxnLst/>
            <a:rect l="l" t="t" r="r" b="b"/>
            <a:pathLst>
              <a:path w="287655" h="348615">
                <a:moveTo>
                  <a:pt x="256828" y="139761"/>
                </a:moveTo>
                <a:lnTo>
                  <a:pt x="180444" y="139761"/>
                </a:lnTo>
                <a:lnTo>
                  <a:pt x="180444" y="165222"/>
                </a:lnTo>
                <a:lnTo>
                  <a:pt x="256828" y="165222"/>
                </a:lnTo>
                <a:lnTo>
                  <a:pt x="256828" y="348434"/>
                </a:lnTo>
                <a:lnTo>
                  <a:pt x="287548" y="348434"/>
                </a:lnTo>
                <a:lnTo>
                  <a:pt x="287548" y="0"/>
                </a:lnTo>
                <a:lnTo>
                  <a:pt x="256828" y="0"/>
                </a:lnTo>
                <a:lnTo>
                  <a:pt x="256828" y="139761"/>
                </a:lnTo>
                <a:close/>
              </a:path>
              <a:path w="287655" h="348615">
                <a:moveTo>
                  <a:pt x="119281" y="85517"/>
                </a:moveTo>
                <a:lnTo>
                  <a:pt x="198156" y="85517"/>
                </a:lnTo>
                <a:lnTo>
                  <a:pt x="198156" y="60609"/>
                </a:lnTo>
                <a:lnTo>
                  <a:pt x="119834" y="60609"/>
                </a:lnTo>
                <a:lnTo>
                  <a:pt x="119834" y="6365"/>
                </a:lnTo>
                <a:lnTo>
                  <a:pt x="89115" y="6365"/>
                </a:lnTo>
                <a:lnTo>
                  <a:pt x="89115" y="60609"/>
                </a:lnTo>
                <a:lnTo>
                  <a:pt x="9132" y="60609"/>
                </a:lnTo>
                <a:lnTo>
                  <a:pt x="9132" y="85517"/>
                </a:lnTo>
                <a:lnTo>
                  <a:pt x="89115" y="85517"/>
                </a:lnTo>
                <a:lnTo>
                  <a:pt x="89115" y="113192"/>
                </a:lnTo>
                <a:lnTo>
                  <a:pt x="82352" y="157581"/>
                </a:lnTo>
                <a:lnTo>
                  <a:pt x="63653" y="198468"/>
                </a:lnTo>
                <a:lnTo>
                  <a:pt x="35407" y="232556"/>
                </a:lnTo>
                <a:lnTo>
                  <a:pt x="0" y="256552"/>
                </a:lnTo>
                <a:lnTo>
                  <a:pt x="17435" y="280352"/>
                </a:lnTo>
                <a:lnTo>
                  <a:pt x="45690" y="262221"/>
                </a:lnTo>
                <a:lnTo>
                  <a:pt x="70261" y="237317"/>
                </a:lnTo>
                <a:lnTo>
                  <a:pt x="90213" y="206913"/>
                </a:lnTo>
                <a:lnTo>
                  <a:pt x="104613" y="172280"/>
                </a:lnTo>
                <a:lnTo>
                  <a:pt x="119318" y="205047"/>
                </a:lnTo>
                <a:lnTo>
                  <a:pt x="139536" y="233702"/>
                </a:lnTo>
                <a:lnTo>
                  <a:pt x="164295" y="257142"/>
                </a:lnTo>
                <a:lnTo>
                  <a:pt x="192621" y="274264"/>
                </a:lnTo>
                <a:lnTo>
                  <a:pt x="210057" y="250186"/>
                </a:lnTo>
                <a:lnTo>
                  <a:pt x="174156" y="227185"/>
                </a:lnTo>
                <a:lnTo>
                  <a:pt x="145365" y="194662"/>
                </a:lnTo>
                <a:lnTo>
                  <a:pt x="126226" y="155653"/>
                </a:lnTo>
                <a:lnTo>
                  <a:pt x="119281" y="113192"/>
                </a:lnTo>
                <a:lnTo>
                  <a:pt x="119281" y="85517"/>
                </a:lnTo>
                <a:close/>
              </a:path>
            </a:pathLst>
          </a:custGeom>
          <a:ln w="80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2" name="object 72" descr=""/>
          <p:cNvGrpSpPr/>
          <p:nvPr/>
        </p:nvGrpSpPr>
        <p:grpSpPr>
          <a:xfrm>
            <a:off x="476631" y="8811899"/>
            <a:ext cx="300990" cy="347980"/>
            <a:chOff x="476631" y="8811899"/>
            <a:chExt cx="300990" cy="347980"/>
          </a:xfrm>
        </p:grpSpPr>
        <p:sp>
          <p:nvSpPr>
            <p:cNvPr id="73" name="object 73" descr=""/>
            <p:cNvSpPr/>
            <p:nvPr/>
          </p:nvSpPr>
          <p:spPr>
            <a:xfrm>
              <a:off x="480638" y="8815906"/>
              <a:ext cx="292735" cy="340360"/>
            </a:xfrm>
            <a:custGeom>
              <a:avLst/>
              <a:gdLst/>
              <a:ahLst/>
              <a:cxnLst/>
              <a:rect l="l" t="t" r="r" b="b"/>
              <a:pathLst>
                <a:path w="292734" h="340359">
                  <a:moveTo>
                    <a:pt x="90222" y="230260"/>
                  </a:moveTo>
                  <a:lnTo>
                    <a:pt x="59502" y="230260"/>
                  </a:lnTo>
                  <a:lnTo>
                    <a:pt x="59502" y="339855"/>
                  </a:lnTo>
                  <a:lnTo>
                    <a:pt x="292530" y="339855"/>
                  </a:lnTo>
                  <a:lnTo>
                    <a:pt x="292530" y="314393"/>
                  </a:lnTo>
                  <a:lnTo>
                    <a:pt x="90222" y="314393"/>
                  </a:lnTo>
                  <a:lnTo>
                    <a:pt x="90222" y="230260"/>
                  </a:lnTo>
                  <a:close/>
                </a:path>
                <a:path w="292734" h="340359">
                  <a:moveTo>
                    <a:pt x="282843" y="163008"/>
                  </a:moveTo>
                  <a:lnTo>
                    <a:pt x="252123" y="163008"/>
                  </a:lnTo>
                  <a:lnTo>
                    <a:pt x="252123" y="257105"/>
                  </a:lnTo>
                  <a:lnTo>
                    <a:pt x="282843" y="257105"/>
                  </a:lnTo>
                  <a:lnTo>
                    <a:pt x="282843" y="163008"/>
                  </a:lnTo>
                  <a:close/>
                </a:path>
                <a:path w="292734" h="340359">
                  <a:moveTo>
                    <a:pt x="90222" y="21863"/>
                  </a:moveTo>
                  <a:lnTo>
                    <a:pt x="54135" y="28441"/>
                  </a:lnTo>
                  <a:lnTo>
                    <a:pt x="25496" y="46460"/>
                  </a:lnTo>
                  <a:lnTo>
                    <a:pt x="6663" y="73975"/>
                  </a:lnTo>
                  <a:lnTo>
                    <a:pt x="0" y="109041"/>
                  </a:lnTo>
                  <a:lnTo>
                    <a:pt x="6663" y="144102"/>
                  </a:lnTo>
                  <a:lnTo>
                    <a:pt x="25496" y="171588"/>
                  </a:lnTo>
                  <a:lnTo>
                    <a:pt x="54135" y="189525"/>
                  </a:lnTo>
                  <a:lnTo>
                    <a:pt x="90222" y="195942"/>
                  </a:lnTo>
                  <a:lnTo>
                    <a:pt x="111776" y="193676"/>
                  </a:lnTo>
                  <a:lnTo>
                    <a:pt x="131268" y="187155"/>
                  </a:lnTo>
                  <a:lnTo>
                    <a:pt x="148191" y="176794"/>
                  </a:lnTo>
                  <a:lnTo>
                    <a:pt x="156201" y="168820"/>
                  </a:lnTo>
                  <a:lnTo>
                    <a:pt x="90222" y="168820"/>
                  </a:lnTo>
                  <a:lnTo>
                    <a:pt x="65763" y="164383"/>
                  </a:lnTo>
                  <a:lnTo>
                    <a:pt x="46494" y="152007"/>
                  </a:lnTo>
                  <a:lnTo>
                    <a:pt x="33867" y="133093"/>
                  </a:lnTo>
                  <a:lnTo>
                    <a:pt x="29336" y="109041"/>
                  </a:lnTo>
                  <a:lnTo>
                    <a:pt x="33867" y="85145"/>
                  </a:lnTo>
                  <a:lnTo>
                    <a:pt x="46494" y="66282"/>
                  </a:lnTo>
                  <a:lnTo>
                    <a:pt x="65763" y="53854"/>
                  </a:lnTo>
                  <a:lnTo>
                    <a:pt x="90222" y="49262"/>
                  </a:lnTo>
                  <a:lnTo>
                    <a:pt x="156260" y="49262"/>
                  </a:lnTo>
                  <a:lnTo>
                    <a:pt x="147743" y="40914"/>
                  </a:lnTo>
                  <a:lnTo>
                    <a:pt x="130905" y="30668"/>
                  </a:lnTo>
                  <a:lnTo>
                    <a:pt x="111575" y="24183"/>
                  </a:lnTo>
                  <a:lnTo>
                    <a:pt x="90222" y="21863"/>
                  </a:lnTo>
                  <a:close/>
                </a:path>
                <a:path w="292734" h="340359">
                  <a:moveTo>
                    <a:pt x="156260" y="49262"/>
                  </a:moveTo>
                  <a:lnTo>
                    <a:pt x="90222" y="49262"/>
                  </a:lnTo>
                  <a:lnTo>
                    <a:pt x="114126" y="53854"/>
                  </a:lnTo>
                  <a:lnTo>
                    <a:pt x="133257" y="66282"/>
                  </a:lnTo>
                  <a:lnTo>
                    <a:pt x="145953" y="85145"/>
                  </a:lnTo>
                  <a:lnTo>
                    <a:pt x="150554" y="109041"/>
                  </a:lnTo>
                  <a:lnTo>
                    <a:pt x="145953" y="133093"/>
                  </a:lnTo>
                  <a:lnTo>
                    <a:pt x="133257" y="152007"/>
                  </a:lnTo>
                  <a:lnTo>
                    <a:pt x="114126" y="164383"/>
                  </a:lnTo>
                  <a:lnTo>
                    <a:pt x="90222" y="168820"/>
                  </a:lnTo>
                  <a:lnTo>
                    <a:pt x="156201" y="168820"/>
                  </a:lnTo>
                  <a:lnTo>
                    <a:pt x="162040" y="163008"/>
                  </a:lnTo>
                  <a:lnTo>
                    <a:pt x="282843" y="163008"/>
                  </a:lnTo>
                  <a:lnTo>
                    <a:pt x="282843" y="137547"/>
                  </a:lnTo>
                  <a:lnTo>
                    <a:pt x="175601" y="137547"/>
                  </a:lnTo>
                  <a:lnTo>
                    <a:pt x="177540" y="130777"/>
                  </a:lnTo>
                  <a:lnTo>
                    <a:pt x="178974" y="123761"/>
                  </a:lnTo>
                  <a:lnTo>
                    <a:pt x="179862" y="116511"/>
                  </a:lnTo>
                  <a:lnTo>
                    <a:pt x="180167" y="109041"/>
                  </a:lnTo>
                  <a:lnTo>
                    <a:pt x="179860" y="101387"/>
                  </a:lnTo>
                  <a:lnTo>
                    <a:pt x="178956" y="93993"/>
                  </a:lnTo>
                  <a:lnTo>
                    <a:pt x="177482" y="86857"/>
                  </a:lnTo>
                  <a:lnTo>
                    <a:pt x="175462" y="79982"/>
                  </a:lnTo>
                  <a:lnTo>
                    <a:pt x="282843" y="79982"/>
                  </a:lnTo>
                  <a:lnTo>
                    <a:pt x="282843" y="54520"/>
                  </a:lnTo>
                  <a:lnTo>
                    <a:pt x="161624" y="54520"/>
                  </a:lnTo>
                  <a:lnTo>
                    <a:pt x="156260" y="49262"/>
                  </a:lnTo>
                  <a:close/>
                </a:path>
                <a:path w="292734" h="340359">
                  <a:moveTo>
                    <a:pt x="282843" y="79982"/>
                  </a:moveTo>
                  <a:lnTo>
                    <a:pt x="252123" y="79982"/>
                  </a:lnTo>
                  <a:lnTo>
                    <a:pt x="252123" y="137547"/>
                  </a:lnTo>
                  <a:lnTo>
                    <a:pt x="282843" y="137547"/>
                  </a:lnTo>
                  <a:lnTo>
                    <a:pt x="282843" y="79982"/>
                  </a:lnTo>
                  <a:close/>
                </a:path>
                <a:path w="292734" h="340359">
                  <a:moveTo>
                    <a:pt x="282843" y="0"/>
                  </a:moveTo>
                  <a:lnTo>
                    <a:pt x="252123" y="0"/>
                  </a:lnTo>
                  <a:lnTo>
                    <a:pt x="252123" y="54520"/>
                  </a:lnTo>
                  <a:lnTo>
                    <a:pt x="282843" y="54520"/>
                  </a:lnTo>
                  <a:lnTo>
                    <a:pt x="2828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480638" y="8815906"/>
              <a:ext cx="283210" cy="257175"/>
            </a:xfrm>
            <a:custGeom>
              <a:avLst/>
              <a:gdLst/>
              <a:ahLst/>
              <a:cxnLst/>
              <a:rect l="l" t="t" r="r" b="b"/>
              <a:pathLst>
                <a:path w="283209" h="257175">
                  <a:moveTo>
                    <a:pt x="252123" y="163008"/>
                  </a:moveTo>
                  <a:lnTo>
                    <a:pt x="252123" y="257105"/>
                  </a:lnTo>
                  <a:lnTo>
                    <a:pt x="282843" y="257105"/>
                  </a:lnTo>
                  <a:lnTo>
                    <a:pt x="282843" y="0"/>
                  </a:lnTo>
                  <a:lnTo>
                    <a:pt x="252123" y="0"/>
                  </a:lnTo>
                  <a:lnTo>
                    <a:pt x="252123" y="54520"/>
                  </a:lnTo>
                  <a:lnTo>
                    <a:pt x="161624" y="54520"/>
                  </a:lnTo>
                  <a:lnTo>
                    <a:pt x="147743" y="40914"/>
                  </a:lnTo>
                  <a:lnTo>
                    <a:pt x="130905" y="30667"/>
                  </a:lnTo>
                  <a:lnTo>
                    <a:pt x="111575" y="24183"/>
                  </a:lnTo>
                  <a:lnTo>
                    <a:pt x="90222" y="21863"/>
                  </a:lnTo>
                  <a:lnTo>
                    <a:pt x="54135" y="28441"/>
                  </a:lnTo>
                  <a:lnTo>
                    <a:pt x="25496" y="46460"/>
                  </a:lnTo>
                  <a:lnTo>
                    <a:pt x="6663" y="73975"/>
                  </a:lnTo>
                  <a:lnTo>
                    <a:pt x="0" y="109041"/>
                  </a:lnTo>
                  <a:lnTo>
                    <a:pt x="6663" y="144102"/>
                  </a:lnTo>
                  <a:lnTo>
                    <a:pt x="25496" y="171588"/>
                  </a:lnTo>
                  <a:lnTo>
                    <a:pt x="54135" y="189525"/>
                  </a:lnTo>
                  <a:lnTo>
                    <a:pt x="90222" y="195942"/>
                  </a:lnTo>
                  <a:lnTo>
                    <a:pt x="111776" y="193676"/>
                  </a:lnTo>
                  <a:lnTo>
                    <a:pt x="131268" y="187155"/>
                  </a:lnTo>
                  <a:lnTo>
                    <a:pt x="148191" y="176794"/>
                  </a:lnTo>
                  <a:lnTo>
                    <a:pt x="162040" y="163008"/>
                  </a:lnTo>
                  <a:lnTo>
                    <a:pt x="252123" y="163008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5967" y="8861161"/>
              <a:ext cx="230802" cy="127572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540141" y="9046167"/>
              <a:ext cx="233045" cy="109855"/>
            </a:xfrm>
            <a:custGeom>
              <a:avLst/>
              <a:gdLst/>
              <a:ahLst/>
              <a:cxnLst/>
              <a:rect l="l" t="t" r="r" b="b"/>
              <a:pathLst>
                <a:path w="233045" h="109854">
                  <a:moveTo>
                    <a:pt x="30719" y="0"/>
                  </a:moveTo>
                  <a:lnTo>
                    <a:pt x="0" y="0"/>
                  </a:lnTo>
                  <a:lnTo>
                    <a:pt x="0" y="109595"/>
                  </a:lnTo>
                  <a:lnTo>
                    <a:pt x="233027" y="109595"/>
                  </a:lnTo>
                  <a:lnTo>
                    <a:pt x="233027" y="84133"/>
                  </a:lnTo>
                  <a:lnTo>
                    <a:pt x="30719" y="84133"/>
                  </a:lnTo>
                  <a:lnTo>
                    <a:pt x="30719" y="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7" name="object 77" descr=""/>
          <p:cNvGrpSpPr/>
          <p:nvPr/>
        </p:nvGrpSpPr>
        <p:grpSpPr>
          <a:xfrm>
            <a:off x="832261" y="8811622"/>
            <a:ext cx="628650" cy="356870"/>
            <a:chOff x="832261" y="8811622"/>
            <a:chExt cx="628650" cy="356870"/>
          </a:xfrm>
        </p:grpSpPr>
        <p:sp>
          <p:nvSpPr>
            <p:cNvPr id="78" name="object 78" descr=""/>
            <p:cNvSpPr/>
            <p:nvPr/>
          </p:nvSpPr>
          <p:spPr>
            <a:xfrm>
              <a:off x="836269" y="8815906"/>
              <a:ext cx="310515" cy="347345"/>
            </a:xfrm>
            <a:custGeom>
              <a:avLst/>
              <a:gdLst/>
              <a:ahLst/>
              <a:cxnLst/>
              <a:rect l="l" t="t" r="r" b="b"/>
              <a:pathLst>
                <a:path w="310515" h="347345">
                  <a:moveTo>
                    <a:pt x="257382" y="0"/>
                  </a:moveTo>
                  <a:lnTo>
                    <a:pt x="226662" y="0"/>
                  </a:lnTo>
                  <a:lnTo>
                    <a:pt x="226662" y="211441"/>
                  </a:lnTo>
                  <a:lnTo>
                    <a:pt x="257382" y="211441"/>
                  </a:lnTo>
                  <a:lnTo>
                    <a:pt x="257382" y="114853"/>
                  </a:lnTo>
                  <a:lnTo>
                    <a:pt x="309965" y="114853"/>
                  </a:lnTo>
                  <a:lnTo>
                    <a:pt x="309965" y="89115"/>
                  </a:lnTo>
                  <a:lnTo>
                    <a:pt x="257382" y="89115"/>
                  </a:lnTo>
                  <a:lnTo>
                    <a:pt x="257382" y="0"/>
                  </a:lnTo>
                  <a:close/>
                </a:path>
                <a:path w="310515" h="347345">
                  <a:moveTo>
                    <a:pt x="157750" y="20756"/>
                  </a:moveTo>
                  <a:lnTo>
                    <a:pt x="0" y="20756"/>
                  </a:lnTo>
                  <a:lnTo>
                    <a:pt x="0" y="45941"/>
                  </a:lnTo>
                  <a:lnTo>
                    <a:pt x="127584" y="45941"/>
                  </a:lnTo>
                  <a:lnTo>
                    <a:pt x="127584" y="92159"/>
                  </a:lnTo>
                  <a:lnTo>
                    <a:pt x="830" y="92159"/>
                  </a:lnTo>
                  <a:lnTo>
                    <a:pt x="830" y="192621"/>
                  </a:lnTo>
                  <a:lnTo>
                    <a:pt x="27952" y="192621"/>
                  </a:lnTo>
                  <a:lnTo>
                    <a:pt x="73530" y="192133"/>
                  </a:lnTo>
                  <a:lnTo>
                    <a:pt x="114853" y="190373"/>
                  </a:lnTo>
                  <a:lnTo>
                    <a:pt x="154515" y="186900"/>
                  </a:lnTo>
                  <a:lnTo>
                    <a:pt x="195112" y="181274"/>
                  </a:lnTo>
                  <a:lnTo>
                    <a:pt x="193391" y="166883"/>
                  </a:lnTo>
                  <a:lnTo>
                    <a:pt x="31273" y="166883"/>
                  </a:lnTo>
                  <a:lnTo>
                    <a:pt x="31273" y="116513"/>
                  </a:lnTo>
                  <a:lnTo>
                    <a:pt x="157750" y="116513"/>
                  </a:lnTo>
                  <a:lnTo>
                    <a:pt x="157750" y="20756"/>
                  </a:lnTo>
                  <a:close/>
                </a:path>
                <a:path w="310515" h="347345">
                  <a:moveTo>
                    <a:pt x="192068" y="155813"/>
                  </a:moveTo>
                  <a:lnTo>
                    <a:pt x="152680" y="161318"/>
                  </a:lnTo>
                  <a:lnTo>
                    <a:pt x="114421" y="164669"/>
                  </a:lnTo>
                  <a:lnTo>
                    <a:pt x="74786" y="166360"/>
                  </a:lnTo>
                  <a:lnTo>
                    <a:pt x="31273" y="166883"/>
                  </a:lnTo>
                  <a:lnTo>
                    <a:pt x="193391" y="166883"/>
                  </a:lnTo>
                  <a:lnTo>
                    <a:pt x="192068" y="155813"/>
                  </a:lnTo>
                  <a:close/>
                </a:path>
                <a:path w="310515" h="347345">
                  <a:moveTo>
                    <a:pt x="257382" y="229706"/>
                  </a:moveTo>
                  <a:lnTo>
                    <a:pt x="29612" y="229706"/>
                  </a:lnTo>
                  <a:lnTo>
                    <a:pt x="29612" y="254891"/>
                  </a:lnTo>
                  <a:lnTo>
                    <a:pt x="226662" y="254891"/>
                  </a:lnTo>
                  <a:lnTo>
                    <a:pt x="226662" y="347327"/>
                  </a:lnTo>
                  <a:lnTo>
                    <a:pt x="257382" y="347327"/>
                  </a:lnTo>
                  <a:lnTo>
                    <a:pt x="257382" y="2297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062931" y="8815906"/>
              <a:ext cx="83820" cy="211454"/>
            </a:xfrm>
            <a:custGeom>
              <a:avLst/>
              <a:gdLst/>
              <a:ahLst/>
              <a:cxnLst/>
              <a:rect l="l" t="t" r="r" b="b"/>
              <a:pathLst>
                <a:path w="83819" h="211454">
                  <a:moveTo>
                    <a:pt x="30719" y="89115"/>
                  </a:moveTo>
                  <a:lnTo>
                    <a:pt x="30719" y="0"/>
                  </a:lnTo>
                  <a:lnTo>
                    <a:pt x="0" y="0"/>
                  </a:lnTo>
                  <a:lnTo>
                    <a:pt x="0" y="211440"/>
                  </a:lnTo>
                  <a:lnTo>
                    <a:pt x="30719" y="211440"/>
                  </a:lnTo>
                  <a:lnTo>
                    <a:pt x="30719" y="114853"/>
                  </a:lnTo>
                  <a:lnTo>
                    <a:pt x="83303" y="114853"/>
                  </a:lnTo>
                  <a:lnTo>
                    <a:pt x="83303" y="89115"/>
                  </a:lnTo>
                  <a:lnTo>
                    <a:pt x="30719" y="89115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32261" y="8832656"/>
              <a:ext cx="203127" cy="179879"/>
            </a:xfrm>
            <a:prstGeom prst="rect">
              <a:avLst/>
            </a:prstGeom>
          </p:spPr>
        </p:pic>
        <p:sp>
          <p:nvSpPr>
            <p:cNvPr id="81" name="object 81" descr=""/>
            <p:cNvSpPr/>
            <p:nvPr/>
          </p:nvSpPr>
          <p:spPr>
            <a:xfrm>
              <a:off x="865882" y="9045613"/>
              <a:ext cx="227965" cy="118110"/>
            </a:xfrm>
            <a:custGeom>
              <a:avLst/>
              <a:gdLst/>
              <a:ahLst/>
              <a:cxnLst/>
              <a:rect l="l" t="t" r="r" b="b"/>
              <a:pathLst>
                <a:path w="227965" h="118109">
                  <a:moveTo>
                    <a:pt x="197049" y="25184"/>
                  </a:moveTo>
                  <a:lnTo>
                    <a:pt x="197049" y="117620"/>
                  </a:lnTo>
                  <a:lnTo>
                    <a:pt x="227769" y="117620"/>
                  </a:lnTo>
                  <a:lnTo>
                    <a:pt x="227769" y="0"/>
                  </a:lnTo>
                  <a:lnTo>
                    <a:pt x="0" y="0"/>
                  </a:lnTo>
                  <a:lnTo>
                    <a:pt x="0" y="25184"/>
                  </a:lnTo>
                  <a:lnTo>
                    <a:pt x="197049" y="25184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168929" y="8815629"/>
              <a:ext cx="287655" cy="348615"/>
            </a:xfrm>
            <a:custGeom>
              <a:avLst/>
              <a:gdLst/>
              <a:ahLst/>
              <a:cxnLst/>
              <a:rect l="l" t="t" r="r" b="b"/>
              <a:pathLst>
                <a:path w="287655" h="348615">
                  <a:moveTo>
                    <a:pt x="287548" y="0"/>
                  </a:moveTo>
                  <a:lnTo>
                    <a:pt x="256828" y="0"/>
                  </a:lnTo>
                  <a:lnTo>
                    <a:pt x="256828" y="139761"/>
                  </a:lnTo>
                  <a:lnTo>
                    <a:pt x="180444" y="139761"/>
                  </a:lnTo>
                  <a:lnTo>
                    <a:pt x="180444" y="165222"/>
                  </a:lnTo>
                  <a:lnTo>
                    <a:pt x="256828" y="165222"/>
                  </a:lnTo>
                  <a:lnTo>
                    <a:pt x="256828" y="348434"/>
                  </a:lnTo>
                  <a:lnTo>
                    <a:pt x="287548" y="348434"/>
                  </a:lnTo>
                  <a:lnTo>
                    <a:pt x="287548" y="0"/>
                  </a:lnTo>
                  <a:close/>
                </a:path>
                <a:path w="287655" h="348615">
                  <a:moveTo>
                    <a:pt x="119281" y="85517"/>
                  </a:moveTo>
                  <a:lnTo>
                    <a:pt x="89115" y="85517"/>
                  </a:lnTo>
                  <a:lnTo>
                    <a:pt x="89115" y="113192"/>
                  </a:lnTo>
                  <a:lnTo>
                    <a:pt x="82352" y="157581"/>
                  </a:lnTo>
                  <a:lnTo>
                    <a:pt x="63653" y="198468"/>
                  </a:lnTo>
                  <a:lnTo>
                    <a:pt x="35407" y="232556"/>
                  </a:lnTo>
                  <a:lnTo>
                    <a:pt x="0" y="256552"/>
                  </a:lnTo>
                  <a:lnTo>
                    <a:pt x="17435" y="280352"/>
                  </a:lnTo>
                  <a:lnTo>
                    <a:pt x="45690" y="262221"/>
                  </a:lnTo>
                  <a:lnTo>
                    <a:pt x="70261" y="237317"/>
                  </a:lnTo>
                  <a:lnTo>
                    <a:pt x="90213" y="206913"/>
                  </a:lnTo>
                  <a:lnTo>
                    <a:pt x="104613" y="172280"/>
                  </a:lnTo>
                  <a:lnTo>
                    <a:pt x="134384" y="172280"/>
                  </a:lnTo>
                  <a:lnTo>
                    <a:pt x="126226" y="155653"/>
                  </a:lnTo>
                  <a:lnTo>
                    <a:pt x="119281" y="113192"/>
                  </a:lnTo>
                  <a:lnTo>
                    <a:pt x="119281" y="85517"/>
                  </a:lnTo>
                  <a:close/>
                </a:path>
                <a:path w="287655" h="348615">
                  <a:moveTo>
                    <a:pt x="134384" y="172280"/>
                  </a:moveTo>
                  <a:lnTo>
                    <a:pt x="104613" y="172280"/>
                  </a:lnTo>
                  <a:lnTo>
                    <a:pt x="119318" y="205047"/>
                  </a:lnTo>
                  <a:lnTo>
                    <a:pt x="139536" y="233702"/>
                  </a:lnTo>
                  <a:lnTo>
                    <a:pt x="164295" y="257142"/>
                  </a:lnTo>
                  <a:lnTo>
                    <a:pt x="192621" y="274264"/>
                  </a:lnTo>
                  <a:lnTo>
                    <a:pt x="210057" y="250186"/>
                  </a:lnTo>
                  <a:lnTo>
                    <a:pt x="174156" y="227185"/>
                  </a:lnTo>
                  <a:lnTo>
                    <a:pt x="145365" y="194662"/>
                  </a:lnTo>
                  <a:lnTo>
                    <a:pt x="134384" y="172280"/>
                  </a:lnTo>
                  <a:close/>
                </a:path>
                <a:path w="287655" h="348615">
                  <a:moveTo>
                    <a:pt x="198156" y="60609"/>
                  </a:moveTo>
                  <a:lnTo>
                    <a:pt x="9132" y="60609"/>
                  </a:lnTo>
                  <a:lnTo>
                    <a:pt x="9132" y="85517"/>
                  </a:lnTo>
                  <a:lnTo>
                    <a:pt x="198156" y="85517"/>
                  </a:lnTo>
                  <a:lnTo>
                    <a:pt x="198156" y="60609"/>
                  </a:lnTo>
                  <a:close/>
                </a:path>
                <a:path w="287655" h="348615">
                  <a:moveTo>
                    <a:pt x="119834" y="6365"/>
                  </a:moveTo>
                  <a:lnTo>
                    <a:pt x="89115" y="6365"/>
                  </a:lnTo>
                  <a:lnTo>
                    <a:pt x="89115" y="60609"/>
                  </a:lnTo>
                  <a:lnTo>
                    <a:pt x="119834" y="60609"/>
                  </a:lnTo>
                  <a:lnTo>
                    <a:pt x="119834" y="63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168929" y="8815630"/>
              <a:ext cx="287655" cy="348615"/>
            </a:xfrm>
            <a:custGeom>
              <a:avLst/>
              <a:gdLst/>
              <a:ahLst/>
              <a:cxnLst/>
              <a:rect l="l" t="t" r="r" b="b"/>
              <a:pathLst>
                <a:path w="287655" h="348615">
                  <a:moveTo>
                    <a:pt x="256828" y="139761"/>
                  </a:moveTo>
                  <a:lnTo>
                    <a:pt x="180444" y="139761"/>
                  </a:lnTo>
                  <a:lnTo>
                    <a:pt x="180444" y="165222"/>
                  </a:lnTo>
                  <a:lnTo>
                    <a:pt x="256828" y="165222"/>
                  </a:lnTo>
                  <a:lnTo>
                    <a:pt x="256828" y="348434"/>
                  </a:lnTo>
                  <a:lnTo>
                    <a:pt x="287548" y="348434"/>
                  </a:lnTo>
                  <a:lnTo>
                    <a:pt x="287548" y="0"/>
                  </a:lnTo>
                  <a:lnTo>
                    <a:pt x="256828" y="0"/>
                  </a:lnTo>
                  <a:lnTo>
                    <a:pt x="256828" y="139761"/>
                  </a:lnTo>
                  <a:close/>
                </a:path>
                <a:path w="287655" h="348615">
                  <a:moveTo>
                    <a:pt x="119281" y="85517"/>
                  </a:moveTo>
                  <a:lnTo>
                    <a:pt x="198156" y="85517"/>
                  </a:lnTo>
                  <a:lnTo>
                    <a:pt x="198156" y="60609"/>
                  </a:lnTo>
                  <a:lnTo>
                    <a:pt x="119834" y="60609"/>
                  </a:lnTo>
                  <a:lnTo>
                    <a:pt x="119834" y="6365"/>
                  </a:lnTo>
                  <a:lnTo>
                    <a:pt x="89115" y="6365"/>
                  </a:lnTo>
                  <a:lnTo>
                    <a:pt x="89115" y="60609"/>
                  </a:lnTo>
                  <a:lnTo>
                    <a:pt x="9132" y="60609"/>
                  </a:lnTo>
                  <a:lnTo>
                    <a:pt x="9132" y="85517"/>
                  </a:lnTo>
                  <a:lnTo>
                    <a:pt x="89115" y="85517"/>
                  </a:lnTo>
                  <a:lnTo>
                    <a:pt x="89115" y="113192"/>
                  </a:lnTo>
                  <a:lnTo>
                    <a:pt x="82352" y="157581"/>
                  </a:lnTo>
                  <a:lnTo>
                    <a:pt x="63653" y="198468"/>
                  </a:lnTo>
                  <a:lnTo>
                    <a:pt x="35407" y="232556"/>
                  </a:lnTo>
                  <a:lnTo>
                    <a:pt x="0" y="256552"/>
                  </a:lnTo>
                  <a:lnTo>
                    <a:pt x="17435" y="280352"/>
                  </a:lnTo>
                  <a:lnTo>
                    <a:pt x="45690" y="262221"/>
                  </a:lnTo>
                  <a:lnTo>
                    <a:pt x="70261" y="237317"/>
                  </a:lnTo>
                  <a:lnTo>
                    <a:pt x="90213" y="206913"/>
                  </a:lnTo>
                  <a:lnTo>
                    <a:pt x="104613" y="172280"/>
                  </a:lnTo>
                  <a:lnTo>
                    <a:pt x="119318" y="205047"/>
                  </a:lnTo>
                  <a:lnTo>
                    <a:pt x="139536" y="233702"/>
                  </a:lnTo>
                  <a:lnTo>
                    <a:pt x="164295" y="257142"/>
                  </a:lnTo>
                  <a:lnTo>
                    <a:pt x="192621" y="274264"/>
                  </a:lnTo>
                  <a:lnTo>
                    <a:pt x="210057" y="250186"/>
                  </a:lnTo>
                  <a:lnTo>
                    <a:pt x="174156" y="227185"/>
                  </a:lnTo>
                  <a:lnTo>
                    <a:pt x="145365" y="194662"/>
                  </a:lnTo>
                  <a:lnTo>
                    <a:pt x="126226" y="155653"/>
                  </a:lnTo>
                  <a:lnTo>
                    <a:pt x="119281" y="113192"/>
                  </a:lnTo>
                  <a:lnTo>
                    <a:pt x="119281" y="85517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 descr=""/>
          <p:cNvSpPr/>
          <p:nvPr/>
        </p:nvSpPr>
        <p:spPr>
          <a:xfrm>
            <a:off x="1525994" y="8926055"/>
            <a:ext cx="50800" cy="208279"/>
          </a:xfrm>
          <a:custGeom>
            <a:avLst/>
            <a:gdLst/>
            <a:ahLst/>
            <a:cxnLst/>
            <a:rect l="l" t="t" r="r" b="b"/>
            <a:pathLst>
              <a:path w="50800" h="208279">
                <a:moveTo>
                  <a:pt x="25461" y="0"/>
                </a:moveTo>
                <a:lnTo>
                  <a:pt x="15649" y="1989"/>
                </a:lnTo>
                <a:lnTo>
                  <a:pt x="7576" y="7403"/>
                </a:lnTo>
                <a:lnTo>
                  <a:pt x="2149" y="15411"/>
                </a:lnTo>
                <a:lnTo>
                  <a:pt x="276" y="25184"/>
                </a:lnTo>
                <a:lnTo>
                  <a:pt x="2149" y="34957"/>
                </a:lnTo>
                <a:lnTo>
                  <a:pt x="7576" y="42966"/>
                </a:lnTo>
                <a:lnTo>
                  <a:pt x="15649" y="48380"/>
                </a:lnTo>
                <a:lnTo>
                  <a:pt x="25461" y="50369"/>
                </a:lnTo>
                <a:lnTo>
                  <a:pt x="35234" y="48380"/>
                </a:lnTo>
                <a:lnTo>
                  <a:pt x="43242" y="42966"/>
                </a:lnTo>
                <a:lnTo>
                  <a:pt x="48657" y="34957"/>
                </a:lnTo>
                <a:lnTo>
                  <a:pt x="50646" y="25184"/>
                </a:lnTo>
                <a:lnTo>
                  <a:pt x="48657" y="15411"/>
                </a:lnTo>
                <a:lnTo>
                  <a:pt x="43242" y="7403"/>
                </a:lnTo>
                <a:lnTo>
                  <a:pt x="35234" y="1989"/>
                </a:lnTo>
                <a:lnTo>
                  <a:pt x="25461" y="0"/>
                </a:lnTo>
                <a:close/>
              </a:path>
              <a:path w="50800" h="208279">
                <a:moveTo>
                  <a:pt x="25184" y="157473"/>
                </a:moveTo>
                <a:lnTo>
                  <a:pt x="15372" y="159462"/>
                </a:lnTo>
                <a:lnTo>
                  <a:pt x="7299" y="164876"/>
                </a:lnTo>
                <a:lnTo>
                  <a:pt x="1872" y="172885"/>
                </a:lnTo>
                <a:lnTo>
                  <a:pt x="0" y="182658"/>
                </a:lnTo>
                <a:lnTo>
                  <a:pt x="1872" y="192431"/>
                </a:lnTo>
                <a:lnTo>
                  <a:pt x="7299" y="200439"/>
                </a:lnTo>
                <a:lnTo>
                  <a:pt x="15372" y="205853"/>
                </a:lnTo>
                <a:lnTo>
                  <a:pt x="25184" y="207843"/>
                </a:lnTo>
                <a:lnTo>
                  <a:pt x="34957" y="205853"/>
                </a:lnTo>
                <a:lnTo>
                  <a:pt x="42966" y="200439"/>
                </a:lnTo>
                <a:lnTo>
                  <a:pt x="48380" y="192431"/>
                </a:lnTo>
                <a:lnTo>
                  <a:pt x="50369" y="182658"/>
                </a:lnTo>
                <a:lnTo>
                  <a:pt x="48380" y="172885"/>
                </a:lnTo>
                <a:lnTo>
                  <a:pt x="42966" y="164876"/>
                </a:lnTo>
                <a:lnTo>
                  <a:pt x="34957" y="159462"/>
                </a:lnTo>
                <a:lnTo>
                  <a:pt x="25184" y="1574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/>
          <p:nvPr/>
        </p:nvSpPr>
        <p:spPr>
          <a:xfrm>
            <a:off x="1722704" y="8844419"/>
            <a:ext cx="345440" cy="291465"/>
          </a:xfrm>
          <a:custGeom>
            <a:avLst/>
            <a:gdLst/>
            <a:ahLst/>
            <a:cxnLst/>
            <a:rect l="l" t="t" r="r" b="b"/>
            <a:pathLst>
              <a:path w="345439" h="291465">
                <a:moveTo>
                  <a:pt x="198158" y="145567"/>
                </a:moveTo>
                <a:lnTo>
                  <a:pt x="191439" y="84061"/>
                </a:lnTo>
                <a:lnTo>
                  <a:pt x="171983" y="38354"/>
                </a:lnTo>
                <a:lnTo>
                  <a:pt x="163842" y="30886"/>
                </a:lnTo>
                <a:lnTo>
                  <a:pt x="163842" y="145567"/>
                </a:lnTo>
                <a:lnTo>
                  <a:pt x="159486" y="194373"/>
                </a:lnTo>
                <a:lnTo>
                  <a:pt x="146824" y="230225"/>
                </a:lnTo>
                <a:lnTo>
                  <a:pt x="126479" y="252323"/>
                </a:lnTo>
                <a:lnTo>
                  <a:pt x="99085" y="259867"/>
                </a:lnTo>
                <a:lnTo>
                  <a:pt x="71691" y="252323"/>
                </a:lnTo>
                <a:lnTo>
                  <a:pt x="51346" y="230225"/>
                </a:lnTo>
                <a:lnTo>
                  <a:pt x="38684" y="194373"/>
                </a:lnTo>
                <a:lnTo>
                  <a:pt x="34328" y="145567"/>
                </a:lnTo>
                <a:lnTo>
                  <a:pt x="38722" y="96685"/>
                </a:lnTo>
                <a:lnTo>
                  <a:pt x="51447" y="60642"/>
                </a:lnTo>
                <a:lnTo>
                  <a:pt x="71805" y="38354"/>
                </a:lnTo>
                <a:lnTo>
                  <a:pt x="99085" y="30721"/>
                </a:lnTo>
                <a:lnTo>
                  <a:pt x="126365" y="38354"/>
                </a:lnTo>
                <a:lnTo>
                  <a:pt x="146723" y="60642"/>
                </a:lnTo>
                <a:lnTo>
                  <a:pt x="159448" y="96685"/>
                </a:lnTo>
                <a:lnTo>
                  <a:pt x="163842" y="145567"/>
                </a:lnTo>
                <a:lnTo>
                  <a:pt x="163842" y="30886"/>
                </a:lnTo>
                <a:lnTo>
                  <a:pt x="163664" y="30721"/>
                </a:lnTo>
                <a:lnTo>
                  <a:pt x="140830" y="9829"/>
                </a:lnTo>
                <a:lnTo>
                  <a:pt x="99085" y="0"/>
                </a:lnTo>
                <a:lnTo>
                  <a:pt x="57327" y="9829"/>
                </a:lnTo>
                <a:lnTo>
                  <a:pt x="26187" y="38354"/>
                </a:lnTo>
                <a:lnTo>
                  <a:pt x="6731" y="84061"/>
                </a:lnTo>
                <a:lnTo>
                  <a:pt x="0" y="145567"/>
                </a:lnTo>
                <a:lnTo>
                  <a:pt x="6654" y="207429"/>
                </a:lnTo>
                <a:lnTo>
                  <a:pt x="25984" y="253123"/>
                </a:lnTo>
                <a:lnTo>
                  <a:pt x="57099" y="281432"/>
                </a:lnTo>
                <a:lnTo>
                  <a:pt x="99085" y="291147"/>
                </a:lnTo>
                <a:lnTo>
                  <a:pt x="141071" y="281432"/>
                </a:lnTo>
                <a:lnTo>
                  <a:pt x="164769" y="259867"/>
                </a:lnTo>
                <a:lnTo>
                  <a:pt x="172186" y="253123"/>
                </a:lnTo>
                <a:lnTo>
                  <a:pt x="191516" y="207429"/>
                </a:lnTo>
                <a:lnTo>
                  <a:pt x="198158" y="145567"/>
                </a:lnTo>
                <a:close/>
              </a:path>
              <a:path w="345439" h="291465">
                <a:moveTo>
                  <a:pt x="345122" y="3873"/>
                </a:moveTo>
                <a:lnTo>
                  <a:pt x="309689" y="3873"/>
                </a:lnTo>
                <a:lnTo>
                  <a:pt x="239128" y="50927"/>
                </a:lnTo>
                <a:lnTo>
                  <a:pt x="239128" y="86347"/>
                </a:lnTo>
                <a:lnTo>
                  <a:pt x="308038" y="40678"/>
                </a:lnTo>
                <a:lnTo>
                  <a:pt x="309689" y="40678"/>
                </a:lnTo>
                <a:lnTo>
                  <a:pt x="309689" y="287274"/>
                </a:lnTo>
                <a:lnTo>
                  <a:pt x="345122" y="287274"/>
                </a:lnTo>
                <a:lnTo>
                  <a:pt x="345122" y="38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/>
          <p:nvPr/>
        </p:nvSpPr>
        <p:spPr>
          <a:xfrm>
            <a:off x="2137019" y="8844412"/>
            <a:ext cx="198755" cy="291465"/>
          </a:xfrm>
          <a:custGeom>
            <a:avLst/>
            <a:gdLst/>
            <a:ahLst/>
            <a:cxnLst/>
            <a:rect l="l" t="t" r="r" b="b"/>
            <a:pathLst>
              <a:path w="198755" h="291465">
                <a:moveTo>
                  <a:pt x="99078" y="0"/>
                </a:moveTo>
                <a:lnTo>
                  <a:pt x="57327" y="9824"/>
                </a:lnTo>
                <a:lnTo>
                  <a:pt x="26178" y="38352"/>
                </a:lnTo>
                <a:lnTo>
                  <a:pt x="6724" y="84064"/>
                </a:lnTo>
                <a:lnTo>
                  <a:pt x="0" y="145573"/>
                </a:lnTo>
                <a:lnTo>
                  <a:pt x="6646" y="207432"/>
                </a:lnTo>
                <a:lnTo>
                  <a:pt x="25980" y="253127"/>
                </a:lnTo>
                <a:lnTo>
                  <a:pt x="57093" y="281438"/>
                </a:lnTo>
                <a:lnTo>
                  <a:pt x="99078" y="291146"/>
                </a:lnTo>
                <a:lnTo>
                  <a:pt x="141063" y="281438"/>
                </a:lnTo>
                <a:lnTo>
                  <a:pt x="164762" y="259873"/>
                </a:lnTo>
                <a:lnTo>
                  <a:pt x="99078" y="259873"/>
                </a:lnTo>
                <a:lnTo>
                  <a:pt x="71679" y="252327"/>
                </a:lnTo>
                <a:lnTo>
                  <a:pt x="51338" y="230225"/>
                </a:lnTo>
                <a:lnTo>
                  <a:pt x="38676" y="194372"/>
                </a:lnTo>
                <a:lnTo>
                  <a:pt x="34317" y="145573"/>
                </a:lnTo>
                <a:lnTo>
                  <a:pt x="38715" y="96686"/>
                </a:lnTo>
                <a:lnTo>
                  <a:pt x="51441" y="60643"/>
                </a:lnTo>
                <a:lnTo>
                  <a:pt x="71796" y="38352"/>
                </a:lnTo>
                <a:lnTo>
                  <a:pt x="99078" y="30719"/>
                </a:lnTo>
                <a:lnTo>
                  <a:pt x="163654" y="30719"/>
                </a:lnTo>
                <a:lnTo>
                  <a:pt x="140829" y="9824"/>
                </a:lnTo>
                <a:lnTo>
                  <a:pt x="99078" y="0"/>
                </a:lnTo>
                <a:close/>
              </a:path>
              <a:path w="198755" h="291465">
                <a:moveTo>
                  <a:pt x="163654" y="30719"/>
                </a:moveTo>
                <a:lnTo>
                  <a:pt x="99078" y="30719"/>
                </a:lnTo>
                <a:lnTo>
                  <a:pt x="126360" y="38352"/>
                </a:lnTo>
                <a:lnTo>
                  <a:pt x="146714" y="60643"/>
                </a:lnTo>
                <a:lnTo>
                  <a:pt x="159441" y="96686"/>
                </a:lnTo>
                <a:lnTo>
                  <a:pt x="163839" y="145573"/>
                </a:lnTo>
                <a:lnTo>
                  <a:pt x="159480" y="194372"/>
                </a:lnTo>
                <a:lnTo>
                  <a:pt x="146818" y="230225"/>
                </a:lnTo>
                <a:lnTo>
                  <a:pt x="126477" y="252327"/>
                </a:lnTo>
                <a:lnTo>
                  <a:pt x="99078" y="259873"/>
                </a:lnTo>
                <a:lnTo>
                  <a:pt x="164762" y="259873"/>
                </a:lnTo>
                <a:lnTo>
                  <a:pt x="172176" y="253127"/>
                </a:lnTo>
                <a:lnTo>
                  <a:pt x="191510" y="207432"/>
                </a:lnTo>
                <a:lnTo>
                  <a:pt x="198156" y="145573"/>
                </a:lnTo>
                <a:lnTo>
                  <a:pt x="191432" y="84064"/>
                </a:lnTo>
                <a:lnTo>
                  <a:pt x="171978" y="38352"/>
                </a:lnTo>
                <a:lnTo>
                  <a:pt x="163654" y="307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/>
          <p:nvPr/>
        </p:nvSpPr>
        <p:spPr>
          <a:xfrm>
            <a:off x="2380010" y="8974487"/>
            <a:ext cx="124460" cy="31115"/>
          </a:xfrm>
          <a:custGeom>
            <a:avLst/>
            <a:gdLst/>
            <a:ahLst/>
            <a:cxnLst/>
            <a:rect l="l" t="t" r="r" b="b"/>
            <a:pathLst>
              <a:path w="124460" h="31115">
                <a:moveTo>
                  <a:pt x="124263" y="0"/>
                </a:moveTo>
                <a:lnTo>
                  <a:pt x="0" y="0"/>
                </a:lnTo>
                <a:lnTo>
                  <a:pt x="0" y="30996"/>
                </a:lnTo>
                <a:lnTo>
                  <a:pt x="124263" y="30996"/>
                </a:lnTo>
                <a:lnTo>
                  <a:pt x="1242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/>
          <p:nvPr/>
        </p:nvSpPr>
        <p:spPr>
          <a:xfrm>
            <a:off x="2550768" y="8844412"/>
            <a:ext cx="202565" cy="291465"/>
          </a:xfrm>
          <a:custGeom>
            <a:avLst/>
            <a:gdLst/>
            <a:ahLst/>
            <a:cxnLst/>
            <a:rect l="l" t="t" r="r" b="b"/>
            <a:pathLst>
              <a:path w="202564" h="291465">
                <a:moveTo>
                  <a:pt x="37085" y="215592"/>
                </a:moveTo>
                <a:lnTo>
                  <a:pt x="2214" y="215592"/>
                </a:lnTo>
                <a:lnTo>
                  <a:pt x="12644" y="246428"/>
                </a:lnTo>
                <a:lnTo>
                  <a:pt x="32311" y="270285"/>
                </a:lnTo>
                <a:lnTo>
                  <a:pt x="59969" y="285684"/>
                </a:lnTo>
                <a:lnTo>
                  <a:pt x="94373" y="291146"/>
                </a:lnTo>
                <a:lnTo>
                  <a:pt x="131075" y="284497"/>
                </a:lnTo>
                <a:lnTo>
                  <a:pt x="160963" y="264923"/>
                </a:lnTo>
                <a:lnTo>
                  <a:pt x="164489" y="259873"/>
                </a:lnTo>
                <a:lnTo>
                  <a:pt x="94373" y="259873"/>
                </a:lnTo>
                <a:lnTo>
                  <a:pt x="73007" y="256534"/>
                </a:lnTo>
                <a:lnTo>
                  <a:pt x="56285" y="247280"/>
                </a:lnTo>
                <a:lnTo>
                  <a:pt x="44285" y="233252"/>
                </a:lnTo>
                <a:lnTo>
                  <a:pt x="37085" y="215592"/>
                </a:lnTo>
                <a:close/>
              </a:path>
              <a:path w="202564" h="291465">
                <a:moveTo>
                  <a:pt x="200551" y="151108"/>
                </a:moveTo>
                <a:lnTo>
                  <a:pt x="169097" y="151108"/>
                </a:lnTo>
                <a:lnTo>
                  <a:pt x="163804" y="197175"/>
                </a:lnTo>
                <a:lnTo>
                  <a:pt x="148963" y="231332"/>
                </a:lnTo>
                <a:lnTo>
                  <a:pt x="125508" y="252569"/>
                </a:lnTo>
                <a:lnTo>
                  <a:pt x="94373" y="259873"/>
                </a:lnTo>
                <a:lnTo>
                  <a:pt x="164489" y="259873"/>
                </a:lnTo>
                <a:lnTo>
                  <a:pt x="183265" y="232981"/>
                </a:lnTo>
                <a:lnTo>
                  <a:pt x="197211" y="189229"/>
                </a:lnTo>
                <a:lnTo>
                  <a:pt x="200400" y="152833"/>
                </a:lnTo>
                <a:lnTo>
                  <a:pt x="200432" y="152474"/>
                </a:lnTo>
                <a:lnTo>
                  <a:pt x="200551" y="151108"/>
                </a:lnTo>
                <a:close/>
              </a:path>
              <a:path w="202564" h="291465">
                <a:moveTo>
                  <a:pt x="99078" y="0"/>
                </a:moveTo>
                <a:lnTo>
                  <a:pt x="58144" y="7204"/>
                </a:lnTo>
                <a:lnTo>
                  <a:pt x="6996" y="57833"/>
                </a:lnTo>
                <a:lnTo>
                  <a:pt x="52" y="94650"/>
                </a:lnTo>
                <a:lnTo>
                  <a:pt x="0" y="94927"/>
                </a:lnTo>
                <a:lnTo>
                  <a:pt x="7364" y="132704"/>
                </a:lnTo>
                <a:lnTo>
                  <a:pt x="27364" y="162386"/>
                </a:lnTo>
                <a:lnTo>
                  <a:pt x="56860" y="181793"/>
                </a:lnTo>
                <a:lnTo>
                  <a:pt x="92712" y="188747"/>
                </a:lnTo>
                <a:lnTo>
                  <a:pt x="114472" y="186174"/>
                </a:lnTo>
                <a:lnTo>
                  <a:pt x="134157" y="178749"/>
                </a:lnTo>
                <a:lnTo>
                  <a:pt x="151246" y="166913"/>
                </a:lnTo>
                <a:lnTo>
                  <a:pt x="159349" y="157750"/>
                </a:lnTo>
                <a:lnTo>
                  <a:pt x="97971" y="157750"/>
                </a:lnTo>
                <a:lnTo>
                  <a:pt x="72380" y="152833"/>
                </a:lnTo>
                <a:lnTo>
                  <a:pt x="52237" y="139380"/>
                </a:lnTo>
                <a:lnTo>
                  <a:pt x="39048" y="119337"/>
                </a:lnTo>
                <a:lnTo>
                  <a:pt x="34370" y="94927"/>
                </a:lnTo>
                <a:lnTo>
                  <a:pt x="34425" y="94096"/>
                </a:lnTo>
                <a:lnTo>
                  <a:pt x="39014" y="70460"/>
                </a:lnTo>
                <a:lnTo>
                  <a:pt x="39104" y="69993"/>
                </a:lnTo>
                <a:lnTo>
                  <a:pt x="52687" y="49746"/>
                </a:lnTo>
                <a:lnTo>
                  <a:pt x="73275" y="36038"/>
                </a:lnTo>
                <a:lnTo>
                  <a:pt x="99078" y="30996"/>
                </a:lnTo>
                <a:lnTo>
                  <a:pt x="170454" y="30996"/>
                </a:lnTo>
                <a:lnTo>
                  <a:pt x="168820" y="28194"/>
                </a:lnTo>
                <a:lnTo>
                  <a:pt x="135713" y="6534"/>
                </a:lnTo>
                <a:lnTo>
                  <a:pt x="99078" y="0"/>
                </a:lnTo>
                <a:close/>
              </a:path>
              <a:path w="202564" h="291465">
                <a:moveTo>
                  <a:pt x="170454" y="30996"/>
                </a:moveTo>
                <a:lnTo>
                  <a:pt x="99078" y="30996"/>
                </a:lnTo>
                <a:lnTo>
                  <a:pt x="124915" y="36263"/>
                </a:lnTo>
                <a:lnTo>
                  <a:pt x="145331" y="50300"/>
                </a:lnTo>
                <a:lnTo>
                  <a:pt x="158740" y="70460"/>
                </a:lnTo>
                <a:lnTo>
                  <a:pt x="163562" y="94096"/>
                </a:lnTo>
                <a:lnTo>
                  <a:pt x="158490" y="118053"/>
                </a:lnTo>
                <a:lnTo>
                  <a:pt x="144570" y="138377"/>
                </a:lnTo>
                <a:lnTo>
                  <a:pt x="123748" y="152474"/>
                </a:lnTo>
                <a:lnTo>
                  <a:pt x="97971" y="157750"/>
                </a:lnTo>
                <a:lnTo>
                  <a:pt x="159349" y="157750"/>
                </a:lnTo>
                <a:lnTo>
                  <a:pt x="165222" y="151108"/>
                </a:lnTo>
                <a:lnTo>
                  <a:pt x="200551" y="151108"/>
                </a:lnTo>
                <a:lnTo>
                  <a:pt x="202031" y="134226"/>
                </a:lnTo>
                <a:lnTo>
                  <a:pt x="192957" y="70460"/>
                </a:lnTo>
                <a:lnTo>
                  <a:pt x="192891" y="69993"/>
                </a:lnTo>
                <a:lnTo>
                  <a:pt x="192794" y="69314"/>
                </a:lnTo>
                <a:lnTo>
                  <a:pt x="170454" y="309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/>
          <p:nvPr/>
        </p:nvSpPr>
        <p:spPr>
          <a:xfrm>
            <a:off x="2801508" y="8848287"/>
            <a:ext cx="189865" cy="287655"/>
          </a:xfrm>
          <a:custGeom>
            <a:avLst/>
            <a:gdLst/>
            <a:ahLst/>
            <a:cxnLst/>
            <a:rect l="l" t="t" r="r" b="b"/>
            <a:pathLst>
              <a:path w="189864" h="287654">
                <a:moveTo>
                  <a:pt x="176293" y="0"/>
                </a:moveTo>
                <a:lnTo>
                  <a:pt x="22693" y="0"/>
                </a:lnTo>
                <a:lnTo>
                  <a:pt x="2767" y="154982"/>
                </a:lnTo>
                <a:lnTo>
                  <a:pt x="36808" y="154982"/>
                </a:lnTo>
                <a:lnTo>
                  <a:pt x="46157" y="143259"/>
                </a:lnTo>
                <a:lnTo>
                  <a:pt x="58256" y="135298"/>
                </a:lnTo>
                <a:lnTo>
                  <a:pt x="72847" y="130814"/>
                </a:lnTo>
                <a:lnTo>
                  <a:pt x="89668" y="129521"/>
                </a:lnTo>
                <a:lnTo>
                  <a:pt x="116072" y="134494"/>
                </a:lnTo>
                <a:lnTo>
                  <a:pt x="136924" y="147925"/>
                </a:lnTo>
                <a:lnTo>
                  <a:pt x="150615" y="168206"/>
                </a:lnTo>
                <a:lnTo>
                  <a:pt x="155536" y="193728"/>
                </a:lnTo>
                <a:lnTo>
                  <a:pt x="150810" y="218563"/>
                </a:lnTo>
                <a:lnTo>
                  <a:pt x="137651" y="238389"/>
                </a:lnTo>
                <a:lnTo>
                  <a:pt x="117590" y="251522"/>
                </a:lnTo>
                <a:lnTo>
                  <a:pt x="92159" y="256275"/>
                </a:lnTo>
                <a:lnTo>
                  <a:pt x="70512" y="252941"/>
                </a:lnTo>
                <a:lnTo>
                  <a:pt x="52652" y="243717"/>
                </a:lnTo>
                <a:lnTo>
                  <a:pt x="40086" y="229771"/>
                </a:lnTo>
                <a:lnTo>
                  <a:pt x="34317" y="212271"/>
                </a:lnTo>
                <a:lnTo>
                  <a:pt x="0" y="212271"/>
                </a:lnTo>
                <a:lnTo>
                  <a:pt x="8134" y="242320"/>
                </a:lnTo>
                <a:lnTo>
                  <a:pt x="27710" y="266065"/>
                </a:lnTo>
                <a:lnTo>
                  <a:pt x="56471" y="281663"/>
                </a:lnTo>
                <a:lnTo>
                  <a:pt x="92159" y="287271"/>
                </a:lnTo>
                <a:lnTo>
                  <a:pt x="131242" y="280231"/>
                </a:lnTo>
                <a:lnTo>
                  <a:pt x="162178" y="260634"/>
                </a:lnTo>
                <a:lnTo>
                  <a:pt x="182528" y="230761"/>
                </a:lnTo>
                <a:lnTo>
                  <a:pt x="189854" y="192898"/>
                </a:lnTo>
                <a:lnTo>
                  <a:pt x="182783" y="154831"/>
                </a:lnTo>
                <a:lnTo>
                  <a:pt x="163181" y="124781"/>
                </a:lnTo>
                <a:lnTo>
                  <a:pt x="133460" y="105058"/>
                </a:lnTo>
                <a:lnTo>
                  <a:pt x="96034" y="97971"/>
                </a:lnTo>
                <a:lnTo>
                  <a:pt x="81335" y="99160"/>
                </a:lnTo>
                <a:lnTo>
                  <a:pt x="67493" y="102503"/>
                </a:lnTo>
                <a:lnTo>
                  <a:pt x="55052" y="107662"/>
                </a:lnTo>
                <a:lnTo>
                  <a:pt x="44557" y="114299"/>
                </a:lnTo>
                <a:lnTo>
                  <a:pt x="41513" y="114299"/>
                </a:lnTo>
                <a:lnTo>
                  <a:pt x="52030" y="31273"/>
                </a:lnTo>
                <a:lnTo>
                  <a:pt x="176293" y="31273"/>
                </a:lnTo>
                <a:lnTo>
                  <a:pt x="1762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/>
          <p:nvPr/>
        </p:nvSpPr>
        <p:spPr>
          <a:xfrm>
            <a:off x="3040621" y="8848293"/>
            <a:ext cx="339090" cy="287655"/>
          </a:xfrm>
          <a:custGeom>
            <a:avLst/>
            <a:gdLst/>
            <a:ahLst/>
            <a:cxnLst/>
            <a:rect l="l" t="t" r="r" b="b"/>
            <a:pathLst>
              <a:path w="339089" h="287654">
                <a:moveTo>
                  <a:pt x="189852" y="192900"/>
                </a:moveTo>
                <a:lnTo>
                  <a:pt x="182778" y="154825"/>
                </a:lnTo>
                <a:lnTo>
                  <a:pt x="163182" y="124777"/>
                </a:lnTo>
                <a:lnTo>
                  <a:pt x="133464" y="105054"/>
                </a:lnTo>
                <a:lnTo>
                  <a:pt x="96037" y="97967"/>
                </a:lnTo>
                <a:lnTo>
                  <a:pt x="81330" y="99161"/>
                </a:lnTo>
                <a:lnTo>
                  <a:pt x="67487" y="102501"/>
                </a:lnTo>
                <a:lnTo>
                  <a:pt x="55054" y="107657"/>
                </a:lnTo>
                <a:lnTo>
                  <a:pt x="44551" y="114300"/>
                </a:lnTo>
                <a:lnTo>
                  <a:pt x="41516" y="114300"/>
                </a:lnTo>
                <a:lnTo>
                  <a:pt x="52031" y="31267"/>
                </a:lnTo>
                <a:lnTo>
                  <a:pt x="176288" y="31267"/>
                </a:lnTo>
                <a:lnTo>
                  <a:pt x="176288" y="0"/>
                </a:lnTo>
                <a:lnTo>
                  <a:pt x="22694" y="0"/>
                </a:lnTo>
                <a:lnTo>
                  <a:pt x="2768" y="154978"/>
                </a:lnTo>
                <a:lnTo>
                  <a:pt x="36804" y="154978"/>
                </a:lnTo>
                <a:lnTo>
                  <a:pt x="46151" y="143256"/>
                </a:lnTo>
                <a:lnTo>
                  <a:pt x="58254" y="135293"/>
                </a:lnTo>
                <a:lnTo>
                  <a:pt x="72847" y="130810"/>
                </a:lnTo>
                <a:lnTo>
                  <a:pt x="89662" y="129527"/>
                </a:lnTo>
                <a:lnTo>
                  <a:pt x="116065" y="134493"/>
                </a:lnTo>
                <a:lnTo>
                  <a:pt x="136918" y="147929"/>
                </a:lnTo>
                <a:lnTo>
                  <a:pt x="150609" y="168211"/>
                </a:lnTo>
                <a:lnTo>
                  <a:pt x="155536" y="193725"/>
                </a:lnTo>
                <a:lnTo>
                  <a:pt x="150812" y="218567"/>
                </a:lnTo>
                <a:lnTo>
                  <a:pt x="137642" y="238391"/>
                </a:lnTo>
                <a:lnTo>
                  <a:pt x="117589" y="251523"/>
                </a:lnTo>
                <a:lnTo>
                  <a:pt x="92151" y="256273"/>
                </a:lnTo>
                <a:lnTo>
                  <a:pt x="70510" y="252945"/>
                </a:lnTo>
                <a:lnTo>
                  <a:pt x="52654" y="243713"/>
                </a:lnTo>
                <a:lnTo>
                  <a:pt x="40081" y="229768"/>
                </a:lnTo>
                <a:lnTo>
                  <a:pt x="34315" y="212267"/>
                </a:lnTo>
                <a:lnTo>
                  <a:pt x="0" y="212267"/>
                </a:lnTo>
                <a:lnTo>
                  <a:pt x="8128" y="242316"/>
                </a:lnTo>
                <a:lnTo>
                  <a:pt x="27711" y="266065"/>
                </a:lnTo>
                <a:lnTo>
                  <a:pt x="56464" y="281660"/>
                </a:lnTo>
                <a:lnTo>
                  <a:pt x="92151" y="287274"/>
                </a:lnTo>
                <a:lnTo>
                  <a:pt x="131241" y="280238"/>
                </a:lnTo>
                <a:lnTo>
                  <a:pt x="162179" y="260629"/>
                </a:lnTo>
                <a:lnTo>
                  <a:pt x="182524" y="230759"/>
                </a:lnTo>
                <a:lnTo>
                  <a:pt x="189852" y="192900"/>
                </a:lnTo>
                <a:close/>
              </a:path>
              <a:path w="339089" h="287654">
                <a:moveTo>
                  <a:pt x="339026" y="0"/>
                </a:moveTo>
                <a:lnTo>
                  <a:pt x="303593" y="0"/>
                </a:lnTo>
                <a:lnTo>
                  <a:pt x="233019" y="47053"/>
                </a:lnTo>
                <a:lnTo>
                  <a:pt x="233019" y="82473"/>
                </a:lnTo>
                <a:lnTo>
                  <a:pt x="301942" y="36804"/>
                </a:lnTo>
                <a:lnTo>
                  <a:pt x="303593" y="36804"/>
                </a:lnTo>
                <a:lnTo>
                  <a:pt x="303593" y="283400"/>
                </a:lnTo>
                <a:lnTo>
                  <a:pt x="339026" y="283400"/>
                </a:lnTo>
                <a:lnTo>
                  <a:pt x="339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/>
          <p:nvPr/>
        </p:nvSpPr>
        <p:spPr>
          <a:xfrm>
            <a:off x="3453266" y="8974487"/>
            <a:ext cx="124460" cy="31115"/>
          </a:xfrm>
          <a:custGeom>
            <a:avLst/>
            <a:gdLst/>
            <a:ahLst/>
            <a:cxnLst/>
            <a:rect l="l" t="t" r="r" b="b"/>
            <a:pathLst>
              <a:path w="124460" h="31115">
                <a:moveTo>
                  <a:pt x="124263" y="0"/>
                </a:moveTo>
                <a:lnTo>
                  <a:pt x="0" y="0"/>
                </a:lnTo>
                <a:lnTo>
                  <a:pt x="0" y="30996"/>
                </a:lnTo>
                <a:lnTo>
                  <a:pt x="124263" y="30996"/>
                </a:lnTo>
                <a:lnTo>
                  <a:pt x="1242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 descr=""/>
          <p:cNvSpPr/>
          <p:nvPr/>
        </p:nvSpPr>
        <p:spPr>
          <a:xfrm>
            <a:off x="3628999" y="8844419"/>
            <a:ext cx="436245" cy="291465"/>
          </a:xfrm>
          <a:custGeom>
            <a:avLst/>
            <a:gdLst/>
            <a:ahLst/>
            <a:cxnLst/>
            <a:rect l="l" t="t" r="r" b="b"/>
            <a:pathLst>
              <a:path w="436245" h="291465">
                <a:moveTo>
                  <a:pt x="189852" y="196773"/>
                </a:moveTo>
                <a:lnTo>
                  <a:pt x="182778" y="158699"/>
                </a:lnTo>
                <a:lnTo>
                  <a:pt x="163182" y="128651"/>
                </a:lnTo>
                <a:lnTo>
                  <a:pt x="133464" y="108927"/>
                </a:lnTo>
                <a:lnTo>
                  <a:pt x="96037" y="101841"/>
                </a:lnTo>
                <a:lnTo>
                  <a:pt x="81330" y="103035"/>
                </a:lnTo>
                <a:lnTo>
                  <a:pt x="67487" y="106375"/>
                </a:lnTo>
                <a:lnTo>
                  <a:pt x="55054" y="111531"/>
                </a:lnTo>
                <a:lnTo>
                  <a:pt x="44551" y="118173"/>
                </a:lnTo>
                <a:lnTo>
                  <a:pt x="41516" y="118173"/>
                </a:lnTo>
                <a:lnTo>
                  <a:pt x="52031" y="35140"/>
                </a:lnTo>
                <a:lnTo>
                  <a:pt x="176288" y="35140"/>
                </a:lnTo>
                <a:lnTo>
                  <a:pt x="176288" y="3873"/>
                </a:lnTo>
                <a:lnTo>
                  <a:pt x="22694" y="3873"/>
                </a:lnTo>
                <a:lnTo>
                  <a:pt x="2768" y="158851"/>
                </a:lnTo>
                <a:lnTo>
                  <a:pt x="36804" y="158851"/>
                </a:lnTo>
                <a:lnTo>
                  <a:pt x="46151" y="147129"/>
                </a:lnTo>
                <a:lnTo>
                  <a:pt x="58254" y="139166"/>
                </a:lnTo>
                <a:lnTo>
                  <a:pt x="72847" y="134683"/>
                </a:lnTo>
                <a:lnTo>
                  <a:pt x="89674" y="133400"/>
                </a:lnTo>
                <a:lnTo>
                  <a:pt x="116078" y="138366"/>
                </a:lnTo>
                <a:lnTo>
                  <a:pt x="136918" y="151803"/>
                </a:lnTo>
                <a:lnTo>
                  <a:pt x="150622" y="172085"/>
                </a:lnTo>
                <a:lnTo>
                  <a:pt x="155536" y="197599"/>
                </a:lnTo>
                <a:lnTo>
                  <a:pt x="150812" y="222440"/>
                </a:lnTo>
                <a:lnTo>
                  <a:pt x="137655" y="242265"/>
                </a:lnTo>
                <a:lnTo>
                  <a:pt x="117589" y="255397"/>
                </a:lnTo>
                <a:lnTo>
                  <a:pt x="92163" y="260146"/>
                </a:lnTo>
                <a:lnTo>
                  <a:pt x="70510" y="256819"/>
                </a:lnTo>
                <a:lnTo>
                  <a:pt x="52654" y="247586"/>
                </a:lnTo>
                <a:lnTo>
                  <a:pt x="40081" y="233641"/>
                </a:lnTo>
                <a:lnTo>
                  <a:pt x="34315" y="216141"/>
                </a:lnTo>
                <a:lnTo>
                  <a:pt x="0" y="216141"/>
                </a:lnTo>
                <a:lnTo>
                  <a:pt x="8140" y="246189"/>
                </a:lnTo>
                <a:lnTo>
                  <a:pt x="27711" y="269938"/>
                </a:lnTo>
                <a:lnTo>
                  <a:pt x="56476" y="285534"/>
                </a:lnTo>
                <a:lnTo>
                  <a:pt x="92163" y="291147"/>
                </a:lnTo>
                <a:lnTo>
                  <a:pt x="131241" y="284111"/>
                </a:lnTo>
                <a:lnTo>
                  <a:pt x="162179" y="264502"/>
                </a:lnTo>
                <a:lnTo>
                  <a:pt x="182524" y="234632"/>
                </a:lnTo>
                <a:lnTo>
                  <a:pt x="189852" y="196773"/>
                </a:lnTo>
                <a:close/>
              </a:path>
              <a:path w="436245" h="291465">
                <a:moveTo>
                  <a:pt x="436168" y="134226"/>
                </a:moveTo>
                <a:lnTo>
                  <a:pt x="427088" y="70459"/>
                </a:lnTo>
                <a:lnTo>
                  <a:pt x="427024" y="69989"/>
                </a:lnTo>
                <a:lnTo>
                  <a:pt x="426935" y="69316"/>
                </a:lnTo>
                <a:lnTo>
                  <a:pt x="404583" y="31000"/>
                </a:lnTo>
                <a:lnTo>
                  <a:pt x="402958" y="28194"/>
                </a:lnTo>
                <a:lnTo>
                  <a:pt x="397700" y="24765"/>
                </a:lnTo>
                <a:lnTo>
                  <a:pt x="397700" y="94094"/>
                </a:lnTo>
                <a:lnTo>
                  <a:pt x="392620" y="118046"/>
                </a:lnTo>
                <a:lnTo>
                  <a:pt x="378701" y="138379"/>
                </a:lnTo>
                <a:lnTo>
                  <a:pt x="357886" y="152476"/>
                </a:lnTo>
                <a:lnTo>
                  <a:pt x="332105" y="157746"/>
                </a:lnTo>
                <a:lnTo>
                  <a:pt x="306514" y="152831"/>
                </a:lnTo>
                <a:lnTo>
                  <a:pt x="286372" y="139382"/>
                </a:lnTo>
                <a:lnTo>
                  <a:pt x="273189" y="119341"/>
                </a:lnTo>
                <a:lnTo>
                  <a:pt x="268503" y="94919"/>
                </a:lnTo>
                <a:lnTo>
                  <a:pt x="268566" y="94094"/>
                </a:lnTo>
                <a:lnTo>
                  <a:pt x="273151" y="70459"/>
                </a:lnTo>
                <a:lnTo>
                  <a:pt x="273240" y="69989"/>
                </a:lnTo>
                <a:lnTo>
                  <a:pt x="286816" y="49745"/>
                </a:lnTo>
                <a:lnTo>
                  <a:pt x="307416" y="36042"/>
                </a:lnTo>
                <a:lnTo>
                  <a:pt x="333209" y="31000"/>
                </a:lnTo>
                <a:lnTo>
                  <a:pt x="359054" y="36258"/>
                </a:lnTo>
                <a:lnTo>
                  <a:pt x="379463" y="50304"/>
                </a:lnTo>
                <a:lnTo>
                  <a:pt x="392874" y="70459"/>
                </a:lnTo>
                <a:lnTo>
                  <a:pt x="397700" y="94094"/>
                </a:lnTo>
                <a:lnTo>
                  <a:pt x="397700" y="24765"/>
                </a:lnTo>
                <a:lnTo>
                  <a:pt x="369849" y="6527"/>
                </a:lnTo>
                <a:lnTo>
                  <a:pt x="333209" y="0"/>
                </a:lnTo>
                <a:lnTo>
                  <a:pt x="292277" y="7200"/>
                </a:lnTo>
                <a:lnTo>
                  <a:pt x="261048" y="27533"/>
                </a:lnTo>
                <a:lnTo>
                  <a:pt x="241134" y="57835"/>
                </a:lnTo>
                <a:lnTo>
                  <a:pt x="234289" y="94094"/>
                </a:lnTo>
                <a:lnTo>
                  <a:pt x="234188" y="94653"/>
                </a:lnTo>
                <a:lnTo>
                  <a:pt x="234137" y="94919"/>
                </a:lnTo>
                <a:lnTo>
                  <a:pt x="241503" y="132702"/>
                </a:lnTo>
                <a:lnTo>
                  <a:pt x="261505" y="162382"/>
                </a:lnTo>
                <a:lnTo>
                  <a:pt x="290995" y="181787"/>
                </a:lnTo>
                <a:lnTo>
                  <a:pt x="326847" y="188747"/>
                </a:lnTo>
                <a:lnTo>
                  <a:pt x="348602" y="186169"/>
                </a:lnTo>
                <a:lnTo>
                  <a:pt x="368287" y="178752"/>
                </a:lnTo>
                <a:lnTo>
                  <a:pt x="385381" y="166916"/>
                </a:lnTo>
                <a:lnTo>
                  <a:pt x="393484" y="157746"/>
                </a:lnTo>
                <a:lnTo>
                  <a:pt x="399364" y="151104"/>
                </a:lnTo>
                <a:lnTo>
                  <a:pt x="403237" y="151104"/>
                </a:lnTo>
                <a:lnTo>
                  <a:pt x="397941" y="197180"/>
                </a:lnTo>
                <a:lnTo>
                  <a:pt x="383095" y="231330"/>
                </a:lnTo>
                <a:lnTo>
                  <a:pt x="359638" y="252564"/>
                </a:lnTo>
                <a:lnTo>
                  <a:pt x="328510" y="259867"/>
                </a:lnTo>
                <a:lnTo>
                  <a:pt x="307136" y="256540"/>
                </a:lnTo>
                <a:lnTo>
                  <a:pt x="290423" y="247281"/>
                </a:lnTo>
                <a:lnTo>
                  <a:pt x="278422" y="233248"/>
                </a:lnTo>
                <a:lnTo>
                  <a:pt x="271221" y="215595"/>
                </a:lnTo>
                <a:lnTo>
                  <a:pt x="236347" y="215595"/>
                </a:lnTo>
                <a:lnTo>
                  <a:pt x="246773" y="246430"/>
                </a:lnTo>
                <a:lnTo>
                  <a:pt x="266446" y="270281"/>
                </a:lnTo>
                <a:lnTo>
                  <a:pt x="294106" y="285686"/>
                </a:lnTo>
                <a:lnTo>
                  <a:pt x="328510" y="291147"/>
                </a:lnTo>
                <a:lnTo>
                  <a:pt x="365213" y="284492"/>
                </a:lnTo>
                <a:lnTo>
                  <a:pt x="398627" y="259867"/>
                </a:lnTo>
                <a:lnTo>
                  <a:pt x="431342" y="189230"/>
                </a:lnTo>
                <a:lnTo>
                  <a:pt x="434530" y="152831"/>
                </a:lnTo>
                <a:lnTo>
                  <a:pt x="434568" y="152476"/>
                </a:lnTo>
                <a:lnTo>
                  <a:pt x="434682" y="151104"/>
                </a:lnTo>
                <a:lnTo>
                  <a:pt x="436168" y="134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 descr=""/>
          <p:cNvSpPr/>
          <p:nvPr/>
        </p:nvSpPr>
        <p:spPr>
          <a:xfrm>
            <a:off x="4112768" y="8844419"/>
            <a:ext cx="440055" cy="291465"/>
          </a:xfrm>
          <a:custGeom>
            <a:avLst/>
            <a:gdLst/>
            <a:ahLst/>
            <a:cxnLst/>
            <a:rect l="l" t="t" r="r" b="b"/>
            <a:pathLst>
              <a:path w="440054" h="291465">
                <a:moveTo>
                  <a:pt x="197332" y="210337"/>
                </a:moveTo>
                <a:lnTo>
                  <a:pt x="193408" y="185178"/>
                </a:lnTo>
                <a:lnTo>
                  <a:pt x="181762" y="164769"/>
                </a:lnTo>
                <a:lnTo>
                  <a:pt x="163156" y="150126"/>
                </a:lnTo>
                <a:lnTo>
                  <a:pt x="138379" y="142252"/>
                </a:lnTo>
                <a:lnTo>
                  <a:pt x="138379" y="140042"/>
                </a:lnTo>
                <a:lnTo>
                  <a:pt x="158432" y="131064"/>
                </a:lnTo>
                <a:lnTo>
                  <a:pt x="173659" y="116992"/>
                </a:lnTo>
                <a:lnTo>
                  <a:pt x="183286" y="98475"/>
                </a:lnTo>
                <a:lnTo>
                  <a:pt x="186537" y="76111"/>
                </a:lnTo>
                <a:lnTo>
                  <a:pt x="180708" y="47053"/>
                </a:lnTo>
                <a:lnTo>
                  <a:pt x="163563" y="22796"/>
                </a:lnTo>
                <a:lnTo>
                  <a:pt x="136245" y="6172"/>
                </a:lnTo>
                <a:lnTo>
                  <a:pt x="99910" y="0"/>
                </a:lnTo>
                <a:lnTo>
                  <a:pt x="64236" y="5410"/>
                </a:lnTo>
                <a:lnTo>
                  <a:pt x="34734" y="20688"/>
                </a:lnTo>
                <a:lnTo>
                  <a:pt x="14363" y="44361"/>
                </a:lnTo>
                <a:lnTo>
                  <a:pt x="6083" y="74993"/>
                </a:lnTo>
                <a:lnTo>
                  <a:pt x="40132" y="74993"/>
                </a:lnTo>
                <a:lnTo>
                  <a:pt x="45720" y="56400"/>
                </a:lnTo>
                <a:lnTo>
                  <a:pt x="58953" y="42481"/>
                </a:lnTo>
                <a:lnTo>
                  <a:pt x="77571" y="33743"/>
                </a:lnTo>
                <a:lnTo>
                  <a:pt x="99352" y="30721"/>
                </a:lnTo>
                <a:lnTo>
                  <a:pt x="121323" y="34099"/>
                </a:lnTo>
                <a:lnTo>
                  <a:pt x="138061" y="43662"/>
                </a:lnTo>
                <a:lnTo>
                  <a:pt x="148742" y="58508"/>
                </a:lnTo>
                <a:lnTo>
                  <a:pt x="152488" y="77762"/>
                </a:lnTo>
                <a:lnTo>
                  <a:pt x="148183" y="97751"/>
                </a:lnTo>
                <a:lnTo>
                  <a:pt x="136131" y="113118"/>
                </a:lnTo>
                <a:lnTo>
                  <a:pt x="117576" y="122986"/>
                </a:lnTo>
                <a:lnTo>
                  <a:pt x="93814" y="126479"/>
                </a:lnTo>
                <a:lnTo>
                  <a:pt x="70853" y="126479"/>
                </a:lnTo>
                <a:lnTo>
                  <a:pt x="70853" y="157467"/>
                </a:lnTo>
                <a:lnTo>
                  <a:pt x="93814" y="157467"/>
                </a:lnTo>
                <a:lnTo>
                  <a:pt x="123266" y="161366"/>
                </a:lnTo>
                <a:lnTo>
                  <a:pt x="144881" y="172250"/>
                </a:lnTo>
                <a:lnTo>
                  <a:pt x="158191" y="188874"/>
                </a:lnTo>
                <a:lnTo>
                  <a:pt x="162737" y="210058"/>
                </a:lnTo>
                <a:lnTo>
                  <a:pt x="157911" y="230327"/>
                </a:lnTo>
                <a:lnTo>
                  <a:pt x="144500" y="246075"/>
                </a:lnTo>
                <a:lnTo>
                  <a:pt x="124091" y="256247"/>
                </a:lnTo>
                <a:lnTo>
                  <a:pt x="98247" y="259867"/>
                </a:lnTo>
                <a:lnTo>
                  <a:pt x="74498" y="256819"/>
                </a:lnTo>
                <a:lnTo>
                  <a:pt x="55041" y="248069"/>
                </a:lnTo>
                <a:lnTo>
                  <a:pt x="41541" y="234302"/>
                </a:lnTo>
                <a:lnTo>
                  <a:pt x="35699" y="216141"/>
                </a:lnTo>
                <a:lnTo>
                  <a:pt x="0" y="216141"/>
                </a:lnTo>
                <a:lnTo>
                  <a:pt x="8318" y="246773"/>
                </a:lnTo>
                <a:lnTo>
                  <a:pt x="28956" y="270459"/>
                </a:lnTo>
                <a:lnTo>
                  <a:pt x="59817" y="285737"/>
                </a:lnTo>
                <a:lnTo>
                  <a:pt x="98806" y="291147"/>
                </a:lnTo>
                <a:lnTo>
                  <a:pt x="138049" y="285051"/>
                </a:lnTo>
                <a:lnTo>
                  <a:pt x="169341" y="268173"/>
                </a:lnTo>
                <a:lnTo>
                  <a:pt x="189992" y="242570"/>
                </a:lnTo>
                <a:lnTo>
                  <a:pt x="197332" y="210337"/>
                </a:lnTo>
                <a:close/>
              </a:path>
              <a:path w="440054" h="291465">
                <a:moveTo>
                  <a:pt x="439762" y="145567"/>
                </a:moveTo>
                <a:lnTo>
                  <a:pt x="433044" y="84061"/>
                </a:lnTo>
                <a:lnTo>
                  <a:pt x="413588" y="38354"/>
                </a:lnTo>
                <a:lnTo>
                  <a:pt x="405447" y="30899"/>
                </a:lnTo>
                <a:lnTo>
                  <a:pt x="405447" y="145567"/>
                </a:lnTo>
                <a:lnTo>
                  <a:pt x="401091" y="194373"/>
                </a:lnTo>
                <a:lnTo>
                  <a:pt x="388429" y="230225"/>
                </a:lnTo>
                <a:lnTo>
                  <a:pt x="368084" y="252323"/>
                </a:lnTo>
                <a:lnTo>
                  <a:pt x="340690" y="259867"/>
                </a:lnTo>
                <a:lnTo>
                  <a:pt x="313283" y="252323"/>
                </a:lnTo>
                <a:lnTo>
                  <a:pt x="292950" y="230225"/>
                </a:lnTo>
                <a:lnTo>
                  <a:pt x="280289" y="194373"/>
                </a:lnTo>
                <a:lnTo>
                  <a:pt x="275920" y="145567"/>
                </a:lnTo>
                <a:lnTo>
                  <a:pt x="280327" y="96685"/>
                </a:lnTo>
                <a:lnTo>
                  <a:pt x="293052" y="60642"/>
                </a:lnTo>
                <a:lnTo>
                  <a:pt x="313397" y="38354"/>
                </a:lnTo>
                <a:lnTo>
                  <a:pt x="340690" y="30721"/>
                </a:lnTo>
                <a:lnTo>
                  <a:pt x="367969" y="38354"/>
                </a:lnTo>
                <a:lnTo>
                  <a:pt x="388327" y="60642"/>
                </a:lnTo>
                <a:lnTo>
                  <a:pt x="401053" y="96685"/>
                </a:lnTo>
                <a:lnTo>
                  <a:pt x="405447" y="145567"/>
                </a:lnTo>
                <a:lnTo>
                  <a:pt x="405447" y="30899"/>
                </a:lnTo>
                <a:lnTo>
                  <a:pt x="405257" y="30721"/>
                </a:lnTo>
                <a:lnTo>
                  <a:pt x="382435" y="9829"/>
                </a:lnTo>
                <a:lnTo>
                  <a:pt x="340690" y="0"/>
                </a:lnTo>
                <a:lnTo>
                  <a:pt x="298932" y="9829"/>
                </a:lnTo>
                <a:lnTo>
                  <a:pt x="267792" y="38354"/>
                </a:lnTo>
                <a:lnTo>
                  <a:pt x="248335" y="84061"/>
                </a:lnTo>
                <a:lnTo>
                  <a:pt x="241604" y="145567"/>
                </a:lnTo>
                <a:lnTo>
                  <a:pt x="248259" y="207429"/>
                </a:lnTo>
                <a:lnTo>
                  <a:pt x="267589" y="253123"/>
                </a:lnTo>
                <a:lnTo>
                  <a:pt x="298704" y="281432"/>
                </a:lnTo>
                <a:lnTo>
                  <a:pt x="340690" y="291147"/>
                </a:lnTo>
                <a:lnTo>
                  <a:pt x="382676" y="281432"/>
                </a:lnTo>
                <a:lnTo>
                  <a:pt x="406374" y="259867"/>
                </a:lnTo>
                <a:lnTo>
                  <a:pt x="413778" y="253123"/>
                </a:lnTo>
                <a:lnTo>
                  <a:pt x="433120" y="207429"/>
                </a:lnTo>
                <a:lnTo>
                  <a:pt x="439762" y="1455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4" name="object 94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603659" y="447591"/>
            <a:ext cx="171450" cy="9391816"/>
          </a:xfrm>
          <a:prstGeom prst="rect">
            <a:avLst/>
          </a:prstGeom>
        </p:spPr>
      </p:pic>
      <p:sp>
        <p:nvSpPr>
          <p:cNvPr id="95" name="object 95" descr=""/>
          <p:cNvSpPr/>
          <p:nvPr/>
        </p:nvSpPr>
        <p:spPr>
          <a:xfrm>
            <a:off x="11316553" y="558992"/>
            <a:ext cx="330835" cy="395605"/>
          </a:xfrm>
          <a:custGeom>
            <a:avLst/>
            <a:gdLst/>
            <a:ahLst/>
            <a:cxnLst/>
            <a:rect l="l" t="t" r="r" b="b"/>
            <a:pathLst>
              <a:path w="330834" h="395605">
                <a:moveTo>
                  <a:pt x="330612" y="0"/>
                </a:moveTo>
                <a:lnTo>
                  <a:pt x="274589" y="0"/>
                </a:lnTo>
                <a:lnTo>
                  <a:pt x="274589" y="395384"/>
                </a:lnTo>
                <a:lnTo>
                  <a:pt x="330612" y="395384"/>
                </a:lnTo>
                <a:lnTo>
                  <a:pt x="330612" y="0"/>
                </a:lnTo>
                <a:close/>
              </a:path>
              <a:path w="330834" h="395605">
                <a:moveTo>
                  <a:pt x="212273" y="41595"/>
                </a:moveTo>
                <a:lnTo>
                  <a:pt x="21181" y="41595"/>
                </a:lnTo>
                <a:lnTo>
                  <a:pt x="21181" y="85032"/>
                </a:lnTo>
                <a:lnTo>
                  <a:pt x="155790" y="85032"/>
                </a:lnTo>
                <a:lnTo>
                  <a:pt x="145953" y="134743"/>
                </a:lnTo>
                <a:lnTo>
                  <a:pt x="126457" y="178892"/>
                </a:lnTo>
                <a:lnTo>
                  <a:pt x="96301" y="218031"/>
                </a:lnTo>
                <a:lnTo>
                  <a:pt x="54483" y="252714"/>
                </a:lnTo>
                <a:lnTo>
                  <a:pt x="0" y="283491"/>
                </a:lnTo>
                <a:lnTo>
                  <a:pt x="28856" y="327542"/>
                </a:lnTo>
                <a:lnTo>
                  <a:pt x="77273" y="301040"/>
                </a:lnTo>
                <a:lnTo>
                  <a:pt x="117065" y="271596"/>
                </a:lnTo>
                <a:lnTo>
                  <a:pt x="148904" y="239360"/>
                </a:lnTo>
                <a:lnTo>
                  <a:pt x="173460" y="204483"/>
                </a:lnTo>
                <a:lnTo>
                  <a:pt x="191403" y="167117"/>
                </a:lnTo>
                <a:lnTo>
                  <a:pt x="203406" y="127413"/>
                </a:lnTo>
                <a:lnTo>
                  <a:pt x="210139" y="85522"/>
                </a:lnTo>
                <a:lnTo>
                  <a:pt x="212273" y="415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 descr=""/>
          <p:cNvSpPr/>
          <p:nvPr/>
        </p:nvSpPr>
        <p:spPr>
          <a:xfrm>
            <a:off x="11699659" y="561294"/>
            <a:ext cx="360680" cy="390525"/>
          </a:xfrm>
          <a:custGeom>
            <a:avLst/>
            <a:gdLst/>
            <a:ahLst/>
            <a:cxnLst/>
            <a:rect l="l" t="t" r="r" b="b"/>
            <a:pathLst>
              <a:path w="360679" h="390525">
                <a:moveTo>
                  <a:pt x="208743" y="0"/>
                </a:moveTo>
                <a:lnTo>
                  <a:pt x="151645" y="0"/>
                </a:lnTo>
                <a:lnTo>
                  <a:pt x="151645" y="8441"/>
                </a:lnTo>
                <a:lnTo>
                  <a:pt x="143098" y="36995"/>
                </a:lnTo>
                <a:lnTo>
                  <a:pt x="117801" y="62814"/>
                </a:lnTo>
                <a:lnTo>
                  <a:pt x="75927" y="83166"/>
                </a:lnTo>
                <a:lnTo>
                  <a:pt x="17650" y="95315"/>
                </a:lnTo>
                <a:lnTo>
                  <a:pt x="36375" y="136757"/>
                </a:lnTo>
                <a:lnTo>
                  <a:pt x="83813" y="127790"/>
                </a:lnTo>
                <a:lnTo>
                  <a:pt x="123940" y="112678"/>
                </a:lnTo>
                <a:lnTo>
                  <a:pt x="156125" y="92185"/>
                </a:lnTo>
                <a:lnTo>
                  <a:pt x="179733" y="67073"/>
                </a:lnTo>
                <a:lnTo>
                  <a:pt x="251192" y="67073"/>
                </a:lnTo>
                <a:lnTo>
                  <a:pt x="242433" y="62814"/>
                </a:lnTo>
                <a:lnTo>
                  <a:pt x="217156" y="36995"/>
                </a:lnTo>
                <a:lnTo>
                  <a:pt x="208743" y="8441"/>
                </a:lnTo>
                <a:lnTo>
                  <a:pt x="208743" y="0"/>
                </a:lnTo>
                <a:close/>
              </a:path>
              <a:path w="360679" h="390525">
                <a:moveTo>
                  <a:pt x="251192" y="67073"/>
                </a:moveTo>
                <a:lnTo>
                  <a:pt x="179733" y="67073"/>
                </a:lnTo>
                <a:lnTo>
                  <a:pt x="203312" y="92185"/>
                </a:lnTo>
                <a:lnTo>
                  <a:pt x="235641" y="112678"/>
                </a:lnTo>
                <a:lnTo>
                  <a:pt x="276085" y="127790"/>
                </a:lnTo>
                <a:lnTo>
                  <a:pt x="324011" y="136757"/>
                </a:lnTo>
                <a:lnTo>
                  <a:pt x="342430" y="95315"/>
                </a:lnTo>
                <a:lnTo>
                  <a:pt x="284287" y="83166"/>
                </a:lnTo>
                <a:lnTo>
                  <a:pt x="251192" y="67073"/>
                </a:lnTo>
                <a:close/>
              </a:path>
              <a:path w="360679" h="390525">
                <a:moveTo>
                  <a:pt x="316337" y="222863"/>
                </a:moveTo>
                <a:lnTo>
                  <a:pt x="41595" y="222863"/>
                </a:lnTo>
                <a:lnTo>
                  <a:pt x="41595" y="264765"/>
                </a:lnTo>
                <a:lnTo>
                  <a:pt x="261695" y="264765"/>
                </a:lnTo>
                <a:lnTo>
                  <a:pt x="261695" y="285793"/>
                </a:lnTo>
                <a:lnTo>
                  <a:pt x="41902" y="285793"/>
                </a:lnTo>
                <a:lnTo>
                  <a:pt x="41902" y="390318"/>
                </a:lnTo>
                <a:lnTo>
                  <a:pt x="326620" y="390318"/>
                </a:lnTo>
                <a:lnTo>
                  <a:pt x="326620" y="348569"/>
                </a:lnTo>
                <a:lnTo>
                  <a:pt x="96235" y="348569"/>
                </a:lnTo>
                <a:lnTo>
                  <a:pt x="96235" y="324779"/>
                </a:lnTo>
                <a:lnTo>
                  <a:pt x="316337" y="324779"/>
                </a:lnTo>
                <a:lnTo>
                  <a:pt x="316337" y="222863"/>
                </a:lnTo>
                <a:close/>
              </a:path>
              <a:path w="360679" h="390525">
                <a:moveTo>
                  <a:pt x="207208" y="196771"/>
                </a:moveTo>
                <a:lnTo>
                  <a:pt x="151645" y="196771"/>
                </a:lnTo>
                <a:lnTo>
                  <a:pt x="151645" y="222863"/>
                </a:lnTo>
                <a:lnTo>
                  <a:pt x="207208" y="222863"/>
                </a:lnTo>
                <a:lnTo>
                  <a:pt x="207208" y="196771"/>
                </a:lnTo>
                <a:close/>
              </a:path>
              <a:path w="360679" h="390525">
                <a:moveTo>
                  <a:pt x="360388" y="153334"/>
                </a:moveTo>
                <a:lnTo>
                  <a:pt x="0" y="153334"/>
                </a:lnTo>
                <a:lnTo>
                  <a:pt x="0" y="196771"/>
                </a:lnTo>
                <a:lnTo>
                  <a:pt x="360388" y="196771"/>
                </a:lnTo>
                <a:lnTo>
                  <a:pt x="360388" y="1533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 descr=""/>
          <p:cNvSpPr/>
          <p:nvPr/>
        </p:nvSpPr>
        <p:spPr>
          <a:xfrm>
            <a:off x="12186260" y="559612"/>
            <a:ext cx="723900" cy="394970"/>
          </a:xfrm>
          <a:custGeom>
            <a:avLst/>
            <a:gdLst/>
            <a:ahLst/>
            <a:cxnLst/>
            <a:rect l="l" t="t" r="r" b="b"/>
            <a:pathLst>
              <a:path w="723900" h="394969">
                <a:moveTo>
                  <a:pt x="348424" y="186639"/>
                </a:moveTo>
                <a:lnTo>
                  <a:pt x="299415" y="172326"/>
                </a:lnTo>
                <a:lnTo>
                  <a:pt x="260223" y="149237"/>
                </a:lnTo>
                <a:lnTo>
                  <a:pt x="240995" y="129540"/>
                </a:lnTo>
                <a:lnTo>
                  <a:pt x="231470" y="119799"/>
                </a:lnTo>
                <a:lnTo>
                  <a:pt x="213791" y="86436"/>
                </a:lnTo>
                <a:lnTo>
                  <a:pt x="207822" y="51574"/>
                </a:lnTo>
                <a:lnTo>
                  <a:pt x="207822" y="23177"/>
                </a:lnTo>
                <a:lnTo>
                  <a:pt x="148729" y="23177"/>
                </a:lnTo>
                <a:lnTo>
                  <a:pt x="148729" y="51574"/>
                </a:lnTo>
                <a:lnTo>
                  <a:pt x="139128" y="94691"/>
                </a:lnTo>
                <a:lnTo>
                  <a:pt x="111709" y="134759"/>
                </a:lnTo>
                <a:lnTo>
                  <a:pt x="67881" y="167005"/>
                </a:lnTo>
                <a:lnTo>
                  <a:pt x="9055" y="186639"/>
                </a:lnTo>
                <a:lnTo>
                  <a:pt x="32854" y="232689"/>
                </a:lnTo>
                <a:lnTo>
                  <a:pt x="80492" y="217932"/>
                </a:lnTo>
                <a:lnTo>
                  <a:pt x="80645" y="217932"/>
                </a:lnTo>
                <a:lnTo>
                  <a:pt x="121627" y="194818"/>
                </a:lnTo>
                <a:lnTo>
                  <a:pt x="154432" y="164960"/>
                </a:lnTo>
                <a:lnTo>
                  <a:pt x="178511" y="129540"/>
                </a:lnTo>
                <a:lnTo>
                  <a:pt x="202196" y="164960"/>
                </a:lnTo>
                <a:lnTo>
                  <a:pt x="202298" y="165112"/>
                </a:lnTo>
                <a:lnTo>
                  <a:pt x="234975" y="194983"/>
                </a:lnTo>
                <a:lnTo>
                  <a:pt x="275793" y="217932"/>
                </a:lnTo>
                <a:lnTo>
                  <a:pt x="324015" y="232689"/>
                </a:lnTo>
                <a:lnTo>
                  <a:pt x="348424" y="186639"/>
                </a:lnTo>
                <a:close/>
              </a:path>
              <a:path w="723900" h="394969">
                <a:moveTo>
                  <a:pt x="361315" y="300685"/>
                </a:moveTo>
                <a:lnTo>
                  <a:pt x="0" y="300685"/>
                </a:lnTo>
                <a:lnTo>
                  <a:pt x="0" y="346265"/>
                </a:lnTo>
                <a:lnTo>
                  <a:pt x="361315" y="346265"/>
                </a:lnTo>
                <a:lnTo>
                  <a:pt x="361315" y="300685"/>
                </a:lnTo>
                <a:close/>
              </a:path>
              <a:path w="723900" h="394969">
                <a:moveTo>
                  <a:pt x="569442" y="215950"/>
                </a:moveTo>
                <a:lnTo>
                  <a:pt x="565137" y="180200"/>
                </a:lnTo>
                <a:lnTo>
                  <a:pt x="564070" y="171297"/>
                </a:lnTo>
                <a:lnTo>
                  <a:pt x="537121" y="175310"/>
                </a:lnTo>
                <a:lnTo>
                  <a:pt x="510311" y="177927"/>
                </a:lnTo>
                <a:lnTo>
                  <a:pt x="482180" y="179451"/>
                </a:lnTo>
                <a:lnTo>
                  <a:pt x="451256" y="180200"/>
                </a:lnTo>
                <a:lnTo>
                  <a:pt x="451256" y="145046"/>
                </a:lnTo>
                <a:lnTo>
                  <a:pt x="550405" y="145046"/>
                </a:lnTo>
                <a:lnTo>
                  <a:pt x="550405" y="102984"/>
                </a:lnTo>
                <a:lnTo>
                  <a:pt x="451256" y="102984"/>
                </a:lnTo>
                <a:lnTo>
                  <a:pt x="451256" y="70294"/>
                </a:lnTo>
                <a:lnTo>
                  <a:pt x="554240" y="70294"/>
                </a:lnTo>
                <a:lnTo>
                  <a:pt x="554240" y="25933"/>
                </a:lnTo>
                <a:lnTo>
                  <a:pt x="397992" y="25933"/>
                </a:lnTo>
                <a:lnTo>
                  <a:pt x="397992" y="225475"/>
                </a:lnTo>
                <a:lnTo>
                  <a:pt x="424853" y="225475"/>
                </a:lnTo>
                <a:lnTo>
                  <a:pt x="466204" y="225132"/>
                </a:lnTo>
                <a:lnTo>
                  <a:pt x="502272" y="223761"/>
                </a:lnTo>
                <a:lnTo>
                  <a:pt x="535774" y="220878"/>
                </a:lnTo>
                <a:lnTo>
                  <a:pt x="569442" y="215950"/>
                </a:lnTo>
                <a:close/>
              </a:path>
              <a:path w="723900" h="394969">
                <a:moveTo>
                  <a:pt x="723696" y="257251"/>
                </a:moveTo>
                <a:lnTo>
                  <a:pt x="450646" y="257251"/>
                </a:lnTo>
                <a:lnTo>
                  <a:pt x="450646" y="301599"/>
                </a:lnTo>
                <a:lnTo>
                  <a:pt x="668591" y="301599"/>
                </a:lnTo>
                <a:lnTo>
                  <a:pt x="668591" y="394766"/>
                </a:lnTo>
                <a:lnTo>
                  <a:pt x="723696" y="394766"/>
                </a:lnTo>
                <a:lnTo>
                  <a:pt x="723696" y="257251"/>
                </a:lnTo>
                <a:close/>
              </a:path>
              <a:path w="723900" h="394969">
                <a:moveTo>
                  <a:pt x="723696" y="0"/>
                </a:moveTo>
                <a:lnTo>
                  <a:pt x="671207" y="0"/>
                </a:lnTo>
                <a:lnTo>
                  <a:pt x="671207" y="96393"/>
                </a:lnTo>
                <a:lnTo>
                  <a:pt x="636828" y="96393"/>
                </a:lnTo>
                <a:lnTo>
                  <a:pt x="636828" y="6908"/>
                </a:lnTo>
                <a:lnTo>
                  <a:pt x="585254" y="6908"/>
                </a:lnTo>
                <a:lnTo>
                  <a:pt x="585254" y="238061"/>
                </a:lnTo>
                <a:lnTo>
                  <a:pt x="636828" y="238061"/>
                </a:lnTo>
                <a:lnTo>
                  <a:pt x="636828" y="140906"/>
                </a:lnTo>
                <a:lnTo>
                  <a:pt x="671207" y="140906"/>
                </a:lnTo>
                <a:lnTo>
                  <a:pt x="671207" y="240817"/>
                </a:lnTo>
                <a:lnTo>
                  <a:pt x="723696" y="240817"/>
                </a:lnTo>
                <a:lnTo>
                  <a:pt x="723696" y="140906"/>
                </a:lnTo>
                <a:lnTo>
                  <a:pt x="723696" y="96393"/>
                </a:lnTo>
                <a:lnTo>
                  <a:pt x="723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/>
          <p:nvPr/>
        </p:nvSpPr>
        <p:spPr>
          <a:xfrm>
            <a:off x="8351511" y="1702711"/>
            <a:ext cx="323215" cy="213995"/>
          </a:xfrm>
          <a:custGeom>
            <a:avLst/>
            <a:gdLst/>
            <a:ahLst/>
            <a:cxnLst/>
            <a:rect l="l" t="t" r="r" b="b"/>
            <a:pathLst>
              <a:path w="323215" h="213994">
                <a:moveTo>
                  <a:pt x="687" y="182851"/>
                </a:moveTo>
                <a:lnTo>
                  <a:pt x="687" y="213784"/>
                </a:lnTo>
                <a:lnTo>
                  <a:pt x="321708" y="213784"/>
                </a:lnTo>
                <a:lnTo>
                  <a:pt x="321708" y="182851"/>
                </a:lnTo>
                <a:lnTo>
                  <a:pt x="253997" y="182851"/>
                </a:lnTo>
                <a:lnTo>
                  <a:pt x="253997" y="31621"/>
                </a:lnTo>
                <a:lnTo>
                  <a:pt x="322739" y="31621"/>
                </a:lnTo>
                <a:lnTo>
                  <a:pt x="322739" y="0"/>
                </a:lnTo>
                <a:lnTo>
                  <a:pt x="0" y="0"/>
                </a:lnTo>
                <a:lnTo>
                  <a:pt x="0" y="31621"/>
                </a:lnTo>
                <a:lnTo>
                  <a:pt x="68397" y="31621"/>
                </a:lnTo>
                <a:lnTo>
                  <a:pt x="68397" y="182851"/>
                </a:lnTo>
                <a:lnTo>
                  <a:pt x="687" y="182851"/>
                </a:lnTo>
                <a:close/>
              </a:path>
              <a:path w="323215" h="213994">
                <a:moveTo>
                  <a:pt x="106205" y="182851"/>
                </a:moveTo>
                <a:lnTo>
                  <a:pt x="106205" y="31621"/>
                </a:lnTo>
                <a:lnTo>
                  <a:pt x="216534" y="31621"/>
                </a:lnTo>
                <a:lnTo>
                  <a:pt x="216534" y="182851"/>
                </a:lnTo>
                <a:lnTo>
                  <a:pt x="106205" y="182851"/>
                </a:lnTo>
                <a:close/>
              </a:path>
            </a:pathLst>
          </a:custGeom>
          <a:ln w="99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 descr=""/>
          <p:cNvSpPr/>
          <p:nvPr/>
        </p:nvSpPr>
        <p:spPr>
          <a:xfrm>
            <a:off x="8316454" y="1691025"/>
            <a:ext cx="826135" cy="346710"/>
          </a:xfrm>
          <a:custGeom>
            <a:avLst/>
            <a:gdLst/>
            <a:ahLst/>
            <a:cxnLst/>
            <a:rect l="l" t="t" r="r" b="b"/>
            <a:pathLst>
              <a:path w="826134" h="346710">
                <a:moveTo>
                  <a:pt x="0" y="344392"/>
                </a:moveTo>
                <a:lnTo>
                  <a:pt x="395604" y="344392"/>
                </a:lnTo>
                <a:lnTo>
                  <a:pt x="395604" y="311740"/>
                </a:lnTo>
                <a:lnTo>
                  <a:pt x="0" y="311740"/>
                </a:lnTo>
                <a:lnTo>
                  <a:pt x="0" y="344392"/>
                </a:lnTo>
                <a:close/>
              </a:path>
              <a:path w="826134" h="346710">
                <a:moveTo>
                  <a:pt x="645821" y="232688"/>
                </a:moveTo>
                <a:lnTo>
                  <a:pt x="786053" y="232688"/>
                </a:lnTo>
                <a:lnTo>
                  <a:pt x="786053" y="201067"/>
                </a:lnTo>
                <a:lnTo>
                  <a:pt x="517620" y="201067"/>
                </a:lnTo>
                <a:lnTo>
                  <a:pt x="517620" y="130608"/>
                </a:lnTo>
                <a:lnTo>
                  <a:pt x="776086" y="130608"/>
                </a:lnTo>
                <a:lnTo>
                  <a:pt x="776086" y="0"/>
                </a:lnTo>
                <a:lnTo>
                  <a:pt x="478781" y="0"/>
                </a:lnTo>
                <a:lnTo>
                  <a:pt x="478781" y="31620"/>
                </a:lnTo>
                <a:lnTo>
                  <a:pt x="738278" y="31620"/>
                </a:lnTo>
                <a:lnTo>
                  <a:pt x="738278" y="99331"/>
                </a:lnTo>
                <a:lnTo>
                  <a:pt x="479812" y="99331"/>
                </a:lnTo>
                <a:lnTo>
                  <a:pt x="479812" y="232688"/>
                </a:lnTo>
                <a:lnTo>
                  <a:pt x="608014" y="232688"/>
                </a:lnTo>
                <a:lnTo>
                  <a:pt x="608014" y="314146"/>
                </a:lnTo>
                <a:lnTo>
                  <a:pt x="430318" y="314146"/>
                </a:lnTo>
                <a:lnTo>
                  <a:pt x="430318" y="346455"/>
                </a:lnTo>
                <a:lnTo>
                  <a:pt x="825923" y="346455"/>
                </a:lnTo>
                <a:lnTo>
                  <a:pt x="825923" y="314146"/>
                </a:lnTo>
                <a:lnTo>
                  <a:pt x="645821" y="314146"/>
                </a:lnTo>
                <a:lnTo>
                  <a:pt x="645821" y="232688"/>
                </a:lnTo>
                <a:close/>
              </a:path>
            </a:pathLst>
          </a:custGeom>
          <a:ln w="99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/>
          <p:nvPr/>
        </p:nvSpPr>
        <p:spPr>
          <a:xfrm>
            <a:off x="9177091" y="1705117"/>
            <a:ext cx="394335" cy="322580"/>
          </a:xfrm>
          <a:custGeom>
            <a:avLst/>
            <a:gdLst/>
            <a:ahLst/>
            <a:cxnLst/>
            <a:rect l="l" t="t" r="r" b="b"/>
            <a:pathLst>
              <a:path w="394334" h="322580">
                <a:moveTo>
                  <a:pt x="303148" y="43306"/>
                </a:moveTo>
                <a:lnTo>
                  <a:pt x="302874" y="85383"/>
                </a:lnTo>
                <a:lnTo>
                  <a:pt x="300957" y="132970"/>
                </a:lnTo>
                <a:lnTo>
                  <a:pt x="295753" y="187195"/>
                </a:lnTo>
                <a:lnTo>
                  <a:pt x="285619" y="249186"/>
                </a:lnTo>
                <a:lnTo>
                  <a:pt x="324457" y="252967"/>
                </a:lnTo>
                <a:lnTo>
                  <a:pt x="333796" y="188259"/>
                </a:lnTo>
                <a:lnTo>
                  <a:pt x="338592" y="133314"/>
                </a:lnTo>
                <a:lnTo>
                  <a:pt x="340359" y="85781"/>
                </a:lnTo>
                <a:lnTo>
                  <a:pt x="340611" y="43306"/>
                </a:lnTo>
                <a:lnTo>
                  <a:pt x="340611" y="0"/>
                </a:lnTo>
                <a:lnTo>
                  <a:pt x="42963" y="0"/>
                </a:lnTo>
                <a:lnTo>
                  <a:pt x="42963" y="31620"/>
                </a:lnTo>
                <a:lnTo>
                  <a:pt x="303148" y="31620"/>
                </a:lnTo>
                <a:lnTo>
                  <a:pt x="303148" y="43306"/>
                </a:lnTo>
                <a:close/>
              </a:path>
              <a:path w="394334" h="322580">
                <a:moveTo>
                  <a:pt x="0" y="322395"/>
                </a:moveTo>
                <a:lnTo>
                  <a:pt x="393886" y="322395"/>
                </a:lnTo>
                <a:lnTo>
                  <a:pt x="393886" y="290430"/>
                </a:lnTo>
                <a:lnTo>
                  <a:pt x="0" y="290430"/>
                </a:lnTo>
                <a:lnTo>
                  <a:pt x="0" y="322395"/>
                </a:lnTo>
                <a:close/>
              </a:path>
            </a:pathLst>
          </a:custGeom>
          <a:ln w="99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 descr=""/>
          <p:cNvSpPr/>
          <p:nvPr/>
        </p:nvSpPr>
        <p:spPr>
          <a:xfrm>
            <a:off x="9621159" y="1659060"/>
            <a:ext cx="355600" cy="432434"/>
          </a:xfrm>
          <a:custGeom>
            <a:avLst/>
            <a:gdLst/>
            <a:ahLst/>
            <a:cxnLst/>
            <a:rect l="l" t="t" r="r" b="b"/>
            <a:pathLst>
              <a:path w="355600" h="432435">
                <a:moveTo>
                  <a:pt x="318958" y="170821"/>
                </a:moveTo>
                <a:lnTo>
                  <a:pt x="255716" y="170821"/>
                </a:lnTo>
                <a:lnTo>
                  <a:pt x="255716" y="9623"/>
                </a:lnTo>
                <a:lnTo>
                  <a:pt x="220315" y="9623"/>
                </a:lnTo>
                <a:lnTo>
                  <a:pt x="220315" y="409352"/>
                </a:lnTo>
                <a:lnTo>
                  <a:pt x="255716" y="409352"/>
                </a:lnTo>
                <a:lnTo>
                  <a:pt x="255716" y="202442"/>
                </a:lnTo>
                <a:lnTo>
                  <a:pt x="318958" y="202442"/>
                </a:lnTo>
                <a:lnTo>
                  <a:pt x="318958" y="432037"/>
                </a:lnTo>
                <a:lnTo>
                  <a:pt x="355391" y="432037"/>
                </a:lnTo>
                <a:lnTo>
                  <a:pt x="355391" y="0"/>
                </a:lnTo>
                <a:lnTo>
                  <a:pt x="318958" y="0"/>
                </a:lnTo>
                <a:lnTo>
                  <a:pt x="318958" y="170821"/>
                </a:lnTo>
                <a:close/>
              </a:path>
              <a:path w="355600" h="432435">
                <a:moveTo>
                  <a:pt x="37807" y="197973"/>
                </a:moveTo>
                <a:lnTo>
                  <a:pt x="162572" y="197973"/>
                </a:lnTo>
                <a:lnTo>
                  <a:pt x="162572" y="47087"/>
                </a:lnTo>
                <a:lnTo>
                  <a:pt x="0" y="47087"/>
                </a:lnTo>
                <a:lnTo>
                  <a:pt x="0" y="79052"/>
                </a:lnTo>
                <a:lnTo>
                  <a:pt x="125796" y="79052"/>
                </a:lnTo>
                <a:lnTo>
                  <a:pt x="125796" y="166353"/>
                </a:lnTo>
                <a:lnTo>
                  <a:pt x="687" y="166353"/>
                </a:lnTo>
                <a:lnTo>
                  <a:pt x="687" y="328582"/>
                </a:lnTo>
                <a:lnTo>
                  <a:pt x="29215" y="328582"/>
                </a:lnTo>
                <a:lnTo>
                  <a:pt x="69197" y="327948"/>
                </a:lnTo>
                <a:lnTo>
                  <a:pt x="108825" y="326090"/>
                </a:lnTo>
                <a:lnTo>
                  <a:pt x="149807" y="322298"/>
                </a:lnTo>
                <a:lnTo>
                  <a:pt x="193849" y="315865"/>
                </a:lnTo>
                <a:lnTo>
                  <a:pt x="190412" y="284587"/>
                </a:lnTo>
                <a:lnTo>
                  <a:pt x="149989" y="290377"/>
                </a:lnTo>
                <a:lnTo>
                  <a:pt x="111790" y="293910"/>
                </a:lnTo>
                <a:lnTo>
                  <a:pt x="74750" y="295704"/>
                </a:lnTo>
                <a:lnTo>
                  <a:pt x="37807" y="296273"/>
                </a:lnTo>
                <a:lnTo>
                  <a:pt x="37807" y="197973"/>
                </a:lnTo>
                <a:close/>
              </a:path>
            </a:pathLst>
          </a:custGeom>
          <a:ln w="99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 descr=""/>
          <p:cNvSpPr/>
          <p:nvPr/>
        </p:nvSpPr>
        <p:spPr>
          <a:xfrm>
            <a:off x="10356344" y="1659404"/>
            <a:ext cx="38735" cy="259079"/>
          </a:xfrm>
          <a:custGeom>
            <a:avLst/>
            <a:gdLst/>
            <a:ahLst/>
            <a:cxnLst/>
            <a:rect l="l" t="t" r="r" b="b"/>
            <a:pathLst>
              <a:path w="38734" h="259080">
                <a:moveTo>
                  <a:pt x="0" y="0"/>
                </a:moveTo>
                <a:lnTo>
                  <a:pt x="0" y="258466"/>
                </a:lnTo>
                <a:lnTo>
                  <a:pt x="38151" y="258466"/>
                </a:lnTo>
                <a:lnTo>
                  <a:pt x="38151" y="0"/>
                </a:lnTo>
                <a:lnTo>
                  <a:pt x="0" y="0"/>
                </a:lnTo>
                <a:close/>
              </a:path>
            </a:pathLst>
          </a:custGeom>
          <a:ln w="99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3" name="object 103" descr=""/>
          <p:cNvGrpSpPr/>
          <p:nvPr/>
        </p:nvGrpSpPr>
        <p:grpSpPr>
          <a:xfrm>
            <a:off x="10055438" y="1686048"/>
            <a:ext cx="346710" cy="409575"/>
            <a:chOff x="10055438" y="1686048"/>
            <a:chExt cx="346710" cy="409575"/>
          </a:xfrm>
        </p:grpSpPr>
        <p:sp>
          <p:nvSpPr>
            <p:cNvPr id="104" name="object 104" descr=""/>
            <p:cNvSpPr/>
            <p:nvPr/>
          </p:nvSpPr>
          <p:spPr>
            <a:xfrm>
              <a:off x="10060415" y="1691025"/>
              <a:ext cx="336550" cy="399415"/>
            </a:xfrm>
            <a:custGeom>
              <a:avLst/>
              <a:gdLst/>
              <a:ahLst/>
              <a:cxnLst/>
              <a:rect l="l" t="t" r="r" b="b"/>
              <a:pathLst>
                <a:path w="336550" h="399414">
                  <a:moveTo>
                    <a:pt x="0" y="0"/>
                  </a:moveTo>
                  <a:lnTo>
                    <a:pt x="0" y="188007"/>
                  </a:lnTo>
                  <a:lnTo>
                    <a:pt x="202785" y="188007"/>
                  </a:lnTo>
                  <a:lnTo>
                    <a:pt x="202785" y="0"/>
                  </a:lnTo>
                  <a:lnTo>
                    <a:pt x="0" y="0"/>
                  </a:lnTo>
                  <a:close/>
                </a:path>
                <a:path w="336550" h="399414">
                  <a:moveTo>
                    <a:pt x="165321" y="30933"/>
                  </a:moveTo>
                  <a:lnTo>
                    <a:pt x="165321" y="156729"/>
                  </a:lnTo>
                  <a:lnTo>
                    <a:pt x="37464" y="156729"/>
                  </a:lnTo>
                  <a:lnTo>
                    <a:pt x="37464" y="30933"/>
                  </a:lnTo>
                  <a:lnTo>
                    <a:pt x="165321" y="30933"/>
                  </a:lnTo>
                  <a:close/>
                </a:path>
                <a:path w="336550" h="399414">
                  <a:moveTo>
                    <a:pt x="190755" y="234063"/>
                  </a:moveTo>
                  <a:lnTo>
                    <a:pt x="129598" y="239605"/>
                  </a:lnTo>
                  <a:lnTo>
                    <a:pt x="83520" y="255716"/>
                  </a:lnTo>
                  <a:lnTo>
                    <a:pt x="54455" y="281623"/>
                  </a:lnTo>
                  <a:lnTo>
                    <a:pt x="44338" y="316552"/>
                  </a:lnTo>
                  <a:lnTo>
                    <a:pt x="54455" y="351481"/>
                  </a:lnTo>
                  <a:lnTo>
                    <a:pt x="83520" y="377388"/>
                  </a:lnTo>
                  <a:lnTo>
                    <a:pt x="129598" y="393499"/>
                  </a:lnTo>
                  <a:lnTo>
                    <a:pt x="190755" y="399041"/>
                  </a:lnTo>
                  <a:lnTo>
                    <a:pt x="251172" y="393499"/>
                  </a:lnTo>
                  <a:lnTo>
                    <a:pt x="296960" y="377388"/>
                  </a:lnTo>
                  <a:lnTo>
                    <a:pt x="325993" y="351481"/>
                  </a:lnTo>
                  <a:lnTo>
                    <a:pt x="336143" y="316552"/>
                  </a:lnTo>
                  <a:lnTo>
                    <a:pt x="325993" y="281623"/>
                  </a:lnTo>
                  <a:lnTo>
                    <a:pt x="296960" y="255716"/>
                  </a:lnTo>
                  <a:lnTo>
                    <a:pt x="251172" y="239605"/>
                  </a:lnTo>
                  <a:lnTo>
                    <a:pt x="190755" y="234063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137927" y="1950357"/>
              <a:ext cx="225799" cy="114096"/>
            </a:xfrm>
            <a:prstGeom prst="rect">
              <a:avLst/>
            </a:prstGeom>
          </p:spPr>
        </p:pic>
      </p:grpSp>
      <p:grpSp>
        <p:nvGrpSpPr>
          <p:cNvPr id="106" name="object 106" descr=""/>
          <p:cNvGrpSpPr/>
          <p:nvPr/>
        </p:nvGrpSpPr>
        <p:grpSpPr>
          <a:xfrm>
            <a:off x="10594178" y="1654427"/>
            <a:ext cx="373380" cy="432434"/>
            <a:chOff x="10594178" y="1654427"/>
            <a:chExt cx="373380" cy="432434"/>
          </a:xfrm>
        </p:grpSpPr>
        <p:sp>
          <p:nvSpPr>
            <p:cNvPr id="107" name="object 107" descr=""/>
            <p:cNvSpPr/>
            <p:nvPr/>
          </p:nvSpPr>
          <p:spPr>
            <a:xfrm>
              <a:off x="10599155" y="1659404"/>
              <a:ext cx="351790" cy="318770"/>
            </a:xfrm>
            <a:custGeom>
              <a:avLst/>
              <a:gdLst/>
              <a:ahLst/>
              <a:cxnLst/>
              <a:rect l="l" t="t" r="r" b="b"/>
              <a:pathLst>
                <a:path w="351790" h="318769">
                  <a:moveTo>
                    <a:pt x="313115" y="151573"/>
                  </a:moveTo>
                  <a:lnTo>
                    <a:pt x="313115" y="318271"/>
                  </a:lnTo>
                  <a:lnTo>
                    <a:pt x="351266" y="318271"/>
                  </a:lnTo>
                  <a:lnTo>
                    <a:pt x="351266" y="0"/>
                  </a:lnTo>
                  <a:lnTo>
                    <a:pt x="313115" y="0"/>
                  </a:lnTo>
                  <a:lnTo>
                    <a:pt x="313115" y="119953"/>
                  </a:lnTo>
                  <a:lnTo>
                    <a:pt x="222893" y="119953"/>
                  </a:lnTo>
                  <a:lnTo>
                    <a:pt x="210817" y="82360"/>
                  </a:lnTo>
                  <a:lnTo>
                    <a:pt x="186739" y="53274"/>
                  </a:lnTo>
                  <a:lnTo>
                    <a:pt x="153026" y="34499"/>
                  </a:lnTo>
                  <a:lnTo>
                    <a:pt x="112047" y="27840"/>
                  </a:lnTo>
                  <a:lnTo>
                    <a:pt x="67231" y="35637"/>
                  </a:lnTo>
                  <a:lnTo>
                    <a:pt x="31663" y="57484"/>
                  </a:lnTo>
                  <a:lnTo>
                    <a:pt x="8275" y="91060"/>
                  </a:lnTo>
                  <a:lnTo>
                    <a:pt x="0" y="134044"/>
                  </a:lnTo>
                  <a:lnTo>
                    <a:pt x="8275" y="177137"/>
                  </a:lnTo>
                  <a:lnTo>
                    <a:pt x="31663" y="210949"/>
                  </a:lnTo>
                  <a:lnTo>
                    <a:pt x="67231" y="233032"/>
                  </a:lnTo>
                  <a:lnTo>
                    <a:pt x="112047" y="240937"/>
                  </a:lnTo>
                  <a:lnTo>
                    <a:pt x="152245" y="234442"/>
                  </a:lnTo>
                  <a:lnTo>
                    <a:pt x="185514" y="216169"/>
                  </a:lnTo>
                  <a:lnTo>
                    <a:pt x="209633" y="187939"/>
                  </a:lnTo>
                  <a:lnTo>
                    <a:pt x="222377" y="151573"/>
                  </a:lnTo>
                  <a:lnTo>
                    <a:pt x="313115" y="151573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630610" y="1715607"/>
              <a:ext cx="160496" cy="156715"/>
            </a:xfrm>
            <a:prstGeom prst="rect">
              <a:avLst/>
            </a:prstGeom>
          </p:spPr>
        </p:pic>
        <p:sp>
          <p:nvSpPr>
            <p:cNvPr id="109" name="object 109" descr=""/>
            <p:cNvSpPr/>
            <p:nvPr/>
          </p:nvSpPr>
          <p:spPr>
            <a:xfrm>
              <a:off x="10673051" y="1945367"/>
              <a:ext cx="289560" cy="136525"/>
            </a:xfrm>
            <a:custGeom>
              <a:avLst/>
              <a:gdLst/>
              <a:ahLst/>
              <a:cxnLst/>
              <a:rect l="l" t="t" r="r" b="b"/>
              <a:pathLst>
                <a:path w="289559" h="136525">
                  <a:moveTo>
                    <a:pt x="38151" y="0"/>
                  </a:moveTo>
                  <a:lnTo>
                    <a:pt x="0" y="0"/>
                  </a:lnTo>
                  <a:lnTo>
                    <a:pt x="0" y="136107"/>
                  </a:lnTo>
                  <a:lnTo>
                    <a:pt x="289399" y="136107"/>
                  </a:lnTo>
                  <a:lnTo>
                    <a:pt x="289399" y="104486"/>
                  </a:lnTo>
                  <a:lnTo>
                    <a:pt x="38151" y="104486"/>
                  </a:lnTo>
                  <a:lnTo>
                    <a:pt x="38151" y="0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0" name="object 110" descr=""/>
          <p:cNvGrpSpPr/>
          <p:nvPr/>
        </p:nvGrpSpPr>
        <p:grpSpPr>
          <a:xfrm>
            <a:off x="11025528" y="1654084"/>
            <a:ext cx="360680" cy="443230"/>
            <a:chOff x="11025528" y="1654084"/>
            <a:chExt cx="360680" cy="443230"/>
          </a:xfrm>
        </p:grpSpPr>
        <p:sp>
          <p:nvSpPr>
            <p:cNvPr id="111" name="object 111" descr=""/>
            <p:cNvSpPr/>
            <p:nvPr/>
          </p:nvSpPr>
          <p:spPr>
            <a:xfrm>
              <a:off x="11030505" y="1659060"/>
              <a:ext cx="350520" cy="433070"/>
            </a:xfrm>
            <a:custGeom>
              <a:avLst/>
              <a:gdLst/>
              <a:ahLst/>
              <a:cxnLst/>
              <a:rect l="l" t="t" r="r" b="b"/>
              <a:pathLst>
                <a:path w="350520" h="433069">
                  <a:moveTo>
                    <a:pt x="312427" y="164978"/>
                  </a:moveTo>
                  <a:lnTo>
                    <a:pt x="215503" y="164978"/>
                  </a:lnTo>
                  <a:lnTo>
                    <a:pt x="204475" y="110382"/>
                  </a:lnTo>
                  <a:lnTo>
                    <a:pt x="181669" y="68998"/>
                  </a:lnTo>
                  <a:lnTo>
                    <a:pt x="148971" y="42694"/>
                  </a:lnTo>
                  <a:lnTo>
                    <a:pt x="108266" y="33339"/>
                  </a:lnTo>
                  <a:lnTo>
                    <a:pt x="72425" y="40317"/>
                  </a:lnTo>
                  <a:lnTo>
                    <a:pt x="42440" y="60049"/>
                  </a:lnTo>
                  <a:lnTo>
                    <a:pt x="19549" y="91345"/>
                  </a:lnTo>
                  <a:lnTo>
                    <a:pt x="4990" y="133019"/>
                  </a:lnTo>
                  <a:lnTo>
                    <a:pt x="0" y="183882"/>
                  </a:lnTo>
                  <a:lnTo>
                    <a:pt x="4990" y="234910"/>
                  </a:lnTo>
                  <a:lnTo>
                    <a:pt x="19549" y="276666"/>
                  </a:lnTo>
                  <a:lnTo>
                    <a:pt x="42440" y="307962"/>
                  </a:lnTo>
                  <a:lnTo>
                    <a:pt x="72425" y="327611"/>
                  </a:lnTo>
                  <a:lnTo>
                    <a:pt x="108266" y="334424"/>
                  </a:lnTo>
                  <a:lnTo>
                    <a:pt x="149943" y="324803"/>
                  </a:lnTo>
                  <a:lnTo>
                    <a:pt x="183130" y="297283"/>
                  </a:lnTo>
                  <a:lnTo>
                    <a:pt x="205779" y="253876"/>
                  </a:lnTo>
                  <a:lnTo>
                    <a:pt x="215846" y="196599"/>
                  </a:lnTo>
                  <a:lnTo>
                    <a:pt x="312427" y="196599"/>
                  </a:lnTo>
                  <a:lnTo>
                    <a:pt x="312427" y="432724"/>
                  </a:lnTo>
                  <a:lnTo>
                    <a:pt x="350235" y="432724"/>
                  </a:lnTo>
                  <a:lnTo>
                    <a:pt x="350235" y="0"/>
                  </a:lnTo>
                  <a:lnTo>
                    <a:pt x="312427" y="0"/>
                  </a:lnTo>
                  <a:lnTo>
                    <a:pt x="312427" y="164978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061961" y="1721450"/>
              <a:ext cx="153622" cy="242985"/>
            </a:xfrm>
            <a:prstGeom prst="rect">
              <a:avLst/>
            </a:prstGeom>
          </p:spPr>
        </p:pic>
      </p:grpSp>
      <p:sp>
        <p:nvSpPr>
          <p:cNvPr id="113" name="object 113" descr=""/>
          <p:cNvSpPr/>
          <p:nvPr/>
        </p:nvSpPr>
        <p:spPr>
          <a:xfrm>
            <a:off x="8351508" y="1702713"/>
            <a:ext cx="323215" cy="213995"/>
          </a:xfrm>
          <a:custGeom>
            <a:avLst/>
            <a:gdLst/>
            <a:ahLst/>
            <a:cxnLst/>
            <a:rect l="l" t="t" r="r" b="b"/>
            <a:pathLst>
              <a:path w="323215" h="213994">
                <a:moveTo>
                  <a:pt x="322732" y="0"/>
                </a:moveTo>
                <a:lnTo>
                  <a:pt x="216535" y="0"/>
                </a:lnTo>
                <a:lnTo>
                  <a:pt x="216535" y="31623"/>
                </a:lnTo>
                <a:lnTo>
                  <a:pt x="216535" y="182854"/>
                </a:lnTo>
                <a:lnTo>
                  <a:pt x="106210" y="182854"/>
                </a:lnTo>
                <a:lnTo>
                  <a:pt x="106210" y="31623"/>
                </a:lnTo>
                <a:lnTo>
                  <a:pt x="216535" y="31623"/>
                </a:lnTo>
                <a:lnTo>
                  <a:pt x="216535" y="0"/>
                </a:lnTo>
                <a:lnTo>
                  <a:pt x="0" y="0"/>
                </a:lnTo>
                <a:lnTo>
                  <a:pt x="0" y="31623"/>
                </a:lnTo>
                <a:lnTo>
                  <a:pt x="68402" y="31623"/>
                </a:lnTo>
                <a:lnTo>
                  <a:pt x="68402" y="182854"/>
                </a:lnTo>
                <a:lnTo>
                  <a:pt x="685" y="182854"/>
                </a:lnTo>
                <a:lnTo>
                  <a:pt x="685" y="213791"/>
                </a:lnTo>
                <a:lnTo>
                  <a:pt x="321703" y="213791"/>
                </a:lnTo>
                <a:lnTo>
                  <a:pt x="321703" y="182854"/>
                </a:lnTo>
                <a:lnTo>
                  <a:pt x="254000" y="182854"/>
                </a:lnTo>
                <a:lnTo>
                  <a:pt x="254000" y="31623"/>
                </a:lnTo>
                <a:lnTo>
                  <a:pt x="322732" y="31623"/>
                </a:lnTo>
                <a:lnTo>
                  <a:pt x="3227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 descr=""/>
          <p:cNvSpPr/>
          <p:nvPr/>
        </p:nvSpPr>
        <p:spPr>
          <a:xfrm>
            <a:off x="8316455" y="2002765"/>
            <a:ext cx="395605" cy="33020"/>
          </a:xfrm>
          <a:custGeom>
            <a:avLst/>
            <a:gdLst/>
            <a:ahLst/>
            <a:cxnLst/>
            <a:rect l="l" t="t" r="r" b="b"/>
            <a:pathLst>
              <a:path w="395604" h="33019">
                <a:moveTo>
                  <a:pt x="395604" y="0"/>
                </a:moveTo>
                <a:lnTo>
                  <a:pt x="0" y="0"/>
                </a:lnTo>
                <a:lnTo>
                  <a:pt x="0" y="32652"/>
                </a:lnTo>
                <a:lnTo>
                  <a:pt x="395604" y="32652"/>
                </a:lnTo>
                <a:lnTo>
                  <a:pt x="3956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 descr=""/>
          <p:cNvSpPr/>
          <p:nvPr/>
        </p:nvSpPr>
        <p:spPr>
          <a:xfrm>
            <a:off x="8351511" y="1702711"/>
            <a:ext cx="323215" cy="213995"/>
          </a:xfrm>
          <a:custGeom>
            <a:avLst/>
            <a:gdLst/>
            <a:ahLst/>
            <a:cxnLst/>
            <a:rect l="l" t="t" r="r" b="b"/>
            <a:pathLst>
              <a:path w="323215" h="213994">
                <a:moveTo>
                  <a:pt x="687" y="182851"/>
                </a:moveTo>
                <a:lnTo>
                  <a:pt x="687" y="213784"/>
                </a:lnTo>
                <a:lnTo>
                  <a:pt x="321708" y="213784"/>
                </a:lnTo>
                <a:lnTo>
                  <a:pt x="321708" y="182851"/>
                </a:lnTo>
                <a:lnTo>
                  <a:pt x="253997" y="182851"/>
                </a:lnTo>
                <a:lnTo>
                  <a:pt x="253997" y="31621"/>
                </a:lnTo>
                <a:lnTo>
                  <a:pt x="322739" y="31621"/>
                </a:lnTo>
                <a:lnTo>
                  <a:pt x="322739" y="0"/>
                </a:lnTo>
                <a:lnTo>
                  <a:pt x="0" y="0"/>
                </a:lnTo>
                <a:lnTo>
                  <a:pt x="0" y="31621"/>
                </a:lnTo>
                <a:lnTo>
                  <a:pt x="68397" y="31621"/>
                </a:lnTo>
                <a:lnTo>
                  <a:pt x="68397" y="182851"/>
                </a:lnTo>
                <a:lnTo>
                  <a:pt x="687" y="182851"/>
                </a:lnTo>
                <a:close/>
              </a:path>
              <a:path w="323215" h="213994">
                <a:moveTo>
                  <a:pt x="106205" y="182851"/>
                </a:moveTo>
                <a:lnTo>
                  <a:pt x="106205" y="31621"/>
                </a:lnTo>
                <a:lnTo>
                  <a:pt x="216534" y="31621"/>
                </a:lnTo>
                <a:lnTo>
                  <a:pt x="216534" y="182851"/>
                </a:lnTo>
                <a:lnTo>
                  <a:pt x="106205" y="182851"/>
                </a:lnTo>
                <a:close/>
              </a:path>
            </a:pathLst>
          </a:custGeom>
          <a:ln w="99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6" name="object 116" descr=""/>
          <p:cNvGrpSpPr/>
          <p:nvPr/>
        </p:nvGrpSpPr>
        <p:grpSpPr>
          <a:xfrm>
            <a:off x="8311477" y="1686048"/>
            <a:ext cx="1264920" cy="356870"/>
            <a:chOff x="8311477" y="1686048"/>
            <a:chExt cx="1264920" cy="356870"/>
          </a:xfrm>
        </p:grpSpPr>
        <p:sp>
          <p:nvSpPr>
            <p:cNvPr id="117" name="object 117" descr=""/>
            <p:cNvSpPr/>
            <p:nvPr/>
          </p:nvSpPr>
          <p:spPr>
            <a:xfrm>
              <a:off x="8316454" y="2002766"/>
              <a:ext cx="395605" cy="33020"/>
            </a:xfrm>
            <a:custGeom>
              <a:avLst/>
              <a:gdLst/>
              <a:ahLst/>
              <a:cxnLst/>
              <a:rect l="l" t="t" r="r" b="b"/>
              <a:pathLst>
                <a:path w="395604" h="33019">
                  <a:moveTo>
                    <a:pt x="0" y="32652"/>
                  </a:moveTo>
                  <a:lnTo>
                    <a:pt x="395604" y="32652"/>
                  </a:lnTo>
                  <a:lnTo>
                    <a:pt x="395604" y="0"/>
                  </a:lnTo>
                  <a:lnTo>
                    <a:pt x="0" y="0"/>
                  </a:lnTo>
                  <a:lnTo>
                    <a:pt x="0" y="32652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8746770" y="1691639"/>
              <a:ext cx="395605" cy="345440"/>
            </a:xfrm>
            <a:custGeom>
              <a:avLst/>
              <a:gdLst/>
              <a:ahLst/>
              <a:cxnLst/>
              <a:rect l="l" t="t" r="r" b="b"/>
              <a:pathLst>
                <a:path w="395604" h="345439">
                  <a:moveTo>
                    <a:pt x="395605" y="313690"/>
                  </a:moveTo>
                  <a:lnTo>
                    <a:pt x="215506" y="313690"/>
                  </a:lnTo>
                  <a:lnTo>
                    <a:pt x="215506" y="232410"/>
                  </a:lnTo>
                  <a:lnTo>
                    <a:pt x="355727" y="232410"/>
                  </a:lnTo>
                  <a:lnTo>
                    <a:pt x="355727" y="200660"/>
                  </a:lnTo>
                  <a:lnTo>
                    <a:pt x="87299" y="200660"/>
                  </a:lnTo>
                  <a:lnTo>
                    <a:pt x="87299" y="129540"/>
                  </a:lnTo>
                  <a:lnTo>
                    <a:pt x="345770" y="129540"/>
                  </a:lnTo>
                  <a:lnTo>
                    <a:pt x="345770" y="99060"/>
                  </a:lnTo>
                  <a:lnTo>
                    <a:pt x="345770" y="30480"/>
                  </a:lnTo>
                  <a:lnTo>
                    <a:pt x="345770" y="0"/>
                  </a:lnTo>
                  <a:lnTo>
                    <a:pt x="48463" y="0"/>
                  </a:lnTo>
                  <a:lnTo>
                    <a:pt x="48463" y="30480"/>
                  </a:lnTo>
                  <a:lnTo>
                    <a:pt x="307962" y="30480"/>
                  </a:lnTo>
                  <a:lnTo>
                    <a:pt x="307962" y="99060"/>
                  </a:lnTo>
                  <a:lnTo>
                    <a:pt x="49491" y="99060"/>
                  </a:lnTo>
                  <a:lnTo>
                    <a:pt x="49491" y="129540"/>
                  </a:lnTo>
                  <a:lnTo>
                    <a:pt x="49491" y="200660"/>
                  </a:lnTo>
                  <a:lnTo>
                    <a:pt x="49491" y="232410"/>
                  </a:lnTo>
                  <a:lnTo>
                    <a:pt x="177698" y="232410"/>
                  </a:lnTo>
                  <a:lnTo>
                    <a:pt x="177698" y="313690"/>
                  </a:lnTo>
                  <a:lnTo>
                    <a:pt x="0" y="313690"/>
                  </a:lnTo>
                  <a:lnTo>
                    <a:pt x="0" y="345440"/>
                  </a:lnTo>
                  <a:lnTo>
                    <a:pt x="395605" y="345440"/>
                  </a:lnTo>
                  <a:lnTo>
                    <a:pt x="395605" y="3136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8746773" y="1691025"/>
              <a:ext cx="395605" cy="346710"/>
            </a:xfrm>
            <a:custGeom>
              <a:avLst/>
              <a:gdLst/>
              <a:ahLst/>
              <a:cxnLst/>
              <a:rect l="l" t="t" r="r" b="b"/>
              <a:pathLst>
                <a:path w="395604" h="346710">
                  <a:moveTo>
                    <a:pt x="215503" y="232688"/>
                  </a:moveTo>
                  <a:lnTo>
                    <a:pt x="355735" y="232688"/>
                  </a:lnTo>
                  <a:lnTo>
                    <a:pt x="355735" y="201067"/>
                  </a:lnTo>
                  <a:lnTo>
                    <a:pt x="87301" y="201067"/>
                  </a:lnTo>
                  <a:lnTo>
                    <a:pt x="87301" y="130608"/>
                  </a:lnTo>
                  <a:lnTo>
                    <a:pt x="345767" y="130608"/>
                  </a:lnTo>
                  <a:lnTo>
                    <a:pt x="345767" y="0"/>
                  </a:lnTo>
                  <a:lnTo>
                    <a:pt x="48462" y="0"/>
                  </a:lnTo>
                  <a:lnTo>
                    <a:pt x="48462" y="31620"/>
                  </a:lnTo>
                  <a:lnTo>
                    <a:pt x="307960" y="31620"/>
                  </a:lnTo>
                  <a:lnTo>
                    <a:pt x="307960" y="99331"/>
                  </a:lnTo>
                  <a:lnTo>
                    <a:pt x="49493" y="99331"/>
                  </a:lnTo>
                  <a:lnTo>
                    <a:pt x="49493" y="232688"/>
                  </a:lnTo>
                  <a:lnTo>
                    <a:pt x="177695" y="232688"/>
                  </a:lnTo>
                  <a:lnTo>
                    <a:pt x="177695" y="314146"/>
                  </a:lnTo>
                  <a:lnTo>
                    <a:pt x="0" y="314146"/>
                  </a:lnTo>
                  <a:lnTo>
                    <a:pt x="0" y="346455"/>
                  </a:lnTo>
                  <a:lnTo>
                    <a:pt x="395604" y="346455"/>
                  </a:lnTo>
                  <a:lnTo>
                    <a:pt x="395604" y="314146"/>
                  </a:lnTo>
                  <a:lnTo>
                    <a:pt x="215503" y="314146"/>
                  </a:lnTo>
                  <a:lnTo>
                    <a:pt x="215503" y="232688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9177092" y="1705117"/>
              <a:ext cx="394335" cy="322580"/>
            </a:xfrm>
            <a:custGeom>
              <a:avLst/>
              <a:gdLst/>
              <a:ahLst/>
              <a:cxnLst/>
              <a:rect l="l" t="t" r="r" b="b"/>
              <a:pathLst>
                <a:path w="394334" h="322580">
                  <a:moveTo>
                    <a:pt x="340611" y="0"/>
                  </a:moveTo>
                  <a:lnTo>
                    <a:pt x="42963" y="0"/>
                  </a:lnTo>
                  <a:lnTo>
                    <a:pt x="42963" y="31620"/>
                  </a:lnTo>
                  <a:lnTo>
                    <a:pt x="303148" y="31620"/>
                  </a:lnTo>
                  <a:lnTo>
                    <a:pt x="303148" y="43306"/>
                  </a:lnTo>
                  <a:lnTo>
                    <a:pt x="302874" y="85383"/>
                  </a:lnTo>
                  <a:lnTo>
                    <a:pt x="300957" y="132970"/>
                  </a:lnTo>
                  <a:lnTo>
                    <a:pt x="295753" y="187195"/>
                  </a:lnTo>
                  <a:lnTo>
                    <a:pt x="285619" y="249186"/>
                  </a:lnTo>
                  <a:lnTo>
                    <a:pt x="324457" y="252967"/>
                  </a:lnTo>
                  <a:lnTo>
                    <a:pt x="333796" y="188259"/>
                  </a:lnTo>
                  <a:lnTo>
                    <a:pt x="338592" y="133314"/>
                  </a:lnTo>
                  <a:lnTo>
                    <a:pt x="340359" y="85781"/>
                  </a:lnTo>
                  <a:lnTo>
                    <a:pt x="340611" y="43306"/>
                  </a:lnTo>
                  <a:lnTo>
                    <a:pt x="340611" y="0"/>
                  </a:lnTo>
                  <a:close/>
                </a:path>
                <a:path w="394334" h="322580">
                  <a:moveTo>
                    <a:pt x="393886" y="290430"/>
                  </a:moveTo>
                  <a:lnTo>
                    <a:pt x="0" y="290430"/>
                  </a:lnTo>
                  <a:lnTo>
                    <a:pt x="0" y="322395"/>
                  </a:lnTo>
                  <a:lnTo>
                    <a:pt x="393886" y="322395"/>
                  </a:lnTo>
                  <a:lnTo>
                    <a:pt x="393886" y="2904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9177092" y="1705117"/>
              <a:ext cx="394335" cy="322580"/>
            </a:xfrm>
            <a:custGeom>
              <a:avLst/>
              <a:gdLst/>
              <a:ahLst/>
              <a:cxnLst/>
              <a:rect l="l" t="t" r="r" b="b"/>
              <a:pathLst>
                <a:path w="394334" h="322580">
                  <a:moveTo>
                    <a:pt x="303148" y="43306"/>
                  </a:moveTo>
                  <a:lnTo>
                    <a:pt x="302874" y="85383"/>
                  </a:lnTo>
                  <a:lnTo>
                    <a:pt x="300957" y="132970"/>
                  </a:lnTo>
                  <a:lnTo>
                    <a:pt x="295753" y="187195"/>
                  </a:lnTo>
                  <a:lnTo>
                    <a:pt x="285619" y="249186"/>
                  </a:lnTo>
                  <a:lnTo>
                    <a:pt x="324457" y="252967"/>
                  </a:lnTo>
                  <a:lnTo>
                    <a:pt x="333796" y="188259"/>
                  </a:lnTo>
                  <a:lnTo>
                    <a:pt x="338592" y="133314"/>
                  </a:lnTo>
                  <a:lnTo>
                    <a:pt x="340359" y="85781"/>
                  </a:lnTo>
                  <a:lnTo>
                    <a:pt x="340611" y="43306"/>
                  </a:lnTo>
                  <a:lnTo>
                    <a:pt x="340611" y="0"/>
                  </a:lnTo>
                  <a:lnTo>
                    <a:pt x="42963" y="0"/>
                  </a:lnTo>
                  <a:lnTo>
                    <a:pt x="42963" y="31620"/>
                  </a:lnTo>
                  <a:lnTo>
                    <a:pt x="303148" y="31620"/>
                  </a:lnTo>
                  <a:lnTo>
                    <a:pt x="303148" y="43306"/>
                  </a:lnTo>
                  <a:close/>
                </a:path>
                <a:path w="394334" h="322580">
                  <a:moveTo>
                    <a:pt x="0" y="322395"/>
                  </a:moveTo>
                  <a:lnTo>
                    <a:pt x="393886" y="322395"/>
                  </a:lnTo>
                  <a:lnTo>
                    <a:pt x="393886" y="290430"/>
                  </a:lnTo>
                  <a:lnTo>
                    <a:pt x="0" y="290430"/>
                  </a:lnTo>
                  <a:lnTo>
                    <a:pt x="0" y="322395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2" name="object 122" descr=""/>
          <p:cNvGrpSpPr/>
          <p:nvPr/>
        </p:nvGrpSpPr>
        <p:grpSpPr>
          <a:xfrm>
            <a:off x="9616182" y="1654084"/>
            <a:ext cx="365760" cy="442595"/>
            <a:chOff x="9616182" y="1654084"/>
            <a:chExt cx="365760" cy="442595"/>
          </a:xfrm>
        </p:grpSpPr>
        <p:sp>
          <p:nvSpPr>
            <p:cNvPr id="123" name="object 123" descr=""/>
            <p:cNvSpPr/>
            <p:nvPr/>
          </p:nvSpPr>
          <p:spPr>
            <a:xfrm>
              <a:off x="9621159" y="1659060"/>
              <a:ext cx="355600" cy="432434"/>
            </a:xfrm>
            <a:custGeom>
              <a:avLst/>
              <a:gdLst/>
              <a:ahLst/>
              <a:cxnLst/>
              <a:rect l="l" t="t" r="r" b="b"/>
              <a:pathLst>
                <a:path w="355600" h="432435">
                  <a:moveTo>
                    <a:pt x="355391" y="202442"/>
                  </a:moveTo>
                  <a:lnTo>
                    <a:pt x="318958" y="202442"/>
                  </a:lnTo>
                  <a:lnTo>
                    <a:pt x="318958" y="432037"/>
                  </a:lnTo>
                  <a:lnTo>
                    <a:pt x="355391" y="432037"/>
                  </a:lnTo>
                  <a:lnTo>
                    <a:pt x="355391" y="202442"/>
                  </a:lnTo>
                  <a:close/>
                </a:path>
                <a:path w="355600" h="432435">
                  <a:moveTo>
                    <a:pt x="255716" y="9623"/>
                  </a:moveTo>
                  <a:lnTo>
                    <a:pt x="220315" y="9623"/>
                  </a:lnTo>
                  <a:lnTo>
                    <a:pt x="220315" y="409352"/>
                  </a:lnTo>
                  <a:lnTo>
                    <a:pt x="255716" y="409352"/>
                  </a:lnTo>
                  <a:lnTo>
                    <a:pt x="255716" y="202442"/>
                  </a:lnTo>
                  <a:lnTo>
                    <a:pt x="355391" y="202442"/>
                  </a:lnTo>
                  <a:lnTo>
                    <a:pt x="355391" y="170821"/>
                  </a:lnTo>
                  <a:lnTo>
                    <a:pt x="255716" y="170821"/>
                  </a:lnTo>
                  <a:lnTo>
                    <a:pt x="255716" y="9623"/>
                  </a:lnTo>
                  <a:close/>
                </a:path>
                <a:path w="355600" h="432435">
                  <a:moveTo>
                    <a:pt x="355391" y="0"/>
                  </a:moveTo>
                  <a:lnTo>
                    <a:pt x="318958" y="0"/>
                  </a:lnTo>
                  <a:lnTo>
                    <a:pt x="318958" y="170821"/>
                  </a:lnTo>
                  <a:lnTo>
                    <a:pt x="355391" y="170821"/>
                  </a:lnTo>
                  <a:lnTo>
                    <a:pt x="355391" y="0"/>
                  </a:lnTo>
                  <a:close/>
                </a:path>
                <a:path w="355600" h="432435">
                  <a:moveTo>
                    <a:pt x="162572" y="47087"/>
                  </a:moveTo>
                  <a:lnTo>
                    <a:pt x="0" y="47087"/>
                  </a:lnTo>
                  <a:lnTo>
                    <a:pt x="0" y="79052"/>
                  </a:lnTo>
                  <a:lnTo>
                    <a:pt x="125796" y="79052"/>
                  </a:lnTo>
                  <a:lnTo>
                    <a:pt x="125796" y="166353"/>
                  </a:lnTo>
                  <a:lnTo>
                    <a:pt x="687" y="166353"/>
                  </a:lnTo>
                  <a:lnTo>
                    <a:pt x="687" y="328582"/>
                  </a:lnTo>
                  <a:lnTo>
                    <a:pt x="29215" y="328582"/>
                  </a:lnTo>
                  <a:lnTo>
                    <a:pt x="69197" y="327948"/>
                  </a:lnTo>
                  <a:lnTo>
                    <a:pt x="108825" y="326090"/>
                  </a:lnTo>
                  <a:lnTo>
                    <a:pt x="149807" y="322298"/>
                  </a:lnTo>
                  <a:lnTo>
                    <a:pt x="193849" y="315865"/>
                  </a:lnTo>
                  <a:lnTo>
                    <a:pt x="191696" y="296273"/>
                  </a:lnTo>
                  <a:lnTo>
                    <a:pt x="37807" y="296273"/>
                  </a:lnTo>
                  <a:lnTo>
                    <a:pt x="37807" y="197973"/>
                  </a:lnTo>
                  <a:lnTo>
                    <a:pt x="162572" y="197973"/>
                  </a:lnTo>
                  <a:lnTo>
                    <a:pt x="162572" y="47087"/>
                  </a:lnTo>
                  <a:close/>
                </a:path>
                <a:path w="355600" h="432435">
                  <a:moveTo>
                    <a:pt x="190412" y="284587"/>
                  </a:moveTo>
                  <a:lnTo>
                    <a:pt x="149989" y="290377"/>
                  </a:lnTo>
                  <a:lnTo>
                    <a:pt x="111790" y="293910"/>
                  </a:lnTo>
                  <a:lnTo>
                    <a:pt x="74750" y="295704"/>
                  </a:lnTo>
                  <a:lnTo>
                    <a:pt x="37807" y="296273"/>
                  </a:lnTo>
                  <a:lnTo>
                    <a:pt x="191696" y="296273"/>
                  </a:lnTo>
                  <a:lnTo>
                    <a:pt x="190412" y="2845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9621158" y="1659060"/>
              <a:ext cx="355600" cy="432434"/>
            </a:xfrm>
            <a:custGeom>
              <a:avLst/>
              <a:gdLst/>
              <a:ahLst/>
              <a:cxnLst/>
              <a:rect l="l" t="t" r="r" b="b"/>
              <a:pathLst>
                <a:path w="355600" h="432435">
                  <a:moveTo>
                    <a:pt x="318958" y="170821"/>
                  </a:moveTo>
                  <a:lnTo>
                    <a:pt x="255716" y="170821"/>
                  </a:lnTo>
                  <a:lnTo>
                    <a:pt x="255716" y="9623"/>
                  </a:lnTo>
                  <a:lnTo>
                    <a:pt x="220315" y="9623"/>
                  </a:lnTo>
                  <a:lnTo>
                    <a:pt x="220315" y="409352"/>
                  </a:lnTo>
                  <a:lnTo>
                    <a:pt x="255716" y="409352"/>
                  </a:lnTo>
                  <a:lnTo>
                    <a:pt x="255716" y="202442"/>
                  </a:lnTo>
                  <a:lnTo>
                    <a:pt x="318958" y="202442"/>
                  </a:lnTo>
                  <a:lnTo>
                    <a:pt x="318958" y="432037"/>
                  </a:lnTo>
                  <a:lnTo>
                    <a:pt x="355391" y="432037"/>
                  </a:lnTo>
                  <a:lnTo>
                    <a:pt x="355391" y="0"/>
                  </a:lnTo>
                  <a:lnTo>
                    <a:pt x="318958" y="0"/>
                  </a:lnTo>
                  <a:lnTo>
                    <a:pt x="318958" y="170821"/>
                  </a:lnTo>
                  <a:close/>
                </a:path>
                <a:path w="355600" h="432435">
                  <a:moveTo>
                    <a:pt x="37807" y="197973"/>
                  </a:moveTo>
                  <a:lnTo>
                    <a:pt x="162572" y="197973"/>
                  </a:lnTo>
                  <a:lnTo>
                    <a:pt x="162572" y="47087"/>
                  </a:lnTo>
                  <a:lnTo>
                    <a:pt x="0" y="47087"/>
                  </a:lnTo>
                  <a:lnTo>
                    <a:pt x="0" y="79052"/>
                  </a:lnTo>
                  <a:lnTo>
                    <a:pt x="125796" y="79052"/>
                  </a:lnTo>
                  <a:lnTo>
                    <a:pt x="125796" y="166353"/>
                  </a:lnTo>
                  <a:lnTo>
                    <a:pt x="687" y="166353"/>
                  </a:lnTo>
                  <a:lnTo>
                    <a:pt x="687" y="328582"/>
                  </a:lnTo>
                  <a:lnTo>
                    <a:pt x="29215" y="328582"/>
                  </a:lnTo>
                  <a:lnTo>
                    <a:pt x="69197" y="327948"/>
                  </a:lnTo>
                  <a:lnTo>
                    <a:pt x="108825" y="326090"/>
                  </a:lnTo>
                  <a:lnTo>
                    <a:pt x="149807" y="322298"/>
                  </a:lnTo>
                  <a:lnTo>
                    <a:pt x="193849" y="315865"/>
                  </a:lnTo>
                  <a:lnTo>
                    <a:pt x="190412" y="284587"/>
                  </a:lnTo>
                  <a:lnTo>
                    <a:pt x="149989" y="290377"/>
                  </a:lnTo>
                  <a:lnTo>
                    <a:pt x="111790" y="293910"/>
                  </a:lnTo>
                  <a:lnTo>
                    <a:pt x="74750" y="295704"/>
                  </a:lnTo>
                  <a:lnTo>
                    <a:pt x="37807" y="296273"/>
                  </a:lnTo>
                  <a:lnTo>
                    <a:pt x="37807" y="197973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5" name="object 125" descr=""/>
          <p:cNvGrpSpPr/>
          <p:nvPr/>
        </p:nvGrpSpPr>
        <p:grpSpPr>
          <a:xfrm>
            <a:off x="10055438" y="1654427"/>
            <a:ext cx="346710" cy="440690"/>
            <a:chOff x="10055438" y="1654427"/>
            <a:chExt cx="346710" cy="440690"/>
          </a:xfrm>
        </p:grpSpPr>
        <p:sp>
          <p:nvSpPr>
            <p:cNvPr id="126" name="object 126" descr=""/>
            <p:cNvSpPr/>
            <p:nvPr/>
          </p:nvSpPr>
          <p:spPr>
            <a:xfrm>
              <a:off x="10060415" y="1659404"/>
              <a:ext cx="336550" cy="431165"/>
            </a:xfrm>
            <a:custGeom>
              <a:avLst/>
              <a:gdLst/>
              <a:ahLst/>
              <a:cxnLst/>
              <a:rect l="l" t="t" r="r" b="b"/>
              <a:pathLst>
                <a:path w="336550" h="431164">
                  <a:moveTo>
                    <a:pt x="334080" y="0"/>
                  </a:moveTo>
                  <a:lnTo>
                    <a:pt x="295929" y="0"/>
                  </a:lnTo>
                  <a:lnTo>
                    <a:pt x="295929" y="258466"/>
                  </a:lnTo>
                  <a:lnTo>
                    <a:pt x="334080" y="258466"/>
                  </a:lnTo>
                  <a:lnTo>
                    <a:pt x="334080" y="0"/>
                  </a:lnTo>
                  <a:close/>
                </a:path>
                <a:path w="336550" h="431164">
                  <a:moveTo>
                    <a:pt x="202785" y="31620"/>
                  </a:moveTo>
                  <a:lnTo>
                    <a:pt x="0" y="31620"/>
                  </a:lnTo>
                  <a:lnTo>
                    <a:pt x="0" y="219627"/>
                  </a:lnTo>
                  <a:lnTo>
                    <a:pt x="202785" y="219627"/>
                  </a:lnTo>
                  <a:lnTo>
                    <a:pt x="202785" y="188350"/>
                  </a:lnTo>
                  <a:lnTo>
                    <a:pt x="37464" y="188350"/>
                  </a:lnTo>
                  <a:lnTo>
                    <a:pt x="37464" y="62554"/>
                  </a:lnTo>
                  <a:lnTo>
                    <a:pt x="202785" y="62554"/>
                  </a:lnTo>
                  <a:lnTo>
                    <a:pt x="202785" y="31620"/>
                  </a:lnTo>
                  <a:close/>
                </a:path>
                <a:path w="336550" h="431164">
                  <a:moveTo>
                    <a:pt x="202785" y="62554"/>
                  </a:moveTo>
                  <a:lnTo>
                    <a:pt x="165321" y="62554"/>
                  </a:lnTo>
                  <a:lnTo>
                    <a:pt x="165321" y="188350"/>
                  </a:lnTo>
                  <a:lnTo>
                    <a:pt x="202785" y="188350"/>
                  </a:lnTo>
                  <a:lnTo>
                    <a:pt x="202785" y="62554"/>
                  </a:lnTo>
                  <a:close/>
                </a:path>
                <a:path w="336550" h="431164">
                  <a:moveTo>
                    <a:pt x="190755" y="265684"/>
                  </a:moveTo>
                  <a:lnTo>
                    <a:pt x="129598" y="271226"/>
                  </a:lnTo>
                  <a:lnTo>
                    <a:pt x="83520" y="287337"/>
                  </a:lnTo>
                  <a:lnTo>
                    <a:pt x="54455" y="313244"/>
                  </a:lnTo>
                  <a:lnTo>
                    <a:pt x="44338" y="348173"/>
                  </a:lnTo>
                  <a:lnTo>
                    <a:pt x="54455" y="383102"/>
                  </a:lnTo>
                  <a:lnTo>
                    <a:pt x="83520" y="409009"/>
                  </a:lnTo>
                  <a:lnTo>
                    <a:pt x="129598" y="425120"/>
                  </a:lnTo>
                  <a:lnTo>
                    <a:pt x="190755" y="430662"/>
                  </a:lnTo>
                  <a:lnTo>
                    <a:pt x="251172" y="425120"/>
                  </a:lnTo>
                  <a:lnTo>
                    <a:pt x="296960" y="409009"/>
                  </a:lnTo>
                  <a:lnTo>
                    <a:pt x="306975" y="400072"/>
                  </a:lnTo>
                  <a:lnTo>
                    <a:pt x="190755" y="400072"/>
                  </a:lnTo>
                  <a:lnTo>
                    <a:pt x="145419" y="396506"/>
                  </a:lnTo>
                  <a:lnTo>
                    <a:pt x="111360" y="386238"/>
                  </a:lnTo>
                  <a:lnTo>
                    <a:pt x="89932" y="369912"/>
                  </a:lnTo>
                  <a:lnTo>
                    <a:pt x="82489" y="348173"/>
                  </a:lnTo>
                  <a:lnTo>
                    <a:pt x="89932" y="326090"/>
                  </a:lnTo>
                  <a:lnTo>
                    <a:pt x="111360" y="309678"/>
                  </a:lnTo>
                  <a:lnTo>
                    <a:pt x="145419" y="299453"/>
                  </a:lnTo>
                  <a:lnTo>
                    <a:pt x="190755" y="295930"/>
                  </a:lnTo>
                  <a:lnTo>
                    <a:pt x="306589" y="295930"/>
                  </a:lnTo>
                  <a:lnTo>
                    <a:pt x="296960" y="287337"/>
                  </a:lnTo>
                  <a:lnTo>
                    <a:pt x="251172" y="271226"/>
                  </a:lnTo>
                  <a:lnTo>
                    <a:pt x="190755" y="265684"/>
                  </a:lnTo>
                  <a:close/>
                </a:path>
                <a:path w="336550" h="431164">
                  <a:moveTo>
                    <a:pt x="306589" y="295930"/>
                  </a:moveTo>
                  <a:lnTo>
                    <a:pt x="190755" y="295930"/>
                  </a:lnTo>
                  <a:lnTo>
                    <a:pt x="235405" y="299453"/>
                  </a:lnTo>
                  <a:lnTo>
                    <a:pt x="269292" y="309678"/>
                  </a:lnTo>
                  <a:lnTo>
                    <a:pt x="290806" y="326090"/>
                  </a:lnTo>
                  <a:lnTo>
                    <a:pt x="298335" y="348173"/>
                  </a:lnTo>
                  <a:lnTo>
                    <a:pt x="290806" y="369912"/>
                  </a:lnTo>
                  <a:lnTo>
                    <a:pt x="269292" y="386238"/>
                  </a:lnTo>
                  <a:lnTo>
                    <a:pt x="235405" y="396506"/>
                  </a:lnTo>
                  <a:lnTo>
                    <a:pt x="190755" y="400072"/>
                  </a:lnTo>
                  <a:lnTo>
                    <a:pt x="306975" y="400072"/>
                  </a:lnTo>
                  <a:lnTo>
                    <a:pt x="325993" y="383102"/>
                  </a:lnTo>
                  <a:lnTo>
                    <a:pt x="336143" y="348173"/>
                  </a:lnTo>
                  <a:lnTo>
                    <a:pt x="325993" y="313244"/>
                  </a:lnTo>
                  <a:lnTo>
                    <a:pt x="306589" y="295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0060415" y="1659404"/>
              <a:ext cx="336550" cy="431165"/>
            </a:xfrm>
            <a:custGeom>
              <a:avLst/>
              <a:gdLst/>
              <a:ahLst/>
              <a:cxnLst/>
              <a:rect l="l" t="t" r="r" b="b"/>
              <a:pathLst>
                <a:path w="336550" h="431164">
                  <a:moveTo>
                    <a:pt x="295929" y="0"/>
                  </a:moveTo>
                  <a:lnTo>
                    <a:pt x="295929" y="258466"/>
                  </a:lnTo>
                  <a:lnTo>
                    <a:pt x="334080" y="258466"/>
                  </a:lnTo>
                  <a:lnTo>
                    <a:pt x="334080" y="0"/>
                  </a:lnTo>
                  <a:lnTo>
                    <a:pt x="295929" y="0"/>
                  </a:lnTo>
                  <a:close/>
                </a:path>
                <a:path w="336550" h="431164">
                  <a:moveTo>
                    <a:pt x="0" y="31620"/>
                  </a:moveTo>
                  <a:lnTo>
                    <a:pt x="0" y="219627"/>
                  </a:lnTo>
                  <a:lnTo>
                    <a:pt x="202785" y="219627"/>
                  </a:lnTo>
                  <a:lnTo>
                    <a:pt x="202785" y="31620"/>
                  </a:lnTo>
                  <a:lnTo>
                    <a:pt x="0" y="31620"/>
                  </a:lnTo>
                  <a:close/>
                </a:path>
                <a:path w="336550" h="431164">
                  <a:moveTo>
                    <a:pt x="165321" y="62554"/>
                  </a:moveTo>
                  <a:lnTo>
                    <a:pt x="165321" y="188350"/>
                  </a:lnTo>
                  <a:lnTo>
                    <a:pt x="37464" y="188350"/>
                  </a:lnTo>
                  <a:lnTo>
                    <a:pt x="37464" y="62554"/>
                  </a:lnTo>
                  <a:lnTo>
                    <a:pt x="165321" y="62554"/>
                  </a:lnTo>
                  <a:close/>
                </a:path>
                <a:path w="336550" h="431164">
                  <a:moveTo>
                    <a:pt x="190755" y="265684"/>
                  </a:moveTo>
                  <a:lnTo>
                    <a:pt x="129598" y="271226"/>
                  </a:lnTo>
                  <a:lnTo>
                    <a:pt x="83520" y="287337"/>
                  </a:lnTo>
                  <a:lnTo>
                    <a:pt x="54455" y="313244"/>
                  </a:lnTo>
                  <a:lnTo>
                    <a:pt x="44338" y="348173"/>
                  </a:lnTo>
                  <a:lnTo>
                    <a:pt x="54455" y="383102"/>
                  </a:lnTo>
                  <a:lnTo>
                    <a:pt x="83520" y="409009"/>
                  </a:lnTo>
                  <a:lnTo>
                    <a:pt x="129598" y="425120"/>
                  </a:lnTo>
                  <a:lnTo>
                    <a:pt x="190755" y="430662"/>
                  </a:lnTo>
                  <a:lnTo>
                    <a:pt x="251172" y="425120"/>
                  </a:lnTo>
                  <a:lnTo>
                    <a:pt x="296960" y="409009"/>
                  </a:lnTo>
                  <a:lnTo>
                    <a:pt x="325993" y="383102"/>
                  </a:lnTo>
                  <a:lnTo>
                    <a:pt x="336143" y="348173"/>
                  </a:lnTo>
                  <a:lnTo>
                    <a:pt x="325993" y="313244"/>
                  </a:lnTo>
                  <a:lnTo>
                    <a:pt x="296960" y="287337"/>
                  </a:lnTo>
                  <a:lnTo>
                    <a:pt x="251172" y="271226"/>
                  </a:lnTo>
                  <a:lnTo>
                    <a:pt x="190755" y="265684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8" name="object 128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137927" y="1950357"/>
              <a:ext cx="225799" cy="114096"/>
            </a:xfrm>
            <a:prstGeom prst="rect">
              <a:avLst/>
            </a:prstGeom>
          </p:spPr>
        </p:pic>
      </p:grpSp>
      <p:grpSp>
        <p:nvGrpSpPr>
          <p:cNvPr id="129" name="object 129" descr=""/>
          <p:cNvGrpSpPr/>
          <p:nvPr/>
        </p:nvGrpSpPr>
        <p:grpSpPr>
          <a:xfrm>
            <a:off x="10594178" y="1654427"/>
            <a:ext cx="373380" cy="432434"/>
            <a:chOff x="10594178" y="1654427"/>
            <a:chExt cx="373380" cy="432434"/>
          </a:xfrm>
        </p:grpSpPr>
        <p:sp>
          <p:nvSpPr>
            <p:cNvPr id="130" name="object 130" descr=""/>
            <p:cNvSpPr/>
            <p:nvPr/>
          </p:nvSpPr>
          <p:spPr>
            <a:xfrm>
              <a:off x="10599155" y="1659404"/>
              <a:ext cx="363855" cy="422275"/>
            </a:xfrm>
            <a:custGeom>
              <a:avLst/>
              <a:gdLst/>
              <a:ahLst/>
              <a:cxnLst/>
              <a:rect l="l" t="t" r="r" b="b"/>
              <a:pathLst>
                <a:path w="363854" h="422275">
                  <a:moveTo>
                    <a:pt x="112047" y="285962"/>
                  </a:moveTo>
                  <a:lnTo>
                    <a:pt x="73896" y="285962"/>
                  </a:lnTo>
                  <a:lnTo>
                    <a:pt x="73896" y="422070"/>
                  </a:lnTo>
                  <a:lnTo>
                    <a:pt x="363296" y="422070"/>
                  </a:lnTo>
                  <a:lnTo>
                    <a:pt x="363296" y="390448"/>
                  </a:lnTo>
                  <a:lnTo>
                    <a:pt x="112047" y="390448"/>
                  </a:lnTo>
                  <a:lnTo>
                    <a:pt x="112047" y="285962"/>
                  </a:lnTo>
                  <a:close/>
                </a:path>
                <a:path w="363854" h="422275">
                  <a:moveTo>
                    <a:pt x="351266" y="151573"/>
                  </a:moveTo>
                  <a:lnTo>
                    <a:pt x="313115" y="151573"/>
                  </a:lnTo>
                  <a:lnTo>
                    <a:pt x="313115" y="318271"/>
                  </a:lnTo>
                  <a:lnTo>
                    <a:pt x="351266" y="318271"/>
                  </a:lnTo>
                  <a:lnTo>
                    <a:pt x="351266" y="151573"/>
                  </a:lnTo>
                  <a:close/>
                </a:path>
                <a:path w="363854" h="422275">
                  <a:moveTo>
                    <a:pt x="112047" y="27840"/>
                  </a:moveTo>
                  <a:lnTo>
                    <a:pt x="67231" y="35637"/>
                  </a:lnTo>
                  <a:lnTo>
                    <a:pt x="31663" y="57484"/>
                  </a:lnTo>
                  <a:lnTo>
                    <a:pt x="8275" y="91060"/>
                  </a:lnTo>
                  <a:lnTo>
                    <a:pt x="0" y="134044"/>
                  </a:lnTo>
                  <a:lnTo>
                    <a:pt x="8275" y="177137"/>
                  </a:lnTo>
                  <a:lnTo>
                    <a:pt x="31663" y="210949"/>
                  </a:lnTo>
                  <a:lnTo>
                    <a:pt x="67231" y="233032"/>
                  </a:lnTo>
                  <a:lnTo>
                    <a:pt x="112047" y="240937"/>
                  </a:lnTo>
                  <a:lnTo>
                    <a:pt x="152245" y="234442"/>
                  </a:lnTo>
                  <a:lnTo>
                    <a:pt x="185514" y="216169"/>
                  </a:lnTo>
                  <a:lnTo>
                    <a:pt x="192544" y="207941"/>
                  </a:lnTo>
                  <a:lnTo>
                    <a:pt x="112047" y="207941"/>
                  </a:lnTo>
                  <a:lnTo>
                    <a:pt x="81962" y="202291"/>
                  </a:lnTo>
                  <a:lnTo>
                    <a:pt x="58000" y="186975"/>
                  </a:lnTo>
                  <a:lnTo>
                    <a:pt x="42157" y="163668"/>
                  </a:lnTo>
                  <a:lnTo>
                    <a:pt x="36432" y="134044"/>
                  </a:lnTo>
                  <a:lnTo>
                    <a:pt x="42157" y="104727"/>
                  </a:lnTo>
                  <a:lnTo>
                    <a:pt x="58000" y="81758"/>
                  </a:lnTo>
                  <a:lnTo>
                    <a:pt x="81962" y="66716"/>
                  </a:lnTo>
                  <a:lnTo>
                    <a:pt x="112047" y="61179"/>
                  </a:lnTo>
                  <a:lnTo>
                    <a:pt x="193283" y="61179"/>
                  </a:lnTo>
                  <a:lnTo>
                    <a:pt x="186739" y="53274"/>
                  </a:lnTo>
                  <a:lnTo>
                    <a:pt x="153026" y="34499"/>
                  </a:lnTo>
                  <a:lnTo>
                    <a:pt x="112047" y="27840"/>
                  </a:lnTo>
                  <a:close/>
                </a:path>
                <a:path w="363854" h="422275">
                  <a:moveTo>
                    <a:pt x="193283" y="61179"/>
                  </a:moveTo>
                  <a:lnTo>
                    <a:pt x="112047" y="61179"/>
                  </a:lnTo>
                  <a:lnTo>
                    <a:pt x="141735" y="66716"/>
                  </a:lnTo>
                  <a:lnTo>
                    <a:pt x="165494" y="81758"/>
                  </a:lnTo>
                  <a:lnTo>
                    <a:pt x="181261" y="104727"/>
                  </a:lnTo>
                  <a:lnTo>
                    <a:pt x="186975" y="134044"/>
                  </a:lnTo>
                  <a:lnTo>
                    <a:pt x="181261" y="163668"/>
                  </a:lnTo>
                  <a:lnTo>
                    <a:pt x="165494" y="186975"/>
                  </a:lnTo>
                  <a:lnTo>
                    <a:pt x="141735" y="202291"/>
                  </a:lnTo>
                  <a:lnTo>
                    <a:pt x="112047" y="207941"/>
                  </a:lnTo>
                  <a:lnTo>
                    <a:pt x="192544" y="207941"/>
                  </a:lnTo>
                  <a:lnTo>
                    <a:pt x="209633" y="187939"/>
                  </a:lnTo>
                  <a:lnTo>
                    <a:pt x="222377" y="151573"/>
                  </a:lnTo>
                  <a:lnTo>
                    <a:pt x="351266" y="151573"/>
                  </a:lnTo>
                  <a:lnTo>
                    <a:pt x="351266" y="119953"/>
                  </a:lnTo>
                  <a:lnTo>
                    <a:pt x="222893" y="119953"/>
                  </a:lnTo>
                  <a:lnTo>
                    <a:pt x="210817" y="82360"/>
                  </a:lnTo>
                  <a:lnTo>
                    <a:pt x="193283" y="61179"/>
                  </a:lnTo>
                  <a:close/>
                </a:path>
                <a:path w="363854" h="422275">
                  <a:moveTo>
                    <a:pt x="351266" y="0"/>
                  </a:moveTo>
                  <a:lnTo>
                    <a:pt x="313115" y="0"/>
                  </a:lnTo>
                  <a:lnTo>
                    <a:pt x="313115" y="119953"/>
                  </a:lnTo>
                  <a:lnTo>
                    <a:pt x="351266" y="119953"/>
                  </a:lnTo>
                  <a:lnTo>
                    <a:pt x="3512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0599155" y="1659404"/>
              <a:ext cx="351790" cy="318770"/>
            </a:xfrm>
            <a:custGeom>
              <a:avLst/>
              <a:gdLst/>
              <a:ahLst/>
              <a:cxnLst/>
              <a:rect l="l" t="t" r="r" b="b"/>
              <a:pathLst>
                <a:path w="351790" h="318769">
                  <a:moveTo>
                    <a:pt x="313115" y="151573"/>
                  </a:moveTo>
                  <a:lnTo>
                    <a:pt x="313115" y="318271"/>
                  </a:lnTo>
                  <a:lnTo>
                    <a:pt x="351266" y="318271"/>
                  </a:lnTo>
                  <a:lnTo>
                    <a:pt x="351266" y="0"/>
                  </a:lnTo>
                  <a:lnTo>
                    <a:pt x="313115" y="0"/>
                  </a:lnTo>
                  <a:lnTo>
                    <a:pt x="313115" y="119953"/>
                  </a:lnTo>
                  <a:lnTo>
                    <a:pt x="222893" y="119953"/>
                  </a:lnTo>
                  <a:lnTo>
                    <a:pt x="210817" y="82360"/>
                  </a:lnTo>
                  <a:lnTo>
                    <a:pt x="186739" y="53274"/>
                  </a:lnTo>
                  <a:lnTo>
                    <a:pt x="153026" y="34499"/>
                  </a:lnTo>
                  <a:lnTo>
                    <a:pt x="112047" y="27840"/>
                  </a:lnTo>
                  <a:lnTo>
                    <a:pt x="67231" y="35637"/>
                  </a:lnTo>
                  <a:lnTo>
                    <a:pt x="31663" y="57484"/>
                  </a:lnTo>
                  <a:lnTo>
                    <a:pt x="8275" y="91060"/>
                  </a:lnTo>
                  <a:lnTo>
                    <a:pt x="0" y="134044"/>
                  </a:lnTo>
                  <a:lnTo>
                    <a:pt x="8275" y="177137"/>
                  </a:lnTo>
                  <a:lnTo>
                    <a:pt x="31663" y="210949"/>
                  </a:lnTo>
                  <a:lnTo>
                    <a:pt x="67231" y="233032"/>
                  </a:lnTo>
                  <a:lnTo>
                    <a:pt x="112047" y="240937"/>
                  </a:lnTo>
                  <a:lnTo>
                    <a:pt x="152245" y="234442"/>
                  </a:lnTo>
                  <a:lnTo>
                    <a:pt x="185514" y="216169"/>
                  </a:lnTo>
                  <a:lnTo>
                    <a:pt x="209633" y="187939"/>
                  </a:lnTo>
                  <a:lnTo>
                    <a:pt x="222377" y="151573"/>
                  </a:lnTo>
                  <a:lnTo>
                    <a:pt x="313115" y="151573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630610" y="1715607"/>
              <a:ext cx="160496" cy="156715"/>
            </a:xfrm>
            <a:prstGeom prst="rect">
              <a:avLst/>
            </a:prstGeom>
          </p:spPr>
        </p:pic>
        <p:sp>
          <p:nvSpPr>
            <p:cNvPr id="133" name="object 133" descr=""/>
            <p:cNvSpPr/>
            <p:nvPr/>
          </p:nvSpPr>
          <p:spPr>
            <a:xfrm>
              <a:off x="10673051" y="1945367"/>
              <a:ext cx="289560" cy="136525"/>
            </a:xfrm>
            <a:custGeom>
              <a:avLst/>
              <a:gdLst/>
              <a:ahLst/>
              <a:cxnLst/>
              <a:rect l="l" t="t" r="r" b="b"/>
              <a:pathLst>
                <a:path w="289559" h="136525">
                  <a:moveTo>
                    <a:pt x="38151" y="0"/>
                  </a:moveTo>
                  <a:lnTo>
                    <a:pt x="0" y="0"/>
                  </a:lnTo>
                  <a:lnTo>
                    <a:pt x="0" y="136107"/>
                  </a:lnTo>
                  <a:lnTo>
                    <a:pt x="289399" y="136107"/>
                  </a:lnTo>
                  <a:lnTo>
                    <a:pt x="289399" y="104486"/>
                  </a:lnTo>
                  <a:lnTo>
                    <a:pt x="38151" y="104486"/>
                  </a:lnTo>
                  <a:lnTo>
                    <a:pt x="38151" y="0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4" name="object 134" descr=""/>
          <p:cNvGrpSpPr/>
          <p:nvPr/>
        </p:nvGrpSpPr>
        <p:grpSpPr>
          <a:xfrm>
            <a:off x="11025528" y="1654084"/>
            <a:ext cx="360680" cy="443230"/>
            <a:chOff x="11025528" y="1654084"/>
            <a:chExt cx="360680" cy="443230"/>
          </a:xfrm>
        </p:grpSpPr>
        <p:sp>
          <p:nvSpPr>
            <p:cNvPr id="135" name="object 135" descr=""/>
            <p:cNvSpPr/>
            <p:nvPr/>
          </p:nvSpPr>
          <p:spPr>
            <a:xfrm>
              <a:off x="11030505" y="1659060"/>
              <a:ext cx="350520" cy="433070"/>
            </a:xfrm>
            <a:custGeom>
              <a:avLst/>
              <a:gdLst/>
              <a:ahLst/>
              <a:cxnLst/>
              <a:rect l="l" t="t" r="r" b="b"/>
              <a:pathLst>
                <a:path w="350520" h="433069">
                  <a:moveTo>
                    <a:pt x="350235" y="196599"/>
                  </a:moveTo>
                  <a:lnTo>
                    <a:pt x="312427" y="196599"/>
                  </a:lnTo>
                  <a:lnTo>
                    <a:pt x="312427" y="432724"/>
                  </a:lnTo>
                  <a:lnTo>
                    <a:pt x="350235" y="432724"/>
                  </a:lnTo>
                  <a:lnTo>
                    <a:pt x="350235" y="196599"/>
                  </a:lnTo>
                  <a:close/>
                </a:path>
                <a:path w="350520" h="433069">
                  <a:moveTo>
                    <a:pt x="108266" y="33339"/>
                  </a:moveTo>
                  <a:lnTo>
                    <a:pt x="42440" y="60049"/>
                  </a:lnTo>
                  <a:lnTo>
                    <a:pt x="19549" y="91345"/>
                  </a:lnTo>
                  <a:lnTo>
                    <a:pt x="4990" y="133019"/>
                  </a:lnTo>
                  <a:lnTo>
                    <a:pt x="0" y="183882"/>
                  </a:lnTo>
                  <a:lnTo>
                    <a:pt x="4990" y="234910"/>
                  </a:lnTo>
                  <a:lnTo>
                    <a:pt x="19549" y="276666"/>
                  </a:lnTo>
                  <a:lnTo>
                    <a:pt x="42440" y="307962"/>
                  </a:lnTo>
                  <a:lnTo>
                    <a:pt x="72425" y="327611"/>
                  </a:lnTo>
                  <a:lnTo>
                    <a:pt x="108266" y="334424"/>
                  </a:lnTo>
                  <a:lnTo>
                    <a:pt x="149943" y="324803"/>
                  </a:lnTo>
                  <a:lnTo>
                    <a:pt x="179374" y="300397"/>
                  </a:lnTo>
                  <a:lnTo>
                    <a:pt x="108266" y="300397"/>
                  </a:lnTo>
                  <a:lnTo>
                    <a:pt x="79062" y="292100"/>
                  </a:lnTo>
                  <a:lnTo>
                    <a:pt x="56367" y="268562"/>
                  </a:lnTo>
                  <a:lnTo>
                    <a:pt x="41663" y="231812"/>
                  </a:lnTo>
                  <a:lnTo>
                    <a:pt x="36432" y="183882"/>
                  </a:lnTo>
                  <a:lnTo>
                    <a:pt x="41663" y="136144"/>
                  </a:lnTo>
                  <a:lnTo>
                    <a:pt x="56367" y="99459"/>
                  </a:lnTo>
                  <a:lnTo>
                    <a:pt x="79062" y="75856"/>
                  </a:lnTo>
                  <a:lnTo>
                    <a:pt x="108266" y="67366"/>
                  </a:lnTo>
                  <a:lnTo>
                    <a:pt x="179640" y="67366"/>
                  </a:lnTo>
                  <a:lnTo>
                    <a:pt x="148971" y="42694"/>
                  </a:lnTo>
                  <a:lnTo>
                    <a:pt x="108266" y="33339"/>
                  </a:lnTo>
                  <a:close/>
                </a:path>
                <a:path w="350520" h="433069">
                  <a:moveTo>
                    <a:pt x="179640" y="67366"/>
                  </a:moveTo>
                  <a:lnTo>
                    <a:pt x="108266" y="67366"/>
                  </a:lnTo>
                  <a:lnTo>
                    <a:pt x="137326" y="75856"/>
                  </a:lnTo>
                  <a:lnTo>
                    <a:pt x="160037" y="99459"/>
                  </a:lnTo>
                  <a:lnTo>
                    <a:pt x="174822" y="136144"/>
                  </a:lnTo>
                  <a:lnTo>
                    <a:pt x="180101" y="183882"/>
                  </a:lnTo>
                  <a:lnTo>
                    <a:pt x="174822" y="231812"/>
                  </a:lnTo>
                  <a:lnTo>
                    <a:pt x="160037" y="268562"/>
                  </a:lnTo>
                  <a:lnTo>
                    <a:pt x="137326" y="292100"/>
                  </a:lnTo>
                  <a:lnTo>
                    <a:pt x="108266" y="300397"/>
                  </a:lnTo>
                  <a:lnTo>
                    <a:pt x="179374" y="300397"/>
                  </a:lnTo>
                  <a:lnTo>
                    <a:pt x="183130" y="297283"/>
                  </a:lnTo>
                  <a:lnTo>
                    <a:pt x="205779" y="253876"/>
                  </a:lnTo>
                  <a:lnTo>
                    <a:pt x="215846" y="196599"/>
                  </a:lnTo>
                  <a:lnTo>
                    <a:pt x="350235" y="196599"/>
                  </a:lnTo>
                  <a:lnTo>
                    <a:pt x="350235" y="164978"/>
                  </a:lnTo>
                  <a:lnTo>
                    <a:pt x="215503" y="164978"/>
                  </a:lnTo>
                  <a:lnTo>
                    <a:pt x="204475" y="110382"/>
                  </a:lnTo>
                  <a:lnTo>
                    <a:pt x="181669" y="68998"/>
                  </a:lnTo>
                  <a:lnTo>
                    <a:pt x="179640" y="67366"/>
                  </a:lnTo>
                  <a:close/>
                </a:path>
                <a:path w="350520" h="433069">
                  <a:moveTo>
                    <a:pt x="350235" y="0"/>
                  </a:moveTo>
                  <a:lnTo>
                    <a:pt x="312427" y="0"/>
                  </a:lnTo>
                  <a:lnTo>
                    <a:pt x="312427" y="164978"/>
                  </a:lnTo>
                  <a:lnTo>
                    <a:pt x="350235" y="164978"/>
                  </a:lnTo>
                  <a:lnTo>
                    <a:pt x="350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1030505" y="1659060"/>
              <a:ext cx="350520" cy="433070"/>
            </a:xfrm>
            <a:custGeom>
              <a:avLst/>
              <a:gdLst/>
              <a:ahLst/>
              <a:cxnLst/>
              <a:rect l="l" t="t" r="r" b="b"/>
              <a:pathLst>
                <a:path w="350520" h="433069">
                  <a:moveTo>
                    <a:pt x="312427" y="164978"/>
                  </a:moveTo>
                  <a:lnTo>
                    <a:pt x="215503" y="164978"/>
                  </a:lnTo>
                  <a:lnTo>
                    <a:pt x="204475" y="110382"/>
                  </a:lnTo>
                  <a:lnTo>
                    <a:pt x="181669" y="68998"/>
                  </a:lnTo>
                  <a:lnTo>
                    <a:pt x="148971" y="42694"/>
                  </a:lnTo>
                  <a:lnTo>
                    <a:pt x="108266" y="33339"/>
                  </a:lnTo>
                  <a:lnTo>
                    <a:pt x="72425" y="40317"/>
                  </a:lnTo>
                  <a:lnTo>
                    <a:pt x="42440" y="60049"/>
                  </a:lnTo>
                  <a:lnTo>
                    <a:pt x="19549" y="91345"/>
                  </a:lnTo>
                  <a:lnTo>
                    <a:pt x="4990" y="133019"/>
                  </a:lnTo>
                  <a:lnTo>
                    <a:pt x="0" y="183882"/>
                  </a:lnTo>
                  <a:lnTo>
                    <a:pt x="4990" y="234910"/>
                  </a:lnTo>
                  <a:lnTo>
                    <a:pt x="19549" y="276666"/>
                  </a:lnTo>
                  <a:lnTo>
                    <a:pt x="42440" y="307962"/>
                  </a:lnTo>
                  <a:lnTo>
                    <a:pt x="72425" y="327611"/>
                  </a:lnTo>
                  <a:lnTo>
                    <a:pt x="108266" y="334424"/>
                  </a:lnTo>
                  <a:lnTo>
                    <a:pt x="149943" y="324803"/>
                  </a:lnTo>
                  <a:lnTo>
                    <a:pt x="183130" y="297283"/>
                  </a:lnTo>
                  <a:lnTo>
                    <a:pt x="205779" y="253876"/>
                  </a:lnTo>
                  <a:lnTo>
                    <a:pt x="215846" y="196599"/>
                  </a:lnTo>
                  <a:lnTo>
                    <a:pt x="312427" y="196599"/>
                  </a:lnTo>
                  <a:lnTo>
                    <a:pt x="312427" y="432724"/>
                  </a:lnTo>
                  <a:lnTo>
                    <a:pt x="350235" y="432724"/>
                  </a:lnTo>
                  <a:lnTo>
                    <a:pt x="350235" y="0"/>
                  </a:lnTo>
                  <a:lnTo>
                    <a:pt x="312427" y="0"/>
                  </a:lnTo>
                  <a:lnTo>
                    <a:pt x="312427" y="164978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061961" y="1721450"/>
              <a:ext cx="153622" cy="242985"/>
            </a:xfrm>
            <a:prstGeom prst="rect">
              <a:avLst/>
            </a:prstGeom>
          </p:spPr>
        </p:pic>
      </p:grpSp>
      <p:pic>
        <p:nvPicPr>
          <p:cNvPr id="138" name="object 138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310003" y="2643234"/>
            <a:ext cx="201562" cy="201562"/>
          </a:xfrm>
          <a:prstGeom prst="rect">
            <a:avLst/>
          </a:prstGeom>
        </p:spPr>
      </p:pic>
      <p:sp>
        <p:nvSpPr>
          <p:cNvPr id="139" name="object 139" descr=""/>
          <p:cNvSpPr/>
          <p:nvPr/>
        </p:nvSpPr>
        <p:spPr>
          <a:xfrm>
            <a:off x="8829827" y="2590266"/>
            <a:ext cx="671195" cy="426720"/>
          </a:xfrm>
          <a:custGeom>
            <a:avLst/>
            <a:gdLst/>
            <a:ahLst/>
            <a:cxnLst/>
            <a:rect l="l" t="t" r="r" b="b"/>
            <a:pathLst>
              <a:path w="671195" h="426719">
                <a:moveTo>
                  <a:pt x="234061" y="195910"/>
                </a:moveTo>
                <a:lnTo>
                  <a:pt x="225831" y="139407"/>
                </a:lnTo>
                <a:lnTo>
                  <a:pt x="203136" y="97256"/>
                </a:lnTo>
                <a:lnTo>
                  <a:pt x="202742" y="96532"/>
                </a:lnTo>
                <a:lnTo>
                  <a:pt x="192125" y="88404"/>
                </a:lnTo>
                <a:lnTo>
                  <a:pt x="192125" y="195224"/>
                </a:lnTo>
                <a:lnTo>
                  <a:pt x="187312" y="234480"/>
                </a:lnTo>
                <a:lnTo>
                  <a:pt x="172961" y="266242"/>
                </a:lnTo>
                <a:lnTo>
                  <a:pt x="149212" y="287489"/>
                </a:lnTo>
                <a:lnTo>
                  <a:pt x="116166" y="295236"/>
                </a:lnTo>
                <a:lnTo>
                  <a:pt x="84023" y="287921"/>
                </a:lnTo>
                <a:lnTo>
                  <a:pt x="82550" y="286639"/>
                </a:lnTo>
                <a:lnTo>
                  <a:pt x="60528" y="267398"/>
                </a:lnTo>
                <a:lnTo>
                  <a:pt x="46139" y="235788"/>
                </a:lnTo>
                <a:lnTo>
                  <a:pt x="41325" y="195910"/>
                </a:lnTo>
                <a:lnTo>
                  <a:pt x="41236" y="195224"/>
                </a:lnTo>
                <a:lnTo>
                  <a:pt x="46037" y="155117"/>
                </a:lnTo>
                <a:lnTo>
                  <a:pt x="82702" y="105168"/>
                </a:lnTo>
                <a:lnTo>
                  <a:pt x="116166" y="97256"/>
                </a:lnTo>
                <a:lnTo>
                  <a:pt x="149491" y="104787"/>
                </a:lnTo>
                <a:lnTo>
                  <a:pt x="173228" y="125488"/>
                </a:lnTo>
                <a:lnTo>
                  <a:pt x="187413" y="156565"/>
                </a:lnTo>
                <a:lnTo>
                  <a:pt x="192125" y="195224"/>
                </a:lnTo>
                <a:lnTo>
                  <a:pt x="192125" y="88404"/>
                </a:lnTo>
                <a:lnTo>
                  <a:pt x="167220" y="69316"/>
                </a:lnTo>
                <a:lnTo>
                  <a:pt x="121666" y="59804"/>
                </a:lnTo>
                <a:lnTo>
                  <a:pt x="89395" y="64909"/>
                </a:lnTo>
                <a:lnTo>
                  <a:pt x="67665" y="77203"/>
                </a:lnTo>
                <a:lnTo>
                  <a:pt x="53860" y="92138"/>
                </a:lnTo>
                <a:lnTo>
                  <a:pt x="45364" y="105168"/>
                </a:lnTo>
                <a:lnTo>
                  <a:pt x="40551" y="105168"/>
                </a:lnTo>
                <a:lnTo>
                  <a:pt x="40551" y="63233"/>
                </a:lnTo>
                <a:lnTo>
                  <a:pt x="0" y="63233"/>
                </a:lnTo>
                <a:lnTo>
                  <a:pt x="0" y="426186"/>
                </a:lnTo>
                <a:lnTo>
                  <a:pt x="41935" y="426186"/>
                </a:lnTo>
                <a:lnTo>
                  <a:pt x="41935" y="286639"/>
                </a:lnTo>
                <a:lnTo>
                  <a:pt x="45364" y="286639"/>
                </a:lnTo>
                <a:lnTo>
                  <a:pt x="54063" y="300075"/>
                </a:lnTo>
                <a:lnTo>
                  <a:pt x="68262" y="315214"/>
                </a:lnTo>
                <a:lnTo>
                  <a:pt x="90271" y="327583"/>
                </a:lnTo>
                <a:lnTo>
                  <a:pt x="122351" y="332701"/>
                </a:lnTo>
                <a:lnTo>
                  <a:pt x="167500" y="323126"/>
                </a:lnTo>
                <a:lnTo>
                  <a:pt x="202831" y="295757"/>
                </a:lnTo>
                <a:lnTo>
                  <a:pt x="203098" y="295236"/>
                </a:lnTo>
                <a:lnTo>
                  <a:pt x="225844" y="252666"/>
                </a:lnTo>
                <a:lnTo>
                  <a:pt x="234061" y="195910"/>
                </a:lnTo>
                <a:close/>
              </a:path>
              <a:path w="671195" h="426719">
                <a:moveTo>
                  <a:pt x="505587" y="63233"/>
                </a:moveTo>
                <a:lnTo>
                  <a:pt x="460222" y="63233"/>
                </a:lnTo>
                <a:lnTo>
                  <a:pt x="388035" y="272897"/>
                </a:lnTo>
                <a:lnTo>
                  <a:pt x="385292" y="272897"/>
                </a:lnTo>
                <a:lnTo>
                  <a:pt x="313118" y="63233"/>
                </a:lnTo>
                <a:lnTo>
                  <a:pt x="267741" y="63233"/>
                </a:lnTo>
                <a:lnTo>
                  <a:pt x="365353" y="328917"/>
                </a:lnTo>
                <a:lnTo>
                  <a:pt x="357797" y="349199"/>
                </a:lnTo>
                <a:lnTo>
                  <a:pt x="347129" y="371614"/>
                </a:lnTo>
                <a:lnTo>
                  <a:pt x="336143" y="383400"/>
                </a:lnTo>
                <a:lnTo>
                  <a:pt x="324637" y="387959"/>
                </a:lnTo>
                <a:lnTo>
                  <a:pt x="312420" y="388721"/>
                </a:lnTo>
                <a:lnTo>
                  <a:pt x="305892" y="388721"/>
                </a:lnTo>
                <a:lnTo>
                  <a:pt x="296265" y="388378"/>
                </a:lnTo>
                <a:lnTo>
                  <a:pt x="292150" y="388035"/>
                </a:lnTo>
                <a:lnTo>
                  <a:pt x="291807" y="425157"/>
                </a:lnTo>
                <a:lnTo>
                  <a:pt x="297307" y="425843"/>
                </a:lnTo>
                <a:lnTo>
                  <a:pt x="306235" y="426186"/>
                </a:lnTo>
                <a:lnTo>
                  <a:pt x="315175" y="426186"/>
                </a:lnTo>
                <a:lnTo>
                  <a:pt x="341096" y="422478"/>
                </a:lnTo>
                <a:lnTo>
                  <a:pt x="362775" y="411238"/>
                </a:lnTo>
                <a:lnTo>
                  <a:pt x="380326" y="392264"/>
                </a:lnTo>
                <a:lnTo>
                  <a:pt x="393877" y="365353"/>
                </a:lnTo>
                <a:lnTo>
                  <a:pt x="505587" y="63233"/>
                </a:lnTo>
                <a:close/>
              </a:path>
              <a:path w="671195" h="426719">
                <a:moveTo>
                  <a:pt x="670915" y="289737"/>
                </a:moveTo>
                <a:lnTo>
                  <a:pt x="653719" y="290766"/>
                </a:lnTo>
                <a:lnTo>
                  <a:pt x="646163" y="290766"/>
                </a:lnTo>
                <a:lnTo>
                  <a:pt x="633196" y="289382"/>
                </a:lnTo>
                <a:lnTo>
                  <a:pt x="622109" y="283768"/>
                </a:lnTo>
                <a:lnTo>
                  <a:pt x="614362" y="271780"/>
                </a:lnTo>
                <a:lnTo>
                  <a:pt x="611454" y="251244"/>
                </a:lnTo>
                <a:lnTo>
                  <a:pt x="611454" y="98298"/>
                </a:lnTo>
                <a:lnTo>
                  <a:pt x="667131" y="98298"/>
                </a:lnTo>
                <a:lnTo>
                  <a:pt x="667131" y="63233"/>
                </a:lnTo>
                <a:lnTo>
                  <a:pt x="611454" y="63233"/>
                </a:lnTo>
                <a:lnTo>
                  <a:pt x="611454" y="0"/>
                </a:lnTo>
                <a:lnTo>
                  <a:pt x="569518" y="0"/>
                </a:lnTo>
                <a:lnTo>
                  <a:pt x="569518" y="63233"/>
                </a:lnTo>
                <a:lnTo>
                  <a:pt x="529640" y="63233"/>
                </a:lnTo>
                <a:lnTo>
                  <a:pt x="529640" y="98298"/>
                </a:lnTo>
                <a:lnTo>
                  <a:pt x="569518" y="98298"/>
                </a:lnTo>
                <a:lnTo>
                  <a:pt x="569518" y="262242"/>
                </a:lnTo>
                <a:lnTo>
                  <a:pt x="575868" y="292506"/>
                </a:lnTo>
                <a:lnTo>
                  <a:pt x="592455" y="313842"/>
                </a:lnTo>
                <a:lnTo>
                  <a:pt x="615632" y="326478"/>
                </a:lnTo>
                <a:lnTo>
                  <a:pt x="641692" y="330644"/>
                </a:lnTo>
                <a:lnTo>
                  <a:pt x="650557" y="330466"/>
                </a:lnTo>
                <a:lnTo>
                  <a:pt x="658495" y="329996"/>
                </a:lnTo>
                <a:lnTo>
                  <a:pt x="665327" y="329336"/>
                </a:lnTo>
                <a:lnTo>
                  <a:pt x="670915" y="328574"/>
                </a:lnTo>
                <a:lnTo>
                  <a:pt x="670915" y="2897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 descr=""/>
          <p:cNvSpPr/>
          <p:nvPr/>
        </p:nvSpPr>
        <p:spPr>
          <a:xfrm>
            <a:off x="9550580" y="2565507"/>
            <a:ext cx="213360" cy="352425"/>
          </a:xfrm>
          <a:custGeom>
            <a:avLst/>
            <a:gdLst/>
            <a:ahLst/>
            <a:cxnLst/>
            <a:rect l="l" t="t" r="r" b="b"/>
            <a:pathLst>
              <a:path w="213359" h="352425">
                <a:moveTo>
                  <a:pt x="41931" y="0"/>
                </a:moveTo>
                <a:lnTo>
                  <a:pt x="0" y="0"/>
                </a:lnTo>
                <a:lnTo>
                  <a:pt x="0" y="351954"/>
                </a:lnTo>
                <a:lnTo>
                  <a:pt x="41931" y="351954"/>
                </a:lnTo>
                <a:lnTo>
                  <a:pt x="41931" y="193506"/>
                </a:lnTo>
                <a:lnTo>
                  <a:pt x="47114" y="163050"/>
                </a:lnTo>
                <a:lnTo>
                  <a:pt x="61480" y="140618"/>
                </a:lnTo>
                <a:lnTo>
                  <a:pt x="83257" y="126757"/>
                </a:lnTo>
                <a:lnTo>
                  <a:pt x="110672" y="122015"/>
                </a:lnTo>
                <a:lnTo>
                  <a:pt x="136074" y="126370"/>
                </a:lnTo>
                <a:lnTo>
                  <a:pt x="155096" y="139071"/>
                </a:lnTo>
                <a:lnTo>
                  <a:pt x="167029" y="159570"/>
                </a:lnTo>
                <a:lnTo>
                  <a:pt x="171165" y="187319"/>
                </a:lnTo>
                <a:lnTo>
                  <a:pt x="171165" y="351954"/>
                </a:lnTo>
                <a:lnTo>
                  <a:pt x="213096" y="351954"/>
                </a:lnTo>
                <a:lnTo>
                  <a:pt x="213096" y="184225"/>
                </a:lnTo>
                <a:lnTo>
                  <a:pt x="206614" y="140086"/>
                </a:lnTo>
                <a:lnTo>
                  <a:pt x="188307" y="108997"/>
                </a:lnTo>
                <a:lnTo>
                  <a:pt x="159882" y="90603"/>
                </a:lnTo>
                <a:lnTo>
                  <a:pt x="123046" y="84551"/>
                </a:lnTo>
                <a:lnTo>
                  <a:pt x="95104" y="87719"/>
                </a:lnTo>
                <a:lnTo>
                  <a:pt x="73251" y="96752"/>
                </a:lnTo>
                <a:lnTo>
                  <a:pt x="56877" y="110941"/>
                </a:lnTo>
                <a:lnTo>
                  <a:pt x="45368" y="129576"/>
                </a:lnTo>
                <a:lnTo>
                  <a:pt x="41931" y="129576"/>
                </a:lnTo>
                <a:lnTo>
                  <a:pt x="419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 descr=""/>
          <p:cNvSpPr/>
          <p:nvPr/>
        </p:nvSpPr>
        <p:spPr>
          <a:xfrm>
            <a:off x="9817983" y="2650058"/>
            <a:ext cx="240665" cy="273050"/>
          </a:xfrm>
          <a:custGeom>
            <a:avLst/>
            <a:gdLst/>
            <a:ahLst/>
            <a:cxnLst/>
            <a:rect l="l" t="t" r="r" b="b"/>
            <a:pathLst>
              <a:path w="240665" h="273050">
                <a:moveTo>
                  <a:pt x="120296" y="0"/>
                </a:moveTo>
                <a:lnTo>
                  <a:pt x="71194" y="9774"/>
                </a:lnTo>
                <a:lnTo>
                  <a:pt x="33210" y="37464"/>
                </a:lnTo>
                <a:lnTo>
                  <a:pt x="8694" y="80620"/>
                </a:lnTo>
                <a:lnTo>
                  <a:pt x="0" y="136795"/>
                </a:lnTo>
                <a:lnTo>
                  <a:pt x="8694" y="192571"/>
                </a:lnTo>
                <a:lnTo>
                  <a:pt x="33210" y="235524"/>
                </a:lnTo>
                <a:lnTo>
                  <a:pt x="71194" y="263138"/>
                </a:lnTo>
                <a:lnTo>
                  <a:pt x="120296" y="272901"/>
                </a:lnTo>
                <a:lnTo>
                  <a:pt x="169344" y="263138"/>
                </a:lnTo>
                <a:lnTo>
                  <a:pt x="206857" y="235782"/>
                </a:lnTo>
                <a:lnTo>
                  <a:pt x="120296" y="235782"/>
                </a:lnTo>
                <a:lnTo>
                  <a:pt x="85431" y="227710"/>
                </a:lnTo>
                <a:lnTo>
                  <a:pt x="61007" y="206008"/>
                </a:lnTo>
                <a:lnTo>
                  <a:pt x="46636" y="174446"/>
                </a:lnTo>
                <a:lnTo>
                  <a:pt x="41932" y="136795"/>
                </a:lnTo>
                <a:lnTo>
                  <a:pt x="46636" y="99035"/>
                </a:lnTo>
                <a:lnTo>
                  <a:pt x="61007" y="67237"/>
                </a:lnTo>
                <a:lnTo>
                  <a:pt x="85431" y="45299"/>
                </a:lnTo>
                <a:lnTo>
                  <a:pt x="120296" y="37120"/>
                </a:lnTo>
                <a:lnTo>
                  <a:pt x="206740" y="37120"/>
                </a:lnTo>
                <a:lnTo>
                  <a:pt x="169344" y="9774"/>
                </a:lnTo>
                <a:lnTo>
                  <a:pt x="120296" y="0"/>
                </a:lnTo>
                <a:close/>
              </a:path>
              <a:path w="240665" h="273050">
                <a:moveTo>
                  <a:pt x="206740" y="37120"/>
                </a:moveTo>
                <a:lnTo>
                  <a:pt x="120296" y="37120"/>
                </a:lnTo>
                <a:lnTo>
                  <a:pt x="154962" y="45299"/>
                </a:lnTo>
                <a:lnTo>
                  <a:pt x="179285" y="67237"/>
                </a:lnTo>
                <a:lnTo>
                  <a:pt x="193618" y="99035"/>
                </a:lnTo>
                <a:lnTo>
                  <a:pt x="198318" y="136795"/>
                </a:lnTo>
                <a:lnTo>
                  <a:pt x="193618" y="174446"/>
                </a:lnTo>
                <a:lnTo>
                  <a:pt x="179285" y="206008"/>
                </a:lnTo>
                <a:lnTo>
                  <a:pt x="154962" y="227710"/>
                </a:lnTo>
                <a:lnTo>
                  <a:pt x="120296" y="235782"/>
                </a:lnTo>
                <a:lnTo>
                  <a:pt x="206857" y="235782"/>
                </a:lnTo>
                <a:lnTo>
                  <a:pt x="207210" y="235524"/>
                </a:lnTo>
                <a:lnTo>
                  <a:pt x="231608" y="192571"/>
                </a:lnTo>
                <a:lnTo>
                  <a:pt x="240249" y="136795"/>
                </a:lnTo>
                <a:lnTo>
                  <a:pt x="231608" y="80620"/>
                </a:lnTo>
                <a:lnTo>
                  <a:pt x="207210" y="37464"/>
                </a:lnTo>
                <a:lnTo>
                  <a:pt x="206740" y="37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 descr=""/>
          <p:cNvSpPr/>
          <p:nvPr/>
        </p:nvSpPr>
        <p:spPr>
          <a:xfrm>
            <a:off x="10112538" y="2650059"/>
            <a:ext cx="210820" cy="267970"/>
          </a:xfrm>
          <a:custGeom>
            <a:avLst/>
            <a:gdLst/>
            <a:ahLst/>
            <a:cxnLst/>
            <a:rect l="l" t="t" r="r" b="b"/>
            <a:pathLst>
              <a:path w="210820" h="267969">
                <a:moveTo>
                  <a:pt x="120984" y="0"/>
                </a:moveTo>
                <a:lnTo>
                  <a:pt x="93874" y="3216"/>
                </a:lnTo>
                <a:lnTo>
                  <a:pt x="72178" y="12330"/>
                </a:lnTo>
                <a:lnTo>
                  <a:pt x="55637" y="26535"/>
                </a:lnTo>
                <a:lnTo>
                  <a:pt x="43993" y="45025"/>
                </a:lnTo>
                <a:lnTo>
                  <a:pt x="40556" y="45025"/>
                </a:lnTo>
                <a:lnTo>
                  <a:pt x="40556" y="3437"/>
                </a:lnTo>
                <a:lnTo>
                  <a:pt x="0" y="3437"/>
                </a:lnTo>
                <a:lnTo>
                  <a:pt x="0" y="267402"/>
                </a:lnTo>
                <a:lnTo>
                  <a:pt x="41932" y="267402"/>
                </a:lnTo>
                <a:lnTo>
                  <a:pt x="41932" y="108954"/>
                </a:lnTo>
                <a:lnTo>
                  <a:pt x="46937" y="78499"/>
                </a:lnTo>
                <a:lnTo>
                  <a:pt x="60835" y="56067"/>
                </a:lnTo>
                <a:lnTo>
                  <a:pt x="81952" y="42206"/>
                </a:lnTo>
                <a:lnTo>
                  <a:pt x="108610" y="37463"/>
                </a:lnTo>
                <a:lnTo>
                  <a:pt x="133760" y="41915"/>
                </a:lnTo>
                <a:lnTo>
                  <a:pt x="152562" y="54778"/>
                </a:lnTo>
                <a:lnTo>
                  <a:pt x="164339" y="75309"/>
                </a:lnTo>
                <a:lnTo>
                  <a:pt x="168415" y="102768"/>
                </a:lnTo>
                <a:lnTo>
                  <a:pt x="168415" y="267402"/>
                </a:lnTo>
                <a:lnTo>
                  <a:pt x="210347" y="267402"/>
                </a:lnTo>
                <a:lnTo>
                  <a:pt x="210347" y="99674"/>
                </a:lnTo>
                <a:lnTo>
                  <a:pt x="203924" y="55825"/>
                </a:lnTo>
                <a:lnTo>
                  <a:pt x="185772" y="24703"/>
                </a:lnTo>
                <a:lnTo>
                  <a:pt x="157567" y="6149"/>
                </a:lnTo>
                <a:lnTo>
                  <a:pt x="1209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3" name="object 143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310003" y="3509124"/>
            <a:ext cx="201562" cy="201562"/>
          </a:xfrm>
          <a:prstGeom prst="rect">
            <a:avLst/>
          </a:prstGeom>
        </p:spPr>
      </p:pic>
      <p:sp>
        <p:nvSpPr>
          <p:cNvPr id="144" name="object 144" descr=""/>
          <p:cNvSpPr/>
          <p:nvPr/>
        </p:nvSpPr>
        <p:spPr>
          <a:xfrm>
            <a:off x="8829830" y="3431397"/>
            <a:ext cx="213360" cy="352425"/>
          </a:xfrm>
          <a:custGeom>
            <a:avLst/>
            <a:gdLst/>
            <a:ahLst/>
            <a:cxnLst/>
            <a:rect l="l" t="t" r="r" b="b"/>
            <a:pathLst>
              <a:path w="213359" h="352425">
                <a:moveTo>
                  <a:pt x="41931" y="0"/>
                </a:moveTo>
                <a:lnTo>
                  <a:pt x="0" y="0"/>
                </a:lnTo>
                <a:lnTo>
                  <a:pt x="0" y="351954"/>
                </a:lnTo>
                <a:lnTo>
                  <a:pt x="41931" y="351954"/>
                </a:lnTo>
                <a:lnTo>
                  <a:pt x="41931" y="193505"/>
                </a:lnTo>
                <a:lnTo>
                  <a:pt x="47114" y="163050"/>
                </a:lnTo>
                <a:lnTo>
                  <a:pt x="61480" y="140618"/>
                </a:lnTo>
                <a:lnTo>
                  <a:pt x="83257" y="126757"/>
                </a:lnTo>
                <a:lnTo>
                  <a:pt x="110672" y="122015"/>
                </a:lnTo>
                <a:lnTo>
                  <a:pt x="136074" y="126370"/>
                </a:lnTo>
                <a:lnTo>
                  <a:pt x="155096" y="139071"/>
                </a:lnTo>
                <a:lnTo>
                  <a:pt x="167029" y="159570"/>
                </a:lnTo>
                <a:lnTo>
                  <a:pt x="171165" y="187319"/>
                </a:lnTo>
                <a:lnTo>
                  <a:pt x="171165" y="351954"/>
                </a:lnTo>
                <a:lnTo>
                  <a:pt x="213096" y="351954"/>
                </a:lnTo>
                <a:lnTo>
                  <a:pt x="213096" y="184225"/>
                </a:lnTo>
                <a:lnTo>
                  <a:pt x="206614" y="140086"/>
                </a:lnTo>
                <a:lnTo>
                  <a:pt x="188307" y="108997"/>
                </a:lnTo>
                <a:lnTo>
                  <a:pt x="159881" y="90603"/>
                </a:lnTo>
                <a:lnTo>
                  <a:pt x="123045" y="84551"/>
                </a:lnTo>
                <a:lnTo>
                  <a:pt x="95103" y="87719"/>
                </a:lnTo>
                <a:lnTo>
                  <a:pt x="73251" y="96752"/>
                </a:lnTo>
                <a:lnTo>
                  <a:pt x="56877" y="110941"/>
                </a:lnTo>
                <a:lnTo>
                  <a:pt x="45368" y="129576"/>
                </a:lnTo>
                <a:lnTo>
                  <a:pt x="41931" y="129576"/>
                </a:lnTo>
                <a:lnTo>
                  <a:pt x="419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 descr=""/>
          <p:cNvSpPr/>
          <p:nvPr/>
        </p:nvSpPr>
        <p:spPr>
          <a:xfrm>
            <a:off x="9087608" y="3456144"/>
            <a:ext cx="141605" cy="330835"/>
          </a:xfrm>
          <a:custGeom>
            <a:avLst/>
            <a:gdLst/>
            <a:ahLst/>
            <a:cxnLst/>
            <a:rect l="l" t="t" r="r" b="b"/>
            <a:pathLst>
              <a:path w="141604" h="330835">
                <a:moveTo>
                  <a:pt x="81802" y="0"/>
                </a:moveTo>
                <a:lnTo>
                  <a:pt x="39870" y="0"/>
                </a:lnTo>
                <a:lnTo>
                  <a:pt x="39870" y="63241"/>
                </a:lnTo>
                <a:lnTo>
                  <a:pt x="0" y="63241"/>
                </a:lnTo>
                <a:lnTo>
                  <a:pt x="0" y="98299"/>
                </a:lnTo>
                <a:lnTo>
                  <a:pt x="39870" y="98299"/>
                </a:lnTo>
                <a:lnTo>
                  <a:pt x="39870" y="262246"/>
                </a:lnTo>
                <a:lnTo>
                  <a:pt x="46217" y="292508"/>
                </a:lnTo>
                <a:lnTo>
                  <a:pt x="62812" y="313845"/>
                </a:lnTo>
                <a:lnTo>
                  <a:pt x="85980" y="326482"/>
                </a:lnTo>
                <a:lnTo>
                  <a:pt x="112047" y="330644"/>
                </a:lnTo>
                <a:lnTo>
                  <a:pt x="120914" y="330467"/>
                </a:lnTo>
                <a:lnTo>
                  <a:pt x="128846" y="329999"/>
                </a:lnTo>
                <a:lnTo>
                  <a:pt x="135683" y="329339"/>
                </a:lnTo>
                <a:lnTo>
                  <a:pt x="141262" y="328582"/>
                </a:lnTo>
                <a:lnTo>
                  <a:pt x="141262" y="289743"/>
                </a:lnTo>
                <a:lnTo>
                  <a:pt x="124077" y="290774"/>
                </a:lnTo>
                <a:lnTo>
                  <a:pt x="116516" y="290774"/>
                </a:lnTo>
                <a:lnTo>
                  <a:pt x="103552" y="289383"/>
                </a:lnTo>
                <a:lnTo>
                  <a:pt x="92456" y="283771"/>
                </a:lnTo>
                <a:lnTo>
                  <a:pt x="84712" y="271779"/>
                </a:lnTo>
                <a:lnTo>
                  <a:pt x="81802" y="251248"/>
                </a:lnTo>
                <a:lnTo>
                  <a:pt x="81802" y="98299"/>
                </a:lnTo>
                <a:lnTo>
                  <a:pt x="137482" y="98299"/>
                </a:lnTo>
                <a:lnTo>
                  <a:pt x="137482" y="63241"/>
                </a:lnTo>
                <a:lnTo>
                  <a:pt x="81802" y="63241"/>
                </a:lnTo>
                <a:lnTo>
                  <a:pt x="818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 descr=""/>
          <p:cNvSpPr/>
          <p:nvPr/>
        </p:nvSpPr>
        <p:spPr>
          <a:xfrm>
            <a:off x="9278709" y="3515949"/>
            <a:ext cx="348615" cy="267970"/>
          </a:xfrm>
          <a:custGeom>
            <a:avLst/>
            <a:gdLst/>
            <a:ahLst/>
            <a:cxnLst/>
            <a:rect l="l" t="t" r="r" b="b"/>
            <a:pathLst>
              <a:path w="348615" h="267970">
                <a:moveTo>
                  <a:pt x="267402" y="0"/>
                </a:moveTo>
                <a:lnTo>
                  <a:pt x="240985" y="3168"/>
                </a:lnTo>
                <a:lnTo>
                  <a:pt x="218725" y="12201"/>
                </a:lnTo>
                <a:lnTo>
                  <a:pt x="201040" y="26390"/>
                </a:lnTo>
                <a:lnTo>
                  <a:pt x="188350" y="45025"/>
                </a:lnTo>
                <a:lnTo>
                  <a:pt x="185600" y="45025"/>
                </a:lnTo>
                <a:lnTo>
                  <a:pt x="174054" y="25955"/>
                </a:lnTo>
                <a:lnTo>
                  <a:pt x="158447" y="11814"/>
                </a:lnTo>
                <a:lnTo>
                  <a:pt x="138716" y="3023"/>
                </a:lnTo>
                <a:lnTo>
                  <a:pt x="114797" y="0"/>
                </a:lnTo>
                <a:lnTo>
                  <a:pt x="90780" y="3023"/>
                </a:lnTo>
                <a:lnTo>
                  <a:pt x="70631" y="11814"/>
                </a:lnTo>
                <a:lnTo>
                  <a:pt x="54863" y="25955"/>
                </a:lnTo>
                <a:lnTo>
                  <a:pt x="43993" y="45025"/>
                </a:lnTo>
                <a:lnTo>
                  <a:pt x="40556" y="45025"/>
                </a:lnTo>
                <a:lnTo>
                  <a:pt x="40556" y="3437"/>
                </a:lnTo>
                <a:lnTo>
                  <a:pt x="0" y="3437"/>
                </a:lnTo>
                <a:lnTo>
                  <a:pt x="0" y="267402"/>
                </a:lnTo>
                <a:lnTo>
                  <a:pt x="41931" y="267402"/>
                </a:lnTo>
                <a:lnTo>
                  <a:pt x="41931" y="102768"/>
                </a:lnTo>
                <a:lnTo>
                  <a:pt x="46770" y="76324"/>
                </a:lnTo>
                <a:lnTo>
                  <a:pt x="59761" y="55680"/>
                </a:lnTo>
                <a:lnTo>
                  <a:pt x="78616" y="42254"/>
                </a:lnTo>
                <a:lnTo>
                  <a:pt x="101049" y="37464"/>
                </a:lnTo>
                <a:lnTo>
                  <a:pt x="122063" y="41046"/>
                </a:lnTo>
                <a:lnTo>
                  <a:pt x="138470" y="51169"/>
                </a:lnTo>
                <a:lnTo>
                  <a:pt x="149141" y="66899"/>
                </a:lnTo>
                <a:lnTo>
                  <a:pt x="152948" y="87301"/>
                </a:lnTo>
                <a:lnTo>
                  <a:pt x="152948" y="267402"/>
                </a:lnTo>
                <a:lnTo>
                  <a:pt x="195224" y="267402"/>
                </a:lnTo>
                <a:lnTo>
                  <a:pt x="195224" y="95893"/>
                </a:lnTo>
                <a:lnTo>
                  <a:pt x="199074" y="72554"/>
                </a:lnTo>
                <a:lnTo>
                  <a:pt x="210304" y="54047"/>
                </a:lnTo>
                <a:lnTo>
                  <a:pt x="228429" y="41856"/>
                </a:lnTo>
                <a:lnTo>
                  <a:pt x="252966" y="37464"/>
                </a:lnTo>
                <a:lnTo>
                  <a:pt x="273470" y="40433"/>
                </a:lnTo>
                <a:lnTo>
                  <a:pt x="290430" y="49880"/>
                </a:lnTo>
                <a:lnTo>
                  <a:pt x="301977" y="66609"/>
                </a:lnTo>
                <a:lnTo>
                  <a:pt x="306241" y="91425"/>
                </a:lnTo>
                <a:lnTo>
                  <a:pt x="306241" y="267402"/>
                </a:lnTo>
                <a:lnTo>
                  <a:pt x="348172" y="267402"/>
                </a:lnTo>
                <a:lnTo>
                  <a:pt x="348172" y="90738"/>
                </a:lnTo>
                <a:lnTo>
                  <a:pt x="342174" y="50460"/>
                </a:lnTo>
                <a:lnTo>
                  <a:pt x="325445" y="22169"/>
                </a:lnTo>
                <a:lnTo>
                  <a:pt x="299887" y="5477"/>
                </a:lnTo>
                <a:lnTo>
                  <a:pt x="2674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 descr=""/>
          <p:cNvSpPr/>
          <p:nvPr/>
        </p:nvSpPr>
        <p:spPr>
          <a:xfrm>
            <a:off x="9693561" y="3431397"/>
            <a:ext cx="42545" cy="352425"/>
          </a:xfrm>
          <a:custGeom>
            <a:avLst/>
            <a:gdLst/>
            <a:ahLst/>
            <a:cxnLst/>
            <a:rect l="l" t="t" r="r" b="b"/>
            <a:pathLst>
              <a:path w="42545" h="352425">
                <a:moveTo>
                  <a:pt x="41931" y="0"/>
                </a:moveTo>
                <a:lnTo>
                  <a:pt x="0" y="0"/>
                </a:lnTo>
                <a:lnTo>
                  <a:pt x="0" y="351954"/>
                </a:lnTo>
                <a:lnTo>
                  <a:pt x="41931" y="351954"/>
                </a:lnTo>
                <a:lnTo>
                  <a:pt x="419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8" name="object 148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310003" y="4375014"/>
            <a:ext cx="201562" cy="201563"/>
          </a:xfrm>
          <a:prstGeom prst="rect">
            <a:avLst/>
          </a:prstGeom>
        </p:spPr>
      </p:pic>
      <p:sp>
        <p:nvSpPr>
          <p:cNvPr id="149" name="object 149" descr=""/>
          <p:cNvSpPr/>
          <p:nvPr/>
        </p:nvSpPr>
        <p:spPr>
          <a:xfrm>
            <a:off x="8835329" y="4297287"/>
            <a:ext cx="274320" cy="358140"/>
          </a:xfrm>
          <a:custGeom>
            <a:avLst/>
            <a:gdLst/>
            <a:ahLst/>
            <a:cxnLst/>
            <a:rect l="l" t="t" r="r" b="b"/>
            <a:pathLst>
              <a:path w="274320" h="358139">
                <a:moveTo>
                  <a:pt x="274276" y="0"/>
                </a:moveTo>
                <a:lnTo>
                  <a:pt x="230282" y="0"/>
                </a:lnTo>
                <a:lnTo>
                  <a:pt x="230282" y="229251"/>
                </a:lnTo>
                <a:lnTo>
                  <a:pt x="223897" y="264604"/>
                </a:lnTo>
                <a:lnTo>
                  <a:pt x="205492" y="292450"/>
                </a:lnTo>
                <a:lnTo>
                  <a:pt x="176197" y="310693"/>
                </a:lnTo>
                <a:lnTo>
                  <a:pt x="137138" y="317239"/>
                </a:lnTo>
                <a:lnTo>
                  <a:pt x="98025" y="310693"/>
                </a:lnTo>
                <a:lnTo>
                  <a:pt x="68611" y="292450"/>
                </a:lnTo>
                <a:lnTo>
                  <a:pt x="50089" y="264604"/>
                </a:lnTo>
                <a:lnTo>
                  <a:pt x="43650" y="229251"/>
                </a:lnTo>
                <a:lnTo>
                  <a:pt x="43650" y="0"/>
                </a:lnTo>
                <a:lnTo>
                  <a:pt x="0" y="0"/>
                </a:lnTo>
                <a:lnTo>
                  <a:pt x="0" y="232688"/>
                </a:lnTo>
                <a:lnTo>
                  <a:pt x="6277" y="273584"/>
                </a:lnTo>
                <a:lnTo>
                  <a:pt x="24317" y="308177"/>
                </a:lnTo>
                <a:lnTo>
                  <a:pt x="52933" y="334868"/>
                </a:lnTo>
                <a:lnTo>
                  <a:pt x="90936" y="352056"/>
                </a:lnTo>
                <a:lnTo>
                  <a:pt x="137138" y="358140"/>
                </a:lnTo>
                <a:lnTo>
                  <a:pt x="183208" y="352056"/>
                </a:lnTo>
                <a:lnTo>
                  <a:pt x="221194" y="334868"/>
                </a:lnTo>
                <a:lnTo>
                  <a:pt x="249860" y="308177"/>
                </a:lnTo>
                <a:lnTo>
                  <a:pt x="267966" y="273584"/>
                </a:lnTo>
                <a:lnTo>
                  <a:pt x="274276" y="232688"/>
                </a:lnTo>
                <a:lnTo>
                  <a:pt x="2742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 descr=""/>
          <p:cNvSpPr/>
          <p:nvPr/>
        </p:nvSpPr>
        <p:spPr>
          <a:xfrm>
            <a:off x="9181785" y="4381839"/>
            <a:ext cx="210820" cy="267970"/>
          </a:xfrm>
          <a:custGeom>
            <a:avLst/>
            <a:gdLst/>
            <a:ahLst/>
            <a:cxnLst/>
            <a:rect l="l" t="t" r="r" b="b"/>
            <a:pathLst>
              <a:path w="210820" h="267970">
                <a:moveTo>
                  <a:pt x="120983" y="0"/>
                </a:moveTo>
                <a:lnTo>
                  <a:pt x="93874" y="3216"/>
                </a:lnTo>
                <a:lnTo>
                  <a:pt x="72177" y="12330"/>
                </a:lnTo>
                <a:lnTo>
                  <a:pt x="55636" y="26535"/>
                </a:lnTo>
                <a:lnTo>
                  <a:pt x="43993" y="45025"/>
                </a:lnTo>
                <a:lnTo>
                  <a:pt x="40556" y="45025"/>
                </a:lnTo>
                <a:lnTo>
                  <a:pt x="40556" y="3437"/>
                </a:lnTo>
                <a:lnTo>
                  <a:pt x="0" y="3437"/>
                </a:lnTo>
                <a:lnTo>
                  <a:pt x="0" y="267402"/>
                </a:lnTo>
                <a:lnTo>
                  <a:pt x="41931" y="267402"/>
                </a:lnTo>
                <a:lnTo>
                  <a:pt x="41931" y="108954"/>
                </a:lnTo>
                <a:lnTo>
                  <a:pt x="46936" y="78498"/>
                </a:lnTo>
                <a:lnTo>
                  <a:pt x="60835" y="56066"/>
                </a:lnTo>
                <a:lnTo>
                  <a:pt x="81952" y="42206"/>
                </a:lnTo>
                <a:lnTo>
                  <a:pt x="108610" y="37464"/>
                </a:lnTo>
                <a:lnTo>
                  <a:pt x="133760" y="41915"/>
                </a:lnTo>
                <a:lnTo>
                  <a:pt x="152561" y="54777"/>
                </a:lnTo>
                <a:lnTo>
                  <a:pt x="164339" y="75308"/>
                </a:lnTo>
                <a:lnTo>
                  <a:pt x="168415" y="102767"/>
                </a:lnTo>
                <a:lnTo>
                  <a:pt x="168415" y="267402"/>
                </a:lnTo>
                <a:lnTo>
                  <a:pt x="210347" y="267402"/>
                </a:lnTo>
                <a:lnTo>
                  <a:pt x="210347" y="99674"/>
                </a:lnTo>
                <a:lnTo>
                  <a:pt x="203924" y="55825"/>
                </a:lnTo>
                <a:lnTo>
                  <a:pt x="185772" y="24703"/>
                </a:lnTo>
                <a:lnTo>
                  <a:pt x="157567" y="6149"/>
                </a:lnTo>
                <a:lnTo>
                  <a:pt x="1209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 descr=""/>
          <p:cNvSpPr/>
          <p:nvPr/>
        </p:nvSpPr>
        <p:spPr>
          <a:xfrm>
            <a:off x="9450553" y="4285957"/>
            <a:ext cx="503555" cy="462280"/>
          </a:xfrm>
          <a:custGeom>
            <a:avLst/>
            <a:gdLst/>
            <a:ahLst/>
            <a:cxnLst/>
            <a:rect l="l" t="t" r="r" b="b"/>
            <a:pathLst>
              <a:path w="503554" h="462279">
                <a:moveTo>
                  <a:pt x="50190" y="99326"/>
                </a:moveTo>
                <a:lnTo>
                  <a:pt x="8255" y="99326"/>
                </a:lnTo>
                <a:lnTo>
                  <a:pt x="8255" y="363296"/>
                </a:lnTo>
                <a:lnTo>
                  <a:pt x="50190" y="363296"/>
                </a:lnTo>
                <a:lnTo>
                  <a:pt x="50190" y="99326"/>
                </a:lnTo>
                <a:close/>
              </a:path>
              <a:path w="503554" h="462279">
                <a:moveTo>
                  <a:pt x="58775" y="27838"/>
                </a:moveTo>
                <a:lnTo>
                  <a:pt x="56438" y="16954"/>
                </a:lnTo>
                <a:lnTo>
                  <a:pt x="50101" y="8115"/>
                </a:lnTo>
                <a:lnTo>
                  <a:pt x="40792" y="2171"/>
                </a:lnTo>
                <a:lnTo>
                  <a:pt x="29565" y="0"/>
                </a:lnTo>
                <a:lnTo>
                  <a:pt x="18122" y="2171"/>
                </a:lnTo>
                <a:lnTo>
                  <a:pt x="8724" y="8115"/>
                </a:lnTo>
                <a:lnTo>
                  <a:pt x="2349" y="16954"/>
                </a:lnTo>
                <a:lnTo>
                  <a:pt x="0" y="27838"/>
                </a:lnTo>
                <a:lnTo>
                  <a:pt x="2349" y="38709"/>
                </a:lnTo>
                <a:lnTo>
                  <a:pt x="8724" y="47548"/>
                </a:lnTo>
                <a:lnTo>
                  <a:pt x="18122" y="53505"/>
                </a:lnTo>
                <a:lnTo>
                  <a:pt x="29565" y="55676"/>
                </a:lnTo>
                <a:lnTo>
                  <a:pt x="40792" y="53505"/>
                </a:lnTo>
                <a:lnTo>
                  <a:pt x="50101" y="47548"/>
                </a:lnTo>
                <a:lnTo>
                  <a:pt x="56438" y="38709"/>
                </a:lnTo>
                <a:lnTo>
                  <a:pt x="58775" y="27838"/>
                </a:lnTo>
                <a:close/>
              </a:path>
              <a:path w="503554" h="462279">
                <a:moveTo>
                  <a:pt x="236131" y="325831"/>
                </a:moveTo>
                <a:lnTo>
                  <a:pt x="218948" y="326859"/>
                </a:lnTo>
                <a:lnTo>
                  <a:pt x="211378" y="326859"/>
                </a:lnTo>
                <a:lnTo>
                  <a:pt x="198412" y="325462"/>
                </a:lnTo>
                <a:lnTo>
                  <a:pt x="187325" y="319849"/>
                </a:lnTo>
                <a:lnTo>
                  <a:pt x="179578" y="307860"/>
                </a:lnTo>
                <a:lnTo>
                  <a:pt x="176669" y="287337"/>
                </a:lnTo>
                <a:lnTo>
                  <a:pt x="176669" y="134378"/>
                </a:lnTo>
                <a:lnTo>
                  <a:pt x="232346" y="134378"/>
                </a:lnTo>
                <a:lnTo>
                  <a:pt x="232346" y="99326"/>
                </a:lnTo>
                <a:lnTo>
                  <a:pt x="176669" y="99326"/>
                </a:lnTo>
                <a:lnTo>
                  <a:pt x="176669" y="36080"/>
                </a:lnTo>
                <a:lnTo>
                  <a:pt x="134734" y="36080"/>
                </a:lnTo>
                <a:lnTo>
                  <a:pt x="134734" y="99326"/>
                </a:lnTo>
                <a:lnTo>
                  <a:pt x="94869" y="99326"/>
                </a:lnTo>
                <a:lnTo>
                  <a:pt x="94869" y="134378"/>
                </a:lnTo>
                <a:lnTo>
                  <a:pt x="134734" y="134378"/>
                </a:lnTo>
                <a:lnTo>
                  <a:pt x="134734" y="298335"/>
                </a:lnTo>
                <a:lnTo>
                  <a:pt x="141084" y="328587"/>
                </a:lnTo>
                <a:lnTo>
                  <a:pt x="157683" y="349923"/>
                </a:lnTo>
                <a:lnTo>
                  <a:pt x="180848" y="362559"/>
                </a:lnTo>
                <a:lnTo>
                  <a:pt x="206908" y="366725"/>
                </a:lnTo>
                <a:lnTo>
                  <a:pt x="215785" y="366547"/>
                </a:lnTo>
                <a:lnTo>
                  <a:pt x="223710" y="366077"/>
                </a:lnTo>
                <a:lnTo>
                  <a:pt x="230543" y="365417"/>
                </a:lnTo>
                <a:lnTo>
                  <a:pt x="236131" y="364667"/>
                </a:lnTo>
                <a:lnTo>
                  <a:pt x="236131" y="325831"/>
                </a:lnTo>
                <a:close/>
              </a:path>
              <a:path w="503554" h="462279">
                <a:moveTo>
                  <a:pt x="503186" y="99326"/>
                </a:moveTo>
                <a:lnTo>
                  <a:pt x="457822" y="99326"/>
                </a:lnTo>
                <a:lnTo>
                  <a:pt x="385635" y="308991"/>
                </a:lnTo>
                <a:lnTo>
                  <a:pt x="382892" y="308991"/>
                </a:lnTo>
                <a:lnTo>
                  <a:pt x="310718" y="99326"/>
                </a:lnTo>
                <a:lnTo>
                  <a:pt x="265341" y="99326"/>
                </a:lnTo>
                <a:lnTo>
                  <a:pt x="362953" y="365010"/>
                </a:lnTo>
                <a:lnTo>
                  <a:pt x="355396" y="385292"/>
                </a:lnTo>
                <a:lnTo>
                  <a:pt x="344728" y="407708"/>
                </a:lnTo>
                <a:lnTo>
                  <a:pt x="333743" y="419481"/>
                </a:lnTo>
                <a:lnTo>
                  <a:pt x="322237" y="424053"/>
                </a:lnTo>
                <a:lnTo>
                  <a:pt x="310019" y="424815"/>
                </a:lnTo>
                <a:lnTo>
                  <a:pt x="303491" y="424815"/>
                </a:lnTo>
                <a:lnTo>
                  <a:pt x="293865" y="424472"/>
                </a:lnTo>
                <a:lnTo>
                  <a:pt x="289750" y="424129"/>
                </a:lnTo>
                <a:lnTo>
                  <a:pt x="289407" y="461251"/>
                </a:lnTo>
                <a:lnTo>
                  <a:pt x="294906" y="461937"/>
                </a:lnTo>
                <a:lnTo>
                  <a:pt x="303834" y="462280"/>
                </a:lnTo>
                <a:lnTo>
                  <a:pt x="312775" y="462280"/>
                </a:lnTo>
                <a:lnTo>
                  <a:pt x="338709" y="458571"/>
                </a:lnTo>
                <a:lnTo>
                  <a:pt x="360375" y="447332"/>
                </a:lnTo>
                <a:lnTo>
                  <a:pt x="377926" y="428345"/>
                </a:lnTo>
                <a:lnTo>
                  <a:pt x="391477" y="401447"/>
                </a:lnTo>
                <a:lnTo>
                  <a:pt x="503186" y="993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 descr=""/>
          <p:cNvSpPr/>
          <p:nvPr/>
        </p:nvSpPr>
        <p:spPr>
          <a:xfrm>
            <a:off x="10014229" y="4281144"/>
            <a:ext cx="887094" cy="440055"/>
          </a:xfrm>
          <a:custGeom>
            <a:avLst/>
            <a:gdLst/>
            <a:ahLst/>
            <a:cxnLst/>
            <a:rect l="l" t="t" r="r" b="b"/>
            <a:pathLst>
              <a:path w="887095" h="440054">
                <a:moveTo>
                  <a:pt x="102768" y="0"/>
                </a:moveTo>
                <a:lnTo>
                  <a:pt x="65646" y="0"/>
                </a:lnTo>
                <a:lnTo>
                  <a:pt x="42583" y="38049"/>
                </a:lnTo>
                <a:lnTo>
                  <a:pt x="24282" y="78905"/>
                </a:lnTo>
                <a:lnTo>
                  <a:pt x="10934" y="122745"/>
                </a:lnTo>
                <a:lnTo>
                  <a:pt x="2768" y="169697"/>
                </a:lnTo>
                <a:lnTo>
                  <a:pt x="0" y="219964"/>
                </a:lnTo>
                <a:lnTo>
                  <a:pt x="2768" y="270230"/>
                </a:lnTo>
                <a:lnTo>
                  <a:pt x="10934" y="317195"/>
                </a:lnTo>
                <a:lnTo>
                  <a:pt x="24282" y="361022"/>
                </a:lnTo>
                <a:lnTo>
                  <a:pt x="42583" y="401878"/>
                </a:lnTo>
                <a:lnTo>
                  <a:pt x="65646" y="439940"/>
                </a:lnTo>
                <a:lnTo>
                  <a:pt x="102768" y="439940"/>
                </a:lnTo>
                <a:lnTo>
                  <a:pt x="83921" y="407492"/>
                </a:lnTo>
                <a:lnTo>
                  <a:pt x="67589" y="366471"/>
                </a:lnTo>
                <a:lnTo>
                  <a:pt x="54737" y="319671"/>
                </a:lnTo>
                <a:lnTo>
                  <a:pt x="46329" y="269900"/>
                </a:lnTo>
                <a:lnTo>
                  <a:pt x="43307" y="219964"/>
                </a:lnTo>
                <a:lnTo>
                  <a:pt x="46329" y="170027"/>
                </a:lnTo>
                <a:lnTo>
                  <a:pt x="54737" y="120269"/>
                </a:lnTo>
                <a:lnTo>
                  <a:pt x="67589" y="73469"/>
                </a:lnTo>
                <a:lnTo>
                  <a:pt x="83921" y="32435"/>
                </a:lnTo>
                <a:lnTo>
                  <a:pt x="102768" y="0"/>
                </a:lnTo>
                <a:close/>
              </a:path>
              <a:path w="887095" h="440054">
                <a:moveTo>
                  <a:pt x="444411" y="126822"/>
                </a:moveTo>
                <a:lnTo>
                  <a:pt x="426732" y="78041"/>
                </a:lnTo>
                <a:lnTo>
                  <a:pt x="395224" y="41757"/>
                </a:lnTo>
                <a:lnTo>
                  <a:pt x="352818" y="19138"/>
                </a:lnTo>
                <a:lnTo>
                  <a:pt x="302463" y="11341"/>
                </a:lnTo>
                <a:lnTo>
                  <a:pt x="259537" y="16992"/>
                </a:lnTo>
                <a:lnTo>
                  <a:pt x="221919" y="33464"/>
                </a:lnTo>
                <a:lnTo>
                  <a:pt x="190715" y="59969"/>
                </a:lnTo>
                <a:lnTo>
                  <a:pt x="167043" y="95758"/>
                </a:lnTo>
                <a:lnTo>
                  <a:pt x="152019" y="140068"/>
                </a:lnTo>
                <a:lnTo>
                  <a:pt x="146761" y="192125"/>
                </a:lnTo>
                <a:lnTo>
                  <a:pt x="152019" y="244182"/>
                </a:lnTo>
                <a:lnTo>
                  <a:pt x="167043" y="288493"/>
                </a:lnTo>
                <a:lnTo>
                  <a:pt x="190715" y="324281"/>
                </a:lnTo>
                <a:lnTo>
                  <a:pt x="221919" y="350786"/>
                </a:lnTo>
                <a:lnTo>
                  <a:pt x="259537" y="367258"/>
                </a:lnTo>
                <a:lnTo>
                  <a:pt x="302463" y="372910"/>
                </a:lnTo>
                <a:lnTo>
                  <a:pt x="353009" y="365023"/>
                </a:lnTo>
                <a:lnTo>
                  <a:pt x="395478" y="342277"/>
                </a:lnTo>
                <a:lnTo>
                  <a:pt x="426923" y="306070"/>
                </a:lnTo>
                <a:lnTo>
                  <a:pt x="444411" y="257771"/>
                </a:lnTo>
                <a:lnTo>
                  <a:pt x="400418" y="257771"/>
                </a:lnTo>
                <a:lnTo>
                  <a:pt x="387286" y="289674"/>
                </a:lnTo>
                <a:lnTo>
                  <a:pt x="364972" y="312940"/>
                </a:lnTo>
                <a:lnTo>
                  <a:pt x="335889" y="327177"/>
                </a:lnTo>
                <a:lnTo>
                  <a:pt x="302463" y="332016"/>
                </a:lnTo>
                <a:lnTo>
                  <a:pt x="257975" y="322922"/>
                </a:lnTo>
                <a:lnTo>
                  <a:pt x="222084" y="296100"/>
                </a:lnTo>
                <a:lnTo>
                  <a:pt x="198107" y="252260"/>
                </a:lnTo>
                <a:lnTo>
                  <a:pt x="189382" y="192125"/>
                </a:lnTo>
                <a:lnTo>
                  <a:pt x="198107" y="131991"/>
                </a:lnTo>
                <a:lnTo>
                  <a:pt x="222084" y="88150"/>
                </a:lnTo>
                <a:lnTo>
                  <a:pt x="257975" y="61341"/>
                </a:lnTo>
                <a:lnTo>
                  <a:pt x="302463" y="52235"/>
                </a:lnTo>
                <a:lnTo>
                  <a:pt x="335940" y="57073"/>
                </a:lnTo>
                <a:lnTo>
                  <a:pt x="365099" y="71361"/>
                </a:lnTo>
                <a:lnTo>
                  <a:pt x="387438" y="94729"/>
                </a:lnTo>
                <a:lnTo>
                  <a:pt x="400418" y="126822"/>
                </a:lnTo>
                <a:lnTo>
                  <a:pt x="444411" y="126822"/>
                </a:lnTo>
                <a:close/>
              </a:path>
              <a:path w="887095" h="440054">
                <a:moveTo>
                  <a:pt x="760628" y="113423"/>
                </a:moveTo>
                <a:lnTo>
                  <a:pt x="708202" y="113423"/>
                </a:lnTo>
                <a:lnTo>
                  <a:pt x="724192" y="16154"/>
                </a:lnTo>
                <a:lnTo>
                  <a:pt x="688784" y="16154"/>
                </a:lnTo>
                <a:lnTo>
                  <a:pt x="672807" y="113423"/>
                </a:lnTo>
                <a:lnTo>
                  <a:pt x="667131" y="113423"/>
                </a:lnTo>
                <a:lnTo>
                  <a:pt x="667131" y="148475"/>
                </a:lnTo>
                <a:lnTo>
                  <a:pt x="652703" y="235775"/>
                </a:lnTo>
                <a:lnTo>
                  <a:pt x="564362" y="235775"/>
                </a:lnTo>
                <a:lnTo>
                  <a:pt x="578802" y="148475"/>
                </a:lnTo>
                <a:lnTo>
                  <a:pt x="667131" y="148475"/>
                </a:lnTo>
                <a:lnTo>
                  <a:pt x="667131" y="113423"/>
                </a:lnTo>
                <a:lnTo>
                  <a:pt x="584479" y="113423"/>
                </a:lnTo>
                <a:lnTo>
                  <a:pt x="600456" y="16154"/>
                </a:lnTo>
                <a:lnTo>
                  <a:pt x="565061" y="16154"/>
                </a:lnTo>
                <a:lnTo>
                  <a:pt x="549071" y="113423"/>
                </a:lnTo>
                <a:lnTo>
                  <a:pt x="497344" y="113423"/>
                </a:lnTo>
                <a:lnTo>
                  <a:pt x="491845" y="148475"/>
                </a:lnTo>
                <a:lnTo>
                  <a:pt x="543407" y="148475"/>
                </a:lnTo>
                <a:lnTo>
                  <a:pt x="528967" y="235775"/>
                </a:lnTo>
                <a:lnTo>
                  <a:pt x="476719" y="235775"/>
                </a:lnTo>
                <a:lnTo>
                  <a:pt x="471220" y="270840"/>
                </a:lnTo>
                <a:lnTo>
                  <a:pt x="523290" y="270840"/>
                </a:lnTo>
                <a:lnTo>
                  <a:pt x="507314" y="368109"/>
                </a:lnTo>
                <a:lnTo>
                  <a:pt x="542709" y="368109"/>
                </a:lnTo>
                <a:lnTo>
                  <a:pt x="558698" y="270840"/>
                </a:lnTo>
                <a:lnTo>
                  <a:pt x="647026" y="270840"/>
                </a:lnTo>
                <a:lnTo>
                  <a:pt x="631050" y="368109"/>
                </a:lnTo>
                <a:lnTo>
                  <a:pt x="666445" y="368109"/>
                </a:lnTo>
                <a:lnTo>
                  <a:pt x="682434" y="270840"/>
                </a:lnTo>
                <a:lnTo>
                  <a:pt x="734161" y="270840"/>
                </a:lnTo>
                <a:lnTo>
                  <a:pt x="740003" y="235775"/>
                </a:lnTo>
                <a:lnTo>
                  <a:pt x="688098" y="235775"/>
                </a:lnTo>
                <a:lnTo>
                  <a:pt x="702538" y="148475"/>
                </a:lnTo>
                <a:lnTo>
                  <a:pt x="754773" y="148475"/>
                </a:lnTo>
                <a:lnTo>
                  <a:pt x="760628" y="113423"/>
                </a:lnTo>
                <a:close/>
              </a:path>
              <a:path w="887095" h="440054">
                <a:moveTo>
                  <a:pt x="886764" y="219964"/>
                </a:moveTo>
                <a:lnTo>
                  <a:pt x="883996" y="169697"/>
                </a:lnTo>
                <a:lnTo>
                  <a:pt x="875830" y="122745"/>
                </a:lnTo>
                <a:lnTo>
                  <a:pt x="862482" y="78905"/>
                </a:lnTo>
                <a:lnTo>
                  <a:pt x="844181" y="38049"/>
                </a:lnTo>
                <a:lnTo>
                  <a:pt x="821118" y="0"/>
                </a:lnTo>
                <a:lnTo>
                  <a:pt x="783996" y="0"/>
                </a:lnTo>
                <a:lnTo>
                  <a:pt x="802843" y="32435"/>
                </a:lnTo>
                <a:lnTo>
                  <a:pt x="819175" y="73469"/>
                </a:lnTo>
                <a:lnTo>
                  <a:pt x="832027" y="120269"/>
                </a:lnTo>
                <a:lnTo>
                  <a:pt x="840435" y="170027"/>
                </a:lnTo>
                <a:lnTo>
                  <a:pt x="843457" y="219964"/>
                </a:lnTo>
                <a:lnTo>
                  <a:pt x="840435" y="269900"/>
                </a:lnTo>
                <a:lnTo>
                  <a:pt x="832027" y="319671"/>
                </a:lnTo>
                <a:lnTo>
                  <a:pt x="819175" y="366471"/>
                </a:lnTo>
                <a:lnTo>
                  <a:pt x="802843" y="407492"/>
                </a:lnTo>
                <a:lnTo>
                  <a:pt x="783996" y="439940"/>
                </a:lnTo>
                <a:lnTo>
                  <a:pt x="821118" y="439940"/>
                </a:lnTo>
                <a:lnTo>
                  <a:pt x="844181" y="401878"/>
                </a:lnTo>
                <a:lnTo>
                  <a:pt x="862482" y="361022"/>
                </a:lnTo>
                <a:lnTo>
                  <a:pt x="875830" y="317195"/>
                </a:lnTo>
                <a:lnTo>
                  <a:pt x="883996" y="270230"/>
                </a:lnTo>
                <a:lnTo>
                  <a:pt x="886764" y="2199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 descr=""/>
          <p:cNvSpPr/>
          <p:nvPr/>
        </p:nvSpPr>
        <p:spPr>
          <a:xfrm>
            <a:off x="13292218" y="1659060"/>
            <a:ext cx="353060" cy="432434"/>
          </a:xfrm>
          <a:custGeom>
            <a:avLst/>
            <a:gdLst/>
            <a:ahLst/>
            <a:cxnLst/>
            <a:rect l="l" t="t" r="r" b="b"/>
            <a:pathLst>
              <a:path w="353059" h="432435">
                <a:moveTo>
                  <a:pt x="315865" y="432037"/>
                </a:moveTo>
                <a:lnTo>
                  <a:pt x="352985" y="432037"/>
                </a:lnTo>
                <a:lnTo>
                  <a:pt x="352985" y="0"/>
                </a:lnTo>
                <a:lnTo>
                  <a:pt x="315865" y="0"/>
                </a:lnTo>
                <a:lnTo>
                  <a:pt x="315865" y="432037"/>
                </a:lnTo>
                <a:close/>
              </a:path>
              <a:path w="353059" h="432435">
                <a:moveTo>
                  <a:pt x="133701" y="164978"/>
                </a:moveTo>
                <a:lnTo>
                  <a:pt x="133701" y="196943"/>
                </a:lnTo>
                <a:lnTo>
                  <a:pt x="228221" y="196943"/>
                </a:lnTo>
                <a:lnTo>
                  <a:pt x="228221" y="409352"/>
                </a:lnTo>
                <a:lnTo>
                  <a:pt x="264653" y="409352"/>
                </a:lnTo>
                <a:lnTo>
                  <a:pt x="264653" y="10311"/>
                </a:lnTo>
                <a:lnTo>
                  <a:pt x="228221" y="10311"/>
                </a:lnTo>
                <a:lnTo>
                  <a:pt x="228221" y="164978"/>
                </a:lnTo>
                <a:lnTo>
                  <a:pt x="133701" y="164978"/>
                </a:lnTo>
                <a:close/>
              </a:path>
              <a:path w="353059" h="432435">
                <a:moveTo>
                  <a:pt x="37121" y="84894"/>
                </a:moveTo>
                <a:lnTo>
                  <a:pt x="162916" y="84894"/>
                </a:lnTo>
                <a:lnTo>
                  <a:pt x="162916" y="53274"/>
                </a:lnTo>
                <a:lnTo>
                  <a:pt x="0" y="53274"/>
                </a:lnTo>
                <a:lnTo>
                  <a:pt x="0" y="327894"/>
                </a:lnTo>
                <a:lnTo>
                  <a:pt x="27497" y="327894"/>
                </a:lnTo>
                <a:lnTo>
                  <a:pt x="75019" y="327212"/>
                </a:lnTo>
                <a:lnTo>
                  <a:pt x="115614" y="325273"/>
                </a:lnTo>
                <a:lnTo>
                  <a:pt x="152535" y="321466"/>
                </a:lnTo>
                <a:lnTo>
                  <a:pt x="189038" y="315177"/>
                </a:lnTo>
                <a:lnTo>
                  <a:pt x="185257" y="282869"/>
                </a:lnTo>
                <a:lnTo>
                  <a:pt x="151308" y="289109"/>
                </a:lnTo>
                <a:lnTo>
                  <a:pt x="117182" y="292965"/>
                </a:lnTo>
                <a:lnTo>
                  <a:pt x="80059" y="294952"/>
                </a:lnTo>
                <a:lnTo>
                  <a:pt x="37121" y="295586"/>
                </a:lnTo>
                <a:lnTo>
                  <a:pt x="37121" y="84894"/>
                </a:lnTo>
                <a:close/>
              </a:path>
            </a:pathLst>
          </a:custGeom>
          <a:ln w="99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4" name="object 154" descr=""/>
          <p:cNvSpPr/>
          <p:nvPr/>
        </p:nvSpPr>
        <p:spPr>
          <a:xfrm>
            <a:off x="14023623" y="1659060"/>
            <a:ext cx="38735" cy="433070"/>
          </a:xfrm>
          <a:custGeom>
            <a:avLst/>
            <a:gdLst/>
            <a:ahLst/>
            <a:cxnLst/>
            <a:rect l="l" t="t" r="r" b="b"/>
            <a:pathLst>
              <a:path w="38734" h="433069">
                <a:moveTo>
                  <a:pt x="0" y="0"/>
                </a:moveTo>
                <a:lnTo>
                  <a:pt x="0" y="432724"/>
                </a:lnTo>
                <a:lnTo>
                  <a:pt x="38151" y="432724"/>
                </a:lnTo>
                <a:lnTo>
                  <a:pt x="38151" y="0"/>
                </a:lnTo>
                <a:lnTo>
                  <a:pt x="0" y="0"/>
                </a:lnTo>
                <a:close/>
              </a:path>
            </a:pathLst>
          </a:custGeom>
          <a:ln w="99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55" name="object 155" descr=""/>
          <p:cNvGrpSpPr/>
          <p:nvPr/>
        </p:nvGrpSpPr>
        <p:grpSpPr>
          <a:xfrm>
            <a:off x="13716872" y="1687423"/>
            <a:ext cx="231140" cy="311150"/>
            <a:chOff x="13716872" y="1687423"/>
            <a:chExt cx="231140" cy="311150"/>
          </a:xfrm>
        </p:grpSpPr>
        <p:sp>
          <p:nvSpPr>
            <p:cNvPr id="156" name="object 156" descr=""/>
            <p:cNvSpPr/>
            <p:nvPr/>
          </p:nvSpPr>
          <p:spPr>
            <a:xfrm>
              <a:off x="13721849" y="1692400"/>
              <a:ext cx="220979" cy="301625"/>
            </a:xfrm>
            <a:custGeom>
              <a:avLst/>
              <a:gdLst/>
              <a:ahLst/>
              <a:cxnLst/>
              <a:rect l="l" t="t" r="r" b="b"/>
              <a:pathLst>
                <a:path w="220980" h="301625">
                  <a:moveTo>
                    <a:pt x="110329" y="0"/>
                  </a:moveTo>
                  <a:lnTo>
                    <a:pt x="43578" y="26710"/>
                  </a:lnTo>
                  <a:lnTo>
                    <a:pt x="20226" y="58006"/>
                  </a:lnTo>
                  <a:lnTo>
                    <a:pt x="5271" y="99680"/>
                  </a:lnTo>
                  <a:lnTo>
                    <a:pt x="0" y="150543"/>
                  </a:lnTo>
                  <a:lnTo>
                    <a:pt x="5271" y="201570"/>
                  </a:lnTo>
                  <a:lnTo>
                    <a:pt x="20226" y="243326"/>
                  </a:lnTo>
                  <a:lnTo>
                    <a:pt x="43578" y="274623"/>
                  </a:lnTo>
                  <a:lnTo>
                    <a:pt x="74042" y="294272"/>
                  </a:lnTo>
                  <a:lnTo>
                    <a:pt x="110329" y="301085"/>
                  </a:lnTo>
                  <a:lnTo>
                    <a:pt x="146352" y="294272"/>
                  </a:lnTo>
                  <a:lnTo>
                    <a:pt x="176782" y="274623"/>
                  </a:lnTo>
                  <a:lnTo>
                    <a:pt x="200234" y="243326"/>
                  </a:lnTo>
                  <a:lnTo>
                    <a:pt x="215321" y="201570"/>
                  </a:lnTo>
                  <a:lnTo>
                    <a:pt x="220658" y="150543"/>
                  </a:lnTo>
                  <a:lnTo>
                    <a:pt x="215321" y="99680"/>
                  </a:lnTo>
                  <a:lnTo>
                    <a:pt x="200234" y="58006"/>
                  </a:lnTo>
                  <a:lnTo>
                    <a:pt x="176782" y="26710"/>
                  </a:lnTo>
                  <a:lnTo>
                    <a:pt x="146352" y="6978"/>
                  </a:lnTo>
                  <a:lnTo>
                    <a:pt x="110329" y="0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7" name="object 157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3753649" y="1721450"/>
              <a:ext cx="156715" cy="242985"/>
            </a:xfrm>
            <a:prstGeom prst="rect">
              <a:avLst/>
            </a:prstGeom>
          </p:spPr>
        </p:pic>
      </p:grpSp>
      <p:sp>
        <p:nvSpPr>
          <p:cNvPr id="158" name="object 158" descr=""/>
          <p:cNvSpPr/>
          <p:nvPr/>
        </p:nvSpPr>
        <p:spPr>
          <a:xfrm>
            <a:off x="14155948" y="1659060"/>
            <a:ext cx="338455" cy="433070"/>
          </a:xfrm>
          <a:custGeom>
            <a:avLst/>
            <a:gdLst/>
            <a:ahLst/>
            <a:cxnLst/>
            <a:rect l="l" t="t" r="r" b="b"/>
            <a:pathLst>
              <a:path w="338455" h="433069">
                <a:moveTo>
                  <a:pt x="300399" y="163259"/>
                </a:moveTo>
                <a:lnTo>
                  <a:pt x="208973" y="163259"/>
                </a:lnTo>
                <a:lnTo>
                  <a:pt x="208973" y="194880"/>
                </a:lnTo>
                <a:lnTo>
                  <a:pt x="300399" y="194880"/>
                </a:lnTo>
                <a:lnTo>
                  <a:pt x="300399" y="432724"/>
                </a:lnTo>
                <a:lnTo>
                  <a:pt x="338206" y="432724"/>
                </a:lnTo>
                <a:lnTo>
                  <a:pt x="338206" y="0"/>
                </a:lnTo>
                <a:lnTo>
                  <a:pt x="300399" y="0"/>
                </a:lnTo>
                <a:lnTo>
                  <a:pt x="300399" y="163259"/>
                </a:lnTo>
                <a:close/>
              </a:path>
              <a:path w="338455" h="433069">
                <a:moveTo>
                  <a:pt x="38495" y="192131"/>
                </a:moveTo>
                <a:lnTo>
                  <a:pt x="182507" y="192131"/>
                </a:lnTo>
                <a:lnTo>
                  <a:pt x="182507" y="161197"/>
                </a:lnTo>
                <a:lnTo>
                  <a:pt x="38495" y="161197"/>
                </a:lnTo>
                <a:lnTo>
                  <a:pt x="38495" y="71146"/>
                </a:lnTo>
                <a:lnTo>
                  <a:pt x="201755" y="71146"/>
                </a:lnTo>
                <a:lnTo>
                  <a:pt x="201755" y="39526"/>
                </a:lnTo>
                <a:lnTo>
                  <a:pt x="0" y="39526"/>
                </a:lnTo>
                <a:lnTo>
                  <a:pt x="0" y="328582"/>
                </a:lnTo>
                <a:lnTo>
                  <a:pt x="32995" y="328582"/>
                </a:lnTo>
                <a:lnTo>
                  <a:pt x="90534" y="327792"/>
                </a:lnTo>
                <a:lnTo>
                  <a:pt x="140403" y="325617"/>
                </a:lnTo>
                <a:lnTo>
                  <a:pt x="186406" y="321573"/>
                </a:lnTo>
                <a:lnTo>
                  <a:pt x="232345" y="315177"/>
                </a:lnTo>
                <a:lnTo>
                  <a:pt x="227876" y="283556"/>
                </a:lnTo>
                <a:lnTo>
                  <a:pt x="184510" y="290140"/>
                </a:lnTo>
                <a:lnTo>
                  <a:pt x="140790" y="294082"/>
                </a:lnTo>
                <a:lnTo>
                  <a:pt x="93268" y="296026"/>
                </a:lnTo>
                <a:lnTo>
                  <a:pt x="38495" y="296617"/>
                </a:lnTo>
                <a:lnTo>
                  <a:pt x="38495" y="192131"/>
                </a:lnTo>
                <a:close/>
              </a:path>
            </a:pathLst>
          </a:custGeom>
          <a:ln w="99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9" name="object 159" descr=""/>
          <p:cNvSpPr/>
          <p:nvPr/>
        </p:nvSpPr>
        <p:spPr>
          <a:xfrm>
            <a:off x="14582144" y="1659060"/>
            <a:ext cx="354965" cy="432434"/>
          </a:xfrm>
          <a:custGeom>
            <a:avLst/>
            <a:gdLst/>
            <a:ahLst/>
            <a:cxnLst/>
            <a:rect l="l" t="t" r="r" b="b"/>
            <a:pathLst>
              <a:path w="354965" h="432435">
                <a:moveTo>
                  <a:pt x="317584" y="432037"/>
                </a:moveTo>
                <a:lnTo>
                  <a:pt x="354359" y="432037"/>
                </a:lnTo>
                <a:lnTo>
                  <a:pt x="354359" y="0"/>
                </a:lnTo>
                <a:lnTo>
                  <a:pt x="317584" y="0"/>
                </a:lnTo>
                <a:lnTo>
                  <a:pt x="317584" y="432037"/>
                </a:lnTo>
                <a:close/>
              </a:path>
              <a:path w="354965" h="432435">
                <a:moveTo>
                  <a:pt x="166009" y="163946"/>
                </a:moveTo>
                <a:lnTo>
                  <a:pt x="166009" y="42619"/>
                </a:lnTo>
                <a:lnTo>
                  <a:pt x="130951" y="42619"/>
                </a:lnTo>
                <a:lnTo>
                  <a:pt x="130951" y="148480"/>
                </a:lnTo>
                <a:lnTo>
                  <a:pt x="36432" y="148480"/>
                </a:lnTo>
                <a:lnTo>
                  <a:pt x="36432" y="42619"/>
                </a:lnTo>
                <a:lnTo>
                  <a:pt x="0" y="42619"/>
                </a:lnTo>
                <a:lnTo>
                  <a:pt x="0" y="323426"/>
                </a:lnTo>
                <a:lnTo>
                  <a:pt x="166009" y="323426"/>
                </a:lnTo>
                <a:lnTo>
                  <a:pt x="166009" y="196255"/>
                </a:lnTo>
                <a:lnTo>
                  <a:pt x="230969" y="196255"/>
                </a:lnTo>
                <a:lnTo>
                  <a:pt x="230969" y="410383"/>
                </a:lnTo>
                <a:lnTo>
                  <a:pt x="267746" y="410383"/>
                </a:lnTo>
                <a:lnTo>
                  <a:pt x="267746" y="9623"/>
                </a:lnTo>
                <a:lnTo>
                  <a:pt x="230969" y="9623"/>
                </a:lnTo>
                <a:lnTo>
                  <a:pt x="230969" y="163946"/>
                </a:lnTo>
                <a:lnTo>
                  <a:pt x="166009" y="163946"/>
                </a:lnTo>
                <a:close/>
              </a:path>
              <a:path w="354965" h="432435">
                <a:moveTo>
                  <a:pt x="36432" y="291461"/>
                </a:moveTo>
                <a:lnTo>
                  <a:pt x="36432" y="179757"/>
                </a:lnTo>
                <a:lnTo>
                  <a:pt x="130951" y="179757"/>
                </a:lnTo>
                <a:lnTo>
                  <a:pt x="130951" y="291461"/>
                </a:lnTo>
                <a:lnTo>
                  <a:pt x="36432" y="291461"/>
                </a:lnTo>
                <a:close/>
              </a:path>
            </a:pathLst>
          </a:custGeom>
          <a:ln w="99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0" name="object 160" descr=""/>
          <p:cNvSpPr/>
          <p:nvPr/>
        </p:nvSpPr>
        <p:spPr>
          <a:xfrm>
            <a:off x="15314578" y="1659060"/>
            <a:ext cx="38735" cy="433070"/>
          </a:xfrm>
          <a:custGeom>
            <a:avLst/>
            <a:gdLst/>
            <a:ahLst/>
            <a:cxnLst/>
            <a:rect l="l" t="t" r="r" b="b"/>
            <a:pathLst>
              <a:path w="38734" h="433069">
                <a:moveTo>
                  <a:pt x="0" y="0"/>
                </a:moveTo>
                <a:lnTo>
                  <a:pt x="0" y="432724"/>
                </a:lnTo>
                <a:lnTo>
                  <a:pt x="38151" y="432724"/>
                </a:lnTo>
                <a:lnTo>
                  <a:pt x="38151" y="0"/>
                </a:lnTo>
                <a:lnTo>
                  <a:pt x="0" y="0"/>
                </a:lnTo>
                <a:close/>
              </a:path>
            </a:pathLst>
          </a:custGeom>
          <a:ln w="99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61" name="object 161" descr=""/>
          <p:cNvGrpSpPr/>
          <p:nvPr/>
        </p:nvGrpSpPr>
        <p:grpSpPr>
          <a:xfrm>
            <a:off x="15007829" y="1687423"/>
            <a:ext cx="231140" cy="311150"/>
            <a:chOff x="15007829" y="1687423"/>
            <a:chExt cx="231140" cy="311150"/>
          </a:xfrm>
        </p:grpSpPr>
        <p:sp>
          <p:nvSpPr>
            <p:cNvPr id="162" name="object 162" descr=""/>
            <p:cNvSpPr/>
            <p:nvPr/>
          </p:nvSpPr>
          <p:spPr>
            <a:xfrm>
              <a:off x="15012806" y="1692400"/>
              <a:ext cx="220979" cy="301625"/>
            </a:xfrm>
            <a:custGeom>
              <a:avLst/>
              <a:gdLst/>
              <a:ahLst/>
              <a:cxnLst/>
              <a:rect l="l" t="t" r="r" b="b"/>
              <a:pathLst>
                <a:path w="220980" h="301625">
                  <a:moveTo>
                    <a:pt x="110329" y="0"/>
                  </a:moveTo>
                  <a:lnTo>
                    <a:pt x="43578" y="26710"/>
                  </a:lnTo>
                  <a:lnTo>
                    <a:pt x="20226" y="58006"/>
                  </a:lnTo>
                  <a:lnTo>
                    <a:pt x="5271" y="99680"/>
                  </a:lnTo>
                  <a:lnTo>
                    <a:pt x="0" y="150543"/>
                  </a:lnTo>
                  <a:lnTo>
                    <a:pt x="5271" y="201570"/>
                  </a:lnTo>
                  <a:lnTo>
                    <a:pt x="20226" y="243326"/>
                  </a:lnTo>
                  <a:lnTo>
                    <a:pt x="43578" y="274623"/>
                  </a:lnTo>
                  <a:lnTo>
                    <a:pt x="74042" y="294272"/>
                  </a:lnTo>
                  <a:lnTo>
                    <a:pt x="110329" y="301085"/>
                  </a:lnTo>
                  <a:lnTo>
                    <a:pt x="146352" y="294272"/>
                  </a:lnTo>
                  <a:lnTo>
                    <a:pt x="176782" y="274623"/>
                  </a:lnTo>
                  <a:lnTo>
                    <a:pt x="200234" y="243326"/>
                  </a:lnTo>
                  <a:lnTo>
                    <a:pt x="215321" y="201570"/>
                  </a:lnTo>
                  <a:lnTo>
                    <a:pt x="220658" y="150543"/>
                  </a:lnTo>
                  <a:lnTo>
                    <a:pt x="215321" y="99680"/>
                  </a:lnTo>
                  <a:lnTo>
                    <a:pt x="200234" y="58006"/>
                  </a:lnTo>
                  <a:lnTo>
                    <a:pt x="176782" y="26710"/>
                  </a:lnTo>
                  <a:lnTo>
                    <a:pt x="146352" y="6978"/>
                  </a:lnTo>
                  <a:lnTo>
                    <a:pt x="110329" y="0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3" name="object 163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044605" y="1721450"/>
              <a:ext cx="156715" cy="242985"/>
            </a:xfrm>
            <a:prstGeom prst="rect">
              <a:avLst/>
            </a:prstGeom>
          </p:spPr>
        </p:pic>
      </p:grpSp>
      <p:sp>
        <p:nvSpPr>
          <p:cNvPr id="164" name="object 164" descr=""/>
          <p:cNvSpPr/>
          <p:nvPr/>
        </p:nvSpPr>
        <p:spPr>
          <a:xfrm>
            <a:off x="15443468" y="1689306"/>
            <a:ext cx="359410" cy="219710"/>
          </a:xfrm>
          <a:custGeom>
            <a:avLst/>
            <a:gdLst/>
            <a:ahLst/>
            <a:cxnLst/>
            <a:rect l="l" t="t" r="r" b="b"/>
            <a:pathLst>
              <a:path w="359409" h="219710">
                <a:moveTo>
                  <a:pt x="179242" y="94347"/>
                </a:moveTo>
                <a:lnTo>
                  <a:pt x="207168" y="138567"/>
                </a:lnTo>
                <a:lnTo>
                  <a:pt x="246179" y="174989"/>
                </a:lnTo>
                <a:lnTo>
                  <a:pt x="292149" y="202324"/>
                </a:lnTo>
                <a:lnTo>
                  <a:pt x="340955" y="219284"/>
                </a:lnTo>
                <a:lnTo>
                  <a:pt x="358828" y="187319"/>
                </a:lnTo>
                <a:lnTo>
                  <a:pt x="313302" y="172988"/>
                </a:lnTo>
                <a:lnTo>
                  <a:pt x="270053" y="148313"/>
                </a:lnTo>
                <a:lnTo>
                  <a:pt x="233584" y="115405"/>
                </a:lnTo>
                <a:lnTo>
                  <a:pt x="208400" y="76376"/>
                </a:lnTo>
                <a:lnTo>
                  <a:pt x="199005" y="33339"/>
                </a:lnTo>
                <a:lnTo>
                  <a:pt x="199005" y="0"/>
                </a:lnTo>
                <a:lnTo>
                  <a:pt x="159135" y="0"/>
                </a:lnTo>
                <a:lnTo>
                  <a:pt x="159135" y="33339"/>
                </a:lnTo>
                <a:lnTo>
                  <a:pt x="149646" y="76475"/>
                </a:lnTo>
                <a:lnTo>
                  <a:pt x="124550" y="115454"/>
                </a:lnTo>
                <a:lnTo>
                  <a:pt x="88285" y="148263"/>
                </a:lnTo>
                <a:lnTo>
                  <a:pt x="45289" y="172889"/>
                </a:lnTo>
                <a:lnTo>
                  <a:pt x="0" y="187319"/>
                </a:lnTo>
                <a:lnTo>
                  <a:pt x="17529" y="219284"/>
                </a:lnTo>
                <a:lnTo>
                  <a:pt x="66407" y="202203"/>
                </a:lnTo>
                <a:lnTo>
                  <a:pt x="112370" y="174795"/>
                </a:lnTo>
                <a:lnTo>
                  <a:pt x="151340" y="138397"/>
                </a:lnTo>
                <a:lnTo>
                  <a:pt x="179242" y="94347"/>
                </a:lnTo>
                <a:close/>
              </a:path>
            </a:pathLst>
          </a:custGeom>
          <a:ln w="99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5" name="object 165" descr=""/>
          <p:cNvSpPr/>
          <p:nvPr/>
        </p:nvSpPr>
        <p:spPr>
          <a:xfrm>
            <a:off x="15426971" y="2000359"/>
            <a:ext cx="395605" cy="32384"/>
          </a:xfrm>
          <a:custGeom>
            <a:avLst/>
            <a:gdLst/>
            <a:ahLst/>
            <a:cxnLst/>
            <a:rect l="l" t="t" r="r" b="b"/>
            <a:pathLst>
              <a:path w="395605" h="32385">
                <a:moveTo>
                  <a:pt x="0" y="31964"/>
                </a:moveTo>
                <a:lnTo>
                  <a:pt x="395604" y="31964"/>
                </a:lnTo>
                <a:lnTo>
                  <a:pt x="395604" y="0"/>
                </a:lnTo>
                <a:lnTo>
                  <a:pt x="0" y="0"/>
                </a:lnTo>
                <a:lnTo>
                  <a:pt x="0" y="31964"/>
                </a:lnTo>
                <a:close/>
              </a:path>
            </a:pathLst>
          </a:custGeom>
          <a:ln w="99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66" name="object 166" descr=""/>
          <p:cNvGrpSpPr/>
          <p:nvPr/>
        </p:nvGrpSpPr>
        <p:grpSpPr>
          <a:xfrm>
            <a:off x="13287240" y="1654084"/>
            <a:ext cx="363220" cy="442595"/>
            <a:chOff x="13287240" y="1654084"/>
            <a:chExt cx="363220" cy="442595"/>
          </a:xfrm>
        </p:grpSpPr>
        <p:sp>
          <p:nvSpPr>
            <p:cNvPr id="167" name="object 167" descr=""/>
            <p:cNvSpPr/>
            <p:nvPr/>
          </p:nvSpPr>
          <p:spPr>
            <a:xfrm>
              <a:off x="13292217" y="1659060"/>
              <a:ext cx="353060" cy="432434"/>
            </a:xfrm>
            <a:custGeom>
              <a:avLst/>
              <a:gdLst/>
              <a:ahLst/>
              <a:cxnLst/>
              <a:rect l="l" t="t" r="r" b="b"/>
              <a:pathLst>
                <a:path w="353059" h="432435">
                  <a:moveTo>
                    <a:pt x="352985" y="0"/>
                  </a:moveTo>
                  <a:lnTo>
                    <a:pt x="315865" y="0"/>
                  </a:lnTo>
                  <a:lnTo>
                    <a:pt x="315865" y="432037"/>
                  </a:lnTo>
                  <a:lnTo>
                    <a:pt x="352985" y="432037"/>
                  </a:lnTo>
                  <a:lnTo>
                    <a:pt x="352985" y="0"/>
                  </a:lnTo>
                  <a:close/>
                </a:path>
                <a:path w="353059" h="432435">
                  <a:moveTo>
                    <a:pt x="264653" y="10311"/>
                  </a:moveTo>
                  <a:lnTo>
                    <a:pt x="228221" y="10311"/>
                  </a:lnTo>
                  <a:lnTo>
                    <a:pt x="228221" y="164978"/>
                  </a:lnTo>
                  <a:lnTo>
                    <a:pt x="133701" y="164978"/>
                  </a:lnTo>
                  <a:lnTo>
                    <a:pt x="133701" y="196943"/>
                  </a:lnTo>
                  <a:lnTo>
                    <a:pt x="228221" y="196943"/>
                  </a:lnTo>
                  <a:lnTo>
                    <a:pt x="228221" y="409352"/>
                  </a:lnTo>
                  <a:lnTo>
                    <a:pt x="264653" y="409352"/>
                  </a:lnTo>
                  <a:lnTo>
                    <a:pt x="264653" y="10311"/>
                  </a:lnTo>
                  <a:close/>
                </a:path>
                <a:path w="353059" h="432435">
                  <a:moveTo>
                    <a:pt x="162916" y="53274"/>
                  </a:moveTo>
                  <a:lnTo>
                    <a:pt x="0" y="53274"/>
                  </a:lnTo>
                  <a:lnTo>
                    <a:pt x="0" y="327894"/>
                  </a:lnTo>
                  <a:lnTo>
                    <a:pt x="27497" y="327894"/>
                  </a:lnTo>
                  <a:lnTo>
                    <a:pt x="75019" y="327212"/>
                  </a:lnTo>
                  <a:lnTo>
                    <a:pt x="115614" y="325273"/>
                  </a:lnTo>
                  <a:lnTo>
                    <a:pt x="152535" y="321466"/>
                  </a:lnTo>
                  <a:lnTo>
                    <a:pt x="189038" y="315177"/>
                  </a:lnTo>
                  <a:lnTo>
                    <a:pt x="186745" y="295586"/>
                  </a:lnTo>
                  <a:lnTo>
                    <a:pt x="37121" y="295586"/>
                  </a:lnTo>
                  <a:lnTo>
                    <a:pt x="37121" y="84894"/>
                  </a:lnTo>
                  <a:lnTo>
                    <a:pt x="162916" y="84894"/>
                  </a:lnTo>
                  <a:lnTo>
                    <a:pt x="162916" y="53274"/>
                  </a:lnTo>
                  <a:close/>
                </a:path>
                <a:path w="353059" h="432435">
                  <a:moveTo>
                    <a:pt x="185257" y="282869"/>
                  </a:moveTo>
                  <a:lnTo>
                    <a:pt x="151308" y="289109"/>
                  </a:lnTo>
                  <a:lnTo>
                    <a:pt x="117182" y="292965"/>
                  </a:lnTo>
                  <a:lnTo>
                    <a:pt x="80059" y="294952"/>
                  </a:lnTo>
                  <a:lnTo>
                    <a:pt x="37121" y="295586"/>
                  </a:lnTo>
                  <a:lnTo>
                    <a:pt x="186745" y="295586"/>
                  </a:lnTo>
                  <a:lnTo>
                    <a:pt x="185257" y="2828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13292216" y="1659060"/>
              <a:ext cx="353060" cy="432434"/>
            </a:xfrm>
            <a:custGeom>
              <a:avLst/>
              <a:gdLst/>
              <a:ahLst/>
              <a:cxnLst/>
              <a:rect l="l" t="t" r="r" b="b"/>
              <a:pathLst>
                <a:path w="353059" h="432435">
                  <a:moveTo>
                    <a:pt x="315865" y="432037"/>
                  </a:moveTo>
                  <a:lnTo>
                    <a:pt x="352985" y="432037"/>
                  </a:lnTo>
                  <a:lnTo>
                    <a:pt x="352985" y="0"/>
                  </a:lnTo>
                  <a:lnTo>
                    <a:pt x="315865" y="0"/>
                  </a:lnTo>
                  <a:lnTo>
                    <a:pt x="315865" y="432037"/>
                  </a:lnTo>
                  <a:close/>
                </a:path>
                <a:path w="353059" h="432435">
                  <a:moveTo>
                    <a:pt x="133701" y="164978"/>
                  </a:moveTo>
                  <a:lnTo>
                    <a:pt x="133701" y="196943"/>
                  </a:lnTo>
                  <a:lnTo>
                    <a:pt x="228221" y="196943"/>
                  </a:lnTo>
                  <a:lnTo>
                    <a:pt x="228221" y="409352"/>
                  </a:lnTo>
                  <a:lnTo>
                    <a:pt x="264653" y="409352"/>
                  </a:lnTo>
                  <a:lnTo>
                    <a:pt x="264653" y="10311"/>
                  </a:lnTo>
                  <a:lnTo>
                    <a:pt x="228221" y="10311"/>
                  </a:lnTo>
                  <a:lnTo>
                    <a:pt x="228221" y="164978"/>
                  </a:lnTo>
                  <a:lnTo>
                    <a:pt x="133701" y="164978"/>
                  </a:lnTo>
                  <a:close/>
                </a:path>
                <a:path w="353059" h="432435">
                  <a:moveTo>
                    <a:pt x="37121" y="84894"/>
                  </a:moveTo>
                  <a:lnTo>
                    <a:pt x="162916" y="84894"/>
                  </a:lnTo>
                  <a:lnTo>
                    <a:pt x="162916" y="53274"/>
                  </a:lnTo>
                  <a:lnTo>
                    <a:pt x="0" y="53274"/>
                  </a:lnTo>
                  <a:lnTo>
                    <a:pt x="0" y="327894"/>
                  </a:lnTo>
                  <a:lnTo>
                    <a:pt x="27497" y="327894"/>
                  </a:lnTo>
                  <a:lnTo>
                    <a:pt x="75019" y="327212"/>
                  </a:lnTo>
                  <a:lnTo>
                    <a:pt x="115614" y="325273"/>
                  </a:lnTo>
                  <a:lnTo>
                    <a:pt x="152535" y="321466"/>
                  </a:lnTo>
                  <a:lnTo>
                    <a:pt x="189038" y="315177"/>
                  </a:lnTo>
                  <a:lnTo>
                    <a:pt x="185257" y="282869"/>
                  </a:lnTo>
                  <a:lnTo>
                    <a:pt x="151308" y="289109"/>
                  </a:lnTo>
                  <a:lnTo>
                    <a:pt x="117182" y="292965"/>
                  </a:lnTo>
                  <a:lnTo>
                    <a:pt x="80059" y="294952"/>
                  </a:lnTo>
                  <a:lnTo>
                    <a:pt x="37121" y="295586"/>
                  </a:lnTo>
                  <a:lnTo>
                    <a:pt x="37121" y="84894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9" name="object 169" descr=""/>
          <p:cNvGrpSpPr/>
          <p:nvPr/>
        </p:nvGrpSpPr>
        <p:grpSpPr>
          <a:xfrm>
            <a:off x="13716872" y="1654084"/>
            <a:ext cx="349885" cy="443230"/>
            <a:chOff x="13716872" y="1654084"/>
            <a:chExt cx="349885" cy="443230"/>
          </a:xfrm>
        </p:grpSpPr>
        <p:sp>
          <p:nvSpPr>
            <p:cNvPr id="170" name="object 170" descr=""/>
            <p:cNvSpPr/>
            <p:nvPr/>
          </p:nvSpPr>
          <p:spPr>
            <a:xfrm>
              <a:off x="13721850" y="1659060"/>
              <a:ext cx="340360" cy="433070"/>
            </a:xfrm>
            <a:custGeom>
              <a:avLst/>
              <a:gdLst/>
              <a:ahLst/>
              <a:cxnLst/>
              <a:rect l="l" t="t" r="r" b="b"/>
              <a:pathLst>
                <a:path w="340359" h="433069">
                  <a:moveTo>
                    <a:pt x="339924" y="0"/>
                  </a:moveTo>
                  <a:lnTo>
                    <a:pt x="301773" y="0"/>
                  </a:lnTo>
                  <a:lnTo>
                    <a:pt x="301773" y="432724"/>
                  </a:lnTo>
                  <a:lnTo>
                    <a:pt x="339924" y="432724"/>
                  </a:lnTo>
                  <a:lnTo>
                    <a:pt x="339924" y="0"/>
                  </a:lnTo>
                  <a:close/>
                </a:path>
                <a:path w="340359" h="433069">
                  <a:moveTo>
                    <a:pt x="110329" y="33339"/>
                  </a:moveTo>
                  <a:lnTo>
                    <a:pt x="43578" y="60049"/>
                  </a:lnTo>
                  <a:lnTo>
                    <a:pt x="20226" y="91345"/>
                  </a:lnTo>
                  <a:lnTo>
                    <a:pt x="5271" y="133019"/>
                  </a:lnTo>
                  <a:lnTo>
                    <a:pt x="0" y="183882"/>
                  </a:lnTo>
                  <a:lnTo>
                    <a:pt x="5271" y="234910"/>
                  </a:lnTo>
                  <a:lnTo>
                    <a:pt x="20226" y="276666"/>
                  </a:lnTo>
                  <a:lnTo>
                    <a:pt x="43578" y="307962"/>
                  </a:lnTo>
                  <a:lnTo>
                    <a:pt x="74042" y="327611"/>
                  </a:lnTo>
                  <a:lnTo>
                    <a:pt x="110329" y="334424"/>
                  </a:lnTo>
                  <a:lnTo>
                    <a:pt x="146352" y="327611"/>
                  </a:lnTo>
                  <a:lnTo>
                    <a:pt x="176782" y="307962"/>
                  </a:lnTo>
                  <a:lnTo>
                    <a:pt x="182450" y="300397"/>
                  </a:lnTo>
                  <a:lnTo>
                    <a:pt x="110329" y="300397"/>
                  </a:lnTo>
                  <a:lnTo>
                    <a:pt x="80566" y="292100"/>
                  </a:lnTo>
                  <a:lnTo>
                    <a:pt x="57313" y="268562"/>
                  </a:lnTo>
                  <a:lnTo>
                    <a:pt x="42179" y="231812"/>
                  </a:lnTo>
                  <a:lnTo>
                    <a:pt x="36776" y="183882"/>
                  </a:lnTo>
                  <a:lnTo>
                    <a:pt x="42179" y="136144"/>
                  </a:lnTo>
                  <a:lnTo>
                    <a:pt x="57313" y="99459"/>
                  </a:lnTo>
                  <a:lnTo>
                    <a:pt x="80566" y="75856"/>
                  </a:lnTo>
                  <a:lnTo>
                    <a:pt x="110329" y="67366"/>
                  </a:lnTo>
                  <a:lnTo>
                    <a:pt x="182265" y="67366"/>
                  </a:lnTo>
                  <a:lnTo>
                    <a:pt x="176782" y="60049"/>
                  </a:lnTo>
                  <a:lnTo>
                    <a:pt x="146352" y="40317"/>
                  </a:lnTo>
                  <a:lnTo>
                    <a:pt x="110329" y="33339"/>
                  </a:lnTo>
                  <a:close/>
                </a:path>
                <a:path w="340359" h="433069">
                  <a:moveTo>
                    <a:pt x="182265" y="67366"/>
                  </a:moveTo>
                  <a:lnTo>
                    <a:pt x="110329" y="67366"/>
                  </a:lnTo>
                  <a:lnTo>
                    <a:pt x="140038" y="75856"/>
                  </a:lnTo>
                  <a:lnTo>
                    <a:pt x="163174" y="99459"/>
                  </a:lnTo>
                  <a:lnTo>
                    <a:pt x="178189" y="136144"/>
                  </a:lnTo>
                  <a:lnTo>
                    <a:pt x="183538" y="183882"/>
                  </a:lnTo>
                  <a:lnTo>
                    <a:pt x="178189" y="231812"/>
                  </a:lnTo>
                  <a:lnTo>
                    <a:pt x="163174" y="268562"/>
                  </a:lnTo>
                  <a:lnTo>
                    <a:pt x="140038" y="292100"/>
                  </a:lnTo>
                  <a:lnTo>
                    <a:pt x="110329" y="300397"/>
                  </a:lnTo>
                  <a:lnTo>
                    <a:pt x="182450" y="300397"/>
                  </a:lnTo>
                  <a:lnTo>
                    <a:pt x="200234" y="276666"/>
                  </a:lnTo>
                  <a:lnTo>
                    <a:pt x="215321" y="234910"/>
                  </a:lnTo>
                  <a:lnTo>
                    <a:pt x="220658" y="183882"/>
                  </a:lnTo>
                  <a:lnTo>
                    <a:pt x="215321" y="133019"/>
                  </a:lnTo>
                  <a:lnTo>
                    <a:pt x="200234" y="91345"/>
                  </a:lnTo>
                  <a:lnTo>
                    <a:pt x="182265" y="673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13721849" y="1659060"/>
              <a:ext cx="340360" cy="433070"/>
            </a:xfrm>
            <a:custGeom>
              <a:avLst/>
              <a:gdLst/>
              <a:ahLst/>
              <a:cxnLst/>
              <a:rect l="l" t="t" r="r" b="b"/>
              <a:pathLst>
                <a:path w="340359" h="433069">
                  <a:moveTo>
                    <a:pt x="301773" y="0"/>
                  </a:moveTo>
                  <a:lnTo>
                    <a:pt x="301773" y="432724"/>
                  </a:lnTo>
                  <a:lnTo>
                    <a:pt x="339924" y="432724"/>
                  </a:lnTo>
                  <a:lnTo>
                    <a:pt x="339924" y="0"/>
                  </a:lnTo>
                  <a:lnTo>
                    <a:pt x="301773" y="0"/>
                  </a:lnTo>
                  <a:close/>
                </a:path>
                <a:path w="340359" h="433069">
                  <a:moveTo>
                    <a:pt x="110329" y="33339"/>
                  </a:moveTo>
                  <a:lnTo>
                    <a:pt x="43578" y="60049"/>
                  </a:lnTo>
                  <a:lnTo>
                    <a:pt x="20226" y="91345"/>
                  </a:lnTo>
                  <a:lnTo>
                    <a:pt x="5271" y="133019"/>
                  </a:lnTo>
                  <a:lnTo>
                    <a:pt x="0" y="183882"/>
                  </a:lnTo>
                  <a:lnTo>
                    <a:pt x="5271" y="234910"/>
                  </a:lnTo>
                  <a:lnTo>
                    <a:pt x="20226" y="276666"/>
                  </a:lnTo>
                  <a:lnTo>
                    <a:pt x="43578" y="307962"/>
                  </a:lnTo>
                  <a:lnTo>
                    <a:pt x="74042" y="327611"/>
                  </a:lnTo>
                  <a:lnTo>
                    <a:pt x="110329" y="334424"/>
                  </a:lnTo>
                  <a:lnTo>
                    <a:pt x="146352" y="327611"/>
                  </a:lnTo>
                  <a:lnTo>
                    <a:pt x="176782" y="307962"/>
                  </a:lnTo>
                  <a:lnTo>
                    <a:pt x="200234" y="276666"/>
                  </a:lnTo>
                  <a:lnTo>
                    <a:pt x="215321" y="234910"/>
                  </a:lnTo>
                  <a:lnTo>
                    <a:pt x="220658" y="183882"/>
                  </a:lnTo>
                  <a:lnTo>
                    <a:pt x="215321" y="133019"/>
                  </a:lnTo>
                  <a:lnTo>
                    <a:pt x="200234" y="91345"/>
                  </a:lnTo>
                  <a:lnTo>
                    <a:pt x="176782" y="60049"/>
                  </a:lnTo>
                  <a:lnTo>
                    <a:pt x="146352" y="40317"/>
                  </a:lnTo>
                  <a:lnTo>
                    <a:pt x="110329" y="33339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2" name="object 172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3753649" y="1721450"/>
              <a:ext cx="156715" cy="242985"/>
            </a:xfrm>
            <a:prstGeom prst="rect">
              <a:avLst/>
            </a:prstGeom>
          </p:spPr>
        </p:pic>
      </p:grpSp>
      <p:grpSp>
        <p:nvGrpSpPr>
          <p:cNvPr id="173" name="object 173" descr=""/>
          <p:cNvGrpSpPr/>
          <p:nvPr/>
        </p:nvGrpSpPr>
        <p:grpSpPr>
          <a:xfrm>
            <a:off x="14150971" y="1654084"/>
            <a:ext cx="348615" cy="443230"/>
            <a:chOff x="14150971" y="1654084"/>
            <a:chExt cx="348615" cy="443230"/>
          </a:xfrm>
        </p:grpSpPr>
        <p:sp>
          <p:nvSpPr>
            <p:cNvPr id="174" name="object 174" descr=""/>
            <p:cNvSpPr/>
            <p:nvPr/>
          </p:nvSpPr>
          <p:spPr>
            <a:xfrm>
              <a:off x="14155949" y="1659060"/>
              <a:ext cx="338455" cy="433070"/>
            </a:xfrm>
            <a:custGeom>
              <a:avLst/>
              <a:gdLst/>
              <a:ahLst/>
              <a:cxnLst/>
              <a:rect l="l" t="t" r="r" b="b"/>
              <a:pathLst>
                <a:path w="338455" h="433069">
                  <a:moveTo>
                    <a:pt x="338206" y="0"/>
                  </a:moveTo>
                  <a:lnTo>
                    <a:pt x="300399" y="0"/>
                  </a:lnTo>
                  <a:lnTo>
                    <a:pt x="300399" y="163259"/>
                  </a:lnTo>
                  <a:lnTo>
                    <a:pt x="208973" y="163259"/>
                  </a:lnTo>
                  <a:lnTo>
                    <a:pt x="208973" y="194880"/>
                  </a:lnTo>
                  <a:lnTo>
                    <a:pt x="300399" y="194880"/>
                  </a:lnTo>
                  <a:lnTo>
                    <a:pt x="300399" y="432724"/>
                  </a:lnTo>
                  <a:lnTo>
                    <a:pt x="338206" y="432724"/>
                  </a:lnTo>
                  <a:lnTo>
                    <a:pt x="338206" y="0"/>
                  </a:lnTo>
                  <a:close/>
                </a:path>
                <a:path w="338455" h="433069">
                  <a:moveTo>
                    <a:pt x="201755" y="39526"/>
                  </a:moveTo>
                  <a:lnTo>
                    <a:pt x="0" y="39526"/>
                  </a:lnTo>
                  <a:lnTo>
                    <a:pt x="0" y="328582"/>
                  </a:lnTo>
                  <a:lnTo>
                    <a:pt x="32995" y="328582"/>
                  </a:lnTo>
                  <a:lnTo>
                    <a:pt x="90534" y="327792"/>
                  </a:lnTo>
                  <a:lnTo>
                    <a:pt x="140403" y="325617"/>
                  </a:lnTo>
                  <a:lnTo>
                    <a:pt x="186406" y="321573"/>
                  </a:lnTo>
                  <a:lnTo>
                    <a:pt x="232345" y="315177"/>
                  </a:lnTo>
                  <a:lnTo>
                    <a:pt x="229722" y="296617"/>
                  </a:lnTo>
                  <a:lnTo>
                    <a:pt x="38495" y="296617"/>
                  </a:lnTo>
                  <a:lnTo>
                    <a:pt x="38495" y="192131"/>
                  </a:lnTo>
                  <a:lnTo>
                    <a:pt x="182507" y="192131"/>
                  </a:lnTo>
                  <a:lnTo>
                    <a:pt x="182507" y="161197"/>
                  </a:lnTo>
                  <a:lnTo>
                    <a:pt x="38495" y="161197"/>
                  </a:lnTo>
                  <a:lnTo>
                    <a:pt x="38495" y="71146"/>
                  </a:lnTo>
                  <a:lnTo>
                    <a:pt x="201755" y="71146"/>
                  </a:lnTo>
                  <a:lnTo>
                    <a:pt x="201755" y="39526"/>
                  </a:lnTo>
                  <a:close/>
                </a:path>
                <a:path w="338455" h="433069">
                  <a:moveTo>
                    <a:pt x="227876" y="283556"/>
                  </a:moveTo>
                  <a:lnTo>
                    <a:pt x="184510" y="290140"/>
                  </a:lnTo>
                  <a:lnTo>
                    <a:pt x="140790" y="294082"/>
                  </a:lnTo>
                  <a:lnTo>
                    <a:pt x="93268" y="296026"/>
                  </a:lnTo>
                  <a:lnTo>
                    <a:pt x="38495" y="296617"/>
                  </a:lnTo>
                  <a:lnTo>
                    <a:pt x="229722" y="296617"/>
                  </a:lnTo>
                  <a:lnTo>
                    <a:pt x="227876" y="283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14155948" y="1659060"/>
              <a:ext cx="338455" cy="433070"/>
            </a:xfrm>
            <a:custGeom>
              <a:avLst/>
              <a:gdLst/>
              <a:ahLst/>
              <a:cxnLst/>
              <a:rect l="l" t="t" r="r" b="b"/>
              <a:pathLst>
                <a:path w="338455" h="433069">
                  <a:moveTo>
                    <a:pt x="300399" y="163259"/>
                  </a:moveTo>
                  <a:lnTo>
                    <a:pt x="208973" y="163259"/>
                  </a:lnTo>
                  <a:lnTo>
                    <a:pt x="208973" y="194880"/>
                  </a:lnTo>
                  <a:lnTo>
                    <a:pt x="300399" y="194880"/>
                  </a:lnTo>
                  <a:lnTo>
                    <a:pt x="300399" y="432724"/>
                  </a:lnTo>
                  <a:lnTo>
                    <a:pt x="338206" y="432724"/>
                  </a:lnTo>
                  <a:lnTo>
                    <a:pt x="338206" y="0"/>
                  </a:lnTo>
                  <a:lnTo>
                    <a:pt x="300399" y="0"/>
                  </a:lnTo>
                  <a:lnTo>
                    <a:pt x="300399" y="163259"/>
                  </a:lnTo>
                  <a:close/>
                </a:path>
                <a:path w="338455" h="433069">
                  <a:moveTo>
                    <a:pt x="38495" y="192131"/>
                  </a:moveTo>
                  <a:lnTo>
                    <a:pt x="182507" y="192131"/>
                  </a:lnTo>
                  <a:lnTo>
                    <a:pt x="182507" y="161197"/>
                  </a:lnTo>
                  <a:lnTo>
                    <a:pt x="38495" y="161197"/>
                  </a:lnTo>
                  <a:lnTo>
                    <a:pt x="38495" y="71146"/>
                  </a:lnTo>
                  <a:lnTo>
                    <a:pt x="201755" y="71146"/>
                  </a:lnTo>
                  <a:lnTo>
                    <a:pt x="201755" y="39526"/>
                  </a:lnTo>
                  <a:lnTo>
                    <a:pt x="0" y="39526"/>
                  </a:lnTo>
                  <a:lnTo>
                    <a:pt x="0" y="328582"/>
                  </a:lnTo>
                  <a:lnTo>
                    <a:pt x="32995" y="328582"/>
                  </a:lnTo>
                  <a:lnTo>
                    <a:pt x="90534" y="327792"/>
                  </a:lnTo>
                  <a:lnTo>
                    <a:pt x="140403" y="325617"/>
                  </a:lnTo>
                  <a:lnTo>
                    <a:pt x="186406" y="321573"/>
                  </a:lnTo>
                  <a:lnTo>
                    <a:pt x="232345" y="315177"/>
                  </a:lnTo>
                  <a:lnTo>
                    <a:pt x="227876" y="283556"/>
                  </a:lnTo>
                  <a:lnTo>
                    <a:pt x="184510" y="290140"/>
                  </a:lnTo>
                  <a:lnTo>
                    <a:pt x="140790" y="294082"/>
                  </a:lnTo>
                  <a:lnTo>
                    <a:pt x="93268" y="296026"/>
                  </a:lnTo>
                  <a:lnTo>
                    <a:pt x="38495" y="296617"/>
                  </a:lnTo>
                  <a:lnTo>
                    <a:pt x="38495" y="192131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 descr=""/>
          <p:cNvSpPr/>
          <p:nvPr/>
        </p:nvSpPr>
        <p:spPr>
          <a:xfrm>
            <a:off x="14899727" y="1659060"/>
            <a:ext cx="36830" cy="432434"/>
          </a:xfrm>
          <a:custGeom>
            <a:avLst/>
            <a:gdLst/>
            <a:ahLst/>
            <a:cxnLst/>
            <a:rect l="l" t="t" r="r" b="b"/>
            <a:pathLst>
              <a:path w="36830" h="432435">
                <a:moveTo>
                  <a:pt x="36775" y="0"/>
                </a:moveTo>
                <a:lnTo>
                  <a:pt x="0" y="0"/>
                </a:lnTo>
                <a:lnTo>
                  <a:pt x="0" y="432037"/>
                </a:lnTo>
                <a:lnTo>
                  <a:pt x="36775" y="432037"/>
                </a:lnTo>
                <a:lnTo>
                  <a:pt x="367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 descr=""/>
          <p:cNvSpPr/>
          <p:nvPr/>
        </p:nvSpPr>
        <p:spPr>
          <a:xfrm>
            <a:off x="14813114" y="1855316"/>
            <a:ext cx="36830" cy="214629"/>
          </a:xfrm>
          <a:custGeom>
            <a:avLst/>
            <a:gdLst/>
            <a:ahLst/>
            <a:cxnLst/>
            <a:rect l="l" t="t" r="r" b="b"/>
            <a:pathLst>
              <a:path w="36830" h="214630">
                <a:moveTo>
                  <a:pt x="36776" y="0"/>
                </a:moveTo>
                <a:lnTo>
                  <a:pt x="0" y="0"/>
                </a:lnTo>
                <a:lnTo>
                  <a:pt x="0" y="214128"/>
                </a:lnTo>
                <a:lnTo>
                  <a:pt x="36776" y="214128"/>
                </a:lnTo>
                <a:lnTo>
                  <a:pt x="367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 descr=""/>
          <p:cNvSpPr/>
          <p:nvPr/>
        </p:nvSpPr>
        <p:spPr>
          <a:xfrm>
            <a:off x="14582140" y="1668690"/>
            <a:ext cx="267970" cy="314325"/>
          </a:xfrm>
          <a:custGeom>
            <a:avLst/>
            <a:gdLst/>
            <a:ahLst/>
            <a:cxnLst/>
            <a:rect l="l" t="t" r="r" b="b"/>
            <a:pathLst>
              <a:path w="267969" h="314325">
                <a:moveTo>
                  <a:pt x="267741" y="0"/>
                </a:moveTo>
                <a:lnTo>
                  <a:pt x="230962" y="0"/>
                </a:lnTo>
                <a:lnTo>
                  <a:pt x="230962" y="153758"/>
                </a:lnTo>
                <a:lnTo>
                  <a:pt x="166001" y="153758"/>
                </a:lnTo>
                <a:lnTo>
                  <a:pt x="166001" y="138861"/>
                </a:lnTo>
                <a:lnTo>
                  <a:pt x="166001" y="138518"/>
                </a:lnTo>
                <a:lnTo>
                  <a:pt x="166001" y="32994"/>
                </a:lnTo>
                <a:lnTo>
                  <a:pt x="130949" y="32994"/>
                </a:lnTo>
                <a:lnTo>
                  <a:pt x="130949" y="138518"/>
                </a:lnTo>
                <a:lnTo>
                  <a:pt x="130949" y="170268"/>
                </a:lnTo>
                <a:lnTo>
                  <a:pt x="130949" y="186778"/>
                </a:lnTo>
                <a:lnTo>
                  <a:pt x="130949" y="282028"/>
                </a:lnTo>
                <a:lnTo>
                  <a:pt x="36436" y="282028"/>
                </a:lnTo>
                <a:lnTo>
                  <a:pt x="36436" y="170268"/>
                </a:lnTo>
                <a:lnTo>
                  <a:pt x="130949" y="170268"/>
                </a:lnTo>
                <a:lnTo>
                  <a:pt x="130949" y="138518"/>
                </a:lnTo>
                <a:lnTo>
                  <a:pt x="36436" y="138518"/>
                </a:lnTo>
                <a:lnTo>
                  <a:pt x="36436" y="33108"/>
                </a:lnTo>
                <a:lnTo>
                  <a:pt x="0" y="33108"/>
                </a:lnTo>
                <a:lnTo>
                  <a:pt x="0" y="313778"/>
                </a:lnTo>
                <a:lnTo>
                  <a:pt x="166001" y="313778"/>
                </a:lnTo>
                <a:lnTo>
                  <a:pt x="166001" y="282028"/>
                </a:lnTo>
                <a:lnTo>
                  <a:pt x="166001" y="186778"/>
                </a:lnTo>
                <a:lnTo>
                  <a:pt x="267741" y="186778"/>
                </a:lnTo>
                <a:lnTo>
                  <a:pt x="267741" y="170268"/>
                </a:lnTo>
                <a:lnTo>
                  <a:pt x="267741" y="154317"/>
                </a:lnTo>
                <a:lnTo>
                  <a:pt x="267741" y="153758"/>
                </a:lnTo>
                <a:lnTo>
                  <a:pt x="2677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 descr=""/>
          <p:cNvSpPr/>
          <p:nvPr/>
        </p:nvSpPr>
        <p:spPr>
          <a:xfrm>
            <a:off x="14582144" y="1659060"/>
            <a:ext cx="354965" cy="432434"/>
          </a:xfrm>
          <a:custGeom>
            <a:avLst/>
            <a:gdLst/>
            <a:ahLst/>
            <a:cxnLst/>
            <a:rect l="l" t="t" r="r" b="b"/>
            <a:pathLst>
              <a:path w="354965" h="432435">
                <a:moveTo>
                  <a:pt x="317584" y="432037"/>
                </a:moveTo>
                <a:lnTo>
                  <a:pt x="354359" y="432037"/>
                </a:lnTo>
                <a:lnTo>
                  <a:pt x="354359" y="0"/>
                </a:lnTo>
                <a:lnTo>
                  <a:pt x="317584" y="0"/>
                </a:lnTo>
                <a:lnTo>
                  <a:pt x="317584" y="432037"/>
                </a:lnTo>
                <a:close/>
              </a:path>
              <a:path w="354965" h="432435">
                <a:moveTo>
                  <a:pt x="166009" y="163946"/>
                </a:moveTo>
                <a:lnTo>
                  <a:pt x="166009" y="42619"/>
                </a:lnTo>
                <a:lnTo>
                  <a:pt x="130951" y="42619"/>
                </a:lnTo>
                <a:lnTo>
                  <a:pt x="130951" y="148480"/>
                </a:lnTo>
                <a:lnTo>
                  <a:pt x="36432" y="148480"/>
                </a:lnTo>
                <a:lnTo>
                  <a:pt x="36432" y="42619"/>
                </a:lnTo>
                <a:lnTo>
                  <a:pt x="0" y="42619"/>
                </a:lnTo>
                <a:lnTo>
                  <a:pt x="0" y="323426"/>
                </a:lnTo>
                <a:lnTo>
                  <a:pt x="166009" y="323426"/>
                </a:lnTo>
                <a:lnTo>
                  <a:pt x="166009" y="196255"/>
                </a:lnTo>
                <a:lnTo>
                  <a:pt x="230969" y="196255"/>
                </a:lnTo>
                <a:lnTo>
                  <a:pt x="230969" y="410383"/>
                </a:lnTo>
                <a:lnTo>
                  <a:pt x="267746" y="410383"/>
                </a:lnTo>
                <a:lnTo>
                  <a:pt x="267746" y="9623"/>
                </a:lnTo>
                <a:lnTo>
                  <a:pt x="230969" y="9623"/>
                </a:lnTo>
                <a:lnTo>
                  <a:pt x="230969" y="163946"/>
                </a:lnTo>
                <a:lnTo>
                  <a:pt x="166009" y="163946"/>
                </a:lnTo>
                <a:close/>
              </a:path>
              <a:path w="354965" h="432435">
                <a:moveTo>
                  <a:pt x="36432" y="291461"/>
                </a:moveTo>
                <a:lnTo>
                  <a:pt x="36432" y="179757"/>
                </a:lnTo>
                <a:lnTo>
                  <a:pt x="130951" y="179757"/>
                </a:lnTo>
                <a:lnTo>
                  <a:pt x="130951" y="291461"/>
                </a:lnTo>
                <a:lnTo>
                  <a:pt x="36432" y="291461"/>
                </a:lnTo>
                <a:close/>
              </a:path>
            </a:pathLst>
          </a:custGeom>
          <a:ln w="99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80" name="object 180" descr=""/>
          <p:cNvGrpSpPr/>
          <p:nvPr/>
        </p:nvGrpSpPr>
        <p:grpSpPr>
          <a:xfrm>
            <a:off x="15007829" y="1654084"/>
            <a:ext cx="349885" cy="443230"/>
            <a:chOff x="15007829" y="1654084"/>
            <a:chExt cx="349885" cy="443230"/>
          </a:xfrm>
        </p:grpSpPr>
        <p:sp>
          <p:nvSpPr>
            <p:cNvPr id="181" name="object 181" descr=""/>
            <p:cNvSpPr/>
            <p:nvPr/>
          </p:nvSpPr>
          <p:spPr>
            <a:xfrm>
              <a:off x="15012806" y="1659060"/>
              <a:ext cx="340360" cy="433070"/>
            </a:xfrm>
            <a:custGeom>
              <a:avLst/>
              <a:gdLst/>
              <a:ahLst/>
              <a:cxnLst/>
              <a:rect l="l" t="t" r="r" b="b"/>
              <a:pathLst>
                <a:path w="340359" h="433069">
                  <a:moveTo>
                    <a:pt x="339923" y="0"/>
                  </a:moveTo>
                  <a:lnTo>
                    <a:pt x="301772" y="0"/>
                  </a:lnTo>
                  <a:lnTo>
                    <a:pt x="301772" y="432724"/>
                  </a:lnTo>
                  <a:lnTo>
                    <a:pt x="339923" y="432724"/>
                  </a:lnTo>
                  <a:lnTo>
                    <a:pt x="339923" y="0"/>
                  </a:lnTo>
                  <a:close/>
                </a:path>
                <a:path w="340359" h="433069">
                  <a:moveTo>
                    <a:pt x="110329" y="33339"/>
                  </a:moveTo>
                  <a:lnTo>
                    <a:pt x="43578" y="60049"/>
                  </a:lnTo>
                  <a:lnTo>
                    <a:pt x="20226" y="91345"/>
                  </a:lnTo>
                  <a:lnTo>
                    <a:pt x="5271" y="133019"/>
                  </a:lnTo>
                  <a:lnTo>
                    <a:pt x="0" y="183882"/>
                  </a:lnTo>
                  <a:lnTo>
                    <a:pt x="5271" y="234910"/>
                  </a:lnTo>
                  <a:lnTo>
                    <a:pt x="20226" y="276666"/>
                  </a:lnTo>
                  <a:lnTo>
                    <a:pt x="43578" y="307962"/>
                  </a:lnTo>
                  <a:lnTo>
                    <a:pt x="74042" y="327611"/>
                  </a:lnTo>
                  <a:lnTo>
                    <a:pt x="110329" y="334424"/>
                  </a:lnTo>
                  <a:lnTo>
                    <a:pt x="146352" y="327611"/>
                  </a:lnTo>
                  <a:lnTo>
                    <a:pt x="176782" y="307962"/>
                  </a:lnTo>
                  <a:lnTo>
                    <a:pt x="182450" y="300397"/>
                  </a:lnTo>
                  <a:lnTo>
                    <a:pt x="110329" y="300397"/>
                  </a:lnTo>
                  <a:lnTo>
                    <a:pt x="80565" y="292100"/>
                  </a:lnTo>
                  <a:lnTo>
                    <a:pt x="57312" y="268562"/>
                  </a:lnTo>
                  <a:lnTo>
                    <a:pt x="42178" y="231812"/>
                  </a:lnTo>
                  <a:lnTo>
                    <a:pt x="36775" y="183882"/>
                  </a:lnTo>
                  <a:lnTo>
                    <a:pt x="42178" y="136144"/>
                  </a:lnTo>
                  <a:lnTo>
                    <a:pt x="57312" y="99459"/>
                  </a:lnTo>
                  <a:lnTo>
                    <a:pt x="80565" y="75856"/>
                  </a:lnTo>
                  <a:lnTo>
                    <a:pt x="110329" y="67366"/>
                  </a:lnTo>
                  <a:lnTo>
                    <a:pt x="182265" y="67366"/>
                  </a:lnTo>
                  <a:lnTo>
                    <a:pt x="176782" y="60049"/>
                  </a:lnTo>
                  <a:lnTo>
                    <a:pt x="146352" y="40317"/>
                  </a:lnTo>
                  <a:lnTo>
                    <a:pt x="110329" y="33339"/>
                  </a:lnTo>
                  <a:close/>
                </a:path>
                <a:path w="340359" h="433069">
                  <a:moveTo>
                    <a:pt x="182265" y="67366"/>
                  </a:moveTo>
                  <a:lnTo>
                    <a:pt x="110329" y="67366"/>
                  </a:lnTo>
                  <a:lnTo>
                    <a:pt x="140038" y="75856"/>
                  </a:lnTo>
                  <a:lnTo>
                    <a:pt x="163173" y="99459"/>
                  </a:lnTo>
                  <a:lnTo>
                    <a:pt x="178188" y="136144"/>
                  </a:lnTo>
                  <a:lnTo>
                    <a:pt x="183537" y="183882"/>
                  </a:lnTo>
                  <a:lnTo>
                    <a:pt x="178188" y="231812"/>
                  </a:lnTo>
                  <a:lnTo>
                    <a:pt x="163173" y="268562"/>
                  </a:lnTo>
                  <a:lnTo>
                    <a:pt x="140038" y="292100"/>
                  </a:lnTo>
                  <a:lnTo>
                    <a:pt x="110329" y="300397"/>
                  </a:lnTo>
                  <a:lnTo>
                    <a:pt x="182450" y="300397"/>
                  </a:lnTo>
                  <a:lnTo>
                    <a:pt x="200234" y="276666"/>
                  </a:lnTo>
                  <a:lnTo>
                    <a:pt x="215321" y="234910"/>
                  </a:lnTo>
                  <a:lnTo>
                    <a:pt x="220658" y="183882"/>
                  </a:lnTo>
                  <a:lnTo>
                    <a:pt x="215321" y="133019"/>
                  </a:lnTo>
                  <a:lnTo>
                    <a:pt x="200234" y="91345"/>
                  </a:lnTo>
                  <a:lnTo>
                    <a:pt x="182265" y="673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15012806" y="1659060"/>
              <a:ext cx="340360" cy="433070"/>
            </a:xfrm>
            <a:custGeom>
              <a:avLst/>
              <a:gdLst/>
              <a:ahLst/>
              <a:cxnLst/>
              <a:rect l="l" t="t" r="r" b="b"/>
              <a:pathLst>
                <a:path w="340359" h="433069">
                  <a:moveTo>
                    <a:pt x="301772" y="0"/>
                  </a:moveTo>
                  <a:lnTo>
                    <a:pt x="301772" y="432724"/>
                  </a:lnTo>
                  <a:lnTo>
                    <a:pt x="339923" y="432724"/>
                  </a:lnTo>
                  <a:lnTo>
                    <a:pt x="339923" y="0"/>
                  </a:lnTo>
                  <a:lnTo>
                    <a:pt x="301772" y="0"/>
                  </a:lnTo>
                  <a:close/>
                </a:path>
                <a:path w="340359" h="433069">
                  <a:moveTo>
                    <a:pt x="110329" y="33339"/>
                  </a:moveTo>
                  <a:lnTo>
                    <a:pt x="43578" y="60049"/>
                  </a:lnTo>
                  <a:lnTo>
                    <a:pt x="20226" y="91345"/>
                  </a:lnTo>
                  <a:lnTo>
                    <a:pt x="5271" y="133019"/>
                  </a:lnTo>
                  <a:lnTo>
                    <a:pt x="0" y="183882"/>
                  </a:lnTo>
                  <a:lnTo>
                    <a:pt x="5271" y="234910"/>
                  </a:lnTo>
                  <a:lnTo>
                    <a:pt x="20226" y="276666"/>
                  </a:lnTo>
                  <a:lnTo>
                    <a:pt x="43578" y="307962"/>
                  </a:lnTo>
                  <a:lnTo>
                    <a:pt x="74042" y="327611"/>
                  </a:lnTo>
                  <a:lnTo>
                    <a:pt x="110329" y="334424"/>
                  </a:lnTo>
                  <a:lnTo>
                    <a:pt x="146352" y="327611"/>
                  </a:lnTo>
                  <a:lnTo>
                    <a:pt x="176782" y="307962"/>
                  </a:lnTo>
                  <a:lnTo>
                    <a:pt x="200234" y="276666"/>
                  </a:lnTo>
                  <a:lnTo>
                    <a:pt x="215321" y="234910"/>
                  </a:lnTo>
                  <a:lnTo>
                    <a:pt x="220658" y="183882"/>
                  </a:lnTo>
                  <a:lnTo>
                    <a:pt x="215321" y="133019"/>
                  </a:lnTo>
                  <a:lnTo>
                    <a:pt x="200234" y="91345"/>
                  </a:lnTo>
                  <a:lnTo>
                    <a:pt x="176782" y="60049"/>
                  </a:lnTo>
                  <a:lnTo>
                    <a:pt x="146352" y="40317"/>
                  </a:lnTo>
                  <a:lnTo>
                    <a:pt x="110329" y="33339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3" name="object 183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5044605" y="1721450"/>
              <a:ext cx="156715" cy="242985"/>
            </a:xfrm>
            <a:prstGeom prst="rect">
              <a:avLst/>
            </a:prstGeom>
          </p:spPr>
        </p:pic>
      </p:grpSp>
      <p:grpSp>
        <p:nvGrpSpPr>
          <p:cNvPr id="184" name="object 184" descr=""/>
          <p:cNvGrpSpPr/>
          <p:nvPr/>
        </p:nvGrpSpPr>
        <p:grpSpPr>
          <a:xfrm>
            <a:off x="15421995" y="1684329"/>
            <a:ext cx="405765" cy="353060"/>
            <a:chOff x="15421995" y="1684329"/>
            <a:chExt cx="405765" cy="353060"/>
          </a:xfrm>
        </p:grpSpPr>
        <p:sp>
          <p:nvSpPr>
            <p:cNvPr id="185" name="object 185" descr=""/>
            <p:cNvSpPr/>
            <p:nvPr/>
          </p:nvSpPr>
          <p:spPr>
            <a:xfrm>
              <a:off x="15426972" y="1689306"/>
              <a:ext cx="395605" cy="343535"/>
            </a:xfrm>
            <a:custGeom>
              <a:avLst/>
              <a:gdLst/>
              <a:ahLst/>
              <a:cxnLst/>
              <a:rect l="l" t="t" r="r" b="b"/>
              <a:pathLst>
                <a:path w="395605" h="343535">
                  <a:moveTo>
                    <a:pt x="215503" y="0"/>
                  </a:moveTo>
                  <a:lnTo>
                    <a:pt x="175633" y="0"/>
                  </a:lnTo>
                  <a:lnTo>
                    <a:pt x="175633" y="33339"/>
                  </a:lnTo>
                  <a:lnTo>
                    <a:pt x="166144" y="76475"/>
                  </a:lnTo>
                  <a:lnTo>
                    <a:pt x="141048" y="115454"/>
                  </a:lnTo>
                  <a:lnTo>
                    <a:pt x="104696" y="148313"/>
                  </a:lnTo>
                  <a:lnTo>
                    <a:pt x="61614" y="172988"/>
                  </a:lnTo>
                  <a:lnTo>
                    <a:pt x="61476" y="172988"/>
                  </a:lnTo>
                  <a:lnTo>
                    <a:pt x="16497" y="187319"/>
                  </a:lnTo>
                  <a:lnTo>
                    <a:pt x="34026" y="219284"/>
                  </a:lnTo>
                  <a:lnTo>
                    <a:pt x="82560" y="202324"/>
                  </a:lnTo>
                  <a:lnTo>
                    <a:pt x="82703" y="202324"/>
                  </a:lnTo>
                  <a:lnTo>
                    <a:pt x="128868" y="174795"/>
                  </a:lnTo>
                  <a:lnTo>
                    <a:pt x="167838" y="138397"/>
                  </a:lnTo>
                  <a:lnTo>
                    <a:pt x="195740" y="94347"/>
                  </a:lnTo>
                  <a:lnTo>
                    <a:pt x="236494" y="94347"/>
                  </a:lnTo>
                  <a:lnTo>
                    <a:pt x="224962" y="76475"/>
                  </a:lnTo>
                  <a:lnTo>
                    <a:pt x="215503" y="33339"/>
                  </a:lnTo>
                  <a:lnTo>
                    <a:pt x="215503" y="0"/>
                  </a:lnTo>
                  <a:close/>
                </a:path>
                <a:path w="395605" h="343535">
                  <a:moveTo>
                    <a:pt x="236494" y="94347"/>
                  </a:moveTo>
                  <a:lnTo>
                    <a:pt x="195740" y="94347"/>
                  </a:lnTo>
                  <a:lnTo>
                    <a:pt x="223559" y="138397"/>
                  </a:lnTo>
                  <a:lnTo>
                    <a:pt x="223666" y="138567"/>
                  </a:lnTo>
                  <a:lnTo>
                    <a:pt x="262677" y="174989"/>
                  </a:lnTo>
                  <a:lnTo>
                    <a:pt x="308647" y="202324"/>
                  </a:lnTo>
                  <a:lnTo>
                    <a:pt x="357453" y="219284"/>
                  </a:lnTo>
                  <a:lnTo>
                    <a:pt x="375325" y="187319"/>
                  </a:lnTo>
                  <a:lnTo>
                    <a:pt x="329800" y="172988"/>
                  </a:lnTo>
                  <a:lnTo>
                    <a:pt x="286551" y="148313"/>
                  </a:lnTo>
                  <a:lnTo>
                    <a:pt x="250137" y="115454"/>
                  </a:lnTo>
                  <a:lnTo>
                    <a:pt x="236494" y="94347"/>
                  </a:lnTo>
                  <a:close/>
                </a:path>
                <a:path w="395605" h="343535">
                  <a:moveTo>
                    <a:pt x="395604" y="311053"/>
                  </a:moveTo>
                  <a:lnTo>
                    <a:pt x="0" y="311053"/>
                  </a:lnTo>
                  <a:lnTo>
                    <a:pt x="0" y="343018"/>
                  </a:lnTo>
                  <a:lnTo>
                    <a:pt x="395604" y="343018"/>
                  </a:lnTo>
                  <a:lnTo>
                    <a:pt x="395604" y="3110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15426971" y="1689306"/>
              <a:ext cx="395605" cy="343535"/>
            </a:xfrm>
            <a:custGeom>
              <a:avLst/>
              <a:gdLst/>
              <a:ahLst/>
              <a:cxnLst/>
              <a:rect l="l" t="t" r="r" b="b"/>
              <a:pathLst>
                <a:path w="395605" h="343535">
                  <a:moveTo>
                    <a:pt x="195740" y="94347"/>
                  </a:moveTo>
                  <a:lnTo>
                    <a:pt x="223666" y="138567"/>
                  </a:lnTo>
                  <a:lnTo>
                    <a:pt x="262677" y="174989"/>
                  </a:lnTo>
                  <a:lnTo>
                    <a:pt x="308647" y="202324"/>
                  </a:lnTo>
                  <a:lnTo>
                    <a:pt x="357453" y="219284"/>
                  </a:lnTo>
                  <a:lnTo>
                    <a:pt x="375325" y="187319"/>
                  </a:lnTo>
                  <a:lnTo>
                    <a:pt x="329800" y="172988"/>
                  </a:lnTo>
                  <a:lnTo>
                    <a:pt x="286551" y="148313"/>
                  </a:lnTo>
                  <a:lnTo>
                    <a:pt x="250082" y="115405"/>
                  </a:lnTo>
                  <a:lnTo>
                    <a:pt x="224898" y="76376"/>
                  </a:lnTo>
                  <a:lnTo>
                    <a:pt x="215503" y="33339"/>
                  </a:lnTo>
                  <a:lnTo>
                    <a:pt x="215503" y="0"/>
                  </a:lnTo>
                  <a:lnTo>
                    <a:pt x="175633" y="0"/>
                  </a:lnTo>
                  <a:lnTo>
                    <a:pt x="175633" y="33339"/>
                  </a:lnTo>
                  <a:lnTo>
                    <a:pt x="166144" y="76475"/>
                  </a:lnTo>
                  <a:lnTo>
                    <a:pt x="141048" y="115454"/>
                  </a:lnTo>
                  <a:lnTo>
                    <a:pt x="104783" y="148263"/>
                  </a:lnTo>
                  <a:lnTo>
                    <a:pt x="61787" y="172889"/>
                  </a:lnTo>
                  <a:lnTo>
                    <a:pt x="16497" y="187319"/>
                  </a:lnTo>
                  <a:lnTo>
                    <a:pt x="34026" y="219284"/>
                  </a:lnTo>
                  <a:lnTo>
                    <a:pt x="82905" y="202203"/>
                  </a:lnTo>
                  <a:lnTo>
                    <a:pt x="128868" y="174795"/>
                  </a:lnTo>
                  <a:lnTo>
                    <a:pt x="167838" y="138397"/>
                  </a:lnTo>
                  <a:lnTo>
                    <a:pt x="195740" y="94347"/>
                  </a:lnTo>
                  <a:close/>
                </a:path>
                <a:path w="395605" h="343535">
                  <a:moveTo>
                    <a:pt x="0" y="343018"/>
                  </a:moveTo>
                  <a:lnTo>
                    <a:pt x="395604" y="343018"/>
                  </a:lnTo>
                  <a:lnTo>
                    <a:pt x="395604" y="311053"/>
                  </a:lnTo>
                  <a:lnTo>
                    <a:pt x="0" y="311053"/>
                  </a:lnTo>
                  <a:lnTo>
                    <a:pt x="0" y="343018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87" name="object 187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3268926" y="2643234"/>
            <a:ext cx="201562" cy="201562"/>
          </a:xfrm>
          <a:prstGeom prst="rect">
            <a:avLst/>
          </a:prstGeom>
        </p:spPr>
      </p:pic>
      <p:sp>
        <p:nvSpPr>
          <p:cNvPr id="188" name="object 188" descr=""/>
          <p:cNvSpPr/>
          <p:nvPr/>
        </p:nvSpPr>
        <p:spPr>
          <a:xfrm>
            <a:off x="13794252" y="2565507"/>
            <a:ext cx="346710" cy="352425"/>
          </a:xfrm>
          <a:custGeom>
            <a:avLst/>
            <a:gdLst/>
            <a:ahLst/>
            <a:cxnLst/>
            <a:rect l="l" t="t" r="r" b="b"/>
            <a:pathLst>
              <a:path w="346709" h="352425">
                <a:moveTo>
                  <a:pt x="346454" y="0"/>
                </a:moveTo>
                <a:lnTo>
                  <a:pt x="293868" y="0"/>
                </a:lnTo>
                <a:lnTo>
                  <a:pt x="175289" y="289743"/>
                </a:lnTo>
                <a:lnTo>
                  <a:pt x="171165" y="289743"/>
                </a:lnTo>
                <a:lnTo>
                  <a:pt x="52586" y="0"/>
                </a:lnTo>
                <a:lnTo>
                  <a:pt x="0" y="0"/>
                </a:lnTo>
                <a:lnTo>
                  <a:pt x="0" y="351954"/>
                </a:lnTo>
                <a:lnTo>
                  <a:pt x="41244" y="351954"/>
                </a:lnTo>
                <a:lnTo>
                  <a:pt x="41244" y="85926"/>
                </a:lnTo>
                <a:lnTo>
                  <a:pt x="44338" y="85926"/>
                </a:lnTo>
                <a:lnTo>
                  <a:pt x="153635" y="351954"/>
                </a:lnTo>
                <a:lnTo>
                  <a:pt x="192474" y="351954"/>
                </a:lnTo>
                <a:lnTo>
                  <a:pt x="301772" y="86270"/>
                </a:lnTo>
                <a:lnTo>
                  <a:pt x="305210" y="86270"/>
                </a:lnTo>
                <a:lnTo>
                  <a:pt x="305210" y="351954"/>
                </a:lnTo>
                <a:lnTo>
                  <a:pt x="346454" y="351954"/>
                </a:lnTo>
                <a:lnTo>
                  <a:pt x="3464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 descr=""/>
          <p:cNvSpPr/>
          <p:nvPr/>
        </p:nvSpPr>
        <p:spPr>
          <a:xfrm>
            <a:off x="14192263" y="2560700"/>
            <a:ext cx="528955" cy="455930"/>
          </a:xfrm>
          <a:custGeom>
            <a:avLst/>
            <a:gdLst/>
            <a:ahLst/>
            <a:cxnLst/>
            <a:rect l="l" t="t" r="r" b="b"/>
            <a:pathLst>
              <a:path w="528955" h="455930">
                <a:moveTo>
                  <a:pt x="237832" y="92798"/>
                </a:moveTo>
                <a:lnTo>
                  <a:pt x="192468" y="92798"/>
                </a:lnTo>
                <a:lnTo>
                  <a:pt x="120294" y="302463"/>
                </a:lnTo>
                <a:lnTo>
                  <a:pt x="117538" y="302463"/>
                </a:lnTo>
                <a:lnTo>
                  <a:pt x="45364" y="92798"/>
                </a:lnTo>
                <a:lnTo>
                  <a:pt x="0" y="92798"/>
                </a:lnTo>
                <a:lnTo>
                  <a:pt x="97599" y="358482"/>
                </a:lnTo>
                <a:lnTo>
                  <a:pt x="90043" y="378764"/>
                </a:lnTo>
                <a:lnTo>
                  <a:pt x="79375" y="401180"/>
                </a:lnTo>
                <a:lnTo>
                  <a:pt x="68389" y="412965"/>
                </a:lnTo>
                <a:lnTo>
                  <a:pt x="56883" y="417525"/>
                </a:lnTo>
                <a:lnTo>
                  <a:pt x="44678" y="418287"/>
                </a:lnTo>
                <a:lnTo>
                  <a:pt x="38150" y="418287"/>
                </a:lnTo>
                <a:lnTo>
                  <a:pt x="28524" y="417944"/>
                </a:lnTo>
                <a:lnTo>
                  <a:pt x="24396" y="417601"/>
                </a:lnTo>
                <a:lnTo>
                  <a:pt x="24053" y="454723"/>
                </a:lnTo>
                <a:lnTo>
                  <a:pt x="29552" y="455409"/>
                </a:lnTo>
                <a:lnTo>
                  <a:pt x="38493" y="455752"/>
                </a:lnTo>
                <a:lnTo>
                  <a:pt x="47421" y="455752"/>
                </a:lnTo>
                <a:lnTo>
                  <a:pt x="73355" y="452043"/>
                </a:lnTo>
                <a:lnTo>
                  <a:pt x="95021" y="440804"/>
                </a:lnTo>
                <a:lnTo>
                  <a:pt x="112572" y="421830"/>
                </a:lnTo>
                <a:lnTo>
                  <a:pt x="126136" y="394919"/>
                </a:lnTo>
                <a:lnTo>
                  <a:pt x="237832" y="92798"/>
                </a:lnTo>
                <a:close/>
              </a:path>
              <a:path w="528955" h="455930">
                <a:moveTo>
                  <a:pt x="528955" y="260870"/>
                </a:moveTo>
                <a:lnTo>
                  <a:pt x="518706" y="219392"/>
                </a:lnTo>
                <a:lnTo>
                  <a:pt x="460946" y="173926"/>
                </a:lnTo>
                <a:lnTo>
                  <a:pt x="394220" y="154330"/>
                </a:lnTo>
                <a:lnTo>
                  <a:pt x="372478" y="147624"/>
                </a:lnTo>
                <a:lnTo>
                  <a:pt x="350443" y="136791"/>
                </a:lnTo>
                <a:lnTo>
                  <a:pt x="333375" y="120294"/>
                </a:lnTo>
                <a:lnTo>
                  <a:pt x="326517" y="96583"/>
                </a:lnTo>
                <a:lnTo>
                  <a:pt x="332016" y="73494"/>
                </a:lnTo>
                <a:lnTo>
                  <a:pt x="347611" y="55206"/>
                </a:lnTo>
                <a:lnTo>
                  <a:pt x="371894" y="43180"/>
                </a:lnTo>
                <a:lnTo>
                  <a:pt x="403504" y="38836"/>
                </a:lnTo>
                <a:lnTo>
                  <a:pt x="432993" y="42494"/>
                </a:lnTo>
                <a:lnTo>
                  <a:pt x="456946" y="53149"/>
                </a:lnTo>
                <a:lnTo>
                  <a:pt x="473684" y="70307"/>
                </a:lnTo>
                <a:lnTo>
                  <a:pt x="481520" y="93484"/>
                </a:lnTo>
                <a:lnTo>
                  <a:pt x="524141" y="93484"/>
                </a:lnTo>
                <a:lnTo>
                  <a:pt x="514400" y="56261"/>
                </a:lnTo>
                <a:lnTo>
                  <a:pt x="489521" y="26644"/>
                </a:lnTo>
                <a:lnTo>
                  <a:pt x="452132" y="7073"/>
                </a:lnTo>
                <a:lnTo>
                  <a:pt x="404876" y="0"/>
                </a:lnTo>
                <a:lnTo>
                  <a:pt x="357263" y="7048"/>
                </a:lnTo>
                <a:lnTo>
                  <a:pt x="318871" y="27025"/>
                </a:lnTo>
                <a:lnTo>
                  <a:pt x="293230" y="58140"/>
                </a:lnTo>
                <a:lnTo>
                  <a:pt x="283895" y="98640"/>
                </a:lnTo>
                <a:lnTo>
                  <a:pt x="290131" y="130911"/>
                </a:lnTo>
                <a:lnTo>
                  <a:pt x="308000" y="156514"/>
                </a:lnTo>
                <a:lnTo>
                  <a:pt x="336245" y="176123"/>
                </a:lnTo>
                <a:lnTo>
                  <a:pt x="373595" y="190411"/>
                </a:lnTo>
                <a:lnTo>
                  <a:pt x="416560" y="202438"/>
                </a:lnTo>
                <a:lnTo>
                  <a:pt x="443128" y="210985"/>
                </a:lnTo>
                <a:lnTo>
                  <a:pt x="465366" y="222288"/>
                </a:lnTo>
                <a:lnTo>
                  <a:pt x="480656" y="238112"/>
                </a:lnTo>
                <a:lnTo>
                  <a:pt x="486333" y="260184"/>
                </a:lnTo>
                <a:lnTo>
                  <a:pt x="479882" y="286169"/>
                </a:lnTo>
                <a:lnTo>
                  <a:pt x="462064" y="306108"/>
                </a:lnTo>
                <a:lnTo>
                  <a:pt x="435152" y="318909"/>
                </a:lnTo>
                <a:lnTo>
                  <a:pt x="401447" y="323430"/>
                </a:lnTo>
                <a:lnTo>
                  <a:pt x="371398" y="319913"/>
                </a:lnTo>
                <a:lnTo>
                  <a:pt x="345935" y="309206"/>
                </a:lnTo>
                <a:lnTo>
                  <a:pt x="327685" y="291096"/>
                </a:lnTo>
                <a:lnTo>
                  <a:pt x="319290" y="265341"/>
                </a:lnTo>
                <a:lnTo>
                  <a:pt x="274269" y="265341"/>
                </a:lnTo>
                <a:lnTo>
                  <a:pt x="285203" y="305244"/>
                </a:lnTo>
                <a:lnTo>
                  <a:pt x="310921" y="336054"/>
                </a:lnTo>
                <a:lnTo>
                  <a:pt x="350100" y="355917"/>
                </a:lnTo>
                <a:lnTo>
                  <a:pt x="401447" y="362953"/>
                </a:lnTo>
                <a:lnTo>
                  <a:pt x="455726" y="355079"/>
                </a:lnTo>
                <a:lnTo>
                  <a:pt x="495744" y="333438"/>
                </a:lnTo>
                <a:lnTo>
                  <a:pt x="520484" y="301040"/>
                </a:lnTo>
                <a:lnTo>
                  <a:pt x="528955" y="2608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 descr=""/>
          <p:cNvSpPr/>
          <p:nvPr/>
        </p:nvSpPr>
        <p:spPr>
          <a:xfrm>
            <a:off x="14770031" y="2560695"/>
            <a:ext cx="311785" cy="389890"/>
          </a:xfrm>
          <a:custGeom>
            <a:avLst/>
            <a:gdLst/>
            <a:ahLst/>
            <a:cxnLst/>
            <a:rect l="l" t="t" r="r" b="b"/>
            <a:pathLst>
              <a:path w="311784" h="389889">
                <a:moveTo>
                  <a:pt x="266385" y="348689"/>
                </a:moveTo>
                <a:lnTo>
                  <a:pt x="218768" y="348689"/>
                </a:lnTo>
                <a:lnTo>
                  <a:pt x="249530" y="389761"/>
                </a:lnTo>
                <a:lnTo>
                  <a:pt x="297305" y="389761"/>
                </a:lnTo>
                <a:lnTo>
                  <a:pt x="266385" y="348689"/>
                </a:lnTo>
                <a:close/>
              </a:path>
              <a:path w="311784" h="389889">
                <a:moveTo>
                  <a:pt x="155698" y="0"/>
                </a:moveTo>
                <a:lnTo>
                  <a:pt x="112778" y="5658"/>
                </a:lnTo>
                <a:lnTo>
                  <a:pt x="75157" y="22124"/>
                </a:lnTo>
                <a:lnTo>
                  <a:pt x="43951" y="48634"/>
                </a:lnTo>
                <a:lnTo>
                  <a:pt x="20278" y="84424"/>
                </a:lnTo>
                <a:lnTo>
                  <a:pt x="5255" y="128730"/>
                </a:lnTo>
                <a:lnTo>
                  <a:pt x="0" y="180788"/>
                </a:lnTo>
                <a:lnTo>
                  <a:pt x="5255" y="232847"/>
                </a:lnTo>
                <a:lnTo>
                  <a:pt x="20278" y="277153"/>
                </a:lnTo>
                <a:lnTo>
                  <a:pt x="43951" y="312943"/>
                </a:lnTo>
                <a:lnTo>
                  <a:pt x="75157" y="339453"/>
                </a:lnTo>
                <a:lnTo>
                  <a:pt x="112778" y="355919"/>
                </a:lnTo>
                <a:lnTo>
                  <a:pt x="155698" y="361577"/>
                </a:lnTo>
                <a:lnTo>
                  <a:pt x="172537" y="360748"/>
                </a:lnTo>
                <a:lnTo>
                  <a:pt x="188715" y="358291"/>
                </a:lnTo>
                <a:lnTo>
                  <a:pt x="204152" y="354255"/>
                </a:lnTo>
                <a:lnTo>
                  <a:pt x="218768" y="348689"/>
                </a:lnTo>
                <a:lnTo>
                  <a:pt x="266385" y="348689"/>
                </a:lnTo>
                <a:lnTo>
                  <a:pt x="251248" y="328582"/>
                </a:lnTo>
                <a:lnTo>
                  <a:pt x="258637" y="320676"/>
                </a:lnTo>
                <a:lnTo>
                  <a:pt x="155698" y="320676"/>
                </a:lnTo>
                <a:lnTo>
                  <a:pt x="111204" y="311579"/>
                </a:lnTo>
                <a:lnTo>
                  <a:pt x="75314" y="284759"/>
                </a:lnTo>
                <a:lnTo>
                  <a:pt x="51346" y="240926"/>
                </a:lnTo>
                <a:lnTo>
                  <a:pt x="42619" y="180788"/>
                </a:lnTo>
                <a:lnTo>
                  <a:pt x="51346" y="120651"/>
                </a:lnTo>
                <a:lnTo>
                  <a:pt x="75314" y="76818"/>
                </a:lnTo>
                <a:lnTo>
                  <a:pt x="111204" y="49998"/>
                </a:lnTo>
                <a:lnTo>
                  <a:pt x="155698" y="40900"/>
                </a:lnTo>
                <a:lnTo>
                  <a:pt x="258206" y="40900"/>
                </a:lnTo>
                <a:lnTo>
                  <a:pt x="236087" y="22124"/>
                </a:lnTo>
                <a:lnTo>
                  <a:pt x="198499" y="5658"/>
                </a:lnTo>
                <a:lnTo>
                  <a:pt x="155698" y="0"/>
                </a:lnTo>
                <a:close/>
              </a:path>
              <a:path w="311784" h="389889">
                <a:moveTo>
                  <a:pt x="188694" y="246436"/>
                </a:moveTo>
                <a:lnTo>
                  <a:pt x="141262" y="246436"/>
                </a:lnTo>
                <a:lnTo>
                  <a:pt x="193334" y="314318"/>
                </a:lnTo>
                <a:lnTo>
                  <a:pt x="184384" y="317124"/>
                </a:lnTo>
                <a:lnTo>
                  <a:pt x="175096" y="319108"/>
                </a:lnTo>
                <a:lnTo>
                  <a:pt x="165518" y="320287"/>
                </a:lnTo>
                <a:lnTo>
                  <a:pt x="155698" y="320676"/>
                </a:lnTo>
                <a:lnTo>
                  <a:pt x="258637" y="320676"/>
                </a:lnTo>
                <a:lnTo>
                  <a:pt x="276379" y="301695"/>
                </a:lnTo>
                <a:lnTo>
                  <a:pt x="280075" y="295070"/>
                </a:lnTo>
                <a:lnTo>
                  <a:pt x="225814" y="295070"/>
                </a:lnTo>
                <a:lnTo>
                  <a:pt x="188694" y="246436"/>
                </a:lnTo>
                <a:close/>
              </a:path>
              <a:path w="311784" h="389889">
                <a:moveTo>
                  <a:pt x="258206" y="40900"/>
                </a:moveTo>
                <a:lnTo>
                  <a:pt x="155698" y="40900"/>
                </a:lnTo>
                <a:lnTo>
                  <a:pt x="200192" y="49998"/>
                </a:lnTo>
                <a:lnTo>
                  <a:pt x="236082" y="76818"/>
                </a:lnTo>
                <a:lnTo>
                  <a:pt x="260050" y="120651"/>
                </a:lnTo>
                <a:lnTo>
                  <a:pt x="268777" y="180788"/>
                </a:lnTo>
                <a:lnTo>
                  <a:pt x="265762" y="217568"/>
                </a:lnTo>
                <a:lnTo>
                  <a:pt x="257156" y="248949"/>
                </a:lnTo>
                <a:lnTo>
                  <a:pt x="243619" y="274821"/>
                </a:lnTo>
                <a:lnTo>
                  <a:pt x="225814" y="295070"/>
                </a:lnTo>
                <a:lnTo>
                  <a:pt x="280075" y="295070"/>
                </a:lnTo>
                <a:lnTo>
                  <a:pt x="295307" y="267767"/>
                </a:lnTo>
                <a:lnTo>
                  <a:pt x="307243" y="227299"/>
                </a:lnTo>
                <a:lnTo>
                  <a:pt x="311397" y="180788"/>
                </a:lnTo>
                <a:lnTo>
                  <a:pt x="306117" y="128730"/>
                </a:lnTo>
                <a:lnTo>
                  <a:pt x="291042" y="84424"/>
                </a:lnTo>
                <a:lnTo>
                  <a:pt x="267316" y="48634"/>
                </a:lnTo>
                <a:lnTo>
                  <a:pt x="258206" y="40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 descr=""/>
          <p:cNvSpPr/>
          <p:nvPr/>
        </p:nvSpPr>
        <p:spPr>
          <a:xfrm>
            <a:off x="15145346" y="2565399"/>
            <a:ext cx="207010" cy="351790"/>
          </a:xfrm>
          <a:custGeom>
            <a:avLst/>
            <a:gdLst/>
            <a:ahLst/>
            <a:cxnLst/>
            <a:rect l="l" t="t" r="r" b="b"/>
            <a:pathLst>
              <a:path w="207009" h="351789">
                <a:moveTo>
                  <a:pt x="206908" y="313690"/>
                </a:moveTo>
                <a:lnTo>
                  <a:pt x="43649" y="313690"/>
                </a:lnTo>
                <a:lnTo>
                  <a:pt x="43649" y="0"/>
                </a:lnTo>
                <a:lnTo>
                  <a:pt x="0" y="0"/>
                </a:lnTo>
                <a:lnTo>
                  <a:pt x="0" y="313690"/>
                </a:lnTo>
                <a:lnTo>
                  <a:pt x="0" y="351790"/>
                </a:lnTo>
                <a:lnTo>
                  <a:pt x="206908" y="351790"/>
                </a:lnTo>
                <a:lnTo>
                  <a:pt x="206908" y="3136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2" name="object 192" descr=""/>
          <p:cNvGrpSpPr/>
          <p:nvPr/>
        </p:nvGrpSpPr>
        <p:grpSpPr>
          <a:xfrm>
            <a:off x="8135530" y="5541220"/>
            <a:ext cx="840740" cy="442595"/>
            <a:chOff x="8135530" y="5541220"/>
            <a:chExt cx="840740" cy="442595"/>
          </a:xfrm>
        </p:grpSpPr>
        <p:sp>
          <p:nvSpPr>
            <p:cNvPr id="193" name="object 193" descr=""/>
            <p:cNvSpPr/>
            <p:nvPr/>
          </p:nvSpPr>
          <p:spPr>
            <a:xfrm>
              <a:off x="8140507" y="5546197"/>
              <a:ext cx="830580" cy="432434"/>
            </a:xfrm>
            <a:custGeom>
              <a:avLst/>
              <a:gdLst/>
              <a:ahLst/>
              <a:cxnLst/>
              <a:rect l="l" t="t" r="r" b="b"/>
              <a:pathLst>
                <a:path w="830579" h="432435">
                  <a:moveTo>
                    <a:pt x="340611" y="175289"/>
                  </a:moveTo>
                  <a:lnTo>
                    <a:pt x="340611" y="0"/>
                  </a:lnTo>
                  <a:lnTo>
                    <a:pt x="302460" y="0"/>
                  </a:lnTo>
                  <a:lnTo>
                    <a:pt x="302460" y="432037"/>
                  </a:lnTo>
                  <a:lnTo>
                    <a:pt x="340611" y="432037"/>
                  </a:lnTo>
                  <a:lnTo>
                    <a:pt x="340611" y="208285"/>
                  </a:lnTo>
                  <a:lnTo>
                    <a:pt x="412789" y="208285"/>
                  </a:lnTo>
                  <a:lnTo>
                    <a:pt x="412789" y="175289"/>
                  </a:lnTo>
                  <a:lnTo>
                    <a:pt x="340611" y="175289"/>
                  </a:lnTo>
                  <a:close/>
                </a:path>
                <a:path w="830579" h="432435">
                  <a:moveTo>
                    <a:pt x="151230" y="37463"/>
                  </a:moveTo>
                  <a:lnTo>
                    <a:pt x="113422" y="37463"/>
                  </a:lnTo>
                  <a:lnTo>
                    <a:pt x="113422" y="116172"/>
                  </a:lnTo>
                  <a:lnTo>
                    <a:pt x="107532" y="163446"/>
                  </a:lnTo>
                  <a:lnTo>
                    <a:pt x="91463" y="209038"/>
                  </a:lnTo>
                  <a:lnTo>
                    <a:pt x="66997" y="250275"/>
                  </a:lnTo>
                  <a:lnTo>
                    <a:pt x="35915" y="284483"/>
                  </a:lnTo>
                  <a:lnTo>
                    <a:pt x="0" y="308991"/>
                  </a:lnTo>
                  <a:lnTo>
                    <a:pt x="24059" y="339580"/>
                  </a:lnTo>
                  <a:lnTo>
                    <a:pt x="58867" y="314970"/>
                  </a:lnTo>
                  <a:lnTo>
                    <a:pt x="89470" y="281516"/>
                  </a:lnTo>
                  <a:lnTo>
                    <a:pt x="114563" y="241004"/>
                  </a:lnTo>
                  <a:lnTo>
                    <a:pt x="132841" y="195224"/>
                  </a:lnTo>
                  <a:lnTo>
                    <a:pt x="150913" y="238289"/>
                  </a:lnTo>
                  <a:lnTo>
                    <a:pt x="175461" y="276424"/>
                  </a:lnTo>
                  <a:lnTo>
                    <a:pt x="205293" y="307986"/>
                  </a:lnTo>
                  <a:lnTo>
                    <a:pt x="239218" y="331331"/>
                  </a:lnTo>
                  <a:lnTo>
                    <a:pt x="262934" y="300742"/>
                  </a:lnTo>
                  <a:lnTo>
                    <a:pt x="227659" y="277224"/>
                  </a:lnTo>
                  <a:lnTo>
                    <a:pt x="196937" y="244583"/>
                  </a:lnTo>
                  <a:lnTo>
                    <a:pt x="172682" y="205244"/>
                  </a:lnTo>
                  <a:lnTo>
                    <a:pt x="156809" y="161632"/>
                  </a:lnTo>
                  <a:lnTo>
                    <a:pt x="151230" y="116172"/>
                  </a:lnTo>
                  <a:lnTo>
                    <a:pt x="151230" y="37463"/>
                  </a:lnTo>
                  <a:close/>
                </a:path>
                <a:path w="830579" h="432435">
                  <a:moveTo>
                    <a:pt x="732435" y="152433"/>
                  </a:moveTo>
                  <a:lnTo>
                    <a:pt x="755114" y="140894"/>
                  </a:lnTo>
                  <a:lnTo>
                    <a:pt x="771833" y="126247"/>
                  </a:lnTo>
                  <a:lnTo>
                    <a:pt x="782171" y="108667"/>
                  </a:lnTo>
                  <a:lnTo>
                    <a:pt x="785710" y="88332"/>
                  </a:lnTo>
                  <a:lnTo>
                    <a:pt x="775109" y="54359"/>
                  </a:lnTo>
                  <a:lnTo>
                    <a:pt x="744723" y="29214"/>
                  </a:lnTo>
                  <a:lnTo>
                    <a:pt x="696679" y="13608"/>
                  </a:lnTo>
                  <a:lnTo>
                    <a:pt x="633105" y="8248"/>
                  </a:lnTo>
                  <a:lnTo>
                    <a:pt x="569331" y="13608"/>
                  </a:lnTo>
                  <a:lnTo>
                    <a:pt x="521185" y="29214"/>
                  </a:lnTo>
                  <a:lnTo>
                    <a:pt x="490762" y="54359"/>
                  </a:lnTo>
                  <a:lnTo>
                    <a:pt x="480156" y="88332"/>
                  </a:lnTo>
                  <a:lnTo>
                    <a:pt x="483730" y="108769"/>
                  </a:lnTo>
                  <a:lnTo>
                    <a:pt x="494183" y="126418"/>
                  </a:lnTo>
                  <a:lnTo>
                    <a:pt x="511113" y="141136"/>
                  </a:lnTo>
                  <a:lnTo>
                    <a:pt x="534117" y="152777"/>
                  </a:lnTo>
                  <a:lnTo>
                    <a:pt x="534117" y="213784"/>
                  </a:lnTo>
                  <a:lnTo>
                    <a:pt x="436505" y="213784"/>
                  </a:lnTo>
                  <a:lnTo>
                    <a:pt x="436505" y="245061"/>
                  </a:lnTo>
                  <a:lnTo>
                    <a:pt x="830391" y="245061"/>
                  </a:lnTo>
                  <a:lnTo>
                    <a:pt x="830391" y="213784"/>
                  </a:lnTo>
                  <a:lnTo>
                    <a:pt x="732435" y="213784"/>
                  </a:lnTo>
                  <a:lnTo>
                    <a:pt x="732435" y="152433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4" name="object 194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655212" y="5579371"/>
              <a:ext cx="237142" cy="185587"/>
            </a:xfrm>
            <a:prstGeom prst="rect">
              <a:avLst/>
            </a:prstGeom>
          </p:spPr>
        </p:pic>
        <p:sp>
          <p:nvSpPr>
            <p:cNvPr id="195" name="object 195" descr=""/>
            <p:cNvSpPr/>
            <p:nvPr/>
          </p:nvSpPr>
          <p:spPr>
            <a:xfrm>
              <a:off x="8624444" y="5824598"/>
              <a:ext cx="298450" cy="153035"/>
            </a:xfrm>
            <a:custGeom>
              <a:avLst/>
              <a:gdLst/>
              <a:ahLst/>
              <a:cxnLst/>
              <a:rect l="l" t="t" r="r" b="b"/>
              <a:pathLst>
                <a:path w="298450" h="153035">
                  <a:moveTo>
                    <a:pt x="149168" y="0"/>
                  </a:moveTo>
                  <a:lnTo>
                    <a:pt x="86420" y="4811"/>
                  </a:lnTo>
                  <a:lnTo>
                    <a:pt x="39526" y="19419"/>
                  </a:lnTo>
                  <a:lnTo>
                    <a:pt x="10160" y="43306"/>
                  </a:lnTo>
                  <a:lnTo>
                    <a:pt x="0" y="75959"/>
                  </a:lnTo>
                  <a:lnTo>
                    <a:pt x="10160" y="108815"/>
                  </a:lnTo>
                  <a:lnTo>
                    <a:pt x="39526" y="132842"/>
                  </a:lnTo>
                  <a:lnTo>
                    <a:pt x="86420" y="147589"/>
                  </a:lnTo>
                  <a:lnTo>
                    <a:pt x="149168" y="152605"/>
                  </a:lnTo>
                  <a:lnTo>
                    <a:pt x="211523" y="147589"/>
                  </a:lnTo>
                  <a:lnTo>
                    <a:pt x="258251" y="132842"/>
                  </a:lnTo>
                  <a:lnTo>
                    <a:pt x="287643" y="108815"/>
                  </a:lnTo>
                  <a:lnTo>
                    <a:pt x="297992" y="75959"/>
                  </a:lnTo>
                  <a:lnTo>
                    <a:pt x="287643" y="43306"/>
                  </a:lnTo>
                  <a:lnTo>
                    <a:pt x="258251" y="19419"/>
                  </a:lnTo>
                  <a:lnTo>
                    <a:pt x="211523" y="4811"/>
                  </a:lnTo>
                  <a:lnTo>
                    <a:pt x="149168" y="0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6" name="object 196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658306" y="5848836"/>
              <a:ext cx="230955" cy="103441"/>
            </a:xfrm>
            <a:prstGeom prst="rect">
              <a:avLst/>
            </a:prstGeom>
          </p:spPr>
        </p:pic>
      </p:grpSp>
      <p:sp>
        <p:nvSpPr>
          <p:cNvPr id="197" name="object 197" descr=""/>
          <p:cNvSpPr/>
          <p:nvPr/>
        </p:nvSpPr>
        <p:spPr>
          <a:xfrm>
            <a:off x="9132188" y="5554790"/>
            <a:ext cx="393700" cy="419100"/>
          </a:xfrm>
          <a:custGeom>
            <a:avLst/>
            <a:gdLst/>
            <a:ahLst/>
            <a:cxnLst/>
            <a:rect l="l" t="t" r="r" b="b"/>
            <a:pathLst>
              <a:path w="393700" h="419100">
                <a:moveTo>
                  <a:pt x="90050" y="127171"/>
                </a:moveTo>
                <a:lnTo>
                  <a:pt x="90050" y="90050"/>
                </a:lnTo>
                <a:lnTo>
                  <a:pt x="332706" y="90050"/>
                </a:lnTo>
                <a:lnTo>
                  <a:pt x="332706" y="62898"/>
                </a:lnTo>
                <a:lnTo>
                  <a:pt x="90050" y="62898"/>
                </a:lnTo>
                <a:lnTo>
                  <a:pt x="90050" y="28183"/>
                </a:lnTo>
                <a:lnTo>
                  <a:pt x="344392" y="28183"/>
                </a:lnTo>
                <a:lnTo>
                  <a:pt x="344392" y="0"/>
                </a:lnTo>
                <a:lnTo>
                  <a:pt x="51555" y="0"/>
                </a:lnTo>
                <a:lnTo>
                  <a:pt x="51555" y="155011"/>
                </a:lnTo>
                <a:lnTo>
                  <a:pt x="346798" y="155011"/>
                </a:lnTo>
                <a:lnTo>
                  <a:pt x="346798" y="127171"/>
                </a:lnTo>
                <a:lnTo>
                  <a:pt x="90050" y="127171"/>
                </a:lnTo>
                <a:close/>
              </a:path>
              <a:path w="393700" h="419100">
                <a:moveTo>
                  <a:pt x="393198" y="187662"/>
                </a:moveTo>
                <a:lnTo>
                  <a:pt x="0" y="187662"/>
                </a:lnTo>
                <a:lnTo>
                  <a:pt x="0" y="216878"/>
                </a:lnTo>
                <a:lnTo>
                  <a:pt x="177007" y="216878"/>
                </a:lnTo>
                <a:lnTo>
                  <a:pt x="177007" y="254685"/>
                </a:lnTo>
                <a:lnTo>
                  <a:pt x="47431" y="254685"/>
                </a:lnTo>
                <a:lnTo>
                  <a:pt x="47431" y="282869"/>
                </a:lnTo>
                <a:lnTo>
                  <a:pt x="305209" y="282869"/>
                </a:lnTo>
                <a:lnTo>
                  <a:pt x="305209" y="320676"/>
                </a:lnTo>
                <a:lnTo>
                  <a:pt x="48462" y="320676"/>
                </a:lnTo>
                <a:lnTo>
                  <a:pt x="48462" y="418632"/>
                </a:lnTo>
                <a:lnTo>
                  <a:pt x="355734" y="418632"/>
                </a:lnTo>
                <a:lnTo>
                  <a:pt x="355734" y="389761"/>
                </a:lnTo>
                <a:lnTo>
                  <a:pt x="85926" y="389761"/>
                </a:lnTo>
                <a:lnTo>
                  <a:pt x="85926" y="348173"/>
                </a:lnTo>
                <a:lnTo>
                  <a:pt x="342673" y="348173"/>
                </a:lnTo>
                <a:lnTo>
                  <a:pt x="342673" y="254685"/>
                </a:lnTo>
                <a:lnTo>
                  <a:pt x="215159" y="254685"/>
                </a:lnTo>
                <a:lnTo>
                  <a:pt x="215159" y="216878"/>
                </a:lnTo>
                <a:lnTo>
                  <a:pt x="393198" y="216878"/>
                </a:lnTo>
                <a:lnTo>
                  <a:pt x="393198" y="187662"/>
                </a:lnTo>
                <a:close/>
              </a:path>
            </a:pathLst>
          </a:custGeom>
          <a:ln w="99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8" name="object 198" descr=""/>
          <p:cNvGrpSpPr/>
          <p:nvPr/>
        </p:nvGrpSpPr>
        <p:grpSpPr>
          <a:xfrm>
            <a:off x="8135530" y="5541220"/>
            <a:ext cx="840740" cy="442595"/>
            <a:chOff x="8135530" y="5541220"/>
            <a:chExt cx="840740" cy="442595"/>
          </a:xfrm>
        </p:grpSpPr>
        <p:sp>
          <p:nvSpPr>
            <p:cNvPr id="199" name="object 199" descr=""/>
            <p:cNvSpPr/>
            <p:nvPr/>
          </p:nvSpPr>
          <p:spPr>
            <a:xfrm>
              <a:off x="8140507" y="5546197"/>
              <a:ext cx="413384" cy="432434"/>
            </a:xfrm>
            <a:custGeom>
              <a:avLst/>
              <a:gdLst/>
              <a:ahLst/>
              <a:cxnLst/>
              <a:rect l="l" t="t" r="r" b="b"/>
              <a:pathLst>
                <a:path w="413384" h="432435">
                  <a:moveTo>
                    <a:pt x="340611" y="0"/>
                  </a:moveTo>
                  <a:lnTo>
                    <a:pt x="302460" y="0"/>
                  </a:lnTo>
                  <a:lnTo>
                    <a:pt x="302460" y="432037"/>
                  </a:lnTo>
                  <a:lnTo>
                    <a:pt x="340611" y="432037"/>
                  </a:lnTo>
                  <a:lnTo>
                    <a:pt x="340611" y="208285"/>
                  </a:lnTo>
                  <a:lnTo>
                    <a:pt x="412789" y="208285"/>
                  </a:lnTo>
                  <a:lnTo>
                    <a:pt x="412789" y="175289"/>
                  </a:lnTo>
                  <a:lnTo>
                    <a:pt x="340611" y="175289"/>
                  </a:lnTo>
                  <a:lnTo>
                    <a:pt x="340611" y="0"/>
                  </a:lnTo>
                  <a:close/>
                </a:path>
                <a:path w="413384" h="432435">
                  <a:moveTo>
                    <a:pt x="151230" y="37463"/>
                  </a:moveTo>
                  <a:lnTo>
                    <a:pt x="113422" y="37463"/>
                  </a:lnTo>
                  <a:lnTo>
                    <a:pt x="113422" y="116172"/>
                  </a:lnTo>
                  <a:lnTo>
                    <a:pt x="107532" y="163446"/>
                  </a:lnTo>
                  <a:lnTo>
                    <a:pt x="91463" y="209038"/>
                  </a:lnTo>
                  <a:lnTo>
                    <a:pt x="66997" y="250275"/>
                  </a:lnTo>
                  <a:lnTo>
                    <a:pt x="35915" y="284483"/>
                  </a:lnTo>
                  <a:lnTo>
                    <a:pt x="0" y="308991"/>
                  </a:lnTo>
                  <a:lnTo>
                    <a:pt x="24059" y="339580"/>
                  </a:lnTo>
                  <a:lnTo>
                    <a:pt x="58867" y="314970"/>
                  </a:lnTo>
                  <a:lnTo>
                    <a:pt x="89470" y="281516"/>
                  </a:lnTo>
                  <a:lnTo>
                    <a:pt x="114563" y="241004"/>
                  </a:lnTo>
                  <a:lnTo>
                    <a:pt x="132841" y="195224"/>
                  </a:lnTo>
                  <a:lnTo>
                    <a:pt x="169035" y="195224"/>
                  </a:lnTo>
                  <a:lnTo>
                    <a:pt x="156809" y="161632"/>
                  </a:lnTo>
                  <a:lnTo>
                    <a:pt x="151230" y="116172"/>
                  </a:lnTo>
                  <a:lnTo>
                    <a:pt x="151230" y="37463"/>
                  </a:lnTo>
                  <a:close/>
                </a:path>
                <a:path w="413384" h="432435">
                  <a:moveTo>
                    <a:pt x="169035" y="195224"/>
                  </a:moveTo>
                  <a:lnTo>
                    <a:pt x="132841" y="195224"/>
                  </a:lnTo>
                  <a:lnTo>
                    <a:pt x="150913" y="238289"/>
                  </a:lnTo>
                  <a:lnTo>
                    <a:pt x="175461" y="276424"/>
                  </a:lnTo>
                  <a:lnTo>
                    <a:pt x="205293" y="307986"/>
                  </a:lnTo>
                  <a:lnTo>
                    <a:pt x="239218" y="331331"/>
                  </a:lnTo>
                  <a:lnTo>
                    <a:pt x="262934" y="300742"/>
                  </a:lnTo>
                  <a:lnTo>
                    <a:pt x="227659" y="277224"/>
                  </a:lnTo>
                  <a:lnTo>
                    <a:pt x="196937" y="244583"/>
                  </a:lnTo>
                  <a:lnTo>
                    <a:pt x="172682" y="205244"/>
                  </a:lnTo>
                  <a:lnTo>
                    <a:pt x="169035" y="195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8140507" y="5546197"/>
              <a:ext cx="413384" cy="432434"/>
            </a:xfrm>
            <a:custGeom>
              <a:avLst/>
              <a:gdLst/>
              <a:ahLst/>
              <a:cxnLst/>
              <a:rect l="l" t="t" r="r" b="b"/>
              <a:pathLst>
                <a:path w="413384" h="432435">
                  <a:moveTo>
                    <a:pt x="340611" y="175289"/>
                  </a:moveTo>
                  <a:lnTo>
                    <a:pt x="340611" y="0"/>
                  </a:lnTo>
                  <a:lnTo>
                    <a:pt x="302460" y="0"/>
                  </a:lnTo>
                  <a:lnTo>
                    <a:pt x="302460" y="432037"/>
                  </a:lnTo>
                  <a:lnTo>
                    <a:pt x="340611" y="432037"/>
                  </a:lnTo>
                  <a:lnTo>
                    <a:pt x="340611" y="208285"/>
                  </a:lnTo>
                  <a:lnTo>
                    <a:pt x="412789" y="208285"/>
                  </a:lnTo>
                  <a:lnTo>
                    <a:pt x="412789" y="175289"/>
                  </a:lnTo>
                  <a:lnTo>
                    <a:pt x="340611" y="175289"/>
                  </a:lnTo>
                  <a:close/>
                </a:path>
                <a:path w="413384" h="432435">
                  <a:moveTo>
                    <a:pt x="151230" y="37463"/>
                  </a:moveTo>
                  <a:lnTo>
                    <a:pt x="113422" y="37463"/>
                  </a:lnTo>
                  <a:lnTo>
                    <a:pt x="113422" y="116172"/>
                  </a:lnTo>
                  <a:lnTo>
                    <a:pt x="107532" y="163446"/>
                  </a:lnTo>
                  <a:lnTo>
                    <a:pt x="91463" y="209038"/>
                  </a:lnTo>
                  <a:lnTo>
                    <a:pt x="66997" y="250275"/>
                  </a:lnTo>
                  <a:lnTo>
                    <a:pt x="35915" y="284483"/>
                  </a:lnTo>
                  <a:lnTo>
                    <a:pt x="0" y="308991"/>
                  </a:lnTo>
                  <a:lnTo>
                    <a:pt x="24059" y="339580"/>
                  </a:lnTo>
                  <a:lnTo>
                    <a:pt x="58867" y="314970"/>
                  </a:lnTo>
                  <a:lnTo>
                    <a:pt x="89470" y="281516"/>
                  </a:lnTo>
                  <a:lnTo>
                    <a:pt x="114563" y="241004"/>
                  </a:lnTo>
                  <a:lnTo>
                    <a:pt x="132841" y="195224"/>
                  </a:lnTo>
                  <a:lnTo>
                    <a:pt x="150913" y="238289"/>
                  </a:lnTo>
                  <a:lnTo>
                    <a:pt x="175461" y="276424"/>
                  </a:lnTo>
                  <a:lnTo>
                    <a:pt x="205293" y="307986"/>
                  </a:lnTo>
                  <a:lnTo>
                    <a:pt x="239218" y="331331"/>
                  </a:lnTo>
                  <a:lnTo>
                    <a:pt x="262934" y="300742"/>
                  </a:lnTo>
                  <a:lnTo>
                    <a:pt x="227659" y="277224"/>
                  </a:lnTo>
                  <a:lnTo>
                    <a:pt x="196937" y="244583"/>
                  </a:lnTo>
                  <a:lnTo>
                    <a:pt x="172682" y="205244"/>
                  </a:lnTo>
                  <a:lnTo>
                    <a:pt x="156809" y="161632"/>
                  </a:lnTo>
                  <a:lnTo>
                    <a:pt x="151230" y="116172"/>
                  </a:lnTo>
                  <a:lnTo>
                    <a:pt x="151230" y="37463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8577012" y="5554446"/>
              <a:ext cx="394335" cy="422909"/>
            </a:xfrm>
            <a:custGeom>
              <a:avLst/>
              <a:gdLst/>
              <a:ahLst/>
              <a:cxnLst/>
              <a:rect l="l" t="t" r="r" b="b"/>
              <a:pathLst>
                <a:path w="394334" h="422910">
                  <a:moveTo>
                    <a:pt x="393886" y="205535"/>
                  </a:moveTo>
                  <a:lnTo>
                    <a:pt x="0" y="205535"/>
                  </a:lnTo>
                  <a:lnTo>
                    <a:pt x="0" y="236812"/>
                  </a:lnTo>
                  <a:lnTo>
                    <a:pt x="393886" y="236812"/>
                  </a:lnTo>
                  <a:lnTo>
                    <a:pt x="393886" y="205535"/>
                  </a:lnTo>
                  <a:close/>
                </a:path>
                <a:path w="394334" h="422910">
                  <a:moveTo>
                    <a:pt x="196599" y="0"/>
                  </a:moveTo>
                  <a:lnTo>
                    <a:pt x="132826" y="5359"/>
                  </a:lnTo>
                  <a:lnTo>
                    <a:pt x="84680" y="20965"/>
                  </a:lnTo>
                  <a:lnTo>
                    <a:pt x="54257" y="46110"/>
                  </a:lnTo>
                  <a:lnTo>
                    <a:pt x="43650" y="80083"/>
                  </a:lnTo>
                  <a:lnTo>
                    <a:pt x="47224" y="100520"/>
                  </a:lnTo>
                  <a:lnTo>
                    <a:pt x="57576" y="117998"/>
                  </a:lnTo>
                  <a:lnTo>
                    <a:pt x="57678" y="118170"/>
                  </a:lnTo>
                  <a:lnTo>
                    <a:pt x="74608" y="132887"/>
                  </a:lnTo>
                  <a:lnTo>
                    <a:pt x="97612" y="144528"/>
                  </a:lnTo>
                  <a:lnTo>
                    <a:pt x="97612" y="205535"/>
                  </a:lnTo>
                  <a:lnTo>
                    <a:pt x="135763" y="205535"/>
                  </a:lnTo>
                  <a:lnTo>
                    <a:pt x="135763" y="154667"/>
                  </a:lnTo>
                  <a:lnTo>
                    <a:pt x="256998" y="154667"/>
                  </a:lnTo>
                  <a:lnTo>
                    <a:pt x="258122" y="154495"/>
                  </a:lnTo>
                  <a:lnTo>
                    <a:pt x="295930" y="154495"/>
                  </a:lnTo>
                  <a:lnTo>
                    <a:pt x="295930" y="144184"/>
                  </a:lnTo>
                  <a:lnTo>
                    <a:pt x="318609" y="132645"/>
                  </a:lnTo>
                  <a:lnTo>
                    <a:pt x="321720" y="129920"/>
                  </a:lnTo>
                  <a:lnTo>
                    <a:pt x="196599" y="129920"/>
                  </a:lnTo>
                  <a:lnTo>
                    <a:pt x="149103" y="126580"/>
                  </a:lnTo>
                  <a:lnTo>
                    <a:pt x="113337" y="116859"/>
                  </a:lnTo>
                  <a:lnTo>
                    <a:pt x="90845" y="101210"/>
                  </a:lnTo>
                  <a:lnTo>
                    <a:pt x="83176" y="80083"/>
                  </a:lnTo>
                  <a:lnTo>
                    <a:pt x="90845" y="59047"/>
                  </a:lnTo>
                  <a:lnTo>
                    <a:pt x="113337" y="43263"/>
                  </a:lnTo>
                  <a:lnTo>
                    <a:pt x="149103" y="33344"/>
                  </a:lnTo>
                  <a:lnTo>
                    <a:pt x="196599" y="29902"/>
                  </a:lnTo>
                  <a:lnTo>
                    <a:pt x="319017" y="29902"/>
                  </a:lnTo>
                  <a:lnTo>
                    <a:pt x="308217" y="20965"/>
                  </a:lnTo>
                  <a:lnTo>
                    <a:pt x="260174" y="5359"/>
                  </a:lnTo>
                  <a:lnTo>
                    <a:pt x="196599" y="0"/>
                  </a:lnTo>
                  <a:close/>
                </a:path>
                <a:path w="394334" h="422910">
                  <a:moveTo>
                    <a:pt x="295930" y="154495"/>
                  </a:moveTo>
                  <a:lnTo>
                    <a:pt x="258122" y="154495"/>
                  </a:lnTo>
                  <a:lnTo>
                    <a:pt x="258122" y="205535"/>
                  </a:lnTo>
                  <a:lnTo>
                    <a:pt x="295930" y="205535"/>
                  </a:lnTo>
                  <a:lnTo>
                    <a:pt x="295930" y="154495"/>
                  </a:lnTo>
                  <a:close/>
                </a:path>
                <a:path w="394334" h="422910">
                  <a:moveTo>
                    <a:pt x="256998" y="154667"/>
                  </a:moveTo>
                  <a:lnTo>
                    <a:pt x="135763" y="154667"/>
                  </a:lnTo>
                  <a:lnTo>
                    <a:pt x="149740" y="156796"/>
                  </a:lnTo>
                  <a:lnTo>
                    <a:pt x="164570" y="158297"/>
                  </a:lnTo>
                  <a:lnTo>
                    <a:pt x="180206" y="159186"/>
                  </a:lnTo>
                  <a:lnTo>
                    <a:pt x="196599" y="159479"/>
                  </a:lnTo>
                  <a:lnTo>
                    <a:pt x="211824" y="159186"/>
                  </a:lnTo>
                  <a:lnTo>
                    <a:pt x="212773" y="159186"/>
                  </a:lnTo>
                  <a:lnTo>
                    <a:pt x="227603" y="158297"/>
                  </a:lnTo>
                  <a:lnTo>
                    <a:pt x="228212" y="158297"/>
                  </a:lnTo>
                  <a:lnTo>
                    <a:pt x="244014" y="156651"/>
                  </a:lnTo>
                  <a:lnTo>
                    <a:pt x="256998" y="154667"/>
                  </a:lnTo>
                  <a:close/>
                </a:path>
                <a:path w="394334" h="422910">
                  <a:moveTo>
                    <a:pt x="319017" y="29902"/>
                  </a:moveTo>
                  <a:lnTo>
                    <a:pt x="196599" y="29902"/>
                  </a:lnTo>
                  <a:lnTo>
                    <a:pt x="243955" y="33344"/>
                  </a:lnTo>
                  <a:lnTo>
                    <a:pt x="279776" y="43263"/>
                  </a:lnTo>
                  <a:lnTo>
                    <a:pt x="302450" y="59047"/>
                  </a:lnTo>
                  <a:lnTo>
                    <a:pt x="310366" y="80083"/>
                  </a:lnTo>
                  <a:lnTo>
                    <a:pt x="302450" y="101210"/>
                  </a:lnTo>
                  <a:lnTo>
                    <a:pt x="279776" y="116859"/>
                  </a:lnTo>
                  <a:lnTo>
                    <a:pt x="243955" y="126580"/>
                  </a:lnTo>
                  <a:lnTo>
                    <a:pt x="196599" y="129920"/>
                  </a:lnTo>
                  <a:lnTo>
                    <a:pt x="321720" y="129920"/>
                  </a:lnTo>
                  <a:lnTo>
                    <a:pt x="335327" y="117998"/>
                  </a:lnTo>
                  <a:lnTo>
                    <a:pt x="345605" y="100520"/>
                  </a:lnTo>
                  <a:lnTo>
                    <a:pt x="349204" y="80083"/>
                  </a:lnTo>
                  <a:lnTo>
                    <a:pt x="338603" y="46110"/>
                  </a:lnTo>
                  <a:lnTo>
                    <a:pt x="319017" y="29902"/>
                  </a:lnTo>
                  <a:close/>
                </a:path>
                <a:path w="394334" h="422910">
                  <a:moveTo>
                    <a:pt x="196599" y="270152"/>
                  </a:moveTo>
                  <a:lnTo>
                    <a:pt x="133851" y="274964"/>
                  </a:lnTo>
                  <a:lnTo>
                    <a:pt x="86957" y="289571"/>
                  </a:lnTo>
                  <a:lnTo>
                    <a:pt x="57592" y="313459"/>
                  </a:lnTo>
                  <a:lnTo>
                    <a:pt x="47431" y="346111"/>
                  </a:lnTo>
                  <a:lnTo>
                    <a:pt x="57592" y="378967"/>
                  </a:lnTo>
                  <a:lnTo>
                    <a:pt x="86957" y="402994"/>
                  </a:lnTo>
                  <a:lnTo>
                    <a:pt x="133851" y="417741"/>
                  </a:lnTo>
                  <a:lnTo>
                    <a:pt x="196599" y="422757"/>
                  </a:lnTo>
                  <a:lnTo>
                    <a:pt x="258955" y="417741"/>
                  </a:lnTo>
                  <a:lnTo>
                    <a:pt x="305682" y="402994"/>
                  </a:lnTo>
                  <a:lnTo>
                    <a:pt x="318086" y="392855"/>
                  </a:lnTo>
                  <a:lnTo>
                    <a:pt x="196599" y="392855"/>
                  </a:lnTo>
                  <a:lnTo>
                    <a:pt x="150167" y="389852"/>
                  </a:lnTo>
                  <a:lnTo>
                    <a:pt x="115399" y="380696"/>
                  </a:lnTo>
                  <a:lnTo>
                    <a:pt x="93649" y="365933"/>
                  </a:lnTo>
                  <a:lnTo>
                    <a:pt x="86270" y="346111"/>
                  </a:lnTo>
                  <a:lnTo>
                    <a:pt x="93649" y="326530"/>
                  </a:lnTo>
                  <a:lnTo>
                    <a:pt x="115399" y="311912"/>
                  </a:lnTo>
                  <a:lnTo>
                    <a:pt x="150167" y="302707"/>
                  </a:lnTo>
                  <a:lnTo>
                    <a:pt x="196599" y="299367"/>
                  </a:lnTo>
                  <a:lnTo>
                    <a:pt x="317735" y="299367"/>
                  </a:lnTo>
                  <a:lnTo>
                    <a:pt x="305682" y="289571"/>
                  </a:lnTo>
                  <a:lnTo>
                    <a:pt x="258955" y="274964"/>
                  </a:lnTo>
                  <a:lnTo>
                    <a:pt x="196599" y="270152"/>
                  </a:lnTo>
                  <a:close/>
                </a:path>
                <a:path w="394334" h="422910">
                  <a:moveTo>
                    <a:pt x="317735" y="299367"/>
                  </a:moveTo>
                  <a:lnTo>
                    <a:pt x="196599" y="299367"/>
                  </a:lnTo>
                  <a:lnTo>
                    <a:pt x="242844" y="302707"/>
                  </a:lnTo>
                  <a:lnTo>
                    <a:pt x="277585" y="311912"/>
                  </a:lnTo>
                  <a:lnTo>
                    <a:pt x="299501" y="326530"/>
                  </a:lnTo>
                  <a:lnTo>
                    <a:pt x="307272" y="346111"/>
                  </a:lnTo>
                  <a:lnTo>
                    <a:pt x="299501" y="365933"/>
                  </a:lnTo>
                  <a:lnTo>
                    <a:pt x="277585" y="380696"/>
                  </a:lnTo>
                  <a:lnTo>
                    <a:pt x="242844" y="389852"/>
                  </a:lnTo>
                  <a:lnTo>
                    <a:pt x="196599" y="392855"/>
                  </a:lnTo>
                  <a:lnTo>
                    <a:pt x="318086" y="392855"/>
                  </a:lnTo>
                  <a:lnTo>
                    <a:pt x="335075" y="378967"/>
                  </a:lnTo>
                  <a:lnTo>
                    <a:pt x="345423" y="346111"/>
                  </a:lnTo>
                  <a:lnTo>
                    <a:pt x="335075" y="313459"/>
                  </a:lnTo>
                  <a:lnTo>
                    <a:pt x="317735" y="2993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8577012" y="5554446"/>
              <a:ext cx="394335" cy="236854"/>
            </a:xfrm>
            <a:custGeom>
              <a:avLst/>
              <a:gdLst/>
              <a:ahLst/>
              <a:cxnLst/>
              <a:rect l="l" t="t" r="r" b="b"/>
              <a:pathLst>
                <a:path w="394334" h="236854">
                  <a:moveTo>
                    <a:pt x="295930" y="144184"/>
                  </a:moveTo>
                  <a:lnTo>
                    <a:pt x="318609" y="132645"/>
                  </a:lnTo>
                  <a:lnTo>
                    <a:pt x="335327" y="117998"/>
                  </a:lnTo>
                  <a:lnTo>
                    <a:pt x="345665" y="100418"/>
                  </a:lnTo>
                  <a:lnTo>
                    <a:pt x="349204" y="80083"/>
                  </a:lnTo>
                  <a:lnTo>
                    <a:pt x="338603" y="46110"/>
                  </a:lnTo>
                  <a:lnTo>
                    <a:pt x="308217" y="20965"/>
                  </a:lnTo>
                  <a:lnTo>
                    <a:pt x="260174" y="5359"/>
                  </a:lnTo>
                  <a:lnTo>
                    <a:pt x="196599" y="0"/>
                  </a:lnTo>
                  <a:lnTo>
                    <a:pt x="132826" y="5359"/>
                  </a:lnTo>
                  <a:lnTo>
                    <a:pt x="84680" y="20965"/>
                  </a:lnTo>
                  <a:lnTo>
                    <a:pt x="54257" y="46110"/>
                  </a:lnTo>
                  <a:lnTo>
                    <a:pt x="43650" y="80083"/>
                  </a:lnTo>
                  <a:lnTo>
                    <a:pt x="47224" y="100520"/>
                  </a:lnTo>
                  <a:lnTo>
                    <a:pt x="57678" y="118170"/>
                  </a:lnTo>
                  <a:lnTo>
                    <a:pt x="74608" y="132887"/>
                  </a:lnTo>
                  <a:lnTo>
                    <a:pt x="97612" y="144528"/>
                  </a:lnTo>
                  <a:lnTo>
                    <a:pt x="97612" y="205535"/>
                  </a:lnTo>
                  <a:lnTo>
                    <a:pt x="0" y="205535"/>
                  </a:lnTo>
                  <a:lnTo>
                    <a:pt x="0" y="236812"/>
                  </a:lnTo>
                  <a:lnTo>
                    <a:pt x="393886" y="236812"/>
                  </a:lnTo>
                  <a:lnTo>
                    <a:pt x="393886" y="205535"/>
                  </a:lnTo>
                  <a:lnTo>
                    <a:pt x="295930" y="205535"/>
                  </a:lnTo>
                  <a:lnTo>
                    <a:pt x="295930" y="144184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3" name="object 203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655212" y="5579371"/>
              <a:ext cx="237142" cy="185587"/>
            </a:xfrm>
            <a:prstGeom prst="rect">
              <a:avLst/>
            </a:prstGeom>
          </p:spPr>
        </p:pic>
        <p:sp>
          <p:nvSpPr>
            <p:cNvPr id="204" name="object 204" descr=""/>
            <p:cNvSpPr/>
            <p:nvPr/>
          </p:nvSpPr>
          <p:spPr>
            <a:xfrm>
              <a:off x="8624444" y="5824598"/>
              <a:ext cx="298450" cy="153035"/>
            </a:xfrm>
            <a:custGeom>
              <a:avLst/>
              <a:gdLst/>
              <a:ahLst/>
              <a:cxnLst/>
              <a:rect l="l" t="t" r="r" b="b"/>
              <a:pathLst>
                <a:path w="298450" h="153035">
                  <a:moveTo>
                    <a:pt x="149168" y="0"/>
                  </a:moveTo>
                  <a:lnTo>
                    <a:pt x="86420" y="4811"/>
                  </a:lnTo>
                  <a:lnTo>
                    <a:pt x="39526" y="19419"/>
                  </a:lnTo>
                  <a:lnTo>
                    <a:pt x="10160" y="43306"/>
                  </a:lnTo>
                  <a:lnTo>
                    <a:pt x="0" y="75959"/>
                  </a:lnTo>
                  <a:lnTo>
                    <a:pt x="10160" y="108815"/>
                  </a:lnTo>
                  <a:lnTo>
                    <a:pt x="39526" y="132842"/>
                  </a:lnTo>
                  <a:lnTo>
                    <a:pt x="86420" y="147589"/>
                  </a:lnTo>
                  <a:lnTo>
                    <a:pt x="149168" y="152605"/>
                  </a:lnTo>
                  <a:lnTo>
                    <a:pt x="211523" y="147589"/>
                  </a:lnTo>
                  <a:lnTo>
                    <a:pt x="258251" y="132842"/>
                  </a:lnTo>
                  <a:lnTo>
                    <a:pt x="287643" y="108815"/>
                  </a:lnTo>
                  <a:lnTo>
                    <a:pt x="297992" y="75959"/>
                  </a:lnTo>
                  <a:lnTo>
                    <a:pt x="287643" y="43306"/>
                  </a:lnTo>
                  <a:lnTo>
                    <a:pt x="258251" y="19419"/>
                  </a:lnTo>
                  <a:lnTo>
                    <a:pt x="211523" y="4811"/>
                  </a:lnTo>
                  <a:lnTo>
                    <a:pt x="149168" y="0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5" name="object 205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658306" y="5848836"/>
              <a:ext cx="230955" cy="103441"/>
            </a:xfrm>
            <a:prstGeom prst="rect">
              <a:avLst/>
            </a:prstGeom>
          </p:spPr>
        </p:pic>
      </p:grpSp>
      <p:sp>
        <p:nvSpPr>
          <p:cNvPr id="206" name="object 206" descr=""/>
          <p:cNvSpPr/>
          <p:nvPr/>
        </p:nvSpPr>
        <p:spPr>
          <a:xfrm>
            <a:off x="9183738" y="5554979"/>
            <a:ext cx="295275" cy="154940"/>
          </a:xfrm>
          <a:custGeom>
            <a:avLst/>
            <a:gdLst/>
            <a:ahLst/>
            <a:cxnLst/>
            <a:rect l="l" t="t" r="r" b="b"/>
            <a:pathLst>
              <a:path w="295275" h="154939">
                <a:moveTo>
                  <a:pt x="295236" y="127000"/>
                </a:moveTo>
                <a:lnTo>
                  <a:pt x="38493" y="127000"/>
                </a:lnTo>
                <a:lnTo>
                  <a:pt x="38493" y="90170"/>
                </a:lnTo>
                <a:lnTo>
                  <a:pt x="281152" y="90170"/>
                </a:lnTo>
                <a:lnTo>
                  <a:pt x="281152" y="62230"/>
                </a:lnTo>
                <a:lnTo>
                  <a:pt x="38493" y="62230"/>
                </a:lnTo>
                <a:lnTo>
                  <a:pt x="38493" y="27940"/>
                </a:lnTo>
                <a:lnTo>
                  <a:pt x="292836" y="27940"/>
                </a:lnTo>
                <a:lnTo>
                  <a:pt x="292836" y="0"/>
                </a:lnTo>
                <a:lnTo>
                  <a:pt x="0" y="0"/>
                </a:lnTo>
                <a:lnTo>
                  <a:pt x="0" y="27940"/>
                </a:lnTo>
                <a:lnTo>
                  <a:pt x="0" y="62230"/>
                </a:lnTo>
                <a:lnTo>
                  <a:pt x="0" y="90170"/>
                </a:lnTo>
                <a:lnTo>
                  <a:pt x="0" y="127000"/>
                </a:lnTo>
                <a:lnTo>
                  <a:pt x="0" y="154940"/>
                </a:lnTo>
                <a:lnTo>
                  <a:pt x="295236" y="154940"/>
                </a:lnTo>
                <a:lnTo>
                  <a:pt x="29523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7" name="object 207" descr=""/>
          <p:cNvGrpSpPr/>
          <p:nvPr/>
        </p:nvGrpSpPr>
        <p:grpSpPr>
          <a:xfrm>
            <a:off x="9127211" y="5549813"/>
            <a:ext cx="403225" cy="428625"/>
            <a:chOff x="9127211" y="5549813"/>
            <a:chExt cx="403225" cy="428625"/>
          </a:xfrm>
        </p:grpSpPr>
        <p:sp>
          <p:nvSpPr>
            <p:cNvPr id="208" name="object 208" descr=""/>
            <p:cNvSpPr/>
            <p:nvPr/>
          </p:nvSpPr>
          <p:spPr>
            <a:xfrm>
              <a:off x="9132176" y="5742457"/>
              <a:ext cx="393700" cy="230504"/>
            </a:xfrm>
            <a:custGeom>
              <a:avLst/>
              <a:gdLst/>
              <a:ahLst/>
              <a:cxnLst/>
              <a:rect l="l" t="t" r="r" b="b"/>
              <a:pathLst>
                <a:path w="393700" h="230504">
                  <a:moveTo>
                    <a:pt x="393204" y="0"/>
                  </a:moveTo>
                  <a:lnTo>
                    <a:pt x="0" y="0"/>
                  </a:lnTo>
                  <a:lnTo>
                    <a:pt x="0" y="29222"/>
                  </a:lnTo>
                  <a:lnTo>
                    <a:pt x="177012" y="29222"/>
                  </a:lnTo>
                  <a:lnTo>
                    <a:pt x="177012" y="66522"/>
                  </a:lnTo>
                  <a:lnTo>
                    <a:pt x="47434" y="66522"/>
                  </a:lnTo>
                  <a:lnTo>
                    <a:pt x="47434" y="95732"/>
                  </a:lnTo>
                  <a:lnTo>
                    <a:pt x="305219" y="95732"/>
                  </a:lnTo>
                  <a:lnTo>
                    <a:pt x="305219" y="132562"/>
                  </a:lnTo>
                  <a:lnTo>
                    <a:pt x="48463" y="132562"/>
                  </a:lnTo>
                  <a:lnTo>
                    <a:pt x="48463" y="160502"/>
                  </a:lnTo>
                  <a:lnTo>
                    <a:pt x="48463" y="202412"/>
                  </a:lnTo>
                  <a:lnTo>
                    <a:pt x="48463" y="230352"/>
                  </a:lnTo>
                  <a:lnTo>
                    <a:pt x="355739" y="230352"/>
                  </a:lnTo>
                  <a:lnTo>
                    <a:pt x="355739" y="202412"/>
                  </a:lnTo>
                  <a:lnTo>
                    <a:pt x="85928" y="202412"/>
                  </a:lnTo>
                  <a:lnTo>
                    <a:pt x="85928" y="160502"/>
                  </a:lnTo>
                  <a:lnTo>
                    <a:pt x="342684" y="160502"/>
                  </a:lnTo>
                  <a:lnTo>
                    <a:pt x="342684" y="132562"/>
                  </a:lnTo>
                  <a:lnTo>
                    <a:pt x="342684" y="95732"/>
                  </a:lnTo>
                  <a:lnTo>
                    <a:pt x="342684" y="66522"/>
                  </a:lnTo>
                  <a:lnTo>
                    <a:pt x="215163" y="66522"/>
                  </a:lnTo>
                  <a:lnTo>
                    <a:pt x="215163" y="29222"/>
                  </a:lnTo>
                  <a:lnTo>
                    <a:pt x="393204" y="29222"/>
                  </a:lnTo>
                  <a:lnTo>
                    <a:pt x="3932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9132187" y="5554790"/>
              <a:ext cx="393700" cy="419100"/>
            </a:xfrm>
            <a:custGeom>
              <a:avLst/>
              <a:gdLst/>
              <a:ahLst/>
              <a:cxnLst/>
              <a:rect l="l" t="t" r="r" b="b"/>
              <a:pathLst>
                <a:path w="393700" h="419100">
                  <a:moveTo>
                    <a:pt x="90050" y="127171"/>
                  </a:moveTo>
                  <a:lnTo>
                    <a:pt x="90050" y="90050"/>
                  </a:lnTo>
                  <a:lnTo>
                    <a:pt x="332706" y="90050"/>
                  </a:lnTo>
                  <a:lnTo>
                    <a:pt x="332706" y="62898"/>
                  </a:lnTo>
                  <a:lnTo>
                    <a:pt x="90050" y="62898"/>
                  </a:lnTo>
                  <a:lnTo>
                    <a:pt x="90050" y="28183"/>
                  </a:lnTo>
                  <a:lnTo>
                    <a:pt x="344392" y="28183"/>
                  </a:lnTo>
                  <a:lnTo>
                    <a:pt x="344392" y="0"/>
                  </a:lnTo>
                  <a:lnTo>
                    <a:pt x="51555" y="0"/>
                  </a:lnTo>
                  <a:lnTo>
                    <a:pt x="51555" y="155011"/>
                  </a:lnTo>
                  <a:lnTo>
                    <a:pt x="346798" y="155011"/>
                  </a:lnTo>
                  <a:lnTo>
                    <a:pt x="346798" y="127171"/>
                  </a:lnTo>
                  <a:lnTo>
                    <a:pt x="90050" y="127171"/>
                  </a:lnTo>
                  <a:close/>
                </a:path>
                <a:path w="393700" h="419100">
                  <a:moveTo>
                    <a:pt x="393198" y="187662"/>
                  </a:moveTo>
                  <a:lnTo>
                    <a:pt x="0" y="187662"/>
                  </a:lnTo>
                  <a:lnTo>
                    <a:pt x="0" y="216878"/>
                  </a:lnTo>
                  <a:lnTo>
                    <a:pt x="177007" y="216878"/>
                  </a:lnTo>
                  <a:lnTo>
                    <a:pt x="177007" y="254685"/>
                  </a:lnTo>
                  <a:lnTo>
                    <a:pt x="47431" y="254685"/>
                  </a:lnTo>
                  <a:lnTo>
                    <a:pt x="47431" y="282869"/>
                  </a:lnTo>
                  <a:lnTo>
                    <a:pt x="305209" y="282869"/>
                  </a:lnTo>
                  <a:lnTo>
                    <a:pt x="305209" y="320676"/>
                  </a:lnTo>
                  <a:lnTo>
                    <a:pt x="48462" y="320676"/>
                  </a:lnTo>
                  <a:lnTo>
                    <a:pt x="48462" y="418632"/>
                  </a:lnTo>
                  <a:lnTo>
                    <a:pt x="355734" y="418632"/>
                  </a:lnTo>
                  <a:lnTo>
                    <a:pt x="355734" y="389761"/>
                  </a:lnTo>
                  <a:lnTo>
                    <a:pt x="85926" y="389761"/>
                  </a:lnTo>
                  <a:lnTo>
                    <a:pt x="85926" y="348173"/>
                  </a:lnTo>
                  <a:lnTo>
                    <a:pt x="342673" y="348173"/>
                  </a:lnTo>
                  <a:lnTo>
                    <a:pt x="342673" y="254685"/>
                  </a:lnTo>
                  <a:lnTo>
                    <a:pt x="215159" y="254685"/>
                  </a:lnTo>
                  <a:lnTo>
                    <a:pt x="215159" y="216878"/>
                  </a:lnTo>
                  <a:lnTo>
                    <a:pt x="393198" y="216878"/>
                  </a:lnTo>
                  <a:lnTo>
                    <a:pt x="393198" y="187662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0" name="object 210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140243" y="6530371"/>
            <a:ext cx="201562" cy="201562"/>
          </a:xfrm>
          <a:prstGeom prst="rect">
            <a:avLst/>
          </a:prstGeom>
        </p:spPr>
      </p:pic>
      <p:sp>
        <p:nvSpPr>
          <p:cNvPr id="211" name="object 211" descr=""/>
          <p:cNvSpPr/>
          <p:nvPr/>
        </p:nvSpPr>
        <p:spPr>
          <a:xfrm>
            <a:off x="8665569" y="6452644"/>
            <a:ext cx="274320" cy="358140"/>
          </a:xfrm>
          <a:custGeom>
            <a:avLst/>
            <a:gdLst/>
            <a:ahLst/>
            <a:cxnLst/>
            <a:rect l="l" t="t" r="r" b="b"/>
            <a:pathLst>
              <a:path w="274320" h="358140">
                <a:moveTo>
                  <a:pt x="274276" y="0"/>
                </a:moveTo>
                <a:lnTo>
                  <a:pt x="230282" y="0"/>
                </a:lnTo>
                <a:lnTo>
                  <a:pt x="230282" y="229251"/>
                </a:lnTo>
                <a:lnTo>
                  <a:pt x="223896" y="264604"/>
                </a:lnTo>
                <a:lnTo>
                  <a:pt x="205492" y="292450"/>
                </a:lnTo>
                <a:lnTo>
                  <a:pt x="176196" y="310693"/>
                </a:lnTo>
                <a:lnTo>
                  <a:pt x="137138" y="317239"/>
                </a:lnTo>
                <a:lnTo>
                  <a:pt x="98025" y="310693"/>
                </a:lnTo>
                <a:lnTo>
                  <a:pt x="68611" y="292450"/>
                </a:lnTo>
                <a:lnTo>
                  <a:pt x="50089" y="264604"/>
                </a:lnTo>
                <a:lnTo>
                  <a:pt x="43650" y="229251"/>
                </a:lnTo>
                <a:lnTo>
                  <a:pt x="43650" y="0"/>
                </a:lnTo>
                <a:lnTo>
                  <a:pt x="0" y="0"/>
                </a:lnTo>
                <a:lnTo>
                  <a:pt x="0" y="232688"/>
                </a:lnTo>
                <a:lnTo>
                  <a:pt x="6277" y="273583"/>
                </a:lnTo>
                <a:lnTo>
                  <a:pt x="24317" y="308177"/>
                </a:lnTo>
                <a:lnTo>
                  <a:pt x="52933" y="334868"/>
                </a:lnTo>
                <a:lnTo>
                  <a:pt x="90935" y="352056"/>
                </a:lnTo>
                <a:lnTo>
                  <a:pt x="137138" y="358140"/>
                </a:lnTo>
                <a:lnTo>
                  <a:pt x="183208" y="352056"/>
                </a:lnTo>
                <a:lnTo>
                  <a:pt x="221194" y="334868"/>
                </a:lnTo>
                <a:lnTo>
                  <a:pt x="249859" y="308177"/>
                </a:lnTo>
                <a:lnTo>
                  <a:pt x="267965" y="273583"/>
                </a:lnTo>
                <a:lnTo>
                  <a:pt x="274276" y="232688"/>
                </a:lnTo>
                <a:lnTo>
                  <a:pt x="2742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 descr=""/>
          <p:cNvSpPr/>
          <p:nvPr/>
        </p:nvSpPr>
        <p:spPr>
          <a:xfrm>
            <a:off x="9012023" y="6537196"/>
            <a:ext cx="210820" cy="267970"/>
          </a:xfrm>
          <a:custGeom>
            <a:avLst/>
            <a:gdLst/>
            <a:ahLst/>
            <a:cxnLst/>
            <a:rect l="l" t="t" r="r" b="b"/>
            <a:pathLst>
              <a:path w="210820" h="267970">
                <a:moveTo>
                  <a:pt x="120984" y="0"/>
                </a:moveTo>
                <a:lnTo>
                  <a:pt x="93874" y="3216"/>
                </a:lnTo>
                <a:lnTo>
                  <a:pt x="72178" y="12330"/>
                </a:lnTo>
                <a:lnTo>
                  <a:pt x="55637" y="26535"/>
                </a:lnTo>
                <a:lnTo>
                  <a:pt x="43994" y="45025"/>
                </a:lnTo>
                <a:lnTo>
                  <a:pt x="40557" y="45025"/>
                </a:lnTo>
                <a:lnTo>
                  <a:pt x="40557" y="3437"/>
                </a:lnTo>
                <a:lnTo>
                  <a:pt x="0" y="3437"/>
                </a:lnTo>
                <a:lnTo>
                  <a:pt x="0" y="267402"/>
                </a:lnTo>
                <a:lnTo>
                  <a:pt x="41932" y="267402"/>
                </a:lnTo>
                <a:lnTo>
                  <a:pt x="41932" y="108954"/>
                </a:lnTo>
                <a:lnTo>
                  <a:pt x="46937" y="78499"/>
                </a:lnTo>
                <a:lnTo>
                  <a:pt x="60835" y="56067"/>
                </a:lnTo>
                <a:lnTo>
                  <a:pt x="81952" y="42206"/>
                </a:lnTo>
                <a:lnTo>
                  <a:pt x="108610" y="37464"/>
                </a:lnTo>
                <a:lnTo>
                  <a:pt x="133760" y="41916"/>
                </a:lnTo>
                <a:lnTo>
                  <a:pt x="152562" y="54778"/>
                </a:lnTo>
                <a:lnTo>
                  <a:pt x="164339" y="75309"/>
                </a:lnTo>
                <a:lnTo>
                  <a:pt x="168415" y="102767"/>
                </a:lnTo>
                <a:lnTo>
                  <a:pt x="168415" y="267402"/>
                </a:lnTo>
                <a:lnTo>
                  <a:pt x="210347" y="267402"/>
                </a:lnTo>
                <a:lnTo>
                  <a:pt x="210347" y="99674"/>
                </a:lnTo>
                <a:lnTo>
                  <a:pt x="203924" y="55825"/>
                </a:lnTo>
                <a:lnTo>
                  <a:pt x="185772" y="24703"/>
                </a:lnTo>
                <a:lnTo>
                  <a:pt x="157567" y="6149"/>
                </a:lnTo>
                <a:lnTo>
                  <a:pt x="1209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 descr=""/>
          <p:cNvSpPr/>
          <p:nvPr/>
        </p:nvSpPr>
        <p:spPr>
          <a:xfrm>
            <a:off x="9280792" y="6441312"/>
            <a:ext cx="503555" cy="462280"/>
          </a:xfrm>
          <a:custGeom>
            <a:avLst/>
            <a:gdLst/>
            <a:ahLst/>
            <a:cxnLst/>
            <a:rect l="l" t="t" r="r" b="b"/>
            <a:pathLst>
              <a:path w="503554" h="462279">
                <a:moveTo>
                  <a:pt x="50190" y="99326"/>
                </a:moveTo>
                <a:lnTo>
                  <a:pt x="8255" y="99326"/>
                </a:lnTo>
                <a:lnTo>
                  <a:pt x="8255" y="363296"/>
                </a:lnTo>
                <a:lnTo>
                  <a:pt x="50190" y="363296"/>
                </a:lnTo>
                <a:lnTo>
                  <a:pt x="50190" y="99326"/>
                </a:lnTo>
                <a:close/>
              </a:path>
              <a:path w="503554" h="462279">
                <a:moveTo>
                  <a:pt x="58775" y="27838"/>
                </a:moveTo>
                <a:lnTo>
                  <a:pt x="56438" y="16954"/>
                </a:lnTo>
                <a:lnTo>
                  <a:pt x="50101" y="8115"/>
                </a:lnTo>
                <a:lnTo>
                  <a:pt x="40792" y="2171"/>
                </a:lnTo>
                <a:lnTo>
                  <a:pt x="29565" y="0"/>
                </a:lnTo>
                <a:lnTo>
                  <a:pt x="18122" y="2171"/>
                </a:lnTo>
                <a:lnTo>
                  <a:pt x="8724" y="8115"/>
                </a:lnTo>
                <a:lnTo>
                  <a:pt x="2349" y="16954"/>
                </a:lnTo>
                <a:lnTo>
                  <a:pt x="0" y="27838"/>
                </a:lnTo>
                <a:lnTo>
                  <a:pt x="2349" y="38709"/>
                </a:lnTo>
                <a:lnTo>
                  <a:pt x="8724" y="47561"/>
                </a:lnTo>
                <a:lnTo>
                  <a:pt x="18122" y="53505"/>
                </a:lnTo>
                <a:lnTo>
                  <a:pt x="29565" y="55676"/>
                </a:lnTo>
                <a:lnTo>
                  <a:pt x="40792" y="53505"/>
                </a:lnTo>
                <a:lnTo>
                  <a:pt x="50101" y="47561"/>
                </a:lnTo>
                <a:lnTo>
                  <a:pt x="56438" y="38709"/>
                </a:lnTo>
                <a:lnTo>
                  <a:pt x="58775" y="27838"/>
                </a:lnTo>
                <a:close/>
              </a:path>
              <a:path w="503554" h="462279">
                <a:moveTo>
                  <a:pt x="236131" y="325831"/>
                </a:moveTo>
                <a:lnTo>
                  <a:pt x="218948" y="326859"/>
                </a:lnTo>
                <a:lnTo>
                  <a:pt x="211378" y="326859"/>
                </a:lnTo>
                <a:lnTo>
                  <a:pt x="198412" y="325462"/>
                </a:lnTo>
                <a:lnTo>
                  <a:pt x="187325" y="319862"/>
                </a:lnTo>
                <a:lnTo>
                  <a:pt x="179578" y="307860"/>
                </a:lnTo>
                <a:lnTo>
                  <a:pt x="176669" y="287337"/>
                </a:lnTo>
                <a:lnTo>
                  <a:pt x="176669" y="134378"/>
                </a:lnTo>
                <a:lnTo>
                  <a:pt x="232346" y="134378"/>
                </a:lnTo>
                <a:lnTo>
                  <a:pt x="232346" y="99326"/>
                </a:lnTo>
                <a:lnTo>
                  <a:pt x="176669" y="99326"/>
                </a:lnTo>
                <a:lnTo>
                  <a:pt x="176669" y="36080"/>
                </a:lnTo>
                <a:lnTo>
                  <a:pt x="134734" y="36080"/>
                </a:lnTo>
                <a:lnTo>
                  <a:pt x="134734" y="99326"/>
                </a:lnTo>
                <a:lnTo>
                  <a:pt x="94869" y="99326"/>
                </a:lnTo>
                <a:lnTo>
                  <a:pt x="94869" y="134378"/>
                </a:lnTo>
                <a:lnTo>
                  <a:pt x="134734" y="134378"/>
                </a:lnTo>
                <a:lnTo>
                  <a:pt x="134734" y="298335"/>
                </a:lnTo>
                <a:lnTo>
                  <a:pt x="141084" y="328599"/>
                </a:lnTo>
                <a:lnTo>
                  <a:pt x="157683" y="349935"/>
                </a:lnTo>
                <a:lnTo>
                  <a:pt x="180848" y="362572"/>
                </a:lnTo>
                <a:lnTo>
                  <a:pt x="206908" y="366725"/>
                </a:lnTo>
                <a:lnTo>
                  <a:pt x="215785" y="366547"/>
                </a:lnTo>
                <a:lnTo>
                  <a:pt x="223710" y="366090"/>
                </a:lnTo>
                <a:lnTo>
                  <a:pt x="230543" y="365429"/>
                </a:lnTo>
                <a:lnTo>
                  <a:pt x="236131" y="364667"/>
                </a:lnTo>
                <a:lnTo>
                  <a:pt x="236131" y="325831"/>
                </a:lnTo>
                <a:close/>
              </a:path>
              <a:path w="503554" h="462279">
                <a:moveTo>
                  <a:pt x="503186" y="99326"/>
                </a:moveTo>
                <a:lnTo>
                  <a:pt x="457822" y="99326"/>
                </a:lnTo>
                <a:lnTo>
                  <a:pt x="385635" y="308991"/>
                </a:lnTo>
                <a:lnTo>
                  <a:pt x="382892" y="308991"/>
                </a:lnTo>
                <a:lnTo>
                  <a:pt x="310718" y="99326"/>
                </a:lnTo>
                <a:lnTo>
                  <a:pt x="265341" y="99326"/>
                </a:lnTo>
                <a:lnTo>
                  <a:pt x="362953" y="365010"/>
                </a:lnTo>
                <a:lnTo>
                  <a:pt x="355396" y="385292"/>
                </a:lnTo>
                <a:lnTo>
                  <a:pt x="344728" y="407708"/>
                </a:lnTo>
                <a:lnTo>
                  <a:pt x="333743" y="419493"/>
                </a:lnTo>
                <a:lnTo>
                  <a:pt x="322237" y="424053"/>
                </a:lnTo>
                <a:lnTo>
                  <a:pt x="310019" y="424815"/>
                </a:lnTo>
                <a:lnTo>
                  <a:pt x="303491" y="424815"/>
                </a:lnTo>
                <a:lnTo>
                  <a:pt x="293865" y="424472"/>
                </a:lnTo>
                <a:lnTo>
                  <a:pt x="289750" y="424129"/>
                </a:lnTo>
                <a:lnTo>
                  <a:pt x="289407" y="461251"/>
                </a:lnTo>
                <a:lnTo>
                  <a:pt x="294906" y="461937"/>
                </a:lnTo>
                <a:lnTo>
                  <a:pt x="303834" y="462280"/>
                </a:lnTo>
                <a:lnTo>
                  <a:pt x="312775" y="462280"/>
                </a:lnTo>
                <a:lnTo>
                  <a:pt x="338709" y="458571"/>
                </a:lnTo>
                <a:lnTo>
                  <a:pt x="360375" y="447332"/>
                </a:lnTo>
                <a:lnTo>
                  <a:pt x="377926" y="428345"/>
                </a:lnTo>
                <a:lnTo>
                  <a:pt x="391477" y="401447"/>
                </a:lnTo>
                <a:lnTo>
                  <a:pt x="503186" y="993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 descr=""/>
          <p:cNvSpPr/>
          <p:nvPr/>
        </p:nvSpPr>
        <p:spPr>
          <a:xfrm>
            <a:off x="9953755" y="6447832"/>
            <a:ext cx="229235" cy="356870"/>
          </a:xfrm>
          <a:custGeom>
            <a:avLst/>
            <a:gdLst/>
            <a:ahLst/>
            <a:cxnLst/>
            <a:rect l="l" t="t" r="r" b="b"/>
            <a:pathLst>
              <a:path w="229234" h="356870">
                <a:moveTo>
                  <a:pt x="113079" y="0"/>
                </a:moveTo>
                <a:lnTo>
                  <a:pt x="68805" y="7523"/>
                </a:lnTo>
                <a:lnTo>
                  <a:pt x="33425" y="28742"/>
                </a:lnTo>
                <a:lnTo>
                  <a:pt x="10032" y="61625"/>
                </a:lnTo>
                <a:lnTo>
                  <a:pt x="1718" y="104142"/>
                </a:lnTo>
                <a:lnTo>
                  <a:pt x="43306" y="104142"/>
                </a:lnTo>
                <a:lnTo>
                  <a:pt x="48097" y="77156"/>
                </a:lnTo>
                <a:lnTo>
                  <a:pt x="61781" y="56324"/>
                </a:lnTo>
                <a:lnTo>
                  <a:pt x="83327" y="42904"/>
                </a:lnTo>
                <a:lnTo>
                  <a:pt x="111704" y="38151"/>
                </a:lnTo>
                <a:lnTo>
                  <a:pt x="139286" y="42372"/>
                </a:lnTo>
                <a:lnTo>
                  <a:pt x="161455" y="54391"/>
                </a:lnTo>
                <a:lnTo>
                  <a:pt x="176277" y="73241"/>
                </a:lnTo>
                <a:lnTo>
                  <a:pt x="181820" y="97956"/>
                </a:lnTo>
                <a:lnTo>
                  <a:pt x="177856" y="121032"/>
                </a:lnTo>
                <a:lnTo>
                  <a:pt x="166353" y="143625"/>
                </a:lnTo>
                <a:lnTo>
                  <a:pt x="147116" y="168474"/>
                </a:lnTo>
                <a:lnTo>
                  <a:pt x="119953" y="198318"/>
                </a:lnTo>
                <a:lnTo>
                  <a:pt x="0" y="324801"/>
                </a:lnTo>
                <a:lnTo>
                  <a:pt x="344" y="356765"/>
                </a:lnTo>
                <a:lnTo>
                  <a:pt x="228908" y="356765"/>
                </a:lnTo>
                <a:lnTo>
                  <a:pt x="228908" y="317927"/>
                </a:lnTo>
                <a:lnTo>
                  <a:pt x="61180" y="317927"/>
                </a:lnTo>
                <a:lnTo>
                  <a:pt x="61180" y="315177"/>
                </a:lnTo>
                <a:lnTo>
                  <a:pt x="141606" y="232001"/>
                </a:lnTo>
                <a:lnTo>
                  <a:pt x="180622" y="189451"/>
                </a:lnTo>
                <a:lnTo>
                  <a:pt x="205492" y="155569"/>
                </a:lnTo>
                <a:lnTo>
                  <a:pt x="222721" y="97956"/>
                </a:lnTo>
                <a:lnTo>
                  <a:pt x="214434" y="59450"/>
                </a:lnTo>
                <a:lnTo>
                  <a:pt x="191744" y="28355"/>
                </a:lnTo>
                <a:lnTo>
                  <a:pt x="157132" y="7572"/>
                </a:lnTo>
                <a:lnTo>
                  <a:pt x="1130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 descr=""/>
          <p:cNvSpPr/>
          <p:nvPr/>
        </p:nvSpPr>
        <p:spPr>
          <a:xfrm>
            <a:off x="10252092" y="6452644"/>
            <a:ext cx="277495" cy="352425"/>
          </a:xfrm>
          <a:custGeom>
            <a:avLst/>
            <a:gdLst/>
            <a:ahLst/>
            <a:cxnLst/>
            <a:rect l="l" t="t" r="r" b="b"/>
            <a:pathLst>
              <a:path w="277495" h="352425">
                <a:moveTo>
                  <a:pt x="113766" y="0"/>
                </a:moveTo>
                <a:lnTo>
                  <a:pt x="0" y="0"/>
                </a:lnTo>
                <a:lnTo>
                  <a:pt x="0" y="351954"/>
                </a:lnTo>
                <a:lnTo>
                  <a:pt x="109298" y="351954"/>
                </a:lnTo>
                <a:lnTo>
                  <a:pt x="158957" y="346505"/>
                </a:lnTo>
                <a:lnTo>
                  <a:pt x="200443" y="330593"/>
                </a:lnTo>
                <a:lnTo>
                  <a:pt x="222816" y="313115"/>
                </a:lnTo>
                <a:lnTo>
                  <a:pt x="43650" y="313115"/>
                </a:lnTo>
                <a:lnTo>
                  <a:pt x="43650" y="38838"/>
                </a:lnTo>
                <a:lnTo>
                  <a:pt x="224071" y="38838"/>
                </a:lnTo>
                <a:lnTo>
                  <a:pt x="201767" y="21157"/>
                </a:lnTo>
                <a:lnTo>
                  <a:pt x="161543" y="5394"/>
                </a:lnTo>
                <a:lnTo>
                  <a:pt x="113766" y="0"/>
                </a:lnTo>
                <a:close/>
              </a:path>
              <a:path w="277495" h="352425">
                <a:moveTo>
                  <a:pt x="224071" y="38838"/>
                </a:moveTo>
                <a:lnTo>
                  <a:pt x="111016" y="38838"/>
                </a:lnTo>
                <a:lnTo>
                  <a:pt x="155261" y="44879"/>
                </a:lnTo>
                <a:lnTo>
                  <a:pt x="189788" y="62419"/>
                </a:lnTo>
                <a:lnTo>
                  <a:pt x="214532" y="90584"/>
                </a:lnTo>
                <a:lnTo>
                  <a:pt x="229427" y="128499"/>
                </a:lnTo>
                <a:lnTo>
                  <a:pt x="234406" y="175289"/>
                </a:lnTo>
                <a:lnTo>
                  <a:pt x="229391" y="222487"/>
                </a:lnTo>
                <a:lnTo>
                  <a:pt x="214246" y="260776"/>
                </a:lnTo>
                <a:lnTo>
                  <a:pt x="188823" y="289248"/>
                </a:lnTo>
                <a:lnTo>
                  <a:pt x="152973" y="306997"/>
                </a:lnTo>
                <a:lnTo>
                  <a:pt x="106548" y="313115"/>
                </a:lnTo>
                <a:lnTo>
                  <a:pt x="222816" y="313115"/>
                </a:lnTo>
                <a:lnTo>
                  <a:pt x="233375" y="304866"/>
                </a:lnTo>
                <a:lnTo>
                  <a:pt x="257371" y="269974"/>
                </a:lnTo>
                <a:lnTo>
                  <a:pt x="272048" y="226565"/>
                </a:lnTo>
                <a:lnTo>
                  <a:pt x="277026" y="175289"/>
                </a:lnTo>
                <a:lnTo>
                  <a:pt x="272069" y="124354"/>
                </a:lnTo>
                <a:lnTo>
                  <a:pt x="257536" y="81267"/>
                </a:lnTo>
                <a:lnTo>
                  <a:pt x="233934" y="46658"/>
                </a:lnTo>
                <a:lnTo>
                  <a:pt x="224071" y="388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6" name="object 216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8140243" y="7396261"/>
            <a:ext cx="201562" cy="201562"/>
          </a:xfrm>
          <a:prstGeom prst="rect">
            <a:avLst/>
          </a:prstGeom>
        </p:spPr>
      </p:pic>
      <p:sp>
        <p:nvSpPr>
          <p:cNvPr id="217" name="object 217" descr=""/>
          <p:cNvSpPr/>
          <p:nvPr/>
        </p:nvSpPr>
        <p:spPr>
          <a:xfrm>
            <a:off x="8665569" y="7318534"/>
            <a:ext cx="274320" cy="358140"/>
          </a:xfrm>
          <a:custGeom>
            <a:avLst/>
            <a:gdLst/>
            <a:ahLst/>
            <a:cxnLst/>
            <a:rect l="l" t="t" r="r" b="b"/>
            <a:pathLst>
              <a:path w="274320" h="358140">
                <a:moveTo>
                  <a:pt x="274276" y="0"/>
                </a:moveTo>
                <a:lnTo>
                  <a:pt x="230282" y="0"/>
                </a:lnTo>
                <a:lnTo>
                  <a:pt x="230282" y="229251"/>
                </a:lnTo>
                <a:lnTo>
                  <a:pt x="223896" y="264604"/>
                </a:lnTo>
                <a:lnTo>
                  <a:pt x="205492" y="292449"/>
                </a:lnTo>
                <a:lnTo>
                  <a:pt x="176196" y="310693"/>
                </a:lnTo>
                <a:lnTo>
                  <a:pt x="137138" y="317239"/>
                </a:lnTo>
                <a:lnTo>
                  <a:pt x="98025" y="310693"/>
                </a:lnTo>
                <a:lnTo>
                  <a:pt x="68611" y="292449"/>
                </a:lnTo>
                <a:lnTo>
                  <a:pt x="50089" y="264604"/>
                </a:lnTo>
                <a:lnTo>
                  <a:pt x="43650" y="229251"/>
                </a:lnTo>
                <a:lnTo>
                  <a:pt x="43650" y="0"/>
                </a:lnTo>
                <a:lnTo>
                  <a:pt x="0" y="0"/>
                </a:lnTo>
                <a:lnTo>
                  <a:pt x="0" y="232688"/>
                </a:lnTo>
                <a:lnTo>
                  <a:pt x="6277" y="273583"/>
                </a:lnTo>
                <a:lnTo>
                  <a:pt x="24317" y="308176"/>
                </a:lnTo>
                <a:lnTo>
                  <a:pt x="52933" y="334867"/>
                </a:lnTo>
                <a:lnTo>
                  <a:pt x="90935" y="352055"/>
                </a:lnTo>
                <a:lnTo>
                  <a:pt x="137138" y="358140"/>
                </a:lnTo>
                <a:lnTo>
                  <a:pt x="183208" y="352055"/>
                </a:lnTo>
                <a:lnTo>
                  <a:pt x="221194" y="334867"/>
                </a:lnTo>
                <a:lnTo>
                  <a:pt x="249859" y="308176"/>
                </a:lnTo>
                <a:lnTo>
                  <a:pt x="267965" y="273583"/>
                </a:lnTo>
                <a:lnTo>
                  <a:pt x="274276" y="232688"/>
                </a:lnTo>
                <a:lnTo>
                  <a:pt x="2742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 descr=""/>
          <p:cNvSpPr/>
          <p:nvPr/>
        </p:nvSpPr>
        <p:spPr>
          <a:xfrm>
            <a:off x="9012023" y="7403086"/>
            <a:ext cx="210820" cy="267970"/>
          </a:xfrm>
          <a:custGeom>
            <a:avLst/>
            <a:gdLst/>
            <a:ahLst/>
            <a:cxnLst/>
            <a:rect l="l" t="t" r="r" b="b"/>
            <a:pathLst>
              <a:path w="210820" h="267970">
                <a:moveTo>
                  <a:pt x="120984" y="0"/>
                </a:moveTo>
                <a:lnTo>
                  <a:pt x="93874" y="3216"/>
                </a:lnTo>
                <a:lnTo>
                  <a:pt x="72178" y="12330"/>
                </a:lnTo>
                <a:lnTo>
                  <a:pt x="55637" y="26535"/>
                </a:lnTo>
                <a:lnTo>
                  <a:pt x="43994" y="45025"/>
                </a:lnTo>
                <a:lnTo>
                  <a:pt x="40557" y="45025"/>
                </a:lnTo>
                <a:lnTo>
                  <a:pt x="40557" y="3437"/>
                </a:lnTo>
                <a:lnTo>
                  <a:pt x="0" y="3437"/>
                </a:lnTo>
                <a:lnTo>
                  <a:pt x="0" y="267402"/>
                </a:lnTo>
                <a:lnTo>
                  <a:pt x="41932" y="267402"/>
                </a:lnTo>
                <a:lnTo>
                  <a:pt x="41932" y="108954"/>
                </a:lnTo>
                <a:lnTo>
                  <a:pt x="46937" y="78499"/>
                </a:lnTo>
                <a:lnTo>
                  <a:pt x="60835" y="56066"/>
                </a:lnTo>
                <a:lnTo>
                  <a:pt x="81952" y="42206"/>
                </a:lnTo>
                <a:lnTo>
                  <a:pt x="108610" y="37464"/>
                </a:lnTo>
                <a:lnTo>
                  <a:pt x="133760" y="41916"/>
                </a:lnTo>
                <a:lnTo>
                  <a:pt x="152562" y="54778"/>
                </a:lnTo>
                <a:lnTo>
                  <a:pt x="164339" y="75309"/>
                </a:lnTo>
                <a:lnTo>
                  <a:pt x="168415" y="102767"/>
                </a:lnTo>
                <a:lnTo>
                  <a:pt x="168415" y="267402"/>
                </a:lnTo>
                <a:lnTo>
                  <a:pt x="210347" y="267402"/>
                </a:lnTo>
                <a:lnTo>
                  <a:pt x="210347" y="99674"/>
                </a:lnTo>
                <a:lnTo>
                  <a:pt x="203924" y="55825"/>
                </a:lnTo>
                <a:lnTo>
                  <a:pt x="185772" y="24703"/>
                </a:lnTo>
                <a:lnTo>
                  <a:pt x="157567" y="6149"/>
                </a:lnTo>
                <a:lnTo>
                  <a:pt x="1209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object 219" descr=""/>
          <p:cNvSpPr/>
          <p:nvPr/>
        </p:nvSpPr>
        <p:spPr>
          <a:xfrm>
            <a:off x="9280792" y="7307198"/>
            <a:ext cx="503555" cy="462280"/>
          </a:xfrm>
          <a:custGeom>
            <a:avLst/>
            <a:gdLst/>
            <a:ahLst/>
            <a:cxnLst/>
            <a:rect l="l" t="t" r="r" b="b"/>
            <a:pathLst>
              <a:path w="503554" h="462279">
                <a:moveTo>
                  <a:pt x="50190" y="99326"/>
                </a:moveTo>
                <a:lnTo>
                  <a:pt x="8255" y="99326"/>
                </a:lnTo>
                <a:lnTo>
                  <a:pt x="8255" y="363296"/>
                </a:lnTo>
                <a:lnTo>
                  <a:pt x="50190" y="363296"/>
                </a:lnTo>
                <a:lnTo>
                  <a:pt x="50190" y="99326"/>
                </a:lnTo>
                <a:close/>
              </a:path>
              <a:path w="503554" h="462279">
                <a:moveTo>
                  <a:pt x="58775" y="27838"/>
                </a:moveTo>
                <a:lnTo>
                  <a:pt x="56438" y="16967"/>
                </a:lnTo>
                <a:lnTo>
                  <a:pt x="50101" y="8115"/>
                </a:lnTo>
                <a:lnTo>
                  <a:pt x="40792" y="2171"/>
                </a:lnTo>
                <a:lnTo>
                  <a:pt x="29565" y="0"/>
                </a:lnTo>
                <a:lnTo>
                  <a:pt x="18122" y="2171"/>
                </a:lnTo>
                <a:lnTo>
                  <a:pt x="8724" y="8115"/>
                </a:lnTo>
                <a:lnTo>
                  <a:pt x="2349" y="16967"/>
                </a:lnTo>
                <a:lnTo>
                  <a:pt x="0" y="27838"/>
                </a:lnTo>
                <a:lnTo>
                  <a:pt x="2349" y="38709"/>
                </a:lnTo>
                <a:lnTo>
                  <a:pt x="8724" y="47561"/>
                </a:lnTo>
                <a:lnTo>
                  <a:pt x="18122" y="53505"/>
                </a:lnTo>
                <a:lnTo>
                  <a:pt x="29565" y="55676"/>
                </a:lnTo>
                <a:lnTo>
                  <a:pt x="40792" y="53505"/>
                </a:lnTo>
                <a:lnTo>
                  <a:pt x="50101" y="47561"/>
                </a:lnTo>
                <a:lnTo>
                  <a:pt x="56438" y="38709"/>
                </a:lnTo>
                <a:lnTo>
                  <a:pt x="58775" y="27838"/>
                </a:lnTo>
                <a:close/>
              </a:path>
              <a:path w="503554" h="462279">
                <a:moveTo>
                  <a:pt x="236131" y="325831"/>
                </a:moveTo>
                <a:lnTo>
                  <a:pt x="218948" y="326859"/>
                </a:lnTo>
                <a:lnTo>
                  <a:pt x="211378" y="326859"/>
                </a:lnTo>
                <a:lnTo>
                  <a:pt x="198412" y="325475"/>
                </a:lnTo>
                <a:lnTo>
                  <a:pt x="187325" y="319862"/>
                </a:lnTo>
                <a:lnTo>
                  <a:pt x="179578" y="307873"/>
                </a:lnTo>
                <a:lnTo>
                  <a:pt x="176669" y="287337"/>
                </a:lnTo>
                <a:lnTo>
                  <a:pt x="176669" y="134391"/>
                </a:lnTo>
                <a:lnTo>
                  <a:pt x="232346" y="134391"/>
                </a:lnTo>
                <a:lnTo>
                  <a:pt x="232346" y="99326"/>
                </a:lnTo>
                <a:lnTo>
                  <a:pt x="176669" y="99326"/>
                </a:lnTo>
                <a:lnTo>
                  <a:pt x="176669" y="36093"/>
                </a:lnTo>
                <a:lnTo>
                  <a:pt x="134734" y="36093"/>
                </a:lnTo>
                <a:lnTo>
                  <a:pt x="134734" y="99326"/>
                </a:lnTo>
                <a:lnTo>
                  <a:pt x="94869" y="99326"/>
                </a:lnTo>
                <a:lnTo>
                  <a:pt x="94869" y="134391"/>
                </a:lnTo>
                <a:lnTo>
                  <a:pt x="134734" y="134391"/>
                </a:lnTo>
                <a:lnTo>
                  <a:pt x="134734" y="298335"/>
                </a:lnTo>
                <a:lnTo>
                  <a:pt x="141084" y="328599"/>
                </a:lnTo>
                <a:lnTo>
                  <a:pt x="157683" y="349935"/>
                </a:lnTo>
                <a:lnTo>
                  <a:pt x="180848" y="362572"/>
                </a:lnTo>
                <a:lnTo>
                  <a:pt x="206908" y="366737"/>
                </a:lnTo>
                <a:lnTo>
                  <a:pt x="215785" y="366560"/>
                </a:lnTo>
                <a:lnTo>
                  <a:pt x="223710" y="366090"/>
                </a:lnTo>
                <a:lnTo>
                  <a:pt x="230543" y="365429"/>
                </a:lnTo>
                <a:lnTo>
                  <a:pt x="236131" y="364667"/>
                </a:lnTo>
                <a:lnTo>
                  <a:pt x="236131" y="325831"/>
                </a:lnTo>
                <a:close/>
              </a:path>
              <a:path w="503554" h="462279">
                <a:moveTo>
                  <a:pt x="503186" y="99326"/>
                </a:moveTo>
                <a:lnTo>
                  <a:pt x="457822" y="99326"/>
                </a:lnTo>
                <a:lnTo>
                  <a:pt x="385635" y="308991"/>
                </a:lnTo>
                <a:lnTo>
                  <a:pt x="382892" y="308991"/>
                </a:lnTo>
                <a:lnTo>
                  <a:pt x="310718" y="99326"/>
                </a:lnTo>
                <a:lnTo>
                  <a:pt x="265341" y="99326"/>
                </a:lnTo>
                <a:lnTo>
                  <a:pt x="362953" y="365010"/>
                </a:lnTo>
                <a:lnTo>
                  <a:pt x="355396" y="385292"/>
                </a:lnTo>
                <a:lnTo>
                  <a:pt x="344728" y="407708"/>
                </a:lnTo>
                <a:lnTo>
                  <a:pt x="333743" y="419493"/>
                </a:lnTo>
                <a:lnTo>
                  <a:pt x="322237" y="424053"/>
                </a:lnTo>
                <a:lnTo>
                  <a:pt x="310019" y="424815"/>
                </a:lnTo>
                <a:lnTo>
                  <a:pt x="303491" y="424815"/>
                </a:lnTo>
                <a:lnTo>
                  <a:pt x="293865" y="424472"/>
                </a:lnTo>
                <a:lnTo>
                  <a:pt x="289750" y="424129"/>
                </a:lnTo>
                <a:lnTo>
                  <a:pt x="289407" y="461251"/>
                </a:lnTo>
                <a:lnTo>
                  <a:pt x="294906" y="461937"/>
                </a:lnTo>
                <a:lnTo>
                  <a:pt x="303834" y="462280"/>
                </a:lnTo>
                <a:lnTo>
                  <a:pt x="312775" y="462280"/>
                </a:lnTo>
                <a:lnTo>
                  <a:pt x="338709" y="458571"/>
                </a:lnTo>
                <a:lnTo>
                  <a:pt x="360375" y="447332"/>
                </a:lnTo>
                <a:lnTo>
                  <a:pt x="377926" y="428358"/>
                </a:lnTo>
                <a:lnTo>
                  <a:pt x="391477" y="401447"/>
                </a:lnTo>
                <a:lnTo>
                  <a:pt x="503186" y="993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object 220" descr=""/>
          <p:cNvSpPr/>
          <p:nvPr/>
        </p:nvSpPr>
        <p:spPr>
          <a:xfrm>
            <a:off x="9953068" y="7313722"/>
            <a:ext cx="245110" cy="361950"/>
          </a:xfrm>
          <a:custGeom>
            <a:avLst/>
            <a:gdLst/>
            <a:ahLst/>
            <a:cxnLst/>
            <a:rect l="l" t="t" r="r" b="b"/>
            <a:pathLst>
              <a:path w="245109" h="361950">
                <a:moveTo>
                  <a:pt x="124077" y="0"/>
                </a:moveTo>
                <a:lnTo>
                  <a:pt x="79771" y="6723"/>
                </a:lnTo>
                <a:lnTo>
                  <a:pt x="43134" y="25691"/>
                </a:lnTo>
                <a:lnTo>
                  <a:pt x="17840" y="55100"/>
                </a:lnTo>
                <a:lnTo>
                  <a:pt x="7561" y="93144"/>
                </a:lnTo>
                <a:lnTo>
                  <a:pt x="49837" y="93144"/>
                </a:lnTo>
                <a:lnTo>
                  <a:pt x="56786" y="70051"/>
                </a:lnTo>
                <a:lnTo>
                  <a:pt x="73209" y="52758"/>
                </a:lnTo>
                <a:lnTo>
                  <a:pt x="96334" y="41910"/>
                </a:lnTo>
                <a:lnTo>
                  <a:pt x="123390" y="38151"/>
                </a:lnTo>
                <a:lnTo>
                  <a:pt x="150666" y="42350"/>
                </a:lnTo>
                <a:lnTo>
                  <a:pt x="171465" y="54219"/>
                </a:lnTo>
                <a:lnTo>
                  <a:pt x="184725" y="72661"/>
                </a:lnTo>
                <a:lnTo>
                  <a:pt x="189381" y="96581"/>
                </a:lnTo>
                <a:lnTo>
                  <a:pt x="184038" y="121403"/>
                </a:lnTo>
                <a:lnTo>
                  <a:pt x="169060" y="140489"/>
                </a:lnTo>
                <a:lnTo>
                  <a:pt x="146026" y="152744"/>
                </a:lnTo>
                <a:lnTo>
                  <a:pt x="116516" y="157073"/>
                </a:lnTo>
                <a:lnTo>
                  <a:pt x="87988" y="157073"/>
                </a:lnTo>
                <a:lnTo>
                  <a:pt x="87988" y="195568"/>
                </a:lnTo>
                <a:lnTo>
                  <a:pt x="116516" y="195568"/>
                </a:lnTo>
                <a:lnTo>
                  <a:pt x="153088" y="200406"/>
                </a:lnTo>
                <a:lnTo>
                  <a:pt x="179929" y="213913"/>
                </a:lnTo>
                <a:lnTo>
                  <a:pt x="196459" y="234573"/>
                </a:lnTo>
                <a:lnTo>
                  <a:pt x="202098" y="260872"/>
                </a:lnTo>
                <a:lnTo>
                  <a:pt x="196110" y="286053"/>
                </a:lnTo>
                <a:lnTo>
                  <a:pt x="179456" y="305596"/>
                </a:lnTo>
                <a:lnTo>
                  <a:pt x="154103" y="318244"/>
                </a:lnTo>
                <a:lnTo>
                  <a:pt x="122015" y="322739"/>
                </a:lnTo>
                <a:lnTo>
                  <a:pt x="92526" y="318942"/>
                </a:lnTo>
                <a:lnTo>
                  <a:pt x="68354" y="308088"/>
                </a:lnTo>
                <a:lnTo>
                  <a:pt x="51593" y="290983"/>
                </a:lnTo>
                <a:lnTo>
                  <a:pt x="44338" y="268433"/>
                </a:lnTo>
                <a:lnTo>
                  <a:pt x="0" y="268433"/>
                </a:lnTo>
                <a:lnTo>
                  <a:pt x="10327" y="306477"/>
                </a:lnTo>
                <a:lnTo>
                  <a:pt x="35959" y="335885"/>
                </a:lnTo>
                <a:lnTo>
                  <a:pt x="74288" y="354854"/>
                </a:lnTo>
                <a:lnTo>
                  <a:pt x="122702" y="361577"/>
                </a:lnTo>
                <a:lnTo>
                  <a:pt x="171449" y="354016"/>
                </a:lnTo>
                <a:lnTo>
                  <a:pt x="210304" y="333050"/>
                </a:lnTo>
                <a:lnTo>
                  <a:pt x="235948" y="301257"/>
                </a:lnTo>
                <a:lnTo>
                  <a:pt x="245061" y="261215"/>
                </a:lnTo>
                <a:lnTo>
                  <a:pt x="240196" y="229976"/>
                </a:lnTo>
                <a:lnTo>
                  <a:pt x="225728" y="204633"/>
                </a:lnTo>
                <a:lnTo>
                  <a:pt x="202625" y="186443"/>
                </a:lnTo>
                <a:lnTo>
                  <a:pt x="171852" y="176664"/>
                </a:lnTo>
                <a:lnTo>
                  <a:pt x="171852" y="173914"/>
                </a:lnTo>
                <a:lnTo>
                  <a:pt x="196760" y="162765"/>
                </a:lnTo>
                <a:lnTo>
                  <a:pt x="215674" y="145301"/>
                </a:lnTo>
                <a:lnTo>
                  <a:pt x="227629" y="122294"/>
                </a:lnTo>
                <a:lnTo>
                  <a:pt x="231656" y="94518"/>
                </a:lnTo>
                <a:lnTo>
                  <a:pt x="224417" y="58435"/>
                </a:lnTo>
                <a:lnTo>
                  <a:pt x="203129" y="28312"/>
                </a:lnTo>
                <a:lnTo>
                  <a:pt x="169210" y="7663"/>
                </a:lnTo>
                <a:lnTo>
                  <a:pt x="1240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object 221" descr=""/>
          <p:cNvSpPr/>
          <p:nvPr/>
        </p:nvSpPr>
        <p:spPr>
          <a:xfrm>
            <a:off x="10266870" y="7318534"/>
            <a:ext cx="277495" cy="352425"/>
          </a:xfrm>
          <a:custGeom>
            <a:avLst/>
            <a:gdLst/>
            <a:ahLst/>
            <a:cxnLst/>
            <a:rect l="l" t="t" r="r" b="b"/>
            <a:pathLst>
              <a:path w="277495" h="352425">
                <a:moveTo>
                  <a:pt x="113766" y="0"/>
                </a:moveTo>
                <a:lnTo>
                  <a:pt x="0" y="0"/>
                </a:lnTo>
                <a:lnTo>
                  <a:pt x="0" y="351954"/>
                </a:lnTo>
                <a:lnTo>
                  <a:pt x="109297" y="351954"/>
                </a:lnTo>
                <a:lnTo>
                  <a:pt x="158957" y="346505"/>
                </a:lnTo>
                <a:lnTo>
                  <a:pt x="200443" y="330593"/>
                </a:lnTo>
                <a:lnTo>
                  <a:pt x="222816" y="313115"/>
                </a:lnTo>
                <a:lnTo>
                  <a:pt x="43650" y="313115"/>
                </a:lnTo>
                <a:lnTo>
                  <a:pt x="43650" y="38838"/>
                </a:lnTo>
                <a:lnTo>
                  <a:pt x="224071" y="38838"/>
                </a:lnTo>
                <a:lnTo>
                  <a:pt x="201767" y="21156"/>
                </a:lnTo>
                <a:lnTo>
                  <a:pt x="161543" y="5394"/>
                </a:lnTo>
                <a:lnTo>
                  <a:pt x="113766" y="0"/>
                </a:lnTo>
                <a:close/>
              </a:path>
              <a:path w="277495" h="352425">
                <a:moveTo>
                  <a:pt x="224071" y="38838"/>
                </a:moveTo>
                <a:lnTo>
                  <a:pt x="111016" y="38838"/>
                </a:lnTo>
                <a:lnTo>
                  <a:pt x="155261" y="44879"/>
                </a:lnTo>
                <a:lnTo>
                  <a:pt x="189788" y="62419"/>
                </a:lnTo>
                <a:lnTo>
                  <a:pt x="214532" y="90584"/>
                </a:lnTo>
                <a:lnTo>
                  <a:pt x="229427" y="128498"/>
                </a:lnTo>
                <a:lnTo>
                  <a:pt x="234406" y="175289"/>
                </a:lnTo>
                <a:lnTo>
                  <a:pt x="229391" y="222487"/>
                </a:lnTo>
                <a:lnTo>
                  <a:pt x="214246" y="260775"/>
                </a:lnTo>
                <a:lnTo>
                  <a:pt x="188823" y="289248"/>
                </a:lnTo>
                <a:lnTo>
                  <a:pt x="152973" y="306997"/>
                </a:lnTo>
                <a:lnTo>
                  <a:pt x="106548" y="313115"/>
                </a:lnTo>
                <a:lnTo>
                  <a:pt x="222816" y="313115"/>
                </a:lnTo>
                <a:lnTo>
                  <a:pt x="233375" y="304866"/>
                </a:lnTo>
                <a:lnTo>
                  <a:pt x="257371" y="269974"/>
                </a:lnTo>
                <a:lnTo>
                  <a:pt x="272048" y="226565"/>
                </a:lnTo>
                <a:lnTo>
                  <a:pt x="277026" y="175289"/>
                </a:lnTo>
                <a:lnTo>
                  <a:pt x="272069" y="124354"/>
                </a:lnTo>
                <a:lnTo>
                  <a:pt x="257536" y="81267"/>
                </a:lnTo>
                <a:lnTo>
                  <a:pt x="233934" y="46657"/>
                </a:lnTo>
                <a:lnTo>
                  <a:pt x="224071" y="388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2" name="object 222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8140243" y="8262151"/>
            <a:ext cx="201562" cy="201562"/>
          </a:xfrm>
          <a:prstGeom prst="rect">
            <a:avLst/>
          </a:prstGeom>
        </p:spPr>
      </p:pic>
      <p:sp>
        <p:nvSpPr>
          <p:cNvPr id="223" name="object 223" descr=""/>
          <p:cNvSpPr/>
          <p:nvPr/>
        </p:nvSpPr>
        <p:spPr>
          <a:xfrm>
            <a:off x="8665569" y="8184424"/>
            <a:ext cx="274320" cy="358140"/>
          </a:xfrm>
          <a:custGeom>
            <a:avLst/>
            <a:gdLst/>
            <a:ahLst/>
            <a:cxnLst/>
            <a:rect l="l" t="t" r="r" b="b"/>
            <a:pathLst>
              <a:path w="274320" h="358140">
                <a:moveTo>
                  <a:pt x="274276" y="0"/>
                </a:moveTo>
                <a:lnTo>
                  <a:pt x="230282" y="0"/>
                </a:lnTo>
                <a:lnTo>
                  <a:pt x="230282" y="229251"/>
                </a:lnTo>
                <a:lnTo>
                  <a:pt x="223896" y="264604"/>
                </a:lnTo>
                <a:lnTo>
                  <a:pt x="205492" y="292450"/>
                </a:lnTo>
                <a:lnTo>
                  <a:pt x="176196" y="310693"/>
                </a:lnTo>
                <a:lnTo>
                  <a:pt x="137138" y="317239"/>
                </a:lnTo>
                <a:lnTo>
                  <a:pt x="98025" y="310693"/>
                </a:lnTo>
                <a:lnTo>
                  <a:pt x="68611" y="292450"/>
                </a:lnTo>
                <a:lnTo>
                  <a:pt x="50089" y="264604"/>
                </a:lnTo>
                <a:lnTo>
                  <a:pt x="43650" y="229251"/>
                </a:lnTo>
                <a:lnTo>
                  <a:pt x="43650" y="0"/>
                </a:lnTo>
                <a:lnTo>
                  <a:pt x="0" y="0"/>
                </a:lnTo>
                <a:lnTo>
                  <a:pt x="0" y="232688"/>
                </a:lnTo>
                <a:lnTo>
                  <a:pt x="6277" y="273583"/>
                </a:lnTo>
                <a:lnTo>
                  <a:pt x="24317" y="308177"/>
                </a:lnTo>
                <a:lnTo>
                  <a:pt x="52933" y="334867"/>
                </a:lnTo>
                <a:lnTo>
                  <a:pt x="90935" y="352055"/>
                </a:lnTo>
                <a:lnTo>
                  <a:pt x="137138" y="358140"/>
                </a:lnTo>
                <a:lnTo>
                  <a:pt x="183208" y="352055"/>
                </a:lnTo>
                <a:lnTo>
                  <a:pt x="221194" y="334867"/>
                </a:lnTo>
                <a:lnTo>
                  <a:pt x="249859" y="308177"/>
                </a:lnTo>
                <a:lnTo>
                  <a:pt x="267965" y="273583"/>
                </a:lnTo>
                <a:lnTo>
                  <a:pt x="274276" y="232688"/>
                </a:lnTo>
                <a:lnTo>
                  <a:pt x="2742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object 224" descr=""/>
          <p:cNvSpPr/>
          <p:nvPr/>
        </p:nvSpPr>
        <p:spPr>
          <a:xfrm>
            <a:off x="9012023" y="8268975"/>
            <a:ext cx="210820" cy="267970"/>
          </a:xfrm>
          <a:custGeom>
            <a:avLst/>
            <a:gdLst/>
            <a:ahLst/>
            <a:cxnLst/>
            <a:rect l="l" t="t" r="r" b="b"/>
            <a:pathLst>
              <a:path w="210820" h="267970">
                <a:moveTo>
                  <a:pt x="120984" y="0"/>
                </a:moveTo>
                <a:lnTo>
                  <a:pt x="93874" y="3216"/>
                </a:lnTo>
                <a:lnTo>
                  <a:pt x="72178" y="12330"/>
                </a:lnTo>
                <a:lnTo>
                  <a:pt x="55637" y="26535"/>
                </a:lnTo>
                <a:lnTo>
                  <a:pt x="43994" y="45025"/>
                </a:lnTo>
                <a:lnTo>
                  <a:pt x="40557" y="45025"/>
                </a:lnTo>
                <a:lnTo>
                  <a:pt x="40557" y="3437"/>
                </a:lnTo>
                <a:lnTo>
                  <a:pt x="0" y="3437"/>
                </a:lnTo>
                <a:lnTo>
                  <a:pt x="0" y="267402"/>
                </a:lnTo>
                <a:lnTo>
                  <a:pt x="41932" y="267402"/>
                </a:lnTo>
                <a:lnTo>
                  <a:pt x="41932" y="108954"/>
                </a:lnTo>
                <a:lnTo>
                  <a:pt x="46937" y="78498"/>
                </a:lnTo>
                <a:lnTo>
                  <a:pt x="60835" y="56066"/>
                </a:lnTo>
                <a:lnTo>
                  <a:pt x="81952" y="42205"/>
                </a:lnTo>
                <a:lnTo>
                  <a:pt x="108610" y="37463"/>
                </a:lnTo>
                <a:lnTo>
                  <a:pt x="133760" y="41915"/>
                </a:lnTo>
                <a:lnTo>
                  <a:pt x="152562" y="54778"/>
                </a:lnTo>
                <a:lnTo>
                  <a:pt x="164339" y="75309"/>
                </a:lnTo>
                <a:lnTo>
                  <a:pt x="168415" y="102767"/>
                </a:lnTo>
                <a:lnTo>
                  <a:pt x="168415" y="267402"/>
                </a:lnTo>
                <a:lnTo>
                  <a:pt x="210347" y="267402"/>
                </a:lnTo>
                <a:lnTo>
                  <a:pt x="210347" y="99674"/>
                </a:lnTo>
                <a:lnTo>
                  <a:pt x="203924" y="55825"/>
                </a:lnTo>
                <a:lnTo>
                  <a:pt x="185772" y="24703"/>
                </a:lnTo>
                <a:lnTo>
                  <a:pt x="157567" y="6149"/>
                </a:lnTo>
                <a:lnTo>
                  <a:pt x="1209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object 225" descr=""/>
          <p:cNvSpPr/>
          <p:nvPr/>
        </p:nvSpPr>
        <p:spPr>
          <a:xfrm>
            <a:off x="9280792" y="8173084"/>
            <a:ext cx="503555" cy="462915"/>
          </a:xfrm>
          <a:custGeom>
            <a:avLst/>
            <a:gdLst/>
            <a:ahLst/>
            <a:cxnLst/>
            <a:rect l="l" t="t" r="r" b="b"/>
            <a:pathLst>
              <a:path w="503554" h="462915">
                <a:moveTo>
                  <a:pt x="50190" y="99339"/>
                </a:moveTo>
                <a:lnTo>
                  <a:pt x="8255" y="99339"/>
                </a:lnTo>
                <a:lnTo>
                  <a:pt x="8255" y="363296"/>
                </a:lnTo>
                <a:lnTo>
                  <a:pt x="50190" y="363296"/>
                </a:lnTo>
                <a:lnTo>
                  <a:pt x="50190" y="99339"/>
                </a:lnTo>
                <a:close/>
              </a:path>
              <a:path w="503554" h="462915">
                <a:moveTo>
                  <a:pt x="58775" y="27838"/>
                </a:moveTo>
                <a:lnTo>
                  <a:pt x="56438" y="16967"/>
                </a:lnTo>
                <a:lnTo>
                  <a:pt x="50101" y="8128"/>
                </a:lnTo>
                <a:lnTo>
                  <a:pt x="40792" y="2184"/>
                </a:lnTo>
                <a:lnTo>
                  <a:pt x="29565" y="0"/>
                </a:lnTo>
                <a:lnTo>
                  <a:pt x="18122" y="2184"/>
                </a:lnTo>
                <a:lnTo>
                  <a:pt x="8724" y="8128"/>
                </a:lnTo>
                <a:lnTo>
                  <a:pt x="2349" y="16967"/>
                </a:lnTo>
                <a:lnTo>
                  <a:pt x="0" y="27838"/>
                </a:lnTo>
                <a:lnTo>
                  <a:pt x="2349" y="38722"/>
                </a:lnTo>
                <a:lnTo>
                  <a:pt x="8724" y="47561"/>
                </a:lnTo>
                <a:lnTo>
                  <a:pt x="18122" y="53505"/>
                </a:lnTo>
                <a:lnTo>
                  <a:pt x="29565" y="55689"/>
                </a:lnTo>
                <a:lnTo>
                  <a:pt x="40792" y="53505"/>
                </a:lnTo>
                <a:lnTo>
                  <a:pt x="50101" y="47561"/>
                </a:lnTo>
                <a:lnTo>
                  <a:pt x="56438" y="38722"/>
                </a:lnTo>
                <a:lnTo>
                  <a:pt x="58775" y="27838"/>
                </a:lnTo>
                <a:close/>
              </a:path>
              <a:path w="503554" h="462915">
                <a:moveTo>
                  <a:pt x="236131" y="325831"/>
                </a:moveTo>
                <a:lnTo>
                  <a:pt x="218948" y="326872"/>
                </a:lnTo>
                <a:lnTo>
                  <a:pt x="211378" y="326872"/>
                </a:lnTo>
                <a:lnTo>
                  <a:pt x="198412" y="325475"/>
                </a:lnTo>
                <a:lnTo>
                  <a:pt x="187325" y="319862"/>
                </a:lnTo>
                <a:lnTo>
                  <a:pt x="179578" y="307873"/>
                </a:lnTo>
                <a:lnTo>
                  <a:pt x="176669" y="287337"/>
                </a:lnTo>
                <a:lnTo>
                  <a:pt x="176669" y="134391"/>
                </a:lnTo>
                <a:lnTo>
                  <a:pt x="232346" y="134391"/>
                </a:lnTo>
                <a:lnTo>
                  <a:pt x="232346" y="99339"/>
                </a:lnTo>
                <a:lnTo>
                  <a:pt x="176669" y="99339"/>
                </a:lnTo>
                <a:lnTo>
                  <a:pt x="176669" y="36093"/>
                </a:lnTo>
                <a:lnTo>
                  <a:pt x="134734" y="36093"/>
                </a:lnTo>
                <a:lnTo>
                  <a:pt x="134734" y="99339"/>
                </a:lnTo>
                <a:lnTo>
                  <a:pt x="94869" y="99339"/>
                </a:lnTo>
                <a:lnTo>
                  <a:pt x="94869" y="134391"/>
                </a:lnTo>
                <a:lnTo>
                  <a:pt x="134734" y="134391"/>
                </a:lnTo>
                <a:lnTo>
                  <a:pt x="134734" y="298335"/>
                </a:lnTo>
                <a:lnTo>
                  <a:pt x="141084" y="328599"/>
                </a:lnTo>
                <a:lnTo>
                  <a:pt x="157683" y="349935"/>
                </a:lnTo>
                <a:lnTo>
                  <a:pt x="180848" y="362572"/>
                </a:lnTo>
                <a:lnTo>
                  <a:pt x="206908" y="366737"/>
                </a:lnTo>
                <a:lnTo>
                  <a:pt x="215785" y="366560"/>
                </a:lnTo>
                <a:lnTo>
                  <a:pt x="223710" y="366090"/>
                </a:lnTo>
                <a:lnTo>
                  <a:pt x="230543" y="365429"/>
                </a:lnTo>
                <a:lnTo>
                  <a:pt x="236131" y="364680"/>
                </a:lnTo>
                <a:lnTo>
                  <a:pt x="236131" y="325831"/>
                </a:lnTo>
                <a:close/>
              </a:path>
              <a:path w="503554" h="462915">
                <a:moveTo>
                  <a:pt x="503186" y="99339"/>
                </a:moveTo>
                <a:lnTo>
                  <a:pt x="457822" y="99339"/>
                </a:lnTo>
                <a:lnTo>
                  <a:pt x="385635" y="308991"/>
                </a:lnTo>
                <a:lnTo>
                  <a:pt x="382892" y="308991"/>
                </a:lnTo>
                <a:lnTo>
                  <a:pt x="310718" y="99339"/>
                </a:lnTo>
                <a:lnTo>
                  <a:pt x="265341" y="99339"/>
                </a:lnTo>
                <a:lnTo>
                  <a:pt x="362953" y="365023"/>
                </a:lnTo>
                <a:lnTo>
                  <a:pt x="355396" y="385292"/>
                </a:lnTo>
                <a:lnTo>
                  <a:pt x="344728" y="407708"/>
                </a:lnTo>
                <a:lnTo>
                  <a:pt x="333743" y="419493"/>
                </a:lnTo>
                <a:lnTo>
                  <a:pt x="322237" y="424065"/>
                </a:lnTo>
                <a:lnTo>
                  <a:pt x="310019" y="424827"/>
                </a:lnTo>
                <a:lnTo>
                  <a:pt x="303491" y="424827"/>
                </a:lnTo>
                <a:lnTo>
                  <a:pt x="293865" y="424484"/>
                </a:lnTo>
                <a:lnTo>
                  <a:pt x="289750" y="424141"/>
                </a:lnTo>
                <a:lnTo>
                  <a:pt x="289407" y="461251"/>
                </a:lnTo>
                <a:lnTo>
                  <a:pt x="294906" y="461937"/>
                </a:lnTo>
                <a:lnTo>
                  <a:pt x="303834" y="462292"/>
                </a:lnTo>
                <a:lnTo>
                  <a:pt x="312775" y="462292"/>
                </a:lnTo>
                <a:lnTo>
                  <a:pt x="338709" y="458584"/>
                </a:lnTo>
                <a:lnTo>
                  <a:pt x="360375" y="447332"/>
                </a:lnTo>
                <a:lnTo>
                  <a:pt x="377926" y="428358"/>
                </a:lnTo>
                <a:lnTo>
                  <a:pt x="391477" y="401447"/>
                </a:lnTo>
                <a:lnTo>
                  <a:pt x="503186" y="993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object 226" descr=""/>
          <p:cNvSpPr/>
          <p:nvPr/>
        </p:nvSpPr>
        <p:spPr>
          <a:xfrm>
            <a:off x="9930383" y="8184424"/>
            <a:ext cx="286385" cy="352425"/>
          </a:xfrm>
          <a:custGeom>
            <a:avLst/>
            <a:gdLst/>
            <a:ahLst/>
            <a:cxnLst/>
            <a:rect l="l" t="t" r="r" b="b"/>
            <a:pathLst>
              <a:path w="286384" h="352425">
                <a:moveTo>
                  <a:pt x="285962" y="0"/>
                </a:moveTo>
                <a:lnTo>
                  <a:pt x="234406" y="0"/>
                </a:lnTo>
                <a:lnTo>
                  <a:pt x="144356" y="145387"/>
                </a:lnTo>
                <a:lnTo>
                  <a:pt x="141606" y="145387"/>
                </a:lnTo>
                <a:lnTo>
                  <a:pt x="51899" y="0"/>
                </a:lnTo>
                <a:lnTo>
                  <a:pt x="0" y="0"/>
                </a:lnTo>
                <a:lnTo>
                  <a:pt x="113423" y="175977"/>
                </a:lnTo>
                <a:lnTo>
                  <a:pt x="0" y="351954"/>
                </a:lnTo>
                <a:lnTo>
                  <a:pt x="51556" y="351954"/>
                </a:lnTo>
                <a:lnTo>
                  <a:pt x="141606" y="209316"/>
                </a:lnTo>
                <a:lnTo>
                  <a:pt x="144356" y="209316"/>
                </a:lnTo>
                <a:lnTo>
                  <a:pt x="234406" y="351954"/>
                </a:lnTo>
                <a:lnTo>
                  <a:pt x="285962" y="351954"/>
                </a:lnTo>
                <a:lnTo>
                  <a:pt x="175289" y="175977"/>
                </a:lnTo>
                <a:lnTo>
                  <a:pt x="2859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7" name="object 227" descr=""/>
          <p:cNvSpPr/>
          <p:nvPr/>
        </p:nvSpPr>
        <p:spPr>
          <a:xfrm>
            <a:off x="10264457" y="8179612"/>
            <a:ext cx="870585" cy="362585"/>
          </a:xfrm>
          <a:custGeom>
            <a:avLst/>
            <a:gdLst/>
            <a:ahLst/>
            <a:cxnLst/>
            <a:rect l="l" t="t" r="r" b="b"/>
            <a:pathLst>
              <a:path w="870584" h="362584">
                <a:moveTo>
                  <a:pt x="253314" y="356768"/>
                </a:moveTo>
                <a:lnTo>
                  <a:pt x="178346" y="219976"/>
                </a:lnTo>
                <a:lnTo>
                  <a:pt x="178244" y="219811"/>
                </a:lnTo>
                <a:lnTo>
                  <a:pt x="173913" y="211899"/>
                </a:lnTo>
                <a:lnTo>
                  <a:pt x="217779" y="180454"/>
                </a:lnTo>
                <a:lnTo>
                  <a:pt x="235585" y="146075"/>
                </a:lnTo>
                <a:lnTo>
                  <a:pt x="239560" y="113080"/>
                </a:lnTo>
                <a:lnTo>
                  <a:pt x="232422" y="69773"/>
                </a:lnTo>
                <a:lnTo>
                  <a:pt x="215734" y="43662"/>
                </a:lnTo>
                <a:lnTo>
                  <a:pt x="210515" y="35496"/>
                </a:lnTo>
                <a:lnTo>
                  <a:pt x="196253" y="26898"/>
                </a:lnTo>
                <a:lnTo>
                  <a:pt x="196253" y="113080"/>
                </a:lnTo>
                <a:lnTo>
                  <a:pt x="191947" y="141300"/>
                </a:lnTo>
                <a:lnTo>
                  <a:pt x="178257" y="162496"/>
                </a:lnTo>
                <a:lnTo>
                  <a:pt x="154063" y="175818"/>
                </a:lnTo>
                <a:lnTo>
                  <a:pt x="118237" y="180454"/>
                </a:lnTo>
                <a:lnTo>
                  <a:pt x="43649" y="180454"/>
                </a:lnTo>
                <a:lnTo>
                  <a:pt x="43649" y="43662"/>
                </a:lnTo>
                <a:lnTo>
                  <a:pt x="117894" y="43662"/>
                </a:lnTo>
                <a:lnTo>
                  <a:pt x="153911" y="48602"/>
                </a:lnTo>
                <a:lnTo>
                  <a:pt x="178206" y="62649"/>
                </a:lnTo>
                <a:lnTo>
                  <a:pt x="191935" y="84543"/>
                </a:lnTo>
                <a:lnTo>
                  <a:pt x="196253" y="113080"/>
                </a:lnTo>
                <a:lnTo>
                  <a:pt x="196253" y="26898"/>
                </a:lnTo>
                <a:lnTo>
                  <a:pt x="173151" y="12941"/>
                </a:lnTo>
                <a:lnTo>
                  <a:pt x="119608" y="4813"/>
                </a:lnTo>
                <a:lnTo>
                  <a:pt x="0" y="4813"/>
                </a:lnTo>
                <a:lnTo>
                  <a:pt x="0" y="356768"/>
                </a:lnTo>
                <a:lnTo>
                  <a:pt x="43649" y="356768"/>
                </a:lnTo>
                <a:lnTo>
                  <a:pt x="43649" y="219976"/>
                </a:lnTo>
                <a:lnTo>
                  <a:pt x="125971" y="219976"/>
                </a:lnTo>
                <a:lnTo>
                  <a:pt x="128549" y="219811"/>
                </a:lnTo>
                <a:lnTo>
                  <a:pt x="202438" y="356768"/>
                </a:lnTo>
                <a:lnTo>
                  <a:pt x="253314" y="356768"/>
                </a:lnTo>
                <a:close/>
              </a:path>
              <a:path w="870584" h="362584">
                <a:moveTo>
                  <a:pt x="586701" y="115493"/>
                </a:moveTo>
                <a:lnTo>
                  <a:pt x="569023" y="66700"/>
                </a:lnTo>
                <a:lnTo>
                  <a:pt x="537514" y="30429"/>
                </a:lnTo>
                <a:lnTo>
                  <a:pt x="495109" y="7797"/>
                </a:lnTo>
                <a:lnTo>
                  <a:pt x="444754" y="0"/>
                </a:lnTo>
                <a:lnTo>
                  <a:pt x="401840" y="5664"/>
                </a:lnTo>
                <a:lnTo>
                  <a:pt x="364210" y="22136"/>
                </a:lnTo>
                <a:lnTo>
                  <a:pt x="333006" y="48641"/>
                </a:lnTo>
                <a:lnTo>
                  <a:pt x="309333" y="84429"/>
                </a:lnTo>
                <a:lnTo>
                  <a:pt x="294309" y="128739"/>
                </a:lnTo>
                <a:lnTo>
                  <a:pt x="289052" y="180797"/>
                </a:lnTo>
                <a:lnTo>
                  <a:pt x="294309" y="232854"/>
                </a:lnTo>
                <a:lnTo>
                  <a:pt x="309333" y="277164"/>
                </a:lnTo>
                <a:lnTo>
                  <a:pt x="333006" y="312953"/>
                </a:lnTo>
                <a:lnTo>
                  <a:pt x="364210" y="339458"/>
                </a:lnTo>
                <a:lnTo>
                  <a:pt x="401840" y="355930"/>
                </a:lnTo>
                <a:lnTo>
                  <a:pt x="444754" y="361581"/>
                </a:lnTo>
                <a:lnTo>
                  <a:pt x="495312" y="353695"/>
                </a:lnTo>
                <a:lnTo>
                  <a:pt x="537768" y="330949"/>
                </a:lnTo>
                <a:lnTo>
                  <a:pt x="569214" y="294741"/>
                </a:lnTo>
                <a:lnTo>
                  <a:pt x="586701" y="246443"/>
                </a:lnTo>
                <a:lnTo>
                  <a:pt x="542709" y="246443"/>
                </a:lnTo>
                <a:lnTo>
                  <a:pt x="529577" y="278345"/>
                </a:lnTo>
                <a:lnTo>
                  <a:pt x="507263" y="301612"/>
                </a:lnTo>
                <a:lnTo>
                  <a:pt x="478180" y="315849"/>
                </a:lnTo>
                <a:lnTo>
                  <a:pt x="444754" y="320687"/>
                </a:lnTo>
                <a:lnTo>
                  <a:pt x="400265" y="311581"/>
                </a:lnTo>
                <a:lnTo>
                  <a:pt x="364375" y="284772"/>
                </a:lnTo>
                <a:lnTo>
                  <a:pt x="340398" y="240931"/>
                </a:lnTo>
                <a:lnTo>
                  <a:pt x="331673" y="180797"/>
                </a:lnTo>
                <a:lnTo>
                  <a:pt x="340398" y="120662"/>
                </a:lnTo>
                <a:lnTo>
                  <a:pt x="364375" y="76822"/>
                </a:lnTo>
                <a:lnTo>
                  <a:pt x="400265" y="49999"/>
                </a:lnTo>
                <a:lnTo>
                  <a:pt x="444754" y="40906"/>
                </a:lnTo>
                <a:lnTo>
                  <a:pt x="478231" y="45745"/>
                </a:lnTo>
                <a:lnTo>
                  <a:pt x="507390" y="60020"/>
                </a:lnTo>
                <a:lnTo>
                  <a:pt x="529729" y="83388"/>
                </a:lnTo>
                <a:lnTo>
                  <a:pt x="542709" y="115493"/>
                </a:lnTo>
                <a:lnTo>
                  <a:pt x="586701" y="115493"/>
                </a:lnTo>
                <a:close/>
              </a:path>
              <a:path w="870584" h="362584">
                <a:moveTo>
                  <a:pt x="870267" y="226161"/>
                </a:moveTo>
                <a:lnTo>
                  <a:pt x="861618" y="169989"/>
                </a:lnTo>
                <a:lnTo>
                  <a:pt x="837222" y="126834"/>
                </a:lnTo>
                <a:lnTo>
                  <a:pt x="836752" y="126492"/>
                </a:lnTo>
                <a:lnTo>
                  <a:pt x="828332" y="120345"/>
                </a:lnTo>
                <a:lnTo>
                  <a:pt x="828332" y="226161"/>
                </a:lnTo>
                <a:lnTo>
                  <a:pt x="823633" y="263817"/>
                </a:lnTo>
                <a:lnTo>
                  <a:pt x="809294" y="295376"/>
                </a:lnTo>
                <a:lnTo>
                  <a:pt x="784974" y="317080"/>
                </a:lnTo>
                <a:lnTo>
                  <a:pt x="750303" y="325145"/>
                </a:lnTo>
                <a:lnTo>
                  <a:pt x="715441" y="317080"/>
                </a:lnTo>
                <a:lnTo>
                  <a:pt x="691019" y="295376"/>
                </a:lnTo>
                <a:lnTo>
                  <a:pt x="676656" y="263817"/>
                </a:lnTo>
                <a:lnTo>
                  <a:pt x="671944" y="226161"/>
                </a:lnTo>
                <a:lnTo>
                  <a:pt x="676656" y="188404"/>
                </a:lnTo>
                <a:lnTo>
                  <a:pt x="715441" y="134670"/>
                </a:lnTo>
                <a:lnTo>
                  <a:pt x="784974" y="134670"/>
                </a:lnTo>
                <a:lnTo>
                  <a:pt x="823633" y="188404"/>
                </a:lnTo>
                <a:lnTo>
                  <a:pt x="828332" y="226161"/>
                </a:lnTo>
                <a:lnTo>
                  <a:pt x="828332" y="120345"/>
                </a:lnTo>
                <a:lnTo>
                  <a:pt x="799363" y="99148"/>
                </a:lnTo>
                <a:lnTo>
                  <a:pt x="750303" y="89369"/>
                </a:lnTo>
                <a:lnTo>
                  <a:pt x="701205" y="99148"/>
                </a:lnTo>
                <a:lnTo>
                  <a:pt x="663219" y="126834"/>
                </a:lnTo>
                <a:lnTo>
                  <a:pt x="638708" y="169989"/>
                </a:lnTo>
                <a:lnTo>
                  <a:pt x="630008" y="226161"/>
                </a:lnTo>
                <a:lnTo>
                  <a:pt x="638708" y="281940"/>
                </a:lnTo>
                <a:lnTo>
                  <a:pt x="663219" y="324891"/>
                </a:lnTo>
                <a:lnTo>
                  <a:pt x="701205" y="352513"/>
                </a:lnTo>
                <a:lnTo>
                  <a:pt x="750303" y="362267"/>
                </a:lnTo>
                <a:lnTo>
                  <a:pt x="799363" y="352513"/>
                </a:lnTo>
                <a:lnTo>
                  <a:pt x="836866" y="325145"/>
                </a:lnTo>
                <a:lnTo>
                  <a:pt x="837222" y="324891"/>
                </a:lnTo>
                <a:lnTo>
                  <a:pt x="861618" y="281940"/>
                </a:lnTo>
                <a:lnTo>
                  <a:pt x="870267" y="2261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object 228" descr=""/>
          <p:cNvSpPr/>
          <p:nvPr/>
        </p:nvSpPr>
        <p:spPr>
          <a:xfrm>
            <a:off x="11189030" y="8268296"/>
            <a:ext cx="394970" cy="273685"/>
          </a:xfrm>
          <a:custGeom>
            <a:avLst/>
            <a:gdLst/>
            <a:ahLst/>
            <a:cxnLst/>
            <a:rect l="l" t="t" r="r" b="b"/>
            <a:pathLst>
              <a:path w="394970" h="273684">
                <a:moveTo>
                  <a:pt x="133350" y="685"/>
                </a:moveTo>
                <a:lnTo>
                  <a:pt x="128536" y="342"/>
                </a:lnTo>
                <a:lnTo>
                  <a:pt x="117881" y="0"/>
                </a:lnTo>
                <a:lnTo>
                  <a:pt x="111696" y="0"/>
                </a:lnTo>
                <a:lnTo>
                  <a:pt x="89166" y="3200"/>
                </a:lnTo>
                <a:lnTo>
                  <a:pt x="69380" y="12242"/>
                </a:lnTo>
                <a:lnTo>
                  <a:pt x="53644" y="26238"/>
                </a:lnTo>
                <a:lnTo>
                  <a:pt x="43307" y="44335"/>
                </a:lnTo>
                <a:lnTo>
                  <a:pt x="40551" y="44335"/>
                </a:lnTo>
                <a:lnTo>
                  <a:pt x="40551" y="4127"/>
                </a:lnTo>
                <a:lnTo>
                  <a:pt x="0" y="4127"/>
                </a:lnTo>
                <a:lnTo>
                  <a:pt x="0" y="268084"/>
                </a:lnTo>
                <a:lnTo>
                  <a:pt x="41922" y="268084"/>
                </a:lnTo>
                <a:lnTo>
                  <a:pt x="41922" y="101739"/>
                </a:lnTo>
                <a:lnTo>
                  <a:pt x="46926" y="77190"/>
                </a:lnTo>
                <a:lnTo>
                  <a:pt x="60782" y="57696"/>
                </a:lnTo>
                <a:lnTo>
                  <a:pt x="81800" y="44843"/>
                </a:lnTo>
                <a:lnTo>
                  <a:pt x="108267" y="40208"/>
                </a:lnTo>
                <a:lnTo>
                  <a:pt x="118922" y="40208"/>
                </a:lnTo>
                <a:lnTo>
                  <a:pt x="130263" y="42278"/>
                </a:lnTo>
                <a:lnTo>
                  <a:pt x="133350" y="42964"/>
                </a:lnTo>
                <a:lnTo>
                  <a:pt x="133350" y="685"/>
                </a:lnTo>
                <a:close/>
              </a:path>
              <a:path w="394970" h="273684">
                <a:moveTo>
                  <a:pt x="394906" y="132664"/>
                </a:moveTo>
                <a:lnTo>
                  <a:pt x="391972" y="114452"/>
                </a:lnTo>
                <a:lnTo>
                  <a:pt x="384911" y="70726"/>
                </a:lnTo>
                <a:lnTo>
                  <a:pt x="363778" y="37807"/>
                </a:lnTo>
                <a:lnTo>
                  <a:pt x="358736" y="29946"/>
                </a:lnTo>
                <a:lnTo>
                  <a:pt x="352298" y="26009"/>
                </a:lnTo>
                <a:lnTo>
                  <a:pt x="352298" y="114452"/>
                </a:lnTo>
                <a:lnTo>
                  <a:pt x="203644" y="114452"/>
                </a:lnTo>
                <a:lnTo>
                  <a:pt x="210464" y="85369"/>
                </a:lnTo>
                <a:lnTo>
                  <a:pt x="226212" y="60921"/>
                </a:lnTo>
                <a:lnTo>
                  <a:pt x="250063" y="44081"/>
                </a:lnTo>
                <a:lnTo>
                  <a:pt x="281139" y="37807"/>
                </a:lnTo>
                <a:lnTo>
                  <a:pt x="310527" y="43599"/>
                </a:lnTo>
                <a:lnTo>
                  <a:pt x="332955" y="59626"/>
                </a:lnTo>
                <a:lnTo>
                  <a:pt x="347268" y="83921"/>
                </a:lnTo>
                <a:lnTo>
                  <a:pt x="352298" y="114452"/>
                </a:lnTo>
                <a:lnTo>
                  <a:pt x="352298" y="26009"/>
                </a:lnTo>
                <a:lnTo>
                  <a:pt x="322122" y="7531"/>
                </a:lnTo>
                <a:lnTo>
                  <a:pt x="280797" y="685"/>
                </a:lnTo>
                <a:lnTo>
                  <a:pt x="232003" y="10756"/>
                </a:lnTo>
                <a:lnTo>
                  <a:pt x="194360" y="39014"/>
                </a:lnTo>
                <a:lnTo>
                  <a:pt x="170116" y="82461"/>
                </a:lnTo>
                <a:lnTo>
                  <a:pt x="161531" y="138163"/>
                </a:lnTo>
                <a:lnTo>
                  <a:pt x="167043" y="183400"/>
                </a:lnTo>
                <a:lnTo>
                  <a:pt x="182994" y="220878"/>
                </a:lnTo>
                <a:lnTo>
                  <a:pt x="208534" y="249275"/>
                </a:lnTo>
                <a:lnTo>
                  <a:pt x="242798" y="267296"/>
                </a:lnTo>
                <a:lnTo>
                  <a:pt x="284924" y="273583"/>
                </a:lnTo>
                <a:lnTo>
                  <a:pt x="322643" y="268719"/>
                </a:lnTo>
                <a:lnTo>
                  <a:pt x="353580" y="254977"/>
                </a:lnTo>
                <a:lnTo>
                  <a:pt x="373672" y="236461"/>
                </a:lnTo>
                <a:lnTo>
                  <a:pt x="376669" y="233718"/>
                </a:lnTo>
                <a:lnTo>
                  <a:pt x="390791" y="206222"/>
                </a:lnTo>
                <a:lnTo>
                  <a:pt x="346113" y="206222"/>
                </a:lnTo>
                <a:lnTo>
                  <a:pt x="336931" y="217906"/>
                </a:lnTo>
                <a:lnTo>
                  <a:pt x="323761" y="227533"/>
                </a:lnTo>
                <a:lnTo>
                  <a:pt x="306476" y="234061"/>
                </a:lnTo>
                <a:lnTo>
                  <a:pt x="284924" y="236461"/>
                </a:lnTo>
                <a:lnTo>
                  <a:pt x="252704" y="230822"/>
                </a:lnTo>
                <a:lnTo>
                  <a:pt x="227393" y="214210"/>
                </a:lnTo>
                <a:lnTo>
                  <a:pt x="210540" y="187172"/>
                </a:lnTo>
                <a:lnTo>
                  <a:pt x="203644" y="150202"/>
                </a:lnTo>
                <a:lnTo>
                  <a:pt x="394906" y="150202"/>
                </a:lnTo>
                <a:lnTo>
                  <a:pt x="394906" y="1326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9" name="object 229" descr=""/>
          <p:cNvSpPr/>
          <p:nvPr/>
        </p:nvSpPr>
        <p:spPr>
          <a:xfrm>
            <a:off x="13594336" y="5630798"/>
            <a:ext cx="38735" cy="432434"/>
          </a:xfrm>
          <a:custGeom>
            <a:avLst/>
            <a:gdLst/>
            <a:ahLst/>
            <a:cxnLst/>
            <a:rect l="l" t="t" r="r" b="b"/>
            <a:pathLst>
              <a:path w="38734" h="432435">
                <a:moveTo>
                  <a:pt x="0" y="432037"/>
                </a:moveTo>
                <a:lnTo>
                  <a:pt x="38151" y="432037"/>
                </a:lnTo>
                <a:lnTo>
                  <a:pt x="38151" y="0"/>
                </a:lnTo>
                <a:lnTo>
                  <a:pt x="0" y="0"/>
                </a:lnTo>
                <a:lnTo>
                  <a:pt x="0" y="432037"/>
                </a:lnTo>
                <a:close/>
              </a:path>
            </a:pathLst>
          </a:custGeom>
          <a:ln w="99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0" name="object 230" descr=""/>
          <p:cNvSpPr/>
          <p:nvPr/>
        </p:nvSpPr>
        <p:spPr>
          <a:xfrm>
            <a:off x="13280876" y="5677885"/>
            <a:ext cx="224154" cy="304165"/>
          </a:xfrm>
          <a:custGeom>
            <a:avLst/>
            <a:gdLst/>
            <a:ahLst/>
            <a:cxnLst/>
            <a:rect l="l" t="t" r="r" b="b"/>
            <a:pathLst>
              <a:path w="224155" h="304164">
                <a:moveTo>
                  <a:pt x="19934" y="0"/>
                </a:moveTo>
                <a:lnTo>
                  <a:pt x="19934" y="30933"/>
                </a:lnTo>
                <a:lnTo>
                  <a:pt x="184914" y="30933"/>
                </a:lnTo>
                <a:lnTo>
                  <a:pt x="178152" y="73880"/>
                </a:lnTo>
                <a:lnTo>
                  <a:pt x="165014" y="114248"/>
                </a:lnTo>
                <a:lnTo>
                  <a:pt x="145394" y="151898"/>
                </a:lnTo>
                <a:lnTo>
                  <a:pt x="119188" y="186692"/>
                </a:lnTo>
                <a:lnTo>
                  <a:pt x="86291" y="218493"/>
                </a:lnTo>
                <a:lnTo>
                  <a:pt x="46596" y="247160"/>
                </a:lnTo>
                <a:lnTo>
                  <a:pt x="0" y="272558"/>
                </a:lnTo>
                <a:lnTo>
                  <a:pt x="20623" y="303835"/>
                </a:lnTo>
                <a:lnTo>
                  <a:pt x="70980" y="275836"/>
                </a:lnTo>
                <a:lnTo>
                  <a:pt x="113503" y="244374"/>
                </a:lnTo>
                <a:lnTo>
                  <a:pt x="148543" y="209753"/>
                </a:lnTo>
                <a:lnTo>
                  <a:pt x="176450" y="172282"/>
                </a:lnTo>
                <a:lnTo>
                  <a:pt x="197573" y="132264"/>
                </a:lnTo>
                <a:lnTo>
                  <a:pt x="212265" y="90007"/>
                </a:lnTo>
                <a:lnTo>
                  <a:pt x="220874" y="45817"/>
                </a:lnTo>
                <a:lnTo>
                  <a:pt x="223752" y="0"/>
                </a:lnTo>
                <a:lnTo>
                  <a:pt x="19934" y="0"/>
                </a:lnTo>
                <a:close/>
              </a:path>
            </a:pathLst>
          </a:custGeom>
          <a:ln w="99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1" name="object 231" descr=""/>
          <p:cNvSpPr/>
          <p:nvPr/>
        </p:nvSpPr>
        <p:spPr>
          <a:xfrm>
            <a:off x="13724599" y="5630798"/>
            <a:ext cx="387985" cy="432434"/>
          </a:xfrm>
          <a:custGeom>
            <a:avLst/>
            <a:gdLst/>
            <a:ahLst/>
            <a:cxnLst/>
            <a:rect l="l" t="t" r="r" b="b"/>
            <a:pathLst>
              <a:path w="387984" h="432435">
                <a:moveTo>
                  <a:pt x="315521" y="173571"/>
                </a:moveTo>
                <a:lnTo>
                  <a:pt x="315521" y="0"/>
                </a:lnTo>
                <a:lnTo>
                  <a:pt x="277370" y="0"/>
                </a:lnTo>
                <a:lnTo>
                  <a:pt x="277370" y="432037"/>
                </a:lnTo>
                <a:lnTo>
                  <a:pt x="315521" y="432037"/>
                </a:lnTo>
                <a:lnTo>
                  <a:pt x="315521" y="206223"/>
                </a:lnTo>
                <a:lnTo>
                  <a:pt x="387699" y="206223"/>
                </a:lnTo>
                <a:lnTo>
                  <a:pt x="387699" y="173571"/>
                </a:lnTo>
                <a:lnTo>
                  <a:pt x="315521" y="173571"/>
                </a:lnTo>
                <a:close/>
              </a:path>
              <a:path w="387984" h="432435">
                <a:moveTo>
                  <a:pt x="38494" y="191787"/>
                </a:moveTo>
                <a:lnTo>
                  <a:pt x="193161" y="191787"/>
                </a:lnTo>
                <a:lnTo>
                  <a:pt x="193161" y="160854"/>
                </a:lnTo>
                <a:lnTo>
                  <a:pt x="38494" y="160854"/>
                </a:lnTo>
                <a:lnTo>
                  <a:pt x="38494" y="71147"/>
                </a:lnTo>
                <a:lnTo>
                  <a:pt x="202785" y="71147"/>
                </a:lnTo>
                <a:lnTo>
                  <a:pt x="202785" y="39182"/>
                </a:lnTo>
                <a:lnTo>
                  <a:pt x="0" y="39182"/>
                </a:lnTo>
                <a:lnTo>
                  <a:pt x="0" y="327894"/>
                </a:lnTo>
                <a:lnTo>
                  <a:pt x="34027" y="327894"/>
                </a:lnTo>
                <a:lnTo>
                  <a:pt x="91231" y="327143"/>
                </a:lnTo>
                <a:lnTo>
                  <a:pt x="142379" y="324973"/>
                </a:lnTo>
                <a:lnTo>
                  <a:pt x="190820" y="320741"/>
                </a:lnTo>
                <a:lnTo>
                  <a:pt x="239906" y="313802"/>
                </a:lnTo>
                <a:lnTo>
                  <a:pt x="235780" y="282182"/>
                </a:lnTo>
                <a:lnTo>
                  <a:pt x="188594" y="289072"/>
                </a:lnTo>
                <a:lnTo>
                  <a:pt x="142100" y="293352"/>
                </a:lnTo>
                <a:lnTo>
                  <a:pt x="93124" y="295570"/>
                </a:lnTo>
                <a:lnTo>
                  <a:pt x="38494" y="296274"/>
                </a:lnTo>
                <a:lnTo>
                  <a:pt x="38494" y="191787"/>
                </a:lnTo>
                <a:close/>
              </a:path>
            </a:pathLst>
          </a:custGeom>
          <a:ln w="99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32" name="object 232" descr=""/>
          <p:cNvGrpSpPr/>
          <p:nvPr/>
        </p:nvGrpSpPr>
        <p:grpSpPr>
          <a:xfrm>
            <a:off x="13275898" y="5625821"/>
            <a:ext cx="361950" cy="442595"/>
            <a:chOff x="13275898" y="5625821"/>
            <a:chExt cx="361950" cy="442595"/>
          </a:xfrm>
        </p:grpSpPr>
        <p:sp>
          <p:nvSpPr>
            <p:cNvPr id="233" name="object 233" descr=""/>
            <p:cNvSpPr/>
            <p:nvPr/>
          </p:nvSpPr>
          <p:spPr>
            <a:xfrm>
              <a:off x="13280875" y="5630798"/>
              <a:ext cx="351790" cy="432434"/>
            </a:xfrm>
            <a:custGeom>
              <a:avLst/>
              <a:gdLst/>
              <a:ahLst/>
              <a:cxnLst/>
              <a:rect l="l" t="t" r="r" b="b"/>
              <a:pathLst>
                <a:path w="351790" h="432435">
                  <a:moveTo>
                    <a:pt x="351611" y="0"/>
                  </a:moveTo>
                  <a:lnTo>
                    <a:pt x="313459" y="0"/>
                  </a:lnTo>
                  <a:lnTo>
                    <a:pt x="313459" y="432037"/>
                  </a:lnTo>
                  <a:lnTo>
                    <a:pt x="351611" y="432037"/>
                  </a:lnTo>
                  <a:lnTo>
                    <a:pt x="351611" y="0"/>
                  </a:lnTo>
                  <a:close/>
                </a:path>
                <a:path w="351790" h="432435">
                  <a:moveTo>
                    <a:pt x="223752" y="47087"/>
                  </a:moveTo>
                  <a:lnTo>
                    <a:pt x="19934" y="47087"/>
                  </a:lnTo>
                  <a:lnTo>
                    <a:pt x="19934" y="78021"/>
                  </a:lnTo>
                  <a:lnTo>
                    <a:pt x="184914" y="78021"/>
                  </a:lnTo>
                  <a:lnTo>
                    <a:pt x="178152" y="120968"/>
                  </a:lnTo>
                  <a:lnTo>
                    <a:pt x="165014" y="161336"/>
                  </a:lnTo>
                  <a:lnTo>
                    <a:pt x="145394" y="198986"/>
                  </a:lnTo>
                  <a:lnTo>
                    <a:pt x="119188" y="233780"/>
                  </a:lnTo>
                  <a:lnTo>
                    <a:pt x="86291" y="265581"/>
                  </a:lnTo>
                  <a:lnTo>
                    <a:pt x="46596" y="294248"/>
                  </a:lnTo>
                  <a:lnTo>
                    <a:pt x="0" y="319645"/>
                  </a:lnTo>
                  <a:lnTo>
                    <a:pt x="20623" y="350923"/>
                  </a:lnTo>
                  <a:lnTo>
                    <a:pt x="70980" y="322924"/>
                  </a:lnTo>
                  <a:lnTo>
                    <a:pt x="113503" y="291462"/>
                  </a:lnTo>
                  <a:lnTo>
                    <a:pt x="148543" y="256841"/>
                  </a:lnTo>
                  <a:lnTo>
                    <a:pt x="176450" y="219370"/>
                  </a:lnTo>
                  <a:lnTo>
                    <a:pt x="197573" y="179352"/>
                  </a:lnTo>
                  <a:lnTo>
                    <a:pt x="212265" y="137095"/>
                  </a:lnTo>
                  <a:lnTo>
                    <a:pt x="220874" y="92905"/>
                  </a:lnTo>
                  <a:lnTo>
                    <a:pt x="223752" y="470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13280875" y="5630798"/>
              <a:ext cx="351790" cy="432434"/>
            </a:xfrm>
            <a:custGeom>
              <a:avLst/>
              <a:gdLst/>
              <a:ahLst/>
              <a:cxnLst/>
              <a:rect l="l" t="t" r="r" b="b"/>
              <a:pathLst>
                <a:path w="351790" h="432435">
                  <a:moveTo>
                    <a:pt x="313459" y="432037"/>
                  </a:moveTo>
                  <a:lnTo>
                    <a:pt x="351611" y="432037"/>
                  </a:lnTo>
                  <a:lnTo>
                    <a:pt x="351611" y="0"/>
                  </a:lnTo>
                  <a:lnTo>
                    <a:pt x="313459" y="0"/>
                  </a:lnTo>
                  <a:lnTo>
                    <a:pt x="313459" y="432037"/>
                  </a:lnTo>
                  <a:close/>
                </a:path>
                <a:path w="351790" h="432435">
                  <a:moveTo>
                    <a:pt x="19934" y="47087"/>
                  </a:moveTo>
                  <a:lnTo>
                    <a:pt x="19934" y="78021"/>
                  </a:lnTo>
                  <a:lnTo>
                    <a:pt x="184914" y="78021"/>
                  </a:lnTo>
                  <a:lnTo>
                    <a:pt x="178152" y="120968"/>
                  </a:lnTo>
                  <a:lnTo>
                    <a:pt x="165014" y="161336"/>
                  </a:lnTo>
                  <a:lnTo>
                    <a:pt x="145394" y="198986"/>
                  </a:lnTo>
                  <a:lnTo>
                    <a:pt x="119188" y="233780"/>
                  </a:lnTo>
                  <a:lnTo>
                    <a:pt x="86291" y="265581"/>
                  </a:lnTo>
                  <a:lnTo>
                    <a:pt x="46596" y="294248"/>
                  </a:lnTo>
                  <a:lnTo>
                    <a:pt x="0" y="319645"/>
                  </a:lnTo>
                  <a:lnTo>
                    <a:pt x="20623" y="350923"/>
                  </a:lnTo>
                  <a:lnTo>
                    <a:pt x="70980" y="322924"/>
                  </a:lnTo>
                  <a:lnTo>
                    <a:pt x="113503" y="291462"/>
                  </a:lnTo>
                  <a:lnTo>
                    <a:pt x="148543" y="256841"/>
                  </a:lnTo>
                  <a:lnTo>
                    <a:pt x="176450" y="219370"/>
                  </a:lnTo>
                  <a:lnTo>
                    <a:pt x="197573" y="179352"/>
                  </a:lnTo>
                  <a:lnTo>
                    <a:pt x="212265" y="137095"/>
                  </a:lnTo>
                  <a:lnTo>
                    <a:pt x="220874" y="92905"/>
                  </a:lnTo>
                  <a:lnTo>
                    <a:pt x="223752" y="47087"/>
                  </a:lnTo>
                  <a:lnTo>
                    <a:pt x="19934" y="47087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5" name="object 235" descr=""/>
          <p:cNvGrpSpPr/>
          <p:nvPr/>
        </p:nvGrpSpPr>
        <p:grpSpPr>
          <a:xfrm>
            <a:off x="13719623" y="5625821"/>
            <a:ext cx="398145" cy="442595"/>
            <a:chOff x="13719623" y="5625821"/>
            <a:chExt cx="398145" cy="442595"/>
          </a:xfrm>
        </p:grpSpPr>
        <p:sp>
          <p:nvSpPr>
            <p:cNvPr id="236" name="object 236" descr=""/>
            <p:cNvSpPr/>
            <p:nvPr/>
          </p:nvSpPr>
          <p:spPr>
            <a:xfrm>
              <a:off x="13724600" y="5630798"/>
              <a:ext cx="387985" cy="432434"/>
            </a:xfrm>
            <a:custGeom>
              <a:avLst/>
              <a:gdLst/>
              <a:ahLst/>
              <a:cxnLst/>
              <a:rect l="l" t="t" r="r" b="b"/>
              <a:pathLst>
                <a:path w="387984" h="432435">
                  <a:moveTo>
                    <a:pt x="315521" y="0"/>
                  </a:moveTo>
                  <a:lnTo>
                    <a:pt x="277370" y="0"/>
                  </a:lnTo>
                  <a:lnTo>
                    <a:pt x="277370" y="432037"/>
                  </a:lnTo>
                  <a:lnTo>
                    <a:pt x="315521" y="432037"/>
                  </a:lnTo>
                  <a:lnTo>
                    <a:pt x="315521" y="206223"/>
                  </a:lnTo>
                  <a:lnTo>
                    <a:pt x="387699" y="206223"/>
                  </a:lnTo>
                  <a:lnTo>
                    <a:pt x="387699" y="173571"/>
                  </a:lnTo>
                  <a:lnTo>
                    <a:pt x="315521" y="173571"/>
                  </a:lnTo>
                  <a:lnTo>
                    <a:pt x="315521" y="0"/>
                  </a:lnTo>
                  <a:close/>
                </a:path>
                <a:path w="387984" h="432435">
                  <a:moveTo>
                    <a:pt x="202785" y="39182"/>
                  </a:moveTo>
                  <a:lnTo>
                    <a:pt x="0" y="39182"/>
                  </a:lnTo>
                  <a:lnTo>
                    <a:pt x="0" y="327894"/>
                  </a:lnTo>
                  <a:lnTo>
                    <a:pt x="34027" y="327894"/>
                  </a:lnTo>
                  <a:lnTo>
                    <a:pt x="91231" y="327143"/>
                  </a:lnTo>
                  <a:lnTo>
                    <a:pt x="142379" y="324973"/>
                  </a:lnTo>
                  <a:lnTo>
                    <a:pt x="190820" y="320741"/>
                  </a:lnTo>
                  <a:lnTo>
                    <a:pt x="239906" y="313802"/>
                  </a:lnTo>
                  <a:lnTo>
                    <a:pt x="237619" y="296274"/>
                  </a:lnTo>
                  <a:lnTo>
                    <a:pt x="38494" y="296274"/>
                  </a:lnTo>
                  <a:lnTo>
                    <a:pt x="38494" y="191787"/>
                  </a:lnTo>
                  <a:lnTo>
                    <a:pt x="193161" y="191787"/>
                  </a:lnTo>
                  <a:lnTo>
                    <a:pt x="193161" y="160854"/>
                  </a:lnTo>
                  <a:lnTo>
                    <a:pt x="38494" y="160854"/>
                  </a:lnTo>
                  <a:lnTo>
                    <a:pt x="38494" y="71147"/>
                  </a:lnTo>
                  <a:lnTo>
                    <a:pt x="202785" y="71147"/>
                  </a:lnTo>
                  <a:lnTo>
                    <a:pt x="202785" y="39182"/>
                  </a:lnTo>
                  <a:close/>
                </a:path>
                <a:path w="387984" h="432435">
                  <a:moveTo>
                    <a:pt x="235780" y="282182"/>
                  </a:moveTo>
                  <a:lnTo>
                    <a:pt x="188594" y="289072"/>
                  </a:lnTo>
                  <a:lnTo>
                    <a:pt x="142100" y="293352"/>
                  </a:lnTo>
                  <a:lnTo>
                    <a:pt x="93124" y="295570"/>
                  </a:lnTo>
                  <a:lnTo>
                    <a:pt x="38494" y="296274"/>
                  </a:lnTo>
                  <a:lnTo>
                    <a:pt x="237619" y="296274"/>
                  </a:lnTo>
                  <a:lnTo>
                    <a:pt x="235780" y="2821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13724599" y="5630798"/>
              <a:ext cx="387985" cy="432434"/>
            </a:xfrm>
            <a:custGeom>
              <a:avLst/>
              <a:gdLst/>
              <a:ahLst/>
              <a:cxnLst/>
              <a:rect l="l" t="t" r="r" b="b"/>
              <a:pathLst>
                <a:path w="387984" h="432435">
                  <a:moveTo>
                    <a:pt x="315521" y="173571"/>
                  </a:moveTo>
                  <a:lnTo>
                    <a:pt x="315521" y="0"/>
                  </a:lnTo>
                  <a:lnTo>
                    <a:pt x="277370" y="0"/>
                  </a:lnTo>
                  <a:lnTo>
                    <a:pt x="277370" y="432037"/>
                  </a:lnTo>
                  <a:lnTo>
                    <a:pt x="315521" y="432037"/>
                  </a:lnTo>
                  <a:lnTo>
                    <a:pt x="315521" y="206223"/>
                  </a:lnTo>
                  <a:lnTo>
                    <a:pt x="387699" y="206223"/>
                  </a:lnTo>
                  <a:lnTo>
                    <a:pt x="387699" y="173571"/>
                  </a:lnTo>
                  <a:lnTo>
                    <a:pt x="315521" y="173571"/>
                  </a:lnTo>
                  <a:close/>
                </a:path>
                <a:path w="387984" h="432435">
                  <a:moveTo>
                    <a:pt x="38494" y="191787"/>
                  </a:moveTo>
                  <a:lnTo>
                    <a:pt x="193161" y="191787"/>
                  </a:lnTo>
                  <a:lnTo>
                    <a:pt x="193161" y="160854"/>
                  </a:lnTo>
                  <a:lnTo>
                    <a:pt x="38494" y="160854"/>
                  </a:lnTo>
                  <a:lnTo>
                    <a:pt x="38494" y="71147"/>
                  </a:lnTo>
                  <a:lnTo>
                    <a:pt x="202785" y="71147"/>
                  </a:lnTo>
                  <a:lnTo>
                    <a:pt x="202785" y="39182"/>
                  </a:lnTo>
                  <a:lnTo>
                    <a:pt x="0" y="39182"/>
                  </a:lnTo>
                  <a:lnTo>
                    <a:pt x="0" y="327894"/>
                  </a:lnTo>
                  <a:lnTo>
                    <a:pt x="34027" y="327894"/>
                  </a:lnTo>
                  <a:lnTo>
                    <a:pt x="91231" y="327143"/>
                  </a:lnTo>
                  <a:lnTo>
                    <a:pt x="142379" y="324973"/>
                  </a:lnTo>
                  <a:lnTo>
                    <a:pt x="190820" y="320741"/>
                  </a:lnTo>
                  <a:lnTo>
                    <a:pt x="239906" y="313802"/>
                  </a:lnTo>
                  <a:lnTo>
                    <a:pt x="235780" y="282182"/>
                  </a:lnTo>
                  <a:lnTo>
                    <a:pt x="188594" y="289072"/>
                  </a:lnTo>
                  <a:lnTo>
                    <a:pt x="142100" y="293352"/>
                  </a:lnTo>
                  <a:lnTo>
                    <a:pt x="93124" y="295570"/>
                  </a:lnTo>
                  <a:lnTo>
                    <a:pt x="38494" y="296274"/>
                  </a:lnTo>
                  <a:lnTo>
                    <a:pt x="38494" y="191787"/>
                  </a:lnTo>
                  <a:close/>
                </a:path>
              </a:pathLst>
            </a:custGeom>
            <a:ln w="9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38" name="object 238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3268926" y="6614972"/>
            <a:ext cx="201562" cy="201563"/>
          </a:xfrm>
          <a:prstGeom prst="rect">
            <a:avLst/>
          </a:prstGeom>
        </p:spPr>
      </p:pic>
      <p:sp>
        <p:nvSpPr>
          <p:cNvPr id="239" name="object 239" descr=""/>
          <p:cNvSpPr/>
          <p:nvPr/>
        </p:nvSpPr>
        <p:spPr>
          <a:xfrm>
            <a:off x="13794252" y="6537245"/>
            <a:ext cx="240029" cy="352425"/>
          </a:xfrm>
          <a:custGeom>
            <a:avLst/>
            <a:gdLst/>
            <a:ahLst/>
            <a:cxnLst/>
            <a:rect l="l" t="t" r="r" b="b"/>
            <a:pathLst>
              <a:path w="240030" h="352425">
                <a:moveTo>
                  <a:pt x="119609" y="0"/>
                </a:moveTo>
                <a:lnTo>
                  <a:pt x="0" y="0"/>
                </a:lnTo>
                <a:lnTo>
                  <a:pt x="0" y="351954"/>
                </a:lnTo>
                <a:lnTo>
                  <a:pt x="43649" y="351954"/>
                </a:lnTo>
                <a:lnTo>
                  <a:pt x="43649" y="224095"/>
                </a:lnTo>
                <a:lnTo>
                  <a:pt x="120296" y="224095"/>
                </a:lnTo>
                <a:lnTo>
                  <a:pt x="173441" y="215331"/>
                </a:lnTo>
                <a:lnTo>
                  <a:pt x="210604" y="191357"/>
                </a:lnTo>
                <a:lnTo>
                  <a:pt x="214334" y="185257"/>
                </a:lnTo>
                <a:lnTo>
                  <a:pt x="43649" y="185257"/>
                </a:lnTo>
                <a:lnTo>
                  <a:pt x="43649" y="38838"/>
                </a:lnTo>
                <a:lnTo>
                  <a:pt x="214498" y="38838"/>
                </a:lnTo>
                <a:lnTo>
                  <a:pt x="210519" y="32394"/>
                </a:lnTo>
                <a:lnTo>
                  <a:pt x="173151" y="8657"/>
                </a:lnTo>
                <a:lnTo>
                  <a:pt x="119609" y="0"/>
                </a:lnTo>
                <a:close/>
              </a:path>
              <a:path w="240030" h="352425">
                <a:moveTo>
                  <a:pt x="214498" y="38838"/>
                </a:moveTo>
                <a:lnTo>
                  <a:pt x="117890" y="38838"/>
                </a:lnTo>
                <a:lnTo>
                  <a:pt x="153915" y="44327"/>
                </a:lnTo>
                <a:lnTo>
                  <a:pt x="178210" y="59546"/>
                </a:lnTo>
                <a:lnTo>
                  <a:pt x="191937" y="82628"/>
                </a:lnTo>
                <a:lnTo>
                  <a:pt x="196255" y="111704"/>
                </a:lnTo>
                <a:lnTo>
                  <a:pt x="191943" y="140886"/>
                </a:lnTo>
                <a:lnTo>
                  <a:pt x="178253" y="164205"/>
                </a:lnTo>
                <a:lnTo>
                  <a:pt x="154060" y="179661"/>
                </a:lnTo>
                <a:lnTo>
                  <a:pt x="118234" y="185257"/>
                </a:lnTo>
                <a:lnTo>
                  <a:pt x="214334" y="185257"/>
                </a:lnTo>
                <a:lnTo>
                  <a:pt x="232430" y="155655"/>
                </a:lnTo>
                <a:lnTo>
                  <a:pt x="239562" y="111704"/>
                </a:lnTo>
                <a:lnTo>
                  <a:pt x="232419" y="67860"/>
                </a:lnTo>
                <a:lnTo>
                  <a:pt x="214498" y="388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 descr=""/>
          <p:cNvSpPr/>
          <p:nvPr/>
        </p:nvSpPr>
        <p:spPr>
          <a:xfrm>
            <a:off x="14089495" y="6537245"/>
            <a:ext cx="213360" cy="352425"/>
          </a:xfrm>
          <a:custGeom>
            <a:avLst/>
            <a:gdLst/>
            <a:ahLst/>
            <a:cxnLst/>
            <a:rect l="l" t="t" r="r" b="b"/>
            <a:pathLst>
              <a:path w="213359" h="352425">
                <a:moveTo>
                  <a:pt x="41932" y="0"/>
                </a:moveTo>
                <a:lnTo>
                  <a:pt x="0" y="0"/>
                </a:lnTo>
                <a:lnTo>
                  <a:pt x="0" y="351954"/>
                </a:lnTo>
                <a:lnTo>
                  <a:pt x="41932" y="351954"/>
                </a:lnTo>
                <a:lnTo>
                  <a:pt x="41932" y="193505"/>
                </a:lnTo>
                <a:lnTo>
                  <a:pt x="47114" y="163050"/>
                </a:lnTo>
                <a:lnTo>
                  <a:pt x="61480" y="140618"/>
                </a:lnTo>
                <a:lnTo>
                  <a:pt x="83257" y="126757"/>
                </a:lnTo>
                <a:lnTo>
                  <a:pt x="110673" y="122015"/>
                </a:lnTo>
                <a:lnTo>
                  <a:pt x="136075" y="126370"/>
                </a:lnTo>
                <a:lnTo>
                  <a:pt x="155096" y="139071"/>
                </a:lnTo>
                <a:lnTo>
                  <a:pt x="167029" y="159570"/>
                </a:lnTo>
                <a:lnTo>
                  <a:pt x="171165" y="187319"/>
                </a:lnTo>
                <a:lnTo>
                  <a:pt x="171165" y="351954"/>
                </a:lnTo>
                <a:lnTo>
                  <a:pt x="213097" y="351954"/>
                </a:lnTo>
                <a:lnTo>
                  <a:pt x="213097" y="184225"/>
                </a:lnTo>
                <a:lnTo>
                  <a:pt x="206615" y="140086"/>
                </a:lnTo>
                <a:lnTo>
                  <a:pt x="188307" y="108997"/>
                </a:lnTo>
                <a:lnTo>
                  <a:pt x="159881" y="90603"/>
                </a:lnTo>
                <a:lnTo>
                  <a:pt x="123045" y="84551"/>
                </a:lnTo>
                <a:lnTo>
                  <a:pt x="95104" y="87720"/>
                </a:lnTo>
                <a:lnTo>
                  <a:pt x="73252" y="96753"/>
                </a:lnTo>
                <a:lnTo>
                  <a:pt x="56878" y="110941"/>
                </a:lnTo>
                <a:lnTo>
                  <a:pt x="45369" y="129576"/>
                </a:lnTo>
                <a:lnTo>
                  <a:pt x="41932" y="129576"/>
                </a:lnTo>
                <a:lnTo>
                  <a:pt x="419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 descr=""/>
          <p:cNvSpPr/>
          <p:nvPr/>
        </p:nvSpPr>
        <p:spPr>
          <a:xfrm>
            <a:off x="14356894" y="6562001"/>
            <a:ext cx="938530" cy="332740"/>
          </a:xfrm>
          <a:custGeom>
            <a:avLst/>
            <a:gdLst/>
            <a:ahLst/>
            <a:cxnLst/>
            <a:rect l="l" t="t" r="r" b="b"/>
            <a:pathLst>
              <a:path w="938530" h="332740">
                <a:moveTo>
                  <a:pt x="240245" y="196596"/>
                </a:moveTo>
                <a:lnTo>
                  <a:pt x="231609" y="140423"/>
                </a:lnTo>
                <a:lnTo>
                  <a:pt x="207213" y="97269"/>
                </a:lnTo>
                <a:lnTo>
                  <a:pt x="206743" y="96926"/>
                </a:lnTo>
                <a:lnTo>
                  <a:pt x="198310" y="90766"/>
                </a:lnTo>
                <a:lnTo>
                  <a:pt x="198310" y="196596"/>
                </a:lnTo>
                <a:lnTo>
                  <a:pt x="193611" y="234251"/>
                </a:lnTo>
                <a:lnTo>
                  <a:pt x="179285" y="265811"/>
                </a:lnTo>
                <a:lnTo>
                  <a:pt x="154965" y="287515"/>
                </a:lnTo>
                <a:lnTo>
                  <a:pt x="120294" y="295579"/>
                </a:lnTo>
                <a:lnTo>
                  <a:pt x="85432" y="287515"/>
                </a:lnTo>
                <a:lnTo>
                  <a:pt x="61010" y="265811"/>
                </a:lnTo>
                <a:lnTo>
                  <a:pt x="46634" y="234251"/>
                </a:lnTo>
                <a:lnTo>
                  <a:pt x="41935" y="196596"/>
                </a:lnTo>
                <a:lnTo>
                  <a:pt x="46634" y="158838"/>
                </a:lnTo>
                <a:lnTo>
                  <a:pt x="85432" y="105105"/>
                </a:lnTo>
                <a:lnTo>
                  <a:pt x="154965" y="105105"/>
                </a:lnTo>
                <a:lnTo>
                  <a:pt x="193611" y="158838"/>
                </a:lnTo>
                <a:lnTo>
                  <a:pt x="198310" y="196596"/>
                </a:lnTo>
                <a:lnTo>
                  <a:pt x="198310" y="90766"/>
                </a:lnTo>
                <a:lnTo>
                  <a:pt x="169341" y="69570"/>
                </a:lnTo>
                <a:lnTo>
                  <a:pt x="120294" y="59804"/>
                </a:lnTo>
                <a:lnTo>
                  <a:pt x="71196" y="69570"/>
                </a:lnTo>
                <a:lnTo>
                  <a:pt x="33210" y="97269"/>
                </a:lnTo>
                <a:lnTo>
                  <a:pt x="8686" y="140423"/>
                </a:lnTo>
                <a:lnTo>
                  <a:pt x="0" y="196596"/>
                </a:lnTo>
                <a:lnTo>
                  <a:pt x="8686" y="252374"/>
                </a:lnTo>
                <a:lnTo>
                  <a:pt x="33210" y="295325"/>
                </a:lnTo>
                <a:lnTo>
                  <a:pt x="71196" y="322935"/>
                </a:lnTo>
                <a:lnTo>
                  <a:pt x="120294" y="332701"/>
                </a:lnTo>
                <a:lnTo>
                  <a:pt x="169341" y="322935"/>
                </a:lnTo>
                <a:lnTo>
                  <a:pt x="206857" y="295579"/>
                </a:lnTo>
                <a:lnTo>
                  <a:pt x="207213" y="295325"/>
                </a:lnTo>
                <a:lnTo>
                  <a:pt x="231609" y="252374"/>
                </a:lnTo>
                <a:lnTo>
                  <a:pt x="240245" y="196596"/>
                </a:lnTo>
                <a:close/>
              </a:path>
              <a:path w="938530" h="332740">
                <a:moveTo>
                  <a:pt x="413816" y="289737"/>
                </a:moveTo>
                <a:lnTo>
                  <a:pt x="396633" y="290766"/>
                </a:lnTo>
                <a:lnTo>
                  <a:pt x="389077" y="290766"/>
                </a:lnTo>
                <a:lnTo>
                  <a:pt x="376110" y="289382"/>
                </a:lnTo>
                <a:lnTo>
                  <a:pt x="365010" y="283768"/>
                </a:lnTo>
                <a:lnTo>
                  <a:pt x="357263" y="271780"/>
                </a:lnTo>
                <a:lnTo>
                  <a:pt x="354355" y="251244"/>
                </a:lnTo>
                <a:lnTo>
                  <a:pt x="354355" y="98298"/>
                </a:lnTo>
                <a:lnTo>
                  <a:pt x="410044" y="98298"/>
                </a:lnTo>
                <a:lnTo>
                  <a:pt x="410044" y="63233"/>
                </a:lnTo>
                <a:lnTo>
                  <a:pt x="354355" y="63233"/>
                </a:lnTo>
                <a:lnTo>
                  <a:pt x="354355" y="0"/>
                </a:lnTo>
                <a:lnTo>
                  <a:pt x="312432" y="0"/>
                </a:lnTo>
                <a:lnTo>
                  <a:pt x="312432" y="63233"/>
                </a:lnTo>
                <a:lnTo>
                  <a:pt x="272554" y="63233"/>
                </a:lnTo>
                <a:lnTo>
                  <a:pt x="272554" y="98298"/>
                </a:lnTo>
                <a:lnTo>
                  <a:pt x="312432" y="98298"/>
                </a:lnTo>
                <a:lnTo>
                  <a:pt x="312432" y="262242"/>
                </a:lnTo>
                <a:lnTo>
                  <a:pt x="318770" y="292506"/>
                </a:lnTo>
                <a:lnTo>
                  <a:pt x="335368" y="313842"/>
                </a:lnTo>
                <a:lnTo>
                  <a:pt x="358533" y="326478"/>
                </a:lnTo>
                <a:lnTo>
                  <a:pt x="384606" y="330644"/>
                </a:lnTo>
                <a:lnTo>
                  <a:pt x="393471" y="330466"/>
                </a:lnTo>
                <a:lnTo>
                  <a:pt x="401408" y="329996"/>
                </a:lnTo>
                <a:lnTo>
                  <a:pt x="408241" y="329336"/>
                </a:lnTo>
                <a:lnTo>
                  <a:pt x="413816" y="328574"/>
                </a:lnTo>
                <a:lnTo>
                  <a:pt x="413816" y="289737"/>
                </a:lnTo>
                <a:close/>
              </a:path>
              <a:path w="938530" h="332740">
                <a:moveTo>
                  <a:pt x="691527" y="196596"/>
                </a:moveTo>
                <a:lnTo>
                  <a:pt x="682891" y="140423"/>
                </a:lnTo>
                <a:lnTo>
                  <a:pt x="658495" y="97269"/>
                </a:lnTo>
                <a:lnTo>
                  <a:pt x="658025" y="96926"/>
                </a:lnTo>
                <a:lnTo>
                  <a:pt x="649605" y="90779"/>
                </a:lnTo>
                <a:lnTo>
                  <a:pt x="649605" y="196596"/>
                </a:lnTo>
                <a:lnTo>
                  <a:pt x="644906" y="234251"/>
                </a:lnTo>
                <a:lnTo>
                  <a:pt x="630567" y="265811"/>
                </a:lnTo>
                <a:lnTo>
                  <a:pt x="606247" y="287515"/>
                </a:lnTo>
                <a:lnTo>
                  <a:pt x="571576" y="295579"/>
                </a:lnTo>
                <a:lnTo>
                  <a:pt x="536714" y="287515"/>
                </a:lnTo>
                <a:lnTo>
                  <a:pt x="512292" y="265811"/>
                </a:lnTo>
                <a:lnTo>
                  <a:pt x="497916" y="234251"/>
                </a:lnTo>
                <a:lnTo>
                  <a:pt x="493217" y="196596"/>
                </a:lnTo>
                <a:lnTo>
                  <a:pt x="497916" y="158838"/>
                </a:lnTo>
                <a:lnTo>
                  <a:pt x="536714" y="105105"/>
                </a:lnTo>
                <a:lnTo>
                  <a:pt x="606247" y="105105"/>
                </a:lnTo>
                <a:lnTo>
                  <a:pt x="644906" y="158838"/>
                </a:lnTo>
                <a:lnTo>
                  <a:pt x="649605" y="196596"/>
                </a:lnTo>
                <a:lnTo>
                  <a:pt x="649605" y="90779"/>
                </a:lnTo>
                <a:lnTo>
                  <a:pt x="620623" y="69570"/>
                </a:lnTo>
                <a:lnTo>
                  <a:pt x="571576" y="59804"/>
                </a:lnTo>
                <a:lnTo>
                  <a:pt x="522478" y="69570"/>
                </a:lnTo>
                <a:lnTo>
                  <a:pt x="484492" y="97269"/>
                </a:lnTo>
                <a:lnTo>
                  <a:pt x="459981" y="140423"/>
                </a:lnTo>
                <a:lnTo>
                  <a:pt x="451281" y="196596"/>
                </a:lnTo>
                <a:lnTo>
                  <a:pt x="459981" y="252374"/>
                </a:lnTo>
                <a:lnTo>
                  <a:pt x="484492" y="295325"/>
                </a:lnTo>
                <a:lnTo>
                  <a:pt x="522478" y="322935"/>
                </a:lnTo>
                <a:lnTo>
                  <a:pt x="571576" y="332701"/>
                </a:lnTo>
                <a:lnTo>
                  <a:pt x="620623" y="322935"/>
                </a:lnTo>
                <a:lnTo>
                  <a:pt x="658139" y="295579"/>
                </a:lnTo>
                <a:lnTo>
                  <a:pt x="658495" y="295325"/>
                </a:lnTo>
                <a:lnTo>
                  <a:pt x="682891" y="252374"/>
                </a:lnTo>
                <a:lnTo>
                  <a:pt x="691527" y="196596"/>
                </a:lnTo>
                <a:close/>
              </a:path>
              <a:path w="938530" h="332740">
                <a:moveTo>
                  <a:pt x="938314" y="253314"/>
                </a:moveTo>
                <a:lnTo>
                  <a:pt x="920915" y="208026"/>
                </a:lnTo>
                <a:lnTo>
                  <a:pt x="868197" y="181813"/>
                </a:lnTo>
                <a:lnTo>
                  <a:pt x="828675" y="172199"/>
                </a:lnTo>
                <a:lnTo>
                  <a:pt x="808583" y="165671"/>
                </a:lnTo>
                <a:lnTo>
                  <a:pt x="794562" y="157365"/>
                </a:lnTo>
                <a:lnTo>
                  <a:pt x="786333" y="147205"/>
                </a:lnTo>
                <a:lnTo>
                  <a:pt x="783640" y="135077"/>
                </a:lnTo>
                <a:lnTo>
                  <a:pt x="787755" y="119621"/>
                </a:lnTo>
                <a:lnTo>
                  <a:pt x="799236" y="107061"/>
                </a:lnTo>
                <a:lnTo>
                  <a:pt x="816851" y="98628"/>
                </a:lnTo>
                <a:lnTo>
                  <a:pt x="839330" y="95542"/>
                </a:lnTo>
                <a:lnTo>
                  <a:pt x="859929" y="98145"/>
                </a:lnTo>
                <a:lnTo>
                  <a:pt x="875499" y="105511"/>
                </a:lnTo>
                <a:lnTo>
                  <a:pt x="886307" y="117005"/>
                </a:lnTo>
                <a:lnTo>
                  <a:pt x="892594" y="131978"/>
                </a:lnTo>
                <a:lnTo>
                  <a:pt x="933843" y="131978"/>
                </a:lnTo>
                <a:lnTo>
                  <a:pt x="924445" y="102577"/>
                </a:lnTo>
                <a:lnTo>
                  <a:pt x="905014" y="79781"/>
                </a:lnTo>
                <a:lnTo>
                  <a:pt x="876376" y="65036"/>
                </a:lnTo>
                <a:lnTo>
                  <a:pt x="839330" y="59804"/>
                </a:lnTo>
                <a:lnTo>
                  <a:pt x="799566" y="65608"/>
                </a:lnTo>
                <a:lnTo>
                  <a:pt x="768743" y="81762"/>
                </a:lnTo>
                <a:lnTo>
                  <a:pt x="748792" y="106349"/>
                </a:lnTo>
                <a:lnTo>
                  <a:pt x="741718" y="137477"/>
                </a:lnTo>
                <a:lnTo>
                  <a:pt x="746252" y="162026"/>
                </a:lnTo>
                <a:lnTo>
                  <a:pt x="759675" y="182333"/>
                </a:lnTo>
                <a:lnTo>
                  <a:pt x="781735" y="197993"/>
                </a:lnTo>
                <a:lnTo>
                  <a:pt x="812177" y="208622"/>
                </a:lnTo>
                <a:lnTo>
                  <a:pt x="852043" y="217906"/>
                </a:lnTo>
                <a:lnTo>
                  <a:pt x="871423" y="224104"/>
                </a:lnTo>
                <a:lnTo>
                  <a:pt x="884910" y="232422"/>
                </a:lnTo>
                <a:lnTo>
                  <a:pt x="892784" y="242938"/>
                </a:lnTo>
                <a:lnTo>
                  <a:pt x="895350" y="255714"/>
                </a:lnTo>
                <a:lnTo>
                  <a:pt x="891057" y="272491"/>
                </a:lnTo>
                <a:lnTo>
                  <a:pt x="878814" y="285267"/>
                </a:lnTo>
                <a:lnTo>
                  <a:pt x="859536" y="293408"/>
                </a:lnTo>
                <a:lnTo>
                  <a:pt x="834174" y="296265"/>
                </a:lnTo>
                <a:lnTo>
                  <a:pt x="811872" y="293941"/>
                </a:lnTo>
                <a:lnTo>
                  <a:pt x="794943" y="286867"/>
                </a:lnTo>
                <a:lnTo>
                  <a:pt x="783374" y="274955"/>
                </a:lnTo>
                <a:lnTo>
                  <a:pt x="777113" y="258114"/>
                </a:lnTo>
                <a:lnTo>
                  <a:pt x="733463" y="258114"/>
                </a:lnTo>
                <a:lnTo>
                  <a:pt x="743889" y="290068"/>
                </a:lnTo>
                <a:lnTo>
                  <a:pt x="764565" y="313461"/>
                </a:lnTo>
                <a:lnTo>
                  <a:pt x="795045" y="327812"/>
                </a:lnTo>
                <a:lnTo>
                  <a:pt x="834859" y="332701"/>
                </a:lnTo>
                <a:lnTo>
                  <a:pt x="879005" y="326732"/>
                </a:lnTo>
                <a:lnTo>
                  <a:pt x="911466" y="310146"/>
                </a:lnTo>
                <a:lnTo>
                  <a:pt x="931481" y="285000"/>
                </a:lnTo>
                <a:lnTo>
                  <a:pt x="938314" y="2533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2" name="object 242" descr=""/>
          <p:cNvSpPr/>
          <p:nvPr/>
        </p:nvSpPr>
        <p:spPr>
          <a:xfrm>
            <a:off x="15349517" y="6537245"/>
            <a:ext cx="213360" cy="352425"/>
          </a:xfrm>
          <a:custGeom>
            <a:avLst/>
            <a:gdLst/>
            <a:ahLst/>
            <a:cxnLst/>
            <a:rect l="l" t="t" r="r" b="b"/>
            <a:pathLst>
              <a:path w="213359" h="352425">
                <a:moveTo>
                  <a:pt x="41932" y="0"/>
                </a:moveTo>
                <a:lnTo>
                  <a:pt x="0" y="0"/>
                </a:lnTo>
                <a:lnTo>
                  <a:pt x="0" y="351954"/>
                </a:lnTo>
                <a:lnTo>
                  <a:pt x="41932" y="351954"/>
                </a:lnTo>
                <a:lnTo>
                  <a:pt x="41932" y="193505"/>
                </a:lnTo>
                <a:lnTo>
                  <a:pt x="47114" y="163050"/>
                </a:lnTo>
                <a:lnTo>
                  <a:pt x="61480" y="140618"/>
                </a:lnTo>
                <a:lnTo>
                  <a:pt x="83257" y="126757"/>
                </a:lnTo>
                <a:lnTo>
                  <a:pt x="110673" y="122015"/>
                </a:lnTo>
                <a:lnTo>
                  <a:pt x="136075" y="126370"/>
                </a:lnTo>
                <a:lnTo>
                  <a:pt x="155097" y="139071"/>
                </a:lnTo>
                <a:lnTo>
                  <a:pt x="167029" y="159570"/>
                </a:lnTo>
                <a:lnTo>
                  <a:pt x="171165" y="187319"/>
                </a:lnTo>
                <a:lnTo>
                  <a:pt x="171165" y="351954"/>
                </a:lnTo>
                <a:lnTo>
                  <a:pt x="213097" y="351954"/>
                </a:lnTo>
                <a:lnTo>
                  <a:pt x="213097" y="184225"/>
                </a:lnTo>
                <a:lnTo>
                  <a:pt x="206615" y="140086"/>
                </a:lnTo>
                <a:lnTo>
                  <a:pt x="188308" y="108997"/>
                </a:lnTo>
                <a:lnTo>
                  <a:pt x="159882" y="90603"/>
                </a:lnTo>
                <a:lnTo>
                  <a:pt x="123047" y="84551"/>
                </a:lnTo>
                <a:lnTo>
                  <a:pt x="95104" y="87720"/>
                </a:lnTo>
                <a:lnTo>
                  <a:pt x="73252" y="96753"/>
                </a:lnTo>
                <a:lnTo>
                  <a:pt x="56878" y="110941"/>
                </a:lnTo>
                <a:lnTo>
                  <a:pt x="45369" y="129576"/>
                </a:lnTo>
                <a:lnTo>
                  <a:pt x="41932" y="129576"/>
                </a:lnTo>
                <a:lnTo>
                  <a:pt x="419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object 243" descr=""/>
          <p:cNvSpPr/>
          <p:nvPr/>
        </p:nvSpPr>
        <p:spPr>
          <a:xfrm>
            <a:off x="15616921" y="6621796"/>
            <a:ext cx="240665" cy="273050"/>
          </a:xfrm>
          <a:custGeom>
            <a:avLst/>
            <a:gdLst/>
            <a:ahLst/>
            <a:cxnLst/>
            <a:rect l="l" t="t" r="r" b="b"/>
            <a:pathLst>
              <a:path w="240665" h="273050">
                <a:moveTo>
                  <a:pt x="120296" y="0"/>
                </a:moveTo>
                <a:lnTo>
                  <a:pt x="71194" y="9774"/>
                </a:lnTo>
                <a:lnTo>
                  <a:pt x="33210" y="37463"/>
                </a:lnTo>
                <a:lnTo>
                  <a:pt x="8694" y="80620"/>
                </a:lnTo>
                <a:lnTo>
                  <a:pt x="0" y="136794"/>
                </a:lnTo>
                <a:lnTo>
                  <a:pt x="8694" y="192571"/>
                </a:lnTo>
                <a:lnTo>
                  <a:pt x="33210" y="235524"/>
                </a:lnTo>
                <a:lnTo>
                  <a:pt x="71194" y="263138"/>
                </a:lnTo>
                <a:lnTo>
                  <a:pt x="120296" y="272902"/>
                </a:lnTo>
                <a:lnTo>
                  <a:pt x="169343" y="263138"/>
                </a:lnTo>
                <a:lnTo>
                  <a:pt x="206856" y="235781"/>
                </a:lnTo>
                <a:lnTo>
                  <a:pt x="120296" y="235781"/>
                </a:lnTo>
                <a:lnTo>
                  <a:pt x="85431" y="227710"/>
                </a:lnTo>
                <a:lnTo>
                  <a:pt x="61006" y="206008"/>
                </a:lnTo>
                <a:lnTo>
                  <a:pt x="46635" y="174446"/>
                </a:lnTo>
                <a:lnTo>
                  <a:pt x="41931" y="136794"/>
                </a:lnTo>
                <a:lnTo>
                  <a:pt x="46635" y="99035"/>
                </a:lnTo>
                <a:lnTo>
                  <a:pt x="61006" y="67237"/>
                </a:lnTo>
                <a:lnTo>
                  <a:pt x="85431" y="45299"/>
                </a:lnTo>
                <a:lnTo>
                  <a:pt x="120296" y="37120"/>
                </a:lnTo>
                <a:lnTo>
                  <a:pt x="206740" y="37120"/>
                </a:lnTo>
                <a:lnTo>
                  <a:pt x="169343" y="9774"/>
                </a:lnTo>
                <a:lnTo>
                  <a:pt x="120296" y="0"/>
                </a:lnTo>
                <a:close/>
              </a:path>
              <a:path w="240665" h="273050">
                <a:moveTo>
                  <a:pt x="206740" y="37120"/>
                </a:moveTo>
                <a:lnTo>
                  <a:pt x="120296" y="37120"/>
                </a:lnTo>
                <a:lnTo>
                  <a:pt x="154962" y="45299"/>
                </a:lnTo>
                <a:lnTo>
                  <a:pt x="179284" y="67237"/>
                </a:lnTo>
                <a:lnTo>
                  <a:pt x="193617" y="99035"/>
                </a:lnTo>
                <a:lnTo>
                  <a:pt x="198316" y="136794"/>
                </a:lnTo>
                <a:lnTo>
                  <a:pt x="193617" y="174446"/>
                </a:lnTo>
                <a:lnTo>
                  <a:pt x="179284" y="206008"/>
                </a:lnTo>
                <a:lnTo>
                  <a:pt x="154962" y="227710"/>
                </a:lnTo>
                <a:lnTo>
                  <a:pt x="120296" y="235781"/>
                </a:lnTo>
                <a:lnTo>
                  <a:pt x="206856" y="235781"/>
                </a:lnTo>
                <a:lnTo>
                  <a:pt x="207210" y="235524"/>
                </a:lnTo>
                <a:lnTo>
                  <a:pt x="231608" y="192571"/>
                </a:lnTo>
                <a:lnTo>
                  <a:pt x="240249" y="136794"/>
                </a:lnTo>
                <a:lnTo>
                  <a:pt x="231608" y="80620"/>
                </a:lnTo>
                <a:lnTo>
                  <a:pt x="207210" y="37463"/>
                </a:lnTo>
                <a:lnTo>
                  <a:pt x="206740" y="37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4" name="object 244" descr=""/>
          <p:cNvSpPr/>
          <p:nvPr/>
        </p:nvSpPr>
        <p:spPr>
          <a:xfrm>
            <a:off x="15911476" y="6621796"/>
            <a:ext cx="234315" cy="366395"/>
          </a:xfrm>
          <a:custGeom>
            <a:avLst/>
            <a:gdLst/>
            <a:ahLst/>
            <a:cxnLst/>
            <a:rect l="l" t="t" r="r" b="b"/>
            <a:pathLst>
              <a:path w="234315" h="366395">
                <a:moveTo>
                  <a:pt x="40556" y="3437"/>
                </a:moveTo>
                <a:lnTo>
                  <a:pt x="0" y="3437"/>
                </a:lnTo>
                <a:lnTo>
                  <a:pt x="0" y="366389"/>
                </a:lnTo>
                <a:lnTo>
                  <a:pt x="41931" y="366389"/>
                </a:lnTo>
                <a:lnTo>
                  <a:pt x="41931" y="226845"/>
                </a:lnTo>
                <a:lnTo>
                  <a:pt x="82557" y="226845"/>
                </a:lnTo>
                <a:lnTo>
                  <a:pt x="60534" y="207597"/>
                </a:lnTo>
                <a:lnTo>
                  <a:pt x="46136" y="175987"/>
                </a:lnTo>
                <a:lnTo>
                  <a:pt x="41326" y="136107"/>
                </a:lnTo>
                <a:lnTo>
                  <a:pt x="41243" y="135419"/>
                </a:lnTo>
                <a:lnTo>
                  <a:pt x="46039" y="95319"/>
                </a:lnTo>
                <a:lnTo>
                  <a:pt x="60276" y="64401"/>
                </a:lnTo>
                <a:lnTo>
                  <a:pt x="82709" y="45369"/>
                </a:lnTo>
                <a:lnTo>
                  <a:pt x="40556" y="45369"/>
                </a:lnTo>
                <a:lnTo>
                  <a:pt x="40556" y="3437"/>
                </a:lnTo>
                <a:close/>
              </a:path>
              <a:path w="234315" h="366395">
                <a:moveTo>
                  <a:pt x="82557" y="226845"/>
                </a:moveTo>
                <a:lnTo>
                  <a:pt x="45368" y="226845"/>
                </a:lnTo>
                <a:lnTo>
                  <a:pt x="54063" y="240276"/>
                </a:lnTo>
                <a:lnTo>
                  <a:pt x="68267" y="255415"/>
                </a:lnTo>
                <a:lnTo>
                  <a:pt x="90270" y="267784"/>
                </a:lnTo>
                <a:lnTo>
                  <a:pt x="122358" y="272902"/>
                </a:lnTo>
                <a:lnTo>
                  <a:pt x="167507" y="263321"/>
                </a:lnTo>
                <a:lnTo>
                  <a:pt x="202828" y="235953"/>
                </a:lnTo>
                <a:lnTo>
                  <a:pt x="203103" y="235438"/>
                </a:lnTo>
                <a:lnTo>
                  <a:pt x="116171" y="235438"/>
                </a:lnTo>
                <a:lnTo>
                  <a:pt x="84019" y="228123"/>
                </a:lnTo>
                <a:lnTo>
                  <a:pt x="82557" y="226845"/>
                </a:lnTo>
                <a:close/>
              </a:path>
              <a:path w="234315" h="366395">
                <a:moveTo>
                  <a:pt x="203135" y="37463"/>
                </a:moveTo>
                <a:lnTo>
                  <a:pt x="116171" y="37463"/>
                </a:lnTo>
                <a:lnTo>
                  <a:pt x="149500" y="44987"/>
                </a:lnTo>
                <a:lnTo>
                  <a:pt x="173227" y="65690"/>
                </a:lnTo>
                <a:lnTo>
                  <a:pt x="187415" y="96769"/>
                </a:lnTo>
                <a:lnTo>
                  <a:pt x="192131" y="135419"/>
                </a:lnTo>
                <a:lnTo>
                  <a:pt x="187319" y="174682"/>
                </a:lnTo>
                <a:lnTo>
                  <a:pt x="172969" y="206437"/>
                </a:lnTo>
                <a:lnTo>
                  <a:pt x="149210" y="227688"/>
                </a:lnTo>
                <a:lnTo>
                  <a:pt x="116171" y="235438"/>
                </a:lnTo>
                <a:lnTo>
                  <a:pt x="203103" y="235438"/>
                </a:lnTo>
                <a:lnTo>
                  <a:pt x="225840" y="192861"/>
                </a:lnTo>
                <a:lnTo>
                  <a:pt x="234062" y="136107"/>
                </a:lnTo>
                <a:lnTo>
                  <a:pt x="225829" y="79605"/>
                </a:lnTo>
                <a:lnTo>
                  <a:pt x="203135" y="37463"/>
                </a:lnTo>
                <a:close/>
              </a:path>
              <a:path w="234315" h="366395">
                <a:moveTo>
                  <a:pt x="121671" y="0"/>
                </a:moveTo>
                <a:lnTo>
                  <a:pt x="89400" y="5107"/>
                </a:lnTo>
                <a:lnTo>
                  <a:pt x="67666" y="17400"/>
                </a:lnTo>
                <a:lnTo>
                  <a:pt x="53859" y="32335"/>
                </a:lnTo>
                <a:lnTo>
                  <a:pt x="45368" y="45369"/>
                </a:lnTo>
                <a:lnTo>
                  <a:pt x="82709" y="45369"/>
                </a:lnTo>
                <a:lnTo>
                  <a:pt x="83729" y="44504"/>
                </a:lnTo>
                <a:lnTo>
                  <a:pt x="116171" y="37463"/>
                </a:lnTo>
                <a:lnTo>
                  <a:pt x="203135" y="37463"/>
                </a:lnTo>
                <a:lnTo>
                  <a:pt x="202742" y="36733"/>
                </a:lnTo>
                <a:lnTo>
                  <a:pt x="167217" y="9521"/>
                </a:lnTo>
                <a:lnTo>
                  <a:pt x="1216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1178" y="231340"/>
            <a:ext cx="430530" cy="489584"/>
          </a:xfrm>
          <a:custGeom>
            <a:avLst/>
            <a:gdLst/>
            <a:ahLst/>
            <a:cxnLst/>
            <a:rect l="l" t="t" r="r" b="b"/>
            <a:pathLst>
              <a:path w="430530" h="489584">
                <a:moveTo>
                  <a:pt x="222205" y="0"/>
                </a:moveTo>
                <a:lnTo>
                  <a:pt x="176583" y="4200"/>
                </a:lnTo>
                <a:lnTo>
                  <a:pt x="134479" y="16592"/>
                </a:lnTo>
                <a:lnTo>
                  <a:pt x="96683" y="36859"/>
                </a:lnTo>
                <a:lnTo>
                  <a:pt x="63985" y="64683"/>
                </a:lnTo>
                <a:lnTo>
                  <a:pt x="37178" y="99750"/>
                </a:lnTo>
                <a:lnTo>
                  <a:pt x="17050" y="141742"/>
                </a:lnTo>
                <a:lnTo>
                  <a:pt x="4394" y="190344"/>
                </a:lnTo>
                <a:lnTo>
                  <a:pt x="0" y="245239"/>
                </a:lnTo>
                <a:lnTo>
                  <a:pt x="4150" y="299025"/>
                </a:lnTo>
                <a:lnTo>
                  <a:pt x="16232" y="347020"/>
                </a:lnTo>
                <a:lnTo>
                  <a:pt x="35693" y="388798"/>
                </a:lnTo>
                <a:lnTo>
                  <a:pt x="61978" y="423934"/>
                </a:lnTo>
                <a:lnTo>
                  <a:pt x="94535" y="452002"/>
                </a:lnTo>
                <a:lnTo>
                  <a:pt x="132810" y="472578"/>
                </a:lnTo>
                <a:lnTo>
                  <a:pt x="176249" y="485235"/>
                </a:lnTo>
                <a:lnTo>
                  <a:pt x="224299" y="489549"/>
                </a:lnTo>
                <a:lnTo>
                  <a:pt x="273508" y="484969"/>
                </a:lnTo>
                <a:lnTo>
                  <a:pt x="317627" y="471545"/>
                </a:lnTo>
                <a:lnTo>
                  <a:pt x="355749" y="449749"/>
                </a:lnTo>
                <a:lnTo>
                  <a:pt x="386973" y="420053"/>
                </a:lnTo>
                <a:lnTo>
                  <a:pt x="410395" y="382928"/>
                </a:lnTo>
                <a:lnTo>
                  <a:pt x="425110" y="338848"/>
                </a:lnTo>
                <a:lnTo>
                  <a:pt x="430216" y="288284"/>
                </a:lnTo>
                <a:lnTo>
                  <a:pt x="430216" y="228719"/>
                </a:lnTo>
                <a:lnTo>
                  <a:pt x="231512" y="228719"/>
                </a:lnTo>
                <a:lnTo>
                  <a:pt x="231512" y="303641"/>
                </a:lnTo>
                <a:lnTo>
                  <a:pt x="334587" y="303641"/>
                </a:lnTo>
                <a:lnTo>
                  <a:pt x="326363" y="344309"/>
                </a:lnTo>
                <a:lnTo>
                  <a:pt x="304572" y="375247"/>
                </a:lnTo>
                <a:lnTo>
                  <a:pt x="270390" y="394930"/>
                </a:lnTo>
                <a:lnTo>
                  <a:pt x="224997" y="401830"/>
                </a:lnTo>
                <a:lnTo>
                  <a:pt x="182810" y="395120"/>
                </a:lnTo>
                <a:lnTo>
                  <a:pt x="148229" y="375398"/>
                </a:lnTo>
                <a:lnTo>
                  <a:pt x="122270" y="343280"/>
                </a:lnTo>
                <a:lnTo>
                  <a:pt x="105949" y="299379"/>
                </a:lnTo>
                <a:lnTo>
                  <a:pt x="100283" y="244309"/>
                </a:lnTo>
                <a:lnTo>
                  <a:pt x="106073" y="189604"/>
                </a:lnTo>
                <a:lnTo>
                  <a:pt x="122597" y="145967"/>
                </a:lnTo>
                <a:lnTo>
                  <a:pt x="148580" y="114024"/>
                </a:lnTo>
                <a:lnTo>
                  <a:pt x="182750" y="94399"/>
                </a:lnTo>
                <a:lnTo>
                  <a:pt x="223833" y="87719"/>
                </a:lnTo>
                <a:lnTo>
                  <a:pt x="259902" y="92710"/>
                </a:lnTo>
                <a:lnTo>
                  <a:pt x="289186" y="107060"/>
                </a:lnTo>
                <a:lnTo>
                  <a:pt x="311097" y="129829"/>
                </a:lnTo>
                <a:lnTo>
                  <a:pt x="325047" y="160080"/>
                </a:lnTo>
                <a:lnTo>
                  <a:pt x="425796" y="160080"/>
                </a:lnTo>
                <a:lnTo>
                  <a:pt x="413575" y="115583"/>
                </a:lnTo>
                <a:lnTo>
                  <a:pt x="391006" y="76800"/>
                </a:lnTo>
                <a:lnTo>
                  <a:pt x="359338" y="44790"/>
                </a:lnTo>
                <a:lnTo>
                  <a:pt x="319816" y="20613"/>
                </a:lnTo>
                <a:lnTo>
                  <a:pt x="273689" y="5329"/>
                </a:lnTo>
                <a:lnTo>
                  <a:pt x="2222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17004" y="352331"/>
            <a:ext cx="351155" cy="369570"/>
          </a:xfrm>
          <a:custGeom>
            <a:avLst/>
            <a:gdLst/>
            <a:ahLst/>
            <a:cxnLst/>
            <a:rect l="l" t="t" r="r" b="b"/>
            <a:pathLst>
              <a:path w="351155" h="369570">
                <a:moveTo>
                  <a:pt x="175669" y="0"/>
                </a:moveTo>
                <a:lnTo>
                  <a:pt x="125089" y="5993"/>
                </a:lnTo>
                <a:lnTo>
                  <a:pt x="82039" y="23284"/>
                </a:lnTo>
                <a:lnTo>
                  <a:pt x="47262" y="50839"/>
                </a:lnTo>
                <a:lnTo>
                  <a:pt x="21500" y="87623"/>
                </a:lnTo>
                <a:lnTo>
                  <a:pt x="5499" y="132603"/>
                </a:lnTo>
                <a:lnTo>
                  <a:pt x="73" y="184046"/>
                </a:lnTo>
                <a:lnTo>
                  <a:pt x="0" y="184744"/>
                </a:lnTo>
                <a:lnTo>
                  <a:pt x="5499" y="236608"/>
                </a:lnTo>
                <a:lnTo>
                  <a:pt x="21500" y="281434"/>
                </a:lnTo>
                <a:lnTo>
                  <a:pt x="47262" y="318154"/>
                </a:lnTo>
                <a:lnTo>
                  <a:pt x="82039" y="345704"/>
                </a:lnTo>
                <a:lnTo>
                  <a:pt x="125089" y="363015"/>
                </a:lnTo>
                <a:lnTo>
                  <a:pt x="175669" y="369023"/>
                </a:lnTo>
                <a:lnTo>
                  <a:pt x="226134" y="363015"/>
                </a:lnTo>
                <a:lnTo>
                  <a:pt x="269076" y="345704"/>
                </a:lnTo>
                <a:lnTo>
                  <a:pt x="303757" y="318154"/>
                </a:lnTo>
                <a:lnTo>
                  <a:pt x="321070" y="293403"/>
                </a:lnTo>
                <a:lnTo>
                  <a:pt x="176135" y="293403"/>
                </a:lnTo>
                <a:lnTo>
                  <a:pt x="142604" y="285150"/>
                </a:lnTo>
                <a:lnTo>
                  <a:pt x="118519" y="262283"/>
                </a:lnTo>
                <a:lnTo>
                  <a:pt x="103987" y="227636"/>
                </a:lnTo>
                <a:lnTo>
                  <a:pt x="99197" y="184744"/>
                </a:lnTo>
                <a:lnTo>
                  <a:pt x="99119" y="184046"/>
                </a:lnTo>
                <a:lnTo>
                  <a:pt x="103987" y="140517"/>
                </a:lnTo>
                <a:lnTo>
                  <a:pt x="118519" y="105780"/>
                </a:lnTo>
                <a:lnTo>
                  <a:pt x="142604" y="82777"/>
                </a:lnTo>
                <a:lnTo>
                  <a:pt x="176135" y="74455"/>
                </a:lnTo>
                <a:lnTo>
                  <a:pt x="320247" y="74455"/>
                </a:lnTo>
                <a:lnTo>
                  <a:pt x="303757" y="50839"/>
                </a:lnTo>
                <a:lnTo>
                  <a:pt x="269076" y="23284"/>
                </a:lnTo>
                <a:lnTo>
                  <a:pt x="226134" y="5993"/>
                </a:lnTo>
                <a:lnTo>
                  <a:pt x="175669" y="0"/>
                </a:lnTo>
                <a:close/>
              </a:path>
              <a:path w="351155" h="369570">
                <a:moveTo>
                  <a:pt x="320247" y="74455"/>
                </a:moveTo>
                <a:lnTo>
                  <a:pt x="176135" y="74455"/>
                </a:lnTo>
                <a:lnTo>
                  <a:pt x="208993" y="82777"/>
                </a:lnTo>
                <a:lnTo>
                  <a:pt x="232733" y="105780"/>
                </a:lnTo>
                <a:lnTo>
                  <a:pt x="247137" y="140517"/>
                </a:lnTo>
                <a:lnTo>
                  <a:pt x="251987" y="184046"/>
                </a:lnTo>
                <a:lnTo>
                  <a:pt x="247137" y="227636"/>
                </a:lnTo>
                <a:lnTo>
                  <a:pt x="232733" y="262283"/>
                </a:lnTo>
                <a:lnTo>
                  <a:pt x="208993" y="285150"/>
                </a:lnTo>
                <a:lnTo>
                  <a:pt x="176135" y="293403"/>
                </a:lnTo>
                <a:lnTo>
                  <a:pt x="321070" y="293403"/>
                </a:lnTo>
                <a:lnTo>
                  <a:pt x="329442" y="281434"/>
                </a:lnTo>
                <a:lnTo>
                  <a:pt x="345393" y="236608"/>
                </a:lnTo>
                <a:lnTo>
                  <a:pt x="350874" y="184744"/>
                </a:lnTo>
                <a:lnTo>
                  <a:pt x="345393" y="132603"/>
                </a:lnTo>
                <a:lnTo>
                  <a:pt x="329442" y="87623"/>
                </a:lnTo>
                <a:lnTo>
                  <a:pt x="320247" y="744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931632" y="237854"/>
            <a:ext cx="347345" cy="482600"/>
          </a:xfrm>
          <a:custGeom>
            <a:avLst/>
            <a:gdLst/>
            <a:ahLst/>
            <a:cxnLst/>
            <a:rect l="l" t="t" r="r" b="b"/>
            <a:pathLst>
              <a:path w="347344" h="482600">
                <a:moveTo>
                  <a:pt x="314872" y="419514"/>
                </a:moveTo>
                <a:lnTo>
                  <a:pt x="100050" y="419514"/>
                </a:lnTo>
                <a:lnTo>
                  <a:pt x="113647" y="441698"/>
                </a:lnTo>
                <a:lnTo>
                  <a:pt x="134311" y="461919"/>
                </a:lnTo>
                <a:lnTo>
                  <a:pt x="163265" y="476643"/>
                </a:lnTo>
                <a:lnTo>
                  <a:pt x="201729" y="482336"/>
                </a:lnTo>
                <a:lnTo>
                  <a:pt x="240939" y="476992"/>
                </a:lnTo>
                <a:lnTo>
                  <a:pt x="275832" y="461146"/>
                </a:lnTo>
                <a:lnTo>
                  <a:pt x="305153" y="435074"/>
                </a:lnTo>
                <a:lnTo>
                  <a:pt x="314872" y="419514"/>
                </a:lnTo>
                <a:close/>
              </a:path>
              <a:path w="347344" h="482600">
                <a:moveTo>
                  <a:pt x="97258" y="0"/>
                </a:moveTo>
                <a:lnTo>
                  <a:pt x="0" y="0"/>
                </a:lnTo>
                <a:lnTo>
                  <a:pt x="0" y="476643"/>
                </a:lnTo>
                <a:lnTo>
                  <a:pt x="95862" y="476643"/>
                </a:lnTo>
                <a:lnTo>
                  <a:pt x="95862" y="419514"/>
                </a:lnTo>
                <a:lnTo>
                  <a:pt x="314872" y="419514"/>
                </a:lnTo>
                <a:lnTo>
                  <a:pt x="324173" y="404622"/>
                </a:lnTo>
                <a:lnTo>
                  <a:pt x="171249" y="404622"/>
                </a:lnTo>
                <a:lnTo>
                  <a:pt x="139041" y="396966"/>
                </a:lnTo>
                <a:lnTo>
                  <a:pt x="115145" y="375305"/>
                </a:lnTo>
                <a:lnTo>
                  <a:pt x="100279" y="341604"/>
                </a:lnTo>
                <a:lnTo>
                  <a:pt x="95218" y="298290"/>
                </a:lnTo>
                <a:lnTo>
                  <a:pt x="95164" y="297824"/>
                </a:lnTo>
                <a:lnTo>
                  <a:pt x="100123" y="254950"/>
                </a:lnTo>
                <a:lnTo>
                  <a:pt x="100214" y="254165"/>
                </a:lnTo>
                <a:lnTo>
                  <a:pt x="114970" y="220954"/>
                </a:lnTo>
                <a:lnTo>
                  <a:pt x="138845" y="199828"/>
                </a:lnTo>
                <a:lnTo>
                  <a:pt x="171249" y="192423"/>
                </a:lnTo>
                <a:lnTo>
                  <a:pt x="324592" y="192423"/>
                </a:lnTo>
                <a:lnTo>
                  <a:pt x="316096" y="179160"/>
                </a:lnTo>
                <a:lnTo>
                  <a:pt x="97258" y="179160"/>
                </a:lnTo>
                <a:lnTo>
                  <a:pt x="97258" y="0"/>
                </a:lnTo>
                <a:close/>
              </a:path>
              <a:path w="347344" h="482600">
                <a:moveTo>
                  <a:pt x="324592" y="192423"/>
                </a:moveTo>
                <a:lnTo>
                  <a:pt x="171249" y="192423"/>
                </a:lnTo>
                <a:lnTo>
                  <a:pt x="204278" y="200090"/>
                </a:lnTo>
                <a:lnTo>
                  <a:pt x="228167" y="221653"/>
                </a:lnTo>
                <a:lnTo>
                  <a:pt x="242676" y="254950"/>
                </a:lnTo>
                <a:lnTo>
                  <a:pt x="247566" y="297824"/>
                </a:lnTo>
                <a:lnTo>
                  <a:pt x="242611" y="341113"/>
                </a:lnTo>
                <a:lnTo>
                  <a:pt x="227992" y="374869"/>
                </a:lnTo>
                <a:lnTo>
                  <a:pt x="204081" y="396802"/>
                </a:lnTo>
                <a:lnTo>
                  <a:pt x="171249" y="404622"/>
                </a:lnTo>
                <a:lnTo>
                  <a:pt x="324173" y="404622"/>
                </a:lnTo>
                <a:lnTo>
                  <a:pt x="327650" y="399056"/>
                </a:lnTo>
                <a:lnTo>
                  <a:pt x="342067" y="353368"/>
                </a:lnTo>
                <a:lnTo>
                  <a:pt x="347151" y="298290"/>
                </a:lnTo>
                <a:lnTo>
                  <a:pt x="341874" y="242179"/>
                </a:lnTo>
                <a:lnTo>
                  <a:pt x="327038" y="196240"/>
                </a:lnTo>
                <a:lnTo>
                  <a:pt x="324592" y="192423"/>
                </a:lnTo>
                <a:close/>
              </a:path>
              <a:path w="347344" h="482600">
                <a:moveTo>
                  <a:pt x="201962" y="114476"/>
                </a:moveTo>
                <a:lnTo>
                  <a:pt x="162512" y="120526"/>
                </a:lnTo>
                <a:lnTo>
                  <a:pt x="133468" y="135998"/>
                </a:lnTo>
                <a:lnTo>
                  <a:pt x="113193" y="156881"/>
                </a:lnTo>
                <a:lnTo>
                  <a:pt x="100050" y="179160"/>
                </a:lnTo>
                <a:lnTo>
                  <a:pt x="316096" y="179160"/>
                </a:lnTo>
                <a:lnTo>
                  <a:pt x="304135" y="160488"/>
                </a:lnTo>
                <a:lnTo>
                  <a:pt x="274660" y="134934"/>
                </a:lnTo>
                <a:lnTo>
                  <a:pt x="240104" y="119593"/>
                </a:lnTo>
                <a:lnTo>
                  <a:pt x="201962" y="1144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341141" y="237855"/>
            <a:ext cx="97790" cy="476884"/>
          </a:xfrm>
          <a:custGeom>
            <a:avLst/>
            <a:gdLst/>
            <a:ahLst/>
            <a:cxnLst/>
            <a:rect l="l" t="t" r="r" b="b"/>
            <a:pathLst>
              <a:path w="97790" h="476884">
                <a:moveTo>
                  <a:pt x="97490" y="0"/>
                </a:moveTo>
                <a:lnTo>
                  <a:pt x="0" y="0"/>
                </a:lnTo>
                <a:lnTo>
                  <a:pt x="0" y="476519"/>
                </a:lnTo>
                <a:lnTo>
                  <a:pt x="97490" y="476519"/>
                </a:lnTo>
                <a:lnTo>
                  <a:pt x="974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499825" y="352331"/>
            <a:ext cx="340995" cy="369570"/>
          </a:xfrm>
          <a:custGeom>
            <a:avLst/>
            <a:gdLst/>
            <a:ahLst/>
            <a:cxnLst/>
            <a:rect l="l" t="t" r="r" b="b"/>
            <a:pathLst>
              <a:path w="340994" h="369570">
                <a:moveTo>
                  <a:pt x="172877" y="0"/>
                </a:moveTo>
                <a:lnTo>
                  <a:pt x="123716" y="6043"/>
                </a:lnTo>
                <a:lnTo>
                  <a:pt x="81522" y="23448"/>
                </a:lnTo>
                <a:lnTo>
                  <a:pt x="47174" y="51130"/>
                </a:lnTo>
                <a:lnTo>
                  <a:pt x="21552" y="88002"/>
                </a:lnTo>
                <a:lnTo>
                  <a:pt x="5534" y="132980"/>
                </a:lnTo>
                <a:lnTo>
                  <a:pt x="0" y="184977"/>
                </a:lnTo>
                <a:lnTo>
                  <a:pt x="5488" y="237954"/>
                </a:lnTo>
                <a:lnTo>
                  <a:pt x="21492" y="283054"/>
                </a:lnTo>
                <a:lnTo>
                  <a:pt x="47320" y="319492"/>
                </a:lnTo>
                <a:lnTo>
                  <a:pt x="82280" y="346488"/>
                </a:lnTo>
                <a:lnTo>
                  <a:pt x="125682" y="363259"/>
                </a:lnTo>
                <a:lnTo>
                  <a:pt x="176833" y="369023"/>
                </a:lnTo>
                <a:lnTo>
                  <a:pt x="237267" y="361305"/>
                </a:lnTo>
                <a:lnTo>
                  <a:pt x="285289" y="339386"/>
                </a:lnTo>
                <a:lnTo>
                  <a:pt x="319394" y="305121"/>
                </a:lnTo>
                <a:lnTo>
                  <a:pt x="323217" y="295963"/>
                </a:lnTo>
                <a:lnTo>
                  <a:pt x="178462" y="295963"/>
                </a:lnTo>
                <a:lnTo>
                  <a:pt x="144524" y="289917"/>
                </a:lnTo>
                <a:lnTo>
                  <a:pt x="118635" y="272550"/>
                </a:lnTo>
                <a:lnTo>
                  <a:pt x="102126" y="245018"/>
                </a:lnTo>
                <a:lnTo>
                  <a:pt x="96327" y="208477"/>
                </a:lnTo>
                <a:lnTo>
                  <a:pt x="340636" y="208477"/>
                </a:lnTo>
                <a:lnTo>
                  <a:pt x="340636" y="181254"/>
                </a:lnTo>
                <a:lnTo>
                  <a:pt x="337058" y="147516"/>
                </a:lnTo>
                <a:lnTo>
                  <a:pt x="96327" y="147516"/>
                </a:lnTo>
                <a:lnTo>
                  <a:pt x="103246" y="118570"/>
                </a:lnTo>
                <a:lnTo>
                  <a:pt x="119566" y="94815"/>
                </a:lnTo>
                <a:lnTo>
                  <a:pt x="143869" y="78738"/>
                </a:lnTo>
                <a:lnTo>
                  <a:pt x="174739" y="72827"/>
                </a:lnTo>
                <a:lnTo>
                  <a:pt x="312610" y="72827"/>
                </a:lnTo>
                <a:lnTo>
                  <a:pt x="291920" y="44906"/>
                </a:lnTo>
                <a:lnTo>
                  <a:pt x="258045" y="19898"/>
                </a:lnTo>
                <a:lnTo>
                  <a:pt x="217862" y="4959"/>
                </a:lnTo>
                <a:lnTo>
                  <a:pt x="172877" y="0"/>
                </a:lnTo>
                <a:close/>
              </a:path>
              <a:path w="340994" h="369570">
                <a:moveTo>
                  <a:pt x="338077" y="260363"/>
                </a:moveTo>
                <a:lnTo>
                  <a:pt x="245472" y="260363"/>
                </a:lnTo>
                <a:lnTo>
                  <a:pt x="235591" y="274858"/>
                </a:lnTo>
                <a:lnTo>
                  <a:pt x="220867" y="286103"/>
                </a:lnTo>
                <a:lnTo>
                  <a:pt x="201693" y="293378"/>
                </a:lnTo>
                <a:lnTo>
                  <a:pt x="178462" y="295963"/>
                </a:lnTo>
                <a:lnTo>
                  <a:pt x="323217" y="295963"/>
                </a:lnTo>
                <a:lnTo>
                  <a:pt x="338077" y="260363"/>
                </a:lnTo>
                <a:close/>
              </a:path>
              <a:path w="340994" h="369570">
                <a:moveTo>
                  <a:pt x="312610" y="72827"/>
                </a:moveTo>
                <a:lnTo>
                  <a:pt x="174739" y="72827"/>
                </a:lnTo>
                <a:lnTo>
                  <a:pt x="204590" y="78411"/>
                </a:lnTo>
                <a:lnTo>
                  <a:pt x="227876" y="93942"/>
                </a:lnTo>
                <a:lnTo>
                  <a:pt x="243091" y="117588"/>
                </a:lnTo>
                <a:lnTo>
                  <a:pt x="248730" y="147516"/>
                </a:lnTo>
                <a:lnTo>
                  <a:pt x="337058" y="147516"/>
                </a:lnTo>
                <a:lnTo>
                  <a:pt x="334722" y="125493"/>
                </a:lnTo>
                <a:lnTo>
                  <a:pt x="317981" y="80074"/>
                </a:lnTo>
                <a:lnTo>
                  <a:pt x="312610" y="728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078418" y="228316"/>
            <a:ext cx="187325" cy="589915"/>
          </a:xfrm>
          <a:custGeom>
            <a:avLst/>
            <a:gdLst/>
            <a:ahLst/>
            <a:cxnLst/>
            <a:rect l="l" t="t" r="r" b="b"/>
            <a:pathLst>
              <a:path w="187325" h="589915">
                <a:moveTo>
                  <a:pt x="186838" y="0"/>
                </a:moveTo>
                <a:lnTo>
                  <a:pt x="94000" y="0"/>
                </a:lnTo>
                <a:lnTo>
                  <a:pt x="65062" y="42551"/>
                </a:lnTo>
                <a:lnTo>
                  <a:pt x="41502" y="87494"/>
                </a:lnTo>
                <a:lnTo>
                  <a:pt x="23267" y="135009"/>
                </a:lnTo>
                <a:lnTo>
                  <a:pt x="10306" y="185278"/>
                </a:lnTo>
                <a:lnTo>
                  <a:pt x="2568" y="238481"/>
                </a:lnTo>
                <a:lnTo>
                  <a:pt x="0" y="294799"/>
                </a:lnTo>
                <a:lnTo>
                  <a:pt x="2568" y="351019"/>
                </a:lnTo>
                <a:lnTo>
                  <a:pt x="10306" y="404156"/>
                </a:lnTo>
                <a:lnTo>
                  <a:pt x="23267" y="454385"/>
                </a:lnTo>
                <a:lnTo>
                  <a:pt x="41502" y="501880"/>
                </a:lnTo>
                <a:lnTo>
                  <a:pt x="65062" y="546815"/>
                </a:lnTo>
                <a:lnTo>
                  <a:pt x="94000" y="589366"/>
                </a:lnTo>
                <a:lnTo>
                  <a:pt x="186838" y="589366"/>
                </a:lnTo>
                <a:lnTo>
                  <a:pt x="163789" y="553860"/>
                </a:lnTo>
                <a:lnTo>
                  <a:pt x="143293" y="510153"/>
                </a:lnTo>
                <a:lnTo>
                  <a:pt x="126080" y="460319"/>
                </a:lnTo>
                <a:lnTo>
                  <a:pt x="112881" y="406432"/>
                </a:lnTo>
                <a:lnTo>
                  <a:pt x="104427" y="350567"/>
                </a:lnTo>
                <a:lnTo>
                  <a:pt x="101446" y="294799"/>
                </a:lnTo>
                <a:lnTo>
                  <a:pt x="104427" y="238933"/>
                </a:lnTo>
                <a:lnTo>
                  <a:pt x="112881" y="183003"/>
                </a:lnTo>
                <a:lnTo>
                  <a:pt x="126080" y="129076"/>
                </a:lnTo>
                <a:lnTo>
                  <a:pt x="143293" y="79221"/>
                </a:lnTo>
                <a:lnTo>
                  <a:pt x="163789" y="35506"/>
                </a:lnTo>
                <a:lnTo>
                  <a:pt x="1868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314584" y="231340"/>
            <a:ext cx="346075" cy="483234"/>
          </a:xfrm>
          <a:custGeom>
            <a:avLst/>
            <a:gdLst/>
            <a:ahLst/>
            <a:cxnLst/>
            <a:rect l="l" t="t" r="r" b="b"/>
            <a:pathLst>
              <a:path w="346075" h="483234">
                <a:moveTo>
                  <a:pt x="168922" y="0"/>
                </a:moveTo>
                <a:lnTo>
                  <a:pt x="121653" y="4844"/>
                </a:lnTo>
                <a:lnTo>
                  <a:pt x="80609" y="18898"/>
                </a:lnTo>
                <a:lnTo>
                  <a:pt x="46854" y="41445"/>
                </a:lnTo>
                <a:lnTo>
                  <a:pt x="21457" y="71767"/>
                </a:lnTo>
                <a:lnTo>
                  <a:pt x="5484" y="109147"/>
                </a:lnTo>
                <a:lnTo>
                  <a:pt x="0" y="152868"/>
                </a:lnTo>
                <a:lnTo>
                  <a:pt x="94000" y="152868"/>
                </a:lnTo>
                <a:lnTo>
                  <a:pt x="99185" y="121969"/>
                </a:lnTo>
                <a:lnTo>
                  <a:pt x="114185" y="98683"/>
                </a:lnTo>
                <a:lnTo>
                  <a:pt x="137649" y="83992"/>
                </a:lnTo>
                <a:lnTo>
                  <a:pt x="168224" y="78877"/>
                </a:lnTo>
                <a:lnTo>
                  <a:pt x="198264" y="83607"/>
                </a:lnTo>
                <a:lnTo>
                  <a:pt x="222175" y="97171"/>
                </a:lnTo>
                <a:lnTo>
                  <a:pt x="238015" y="118632"/>
                </a:lnTo>
                <a:lnTo>
                  <a:pt x="243843" y="147051"/>
                </a:lnTo>
                <a:lnTo>
                  <a:pt x="239273" y="173885"/>
                </a:lnTo>
                <a:lnTo>
                  <a:pt x="226131" y="198908"/>
                </a:lnTo>
                <a:lnTo>
                  <a:pt x="204743" y="224761"/>
                </a:lnTo>
                <a:lnTo>
                  <a:pt x="175437" y="254082"/>
                </a:lnTo>
                <a:lnTo>
                  <a:pt x="4188" y="411603"/>
                </a:lnTo>
                <a:lnTo>
                  <a:pt x="4420" y="483034"/>
                </a:lnTo>
                <a:lnTo>
                  <a:pt x="345755" y="483034"/>
                </a:lnTo>
                <a:lnTo>
                  <a:pt x="345755" y="401830"/>
                </a:lnTo>
                <a:lnTo>
                  <a:pt x="141932" y="401830"/>
                </a:lnTo>
                <a:lnTo>
                  <a:pt x="141932" y="398573"/>
                </a:lnTo>
                <a:lnTo>
                  <a:pt x="214526" y="328538"/>
                </a:lnTo>
                <a:lnTo>
                  <a:pt x="265179" y="280083"/>
                </a:lnTo>
                <a:lnTo>
                  <a:pt x="300776" y="239659"/>
                </a:lnTo>
                <a:lnTo>
                  <a:pt x="323519" y="204685"/>
                </a:lnTo>
                <a:lnTo>
                  <a:pt x="335607" y="172582"/>
                </a:lnTo>
                <a:lnTo>
                  <a:pt x="339240" y="140769"/>
                </a:lnTo>
                <a:lnTo>
                  <a:pt x="331266" y="94411"/>
                </a:lnTo>
                <a:lnTo>
                  <a:pt x="308672" y="55535"/>
                </a:lnTo>
                <a:lnTo>
                  <a:pt x="273034" y="25762"/>
                </a:lnTo>
                <a:lnTo>
                  <a:pt x="225925" y="6710"/>
                </a:lnTo>
                <a:lnTo>
                  <a:pt x="168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724325" y="231340"/>
            <a:ext cx="382905" cy="493395"/>
          </a:xfrm>
          <a:custGeom>
            <a:avLst/>
            <a:gdLst/>
            <a:ahLst/>
            <a:cxnLst/>
            <a:rect l="l" t="t" r="r" b="b"/>
            <a:pathLst>
              <a:path w="382905" h="493395">
                <a:moveTo>
                  <a:pt x="191259" y="0"/>
                </a:moveTo>
                <a:lnTo>
                  <a:pt x="148718" y="4153"/>
                </a:lnTo>
                <a:lnTo>
                  <a:pt x="148855" y="4153"/>
                </a:lnTo>
                <a:lnTo>
                  <a:pt x="111141" y="16429"/>
                </a:lnTo>
                <a:lnTo>
                  <a:pt x="78433" y="36552"/>
                </a:lnTo>
                <a:lnTo>
                  <a:pt x="51130" y="64073"/>
                </a:lnTo>
                <a:lnTo>
                  <a:pt x="29268" y="99035"/>
                </a:lnTo>
                <a:lnTo>
                  <a:pt x="13262" y="141056"/>
                </a:lnTo>
                <a:lnTo>
                  <a:pt x="3408" y="189877"/>
                </a:lnTo>
                <a:lnTo>
                  <a:pt x="0" y="245239"/>
                </a:lnTo>
                <a:lnTo>
                  <a:pt x="3188" y="300846"/>
                </a:lnTo>
                <a:lnTo>
                  <a:pt x="12902" y="350023"/>
                </a:lnTo>
                <a:lnTo>
                  <a:pt x="28838" y="392471"/>
                </a:lnTo>
                <a:lnTo>
                  <a:pt x="50694" y="427890"/>
                </a:lnTo>
                <a:lnTo>
                  <a:pt x="78166" y="455979"/>
                </a:lnTo>
                <a:lnTo>
                  <a:pt x="110953" y="476439"/>
                </a:lnTo>
                <a:lnTo>
                  <a:pt x="149010" y="489056"/>
                </a:lnTo>
                <a:lnTo>
                  <a:pt x="149600" y="489056"/>
                </a:lnTo>
                <a:lnTo>
                  <a:pt x="191259" y="493272"/>
                </a:lnTo>
                <a:lnTo>
                  <a:pt x="233680" y="489056"/>
                </a:lnTo>
                <a:lnTo>
                  <a:pt x="271401" y="476603"/>
                </a:lnTo>
                <a:lnTo>
                  <a:pt x="304126" y="456204"/>
                </a:lnTo>
                <a:lnTo>
                  <a:pt x="331562" y="428152"/>
                </a:lnTo>
                <a:lnTo>
                  <a:pt x="342204" y="410905"/>
                </a:lnTo>
                <a:lnTo>
                  <a:pt x="191259" y="410905"/>
                </a:lnTo>
                <a:lnTo>
                  <a:pt x="160648" y="404263"/>
                </a:lnTo>
                <a:lnTo>
                  <a:pt x="135510" y="384354"/>
                </a:lnTo>
                <a:lnTo>
                  <a:pt x="116626" y="351198"/>
                </a:lnTo>
                <a:lnTo>
                  <a:pt x="104778" y="304819"/>
                </a:lnTo>
                <a:lnTo>
                  <a:pt x="100748" y="245239"/>
                </a:lnTo>
                <a:lnTo>
                  <a:pt x="104979" y="186390"/>
                </a:lnTo>
                <a:lnTo>
                  <a:pt x="116894" y="140540"/>
                </a:lnTo>
                <a:lnTo>
                  <a:pt x="135744" y="107734"/>
                </a:lnTo>
                <a:lnTo>
                  <a:pt x="160782" y="88018"/>
                </a:lnTo>
                <a:lnTo>
                  <a:pt x="191259" y="81436"/>
                </a:lnTo>
                <a:lnTo>
                  <a:pt x="342316" y="81436"/>
                </a:lnTo>
                <a:lnTo>
                  <a:pt x="331562" y="64247"/>
                </a:lnTo>
                <a:lnTo>
                  <a:pt x="304085" y="36552"/>
                </a:lnTo>
                <a:lnTo>
                  <a:pt x="271335" y="16429"/>
                </a:lnTo>
                <a:lnTo>
                  <a:pt x="233623" y="4153"/>
                </a:lnTo>
                <a:lnTo>
                  <a:pt x="191259" y="0"/>
                </a:lnTo>
                <a:close/>
              </a:path>
              <a:path w="382905" h="493395">
                <a:moveTo>
                  <a:pt x="342316" y="81436"/>
                </a:moveTo>
                <a:lnTo>
                  <a:pt x="191259" y="81436"/>
                </a:lnTo>
                <a:lnTo>
                  <a:pt x="221736" y="88018"/>
                </a:lnTo>
                <a:lnTo>
                  <a:pt x="246773" y="107734"/>
                </a:lnTo>
                <a:lnTo>
                  <a:pt x="265624" y="140540"/>
                </a:lnTo>
                <a:lnTo>
                  <a:pt x="277539" y="186390"/>
                </a:lnTo>
                <a:lnTo>
                  <a:pt x="281770" y="245239"/>
                </a:lnTo>
                <a:lnTo>
                  <a:pt x="277650" y="304819"/>
                </a:lnTo>
                <a:lnTo>
                  <a:pt x="265791" y="351198"/>
                </a:lnTo>
                <a:lnTo>
                  <a:pt x="246941" y="384354"/>
                </a:lnTo>
                <a:lnTo>
                  <a:pt x="221847" y="404263"/>
                </a:lnTo>
                <a:lnTo>
                  <a:pt x="191259" y="410905"/>
                </a:lnTo>
                <a:lnTo>
                  <a:pt x="342204" y="410905"/>
                </a:lnTo>
                <a:lnTo>
                  <a:pt x="353414" y="392737"/>
                </a:lnTo>
                <a:lnTo>
                  <a:pt x="369386" y="350253"/>
                </a:lnTo>
                <a:lnTo>
                  <a:pt x="379186" y="300989"/>
                </a:lnTo>
                <a:lnTo>
                  <a:pt x="382518" y="245239"/>
                </a:lnTo>
                <a:lnTo>
                  <a:pt x="379243" y="190010"/>
                </a:lnTo>
                <a:lnTo>
                  <a:pt x="369452" y="141252"/>
                </a:lnTo>
                <a:lnTo>
                  <a:pt x="353454" y="99239"/>
                </a:lnTo>
                <a:lnTo>
                  <a:pt x="342316" y="81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170829" y="231340"/>
            <a:ext cx="346075" cy="483234"/>
          </a:xfrm>
          <a:custGeom>
            <a:avLst/>
            <a:gdLst/>
            <a:ahLst/>
            <a:cxnLst/>
            <a:rect l="l" t="t" r="r" b="b"/>
            <a:pathLst>
              <a:path w="346075" h="483234">
                <a:moveTo>
                  <a:pt x="168922" y="0"/>
                </a:moveTo>
                <a:lnTo>
                  <a:pt x="121653" y="4844"/>
                </a:lnTo>
                <a:lnTo>
                  <a:pt x="80609" y="18898"/>
                </a:lnTo>
                <a:lnTo>
                  <a:pt x="46855" y="41445"/>
                </a:lnTo>
                <a:lnTo>
                  <a:pt x="21457" y="71767"/>
                </a:lnTo>
                <a:lnTo>
                  <a:pt x="5484" y="109147"/>
                </a:lnTo>
                <a:lnTo>
                  <a:pt x="0" y="152868"/>
                </a:lnTo>
                <a:lnTo>
                  <a:pt x="94000" y="152868"/>
                </a:lnTo>
                <a:lnTo>
                  <a:pt x="99185" y="121969"/>
                </a:lnTo>
                <a:lnTo>
                  <a:pt x="114185" y="98683"/>
                </a:lnTo>
                <a:lnTo>
                  <a:pt x="137649" y="83992"/>
                </a:lnTo>
                <a:lnTo>
                  <a:pt x="168224" y="78877"/>
                </a:lnTo>
                <a:lnTo>
                  <a:pt x="198264" y="83607"/>
                </a:lnTo>
                <a:lnTo>
                  <a:pt x="222176" y="97171"/>
                </a:lnTo>
                <a:lnTo>
                  <a:pt x="238016" y="118632"/>
                </a:lnTo>
                <a:lnTo>
                  <a:pt x="243843" y="147051"/>
                </a:lnTo>
                <a:lnTo>
                  <a:pt x="239273" y="173885"/>
                </a:lnTo>
                <a:lnTo>
                  <a:pt x="226131" y="198908"/>
                </a:lnTo>
                <a:lnTo>
                  <a:pt x="204743" y="224761"/>
                </a:lnTo>
                <a:lnTo>
                  <a:pt x="175437" y="254082"/>
                </a:lnTo>
                <a:lnTo>
                  <a:pt x="4188" y="411603"/>
                </a:lnTo>
                <a:lnTo>
                  <a:pt x="4420" y="483034"/>
                </a:lnTo>
                <a:lnTo>
                  <a:pt x="345755" y="483034"/>
                </a:lnTo>
                <a:lnTo>
                  <a:pt x="345755" y="401830"/>
                </a:lnTo>
                <a:lnTo>
                  <a:pt x="141932" y="401830"/>
                </a:lnTo>
                <a:lnTo>
                  <a:pt x="141932" y="398573"/>
                </a:lnTo>
                <a:lnTo>
                  <a:pt x="214526" y="328538"/>
                </a:lnTo>
                <a:lnTo>
                  <a:pt x="265179" y="280083"/>
                </a:lnTo>
                <a:lnTo>
                  <a:pt x="300776" y="239659"/>
                </a:lnTo>
                <a:lnTo>
                  <a:pt x="323519" y="204685"/>
                </a:lnTo>
                <a:lnTo>
                  <a:pt x="335607" y="172582"/>
                </a:lnTo>
                <a:lnTo>
                  <a:pt x="339240" y="140769"/>
                </a:lnTo>
                <a:lnTo>
                  <a:pt x="331266" y="94411"/>
                </a:lnTo>
                <a:lnTo>
                  <a:pt x="308672" y="55535"/>
                </a:lnTo>
                <a:lnTo>
                  <a:pt x="273034" y="25762"/>
                </a:lnTo>
                <a:lnTo>
                  <a:pt x="225926" y="6710"/>
                </a:lnTo>
                <a:lnTo>
                  <a:pt x="168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578936" y="228320"/>
            <a:ext cx="616585" cy="589915"/>
          </a:xfrm>
          <a:custGeom>
            <a:avLst/>
            <a:gdLst/>
            <a:ahLst/>
            <a:cxnLst/>
            <a:rect l="l" t="t" r="r" b="b"/>
            <a:pathLst>
              <a:path w="616585" h="589915">
                <a:moveTo>
                  <a:pt x="386003" y="322262"/>
                </a:moveTo>
                <a:lnTo>
                  <a:pt x="325983" y="322262"/>
                </a:lnTo>
                <a:lnTo>
                  <a:pt x="325983" y="117970"/>
                </a:lnTo>
                <a:lnTo>
                  <a:pt x="325983" y="9537"/>
                </a:lnTo>
                <a:lnTo>
                  <a:pt x="232905" y="9537"/>
                </a:lnTo>
                <a:lnTo>
                  <a:pt x="232905" y="117970"/>
                </a:lnTo>
                <a:lnTo>
                  <a:pt x="232905" y="322262"/>
                </a:lnTo>
                <a:lnTo>
                  <a:pt x="99822" y="322262"/>
                </a:lnTo>
                <a:lnTo>
                  <a:pt x="99822" y="318528"/>
                </a:lnTo>
                <a:lnTo>
                  <a:pt x="228485" y="117970"/>
                </a:lnTo>
                <a:lnTo>
                  <a:pt x="232905" y="117970"/>
                </a:lnTo>
                <a:lnTo>
                  <a:pt x="232905" y="9537"/>
                </a:lnTo>
                <a:lnTo>
                  <a:pt x="201726" y="9537"/>
                </a:lnTo>
                <a:lnTo>
                  <a:pt x="0" y="323646"/>
                </a:lnTo>
                <a:lnTo>
                  <a:pt x="0" y="401599"/>
                </a:lnTo>
                <a:lnTo>
                  <a:pt x="231508" y="401599"/>
                </a:lnTo>
                <a:lnTo>
                  <a:pt x="231508" y="486054"/>
                </a:lnTo>
                <a:lnTo>
                  <a:pt x="325983" y="486054"/>
                </a:lnTo>
                <a:lnTo>
                  <a:pt x="325983" y="401599"/>
                </a:lnTo>
                <a:lnTo>
                  <a:pt x="386003" y="401599"/>
                </a:lnTo>
                <a:lnTo>
                  <a:pt x="386003" y="322262"/>
                </a:lnTo>
                <a:close/>
              </a:path>
              <a:path w="616585" h="589915">
                <a:moveTo>
                  <a:pt x="616127" y="294805"/>
                </a:moveTo>
                <a:lnTo>
                  <a:pt x="613575" y="238480"/>
                </a:lnTo>
                <a:lnTo>
                  <a:pt x="605878" y="185280"/>
                </a:lnTo>
                <a:lnTo>
                  <a:pt x="592975" y="135013"/>
                </a:lnTo>
                <a:lnTo>
                  <a:pt x="574789" y="87490"/>
                </a:lnTo>
                <a:lnTo>
                  <a:pt x="551281" y="42557"/>
                </a:lnTo>
                <a:lnTo>
                  <a:pt x="522351" y="0"/>
                </a:lnTo>
                <a:lnTo>
                  <a:pt x="429285" y="0"/>
                </a:lnTo>
                <a:lnTo>
                  <a:pt x="452437" y="35509"/>
                </a:lnTo>
                <a:lnTo>
                  <a:pt x="472998" y="79222"/>
                </a:lnTo>
                <a:lnTo>
                  <a:pt x="490245" y="129082"/>
                </a:lnTo>
                <a:lnTo>
                  <a:pt x="503466" y="183007"/>
                </a:lnTo>
                <a:lnTo>
                  <a:pt x="511924" y="238937"/>
                </a:lnTo>
                <a:lnTo>
                  <a:pt x="514908" y="294805"/>
                </a:lnTo>
                <a:lnTo>
                  <a:pt x="511924" y="350570"/>
                </a:lnTo>
                <a:lnTo>
                  <a:pt x="503466" y="406438"/>
                </a:lnTo>
                <a:lnTo>
                  <a:pt x="490245" y="460324"/>
                </a:lnTo>
                <a:lnTo>
                  <a:pt x="472998" y="510159"/>
                </a:lnTo>
                <a:lnTo>
                  <a:pt x="452437" y="553859"/>
                </a:lnTo>
                <a:lnTo>
                  <a:pt x="429285" y="589368"/>
                </a:lnTo>
                <a:lnTo>
                  <a:pt x="522351" y="589368"/>
                </a:lnTo>
                <a:lnTo>
                  <a:pt x="551281" y="546823"/>
                </a:lnTo>
                <a:lnTo>
                  <a:pt x="574789" y="501878"/>
                </a:lnTo>
                <a:lnTo>
                  <a:pt x="592975" y="454393"/>
                </a:lnTo>
                <a:lnTo>
                  <a:pt x="605878" y="404164"/>
                </a:lnTo>
                <a:lnTo>
                  <a:pt x="613575" y="351015"/>
                </a:lnTo>
                <a:lnTo>
                  <a:pt x="616127" y="294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9160028" y="6348069"/>
            <a:ext cx="292100" cy="314960"/>
          </a:xfrm>
          <a:custGeom>
            <a:avLst/>
            <a:gdLst/>
            <a:ahLst/>
            <a:cxnLst/>
            <a:rect l="l" t="t" r="r" b="b"/>
            <a:pathLst>
              <a:path w="292100" h="314959">
                <a:moveTo>
                  <a:pt x="240425" y="0"/>
                </a:moveTo>
                <a:lnTo>
                  <a:pt x="212626" y="0"/>
                </a:lnTo>
                <a:lnTo>
                  <a:pt x="212626" y="314556"/>
                </a:lnTo>
                <a:lnTo>
                  <a:pt x="240425" y="314556"/>
                </a:lnTo>
                <a:lnTo>
                  <a:pt x="240425" y="151267"/>
                </a:lnTo>
                <a:lnTo>
                  <a:pt x="291515" y="151267"/>
                </a:lnTo>
                <a:lnTo>
                  <a:pt x="291515" y="128226"/>
                </a:lnTo>
                <a:lnTo>
                  <a:pt x="240425" y="128226"/>
                </a:lnTo>
                <a:lnTo>
                  <a:pt x="240425" y="0"/>
                </a:lnTo>
                <a:close/>
              </a:path>
              <a:path w="292100" h="314959">
                <a:moveTo>
                  <a:pt x="141800" y="133861"/>
                </a:moveTo>
                <a:lnTo>
                  <a:pt x="113826" y="133861"/>
                </a:lnTo>
                <a:lnTo>
                  <a:pt x="96217" y="164474"/>
                </a:lnTo>
                <a:lnTo>
                  <a:pt x="71845" y="192715"/>
                </a:lnTo>
                <a:lnTo>
                  <a:pt x="40008" y="218421"/>
                </a:lnTo>
                <a:lnTo>
                  <a:pt x="0" y="241427"/>
                </a:lnTo>
                <a:lnTo>
                  <a:pt x="15527" y="262464"/>
                </a:lnTo>
                <a:lnTo>
                  <a:pt x="65520" y="232460"/>
                </a:lnTo>
                <a:lnTo>
                  <a:pt x="103247" y="198415"/>
                </a:lnTo>
                <a:lnTo>
                  <a:pt x="130136" y="160878"/>
                </a:lnTo>
                <a:lnTo>
                  <a:pt x="141800" y="133861"/>
                </a:lnTo>
                <a:close/>
              </a:path>
              <a:path w="292100" h="314959">
                <a:moveTo>
                  <a:pt x="160033" y="32808"/>
                </a:moveTo>
                <a:lnTo>
                  <a:pt x="17280" y="32808"/>
                </a:lnTo>
                <a:lnTo>
                  <a:pt x="17280" y="55848"/>
                </a:lnTo>
                <a:lnTo>
                  <a:pt x="132359" y="55848"/>
                </a:lnTo>
                <a:lnTo>
                  <a:pt x="130987" y="70169"/>
                </a:lnTo>
                <a:lnTo>
                  <a:pt x="128900" y="84195"/>
                </a:lnTo>
                <a:lnTo>
                  <a:pt x="126037" y="97917"/>
                </a:lnTo>
                <a:lnTo>
                  <a:pt x="122341" y="111322"/>
                </a:lnTo>
                <a:lnTo>
                  <a:pt x="1252" y="119711"/>
                </a:lnTo>
                <a:lnTo>
                  <a:pt x="5760" y="144004"/>
                </a:lnTo>
                <a:lnTo>
                  <a:pt x="113826" y="133861"/>
                </a:lnTo>
                <a:lnTo>
                  <a:pt x="141800" y="133861"/>
                </a:lnTo>
                <a:lnTo>
                  <a:pt x="147613" y="120398"/>
                </a:lnTo>
                <a:lnTo>
                  <a:pt x="157103" y="77524"/>
                </a:lnTo>
                <a:lnTo>
                  <a:pt x="160033" y="328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9650133" y="6348069"/>
            <a:ext cx="90170" cy="314960"/>
          </a:xfrm>
          <a:custGeom>
            <a:avLst/>
            <a:gdLst/>
            <a:ahLst/>
            <a:cxnLst/>
            <a:rect l="l" t="t" r="r" b="b"/>
            <a:pathLst>
              <a:path w="90170" h="314959">
                <a:moveTo>
                  <a:pt x="26809" y="142011"/>
                </a:moveTo>
                <a:lnTo>
                  <a:pt x="0" y="142011"/>
                </a:lnTo>
                <a:lnTo>
                  <a:pt x="0" y="298780"/>
                </a:lnTo>
                <a:lnTo>
                  <a:pt x="26809" y="298780"/>
                </a:lnTo>
                <a:lnTo>
                  <a:pt x="26809" y="142011"/>
                </a:lnTo>
                <a:close/>
              </a:path>
              <a:path w="90170" h="314959">
                <a:moveTo>
                  <a:pt x="89916" y="0"/>
                </a:moveTo>
                <a:lnTo>
                  <a:pt x="63119" y="0"/>
                </a:lnTo>
                <a:lnTo>
                  <a:pt x="63119" y="314807"/>
                </a:lnTo>
                <a:lnTo>
                  <a:pt x="89916" y="314807"/>
                </a:lnTo>
                <a:lnTo>
                  <a:pt x="899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9481846" y="6354838"/>
            <a:ext cx="195580" cy="224154"/>
          </a:xfrm>
          <a:custGeom>
            <a:avLst/>
            <a:gdLst/>
            <a:ahLst/>
            <a:cxnLst/>
            <a:rect l="l" t="t" r="r" b="b"/>
            <a:pathLst>
              <a:path w="195579" h="224154">
                <a:moveTo>
                  <a:pt x="195097" y="112001"/>
                </a:moveTo>
                <a:lnTo>
                  <a:pt x="120713" y="112001"/>
                </a:lnTo>
                <a:lnTo>
                  <a:pt x="120713" y="52311"/>
                </a:lnTo>
                <a:lnTo>
                  <a:pt x="120713" y="29451"/>
                </a:lnTo>
                <a:lnTo>
                  <a:pt x="94411" y="29451"/>
                </a:lnTo>
                <a:lnTo>
                  <a:pt x="94411" y="52311"/>
                </a:lnTo>
                <a:lnTo>
                  <a:pt x="94411" y="112001"/>
                </a:lnTo>
                <a:lnTo>
                  <a:pt x="94411" y="134861"/>
                </a:lnTo>
                <a:lnTo>
                  <a:pt x="94411" y="200901"/>
                </a:lnTo>
                <a:lnTo>
                  <a:pt x="26289" y="200901"/>
                </a:lnTo>
                <a:lnTo>
                  <a:pt x="26289" y="52311"/>
                </a:lnTo>
                <a:lnTo>
                  <a:pt x="94411" y="52311"/>
                </a:lnTo>
                <a:lnTo>
                  <a:pt x="94411" y="29451"/>
                </a:lnTo>
                <a:lnTo>
                  <a:pt x="0" y="29451"/>
                </a:lnTo>
                <a:lnTo>
                  <a:pt x="0" y="52311"/>
                </a:lnTo>
                <a:lnTo>
                  <a:pt x="0" y="200901"/>
                </a:lnTo>
                <a:lnTo>
                  <a:pt x="0" y="223761"/>
                </a:lnTo>
                <a:lnTo>
                  <a:pt x="120713" y="223761"/>
                </a:lnTo>
                <a:lnTo>
                  <a:pt x="120713" y="200901"/>
                </a:lnTo>
                <a:lnTo>
                  <a:pt x="120713" y="134861"/>
                </a:lnTo>
                <a:lnTo>
                  <a:pt x="195097" y="134861"/>
                </a:lnTo>
                <a:lnTo>
                  <a:pt x="195097" y="112001"/>
                </a:lnTo>
                <a:close/>
              </a:path>
              <a:path w="195579" h="224154">
                <a:moveTo>
                  <a:pt x="195097" y="0"/>
                </a:moveTo>
                <a:lnTo>
                  <a:pt x="168287" y="0"/>
                </a:lnTo>
                <a:lnTo>
                  <a:pt x="168287" y="111950"/>
                </a:lnTo>
                <a:lnTo>
                  <a:pt x="195097" y="111950"/>
                </a:lnTo>
                <a:lnTo>
                  <a:pt x="1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9796153" y="6348069"/>
            <a:ext cx="284480" cy="315595"/>
          </a:xfrm>
          <a:custGeom>
            <a:avLst/>
            <a:gdLst/>
            <a:ahLst/>
            <a:cxnLst/>
            <a:rect l="l" t="t" r="r" b="b"/>
            <a:pathLst>
              <a:path w="284479" h="315595">
                <a:moveTo>
                  <a:pt x="231410" y="0"/>
                </a:moveTo>
                <a:lnTo>
                  <a:pt x="203860" y="0"/>
                </a:lnTo>
                <a:lnTo>
                  <a:pt x="203860" y="315307"/>
                </a:lnTo>
                <a:lnTo>
                  <a:pt x="231410" y="315307"/>
                </a:lnTo>
                <a:lnTo>
                  <a:pt x="231410" y="148762"/>
                </a:lnTo>
                <a:lnTo>
                  <a:pt x="284002" y="148762"/>
                </a:lnTo>
                <a:lnTo>
                  <a:pt x="284002" y="125221"/>
                </a:lnTo>
                <a:lnTo>
                  <a:pt x="231410" y="125221"/>
                </a:lnTo>
                <a:lnTo>
                  <a:pt x="231410" y="0"/>
                </a:lnTo>
                <a:close/>
              </a:path>
              <a:path w="284479" h="315595">
                <a:moveTo>
                  <a:pt x="143254" y="29301"/>
                </a:moveTo>
                <a:lnTo>
                  <a:pt x="0" y="29301"/>
                </a:lnTo>
                <a:lnTo>
                  <a:pt x="0" y="52342"/>
                </a:lnTo>
                <a:lnTo>
                  <a:pt x="115454" y="52342"/>
                </a:lnTo>
                <a:lnTo>
                  <a:pt x="115454" y="118960"/>
                </a:lnTo>
                <a:lnTo>
                  <a:pt x="752" y="118960"/>
                </a:lnTo>
                <a:lnTo>
                  <a:pt x="752" y="239173"/>
                </a:lnTo>
                <a:lnTo>
                  <a:pt x="25796" y="239173"/>
                </a:lnTo>
                <a:lnTo>
                  <a:pt x="68328" y="238535"/>
                </a:lnTo>
                <a:lnTo>
                  <a:pt x="106282" y="236699"/>
                </a:lnTo>
                <a:lnTo>
                  <a:pt x="142122" y="233221"/>
                </a:lnTo>
                <a:lnTo>
                  <a:pt x="178315" y="227652"/>
                </a:lnTo>
                <a:lnTo>
                  <a:pt x="176878" y="215631"/>
                </a:lnTo>
                <a:lnTo>
                  <a:pt x="28300" y="215631"/>
                </a:lnTo>
                <a:lnTo>
                  <a:pt x="28300" y="142001"/>
                </a:lnTo>
                <a:lnTo>
                  <a:pt x="143254" y="142001"/>
                </a:lnTo>
                <a:lnTo>
                  <a:pt x="143254" y="29301"/>
                </a:lnTo>
                <a:close/>
              </a:path>
              <a:path w="284479" h="315595">
                <a:moveTo>
                  <a:pt x="175561" y="204611"/>
                </a:moveTo>
                <a:lnTo>
                  <a:pt x="140542" y="210084"/>
                </a:lnTo>
                <a:lnTo>
                  <a:pt x="105875" y="213455"/>
                </a:lnTo>
                <a:lnTo>
                  <a:pt x="69236" y="215159"/>
                </a:lnTo>
                <a:lnTo>
                  <a:pt x="28300" y="215631"/>
                </a:lnTo>
                <a:lnTo>
                  <a:pt x="176878" y="215631"/>
                </a:lnTo>
                <a:lnTo>
                  <a:pt x="175561" y="2046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0406380" y="6347459"/>
            <a:ext cx="75565" cy="185420"/>
          </a:xfrm>
          <a:custGeom>
            <a:avLst/>
            <a:gdLst/>
            <a:ahLst/>
            <a:cxnLst/>
            <a:rect l="l" t="t" r="r" b="b"/>
            <a:pathLst>
              <a:path w="75565" h="185420">
                <a:moveTo>
                  <a:pt x="75133" y="80010"/>
                </a:moveTo>
                <a:lnTo>
                  <a:pt x="27800" y="80010"/>
                </a:lnTo>
                <a:lnTo>
                  <a:pt x="27800" y="0"/>
                </a:lnTo>
                <a:lnTo>
                  <a:pt x="0" y="0"/>
                </a:lnTo>
                <a:lnTo>
                  <a:pt x="0" y="80010"/>
                </a:lnTo>
                <a:lnTo>
                  <a:pt x="0" y="104140"/>
                </a:lnTo>
                <a:lnTo>
                  <a:pt x="0" y="185420"/>
                </a:lnTo>
                <a:lnTo>
                  <a:pt x="27800" y="185420"/>
                </a:lnTo>
                <a:lnTo>
                  <a:pt x="27800" y="104140"/>
                </a:lnTo>
                <a:lnTo>
                  <a:pt x="75133" y="104140"/>
                </a:lnTo>
                <a:lnTo>
                  <a:pt x="75133" y="800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0201516" y="6366509"/>
            <a:ext cx="146685" cy="146050"/>
          </a:xfrm>
          <a:custGeom>
            <a:avLst/>
            <a:gdLst/>
            <a:ahLst/>
            <a:cxnLst/>
            <a:rect l="l" t="t" r="r" b="b"/>
            <a:pathLst>
              <a:path w="146684" h="146050">
                <a:moveTo>
                  <a:pt x="146507" y="342"/>
                </a:moveTo>
                <a:lnTo>
                  <a:pt x="118960" y="342"/>
                </a:lnTo>
                <a:lnTo>
                  <a:pt x="118960" y="48260"/>
                </a:lnTo>
                <a:lnTo>
                  <a:pt x="118960" y="71120"/>
                </a:lnTo>
                <a:lnTo>
                  <a:pt x="118960" y="123190"/>
                </a:lnTo>
                <a:lnTo>
                  <a:pt x="27305" y="123190"/>
                </a:lnTo>
                <a:lnTo>
                  <a:pt x="27305" y="71120"/>
                </a:lnTo>
                <a:lnTo>
                  <a:pt x="118960" y="71120"/>
                </a:lnTo>
                <a:lnTo>
                  <a:pt x="118960" y="48260"/>
                </a:lnTo>
                <a:lnTo>
                  <a:pt x="27305" y="48260"/>
                </a:lnTo>
                <a:lnTo>
                  <a:pt x="27305" y="0"/>
                </a:lnTo>
                <a:lnTo>
                  <a:pt x="0" y="0"/>
                </a:lnTo>
                <a:lnTo>
                  <a:pt x="0" y="48260"/>
                </a:lnTo>
                <a:lnTo>
                  <a:pt x="0" y="71120"/>
                </a:lnTo>
                <a:lnTo>
                  <a:pt x="0" y="123190"/>
                </a:lnTo>
                <a:lnTo>
                  <a:pt x="0" y="146050"/>
                </a:lnTo>
                <a:lnTo>
                  <a:pt x="146507" y="146050"/>
                </a:lnTo>
                <a:lnTo>
                  <a:pt x="146507" y="48260"/>
                </a:lnTo>
                <a:lnTo>
                  <a:pt x="146507" y="3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0220807" y="6548119"/>
            <a:ext cx="100965" cy="114300"/>
          </a:xfrm>
          <a:custGeom>
            <a:avLst/>
            <a:gdLst/>
            <a:ahLst/>
            <a:cxnLst/>
            <a:rect l="l" t="t" r="r" b="b"/>
            <a:pathLst>
              <a:path w="100965" h="114300">
                <a:moveTo>
                  <a:pt x="100418" y="0"/>
                </a:moveTo>
                <a:lnTo>
                  <a:pt x="0" y="0"/>
                </a:lnTo>
                <a:lnTo>
                  <a:pt x="0" y="22860"/>
                </a:lnTo>
                <a:lnTo>
                  <a:pt x="73126" y="22860"/>
                </a:lnTo>
                <a:lnTo>
                  <a:pt x="73126" y="114300"/>
                </a:lnTo>
                <a:lnTo>
                  <a:pt x="100418" y="114300"/>
                </a:lnTo>
                <a:lnTo>
                  <a:pt x="100418" y="22860"/>
                </a:lnTo>
                <a:lnTo>
                  <a:pt x="1004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0336504" y="6548119"/>
            <a:ext cx="97790" cy="114300"/>
          </a:xfrm>
          <a:custGeom>
            <a:avLst/>
            <a:gdLst/>
            <a:ahLst/>
            <a:cxnLst/>
            <a:rect l="l" t="t" r="r" b="b"/>
            <a:pathLst>
              <a:path w="97790" h="114300">
                <a:moveTo>
                  <a:pt x="97675" y="0"/>
                </a:moveTo>
                <a:lnTo>
                  <a:pt x="0" y="0"/>
                </a:lnTo>
                <a:lnTo>
                  <a:pt x="0" y="22860"/>
                </a:lnTo>
                <a:lnTo>
                  <a:pt x="70129" y="22860"/>
                </a:lnTo>
                <a:lnTo>
                  <a:pt x="70129" y="114300"/>
                </a:lnTo>
                <a:lnTo>
                  <a:pt x="97675" y="114300"/>
                </a:lnTo>
                <a:lnTo>
                  <a:pt x="97675" y="22860"/>
                </a:lnTo>
                <a:lnTo>
                  <a:pt x="976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0505554" y="6348069"/>
            <a:ext cx="570865" cy="315595"/>
          </a:xfrm>
          <a:custGeom>
            <a:avLst/>
            <a:gdLst/>
            <a:ahLst/>
            <a:cxnLst/>
            <a:rect l="l" t="t" r="r" b="b"/>
            <a:pathLst>
              <a:path w="570865" h="315595">
                <a:moveTo>
                  <a:pt x="202615" y="6769"/>
                </a:moveTo>
                <a:lnTo>
                  <a:pt x="175818" y="6769"/>
                </a:lnTo>
                <a:lnTo>
                  <a:pt x="175818" y="122720"/>
                </a:lnTo>
                <a:lnTo>
                  <a:pt x="135115" y="122720"/>
                </a:lnTo>
                <a:lnTo>
                  <a:pt x="128447" y="82651"/>
                </a:lnTo>
                <a:lnTo>
                  <a:pt x="114401" y="52603"/>
                </a:lnTo>
                <a:lnTo>
                  <a:pt x="114300" y="52374"/>
                </a:lnTo>
                <a:lnTo>
                  <a:pt x="109448" y="47891"/>
                </a:lnTo>
                <a:lnTo>
                  <a:pt x="109448" y="135750"/>
                </a:lnTo>
                <a:lnTo>
                  <a:pt x="106502" y="170332"/>
                </a:lnTo>
                <a:lnTo>
                  <a:pt x="98082" y="196570"/>
                </a:lnTo>
                <a:lnTo>
                  <a:pt x="84836" y="213194"/>
                </a:lnTo>
                <a:lnTo>
                  <a:pt x="67373" y="218897"/>
                </a:lnTo>
                <a:lnTo>
                  <a:pt x="50215" y="213194"/>
                </a:lnTo>
                <a:lnTo>
                  <a:pt x="37134" y="196570"/>
                </a:lnTo>
                <a:lnTo>
                  <a:pt x="28841" y="170332"/>
                </a:lnTo>
                <a:lnTo>
                  <a:pt x="26047" y="135750"/>
                </a:lnTo>
                <a:lnTo>
                  <a:pt x="28841" y="101206"/>
                </a:lnTo>
                <a:lnTo>
                  <a:pt x="37134" y="75018"/>
                </a:lnTo>
                <a:lnTo>
                  <a:pt x="50215" y="58407"/>
                </a:lnTo>
                <a:lnTo>
                  <a:pt x="67373" y="52603"/>
                </a:lnTo>
                <a:lnTo>
                  <a:pt x="84836" y="58407"/>
                </a:lnTo>
                <a:lnTo>
                  <a:pt x="98082" y="75018"/>
                </a:lnTo>
                <a:lnTo>
                  <a:pt x="106502" y="101206"/>
                </a:lnTo>
                <a:lnTo>
                  <a:pt x="109448" y="135750"/>
                </a:lnTo>
                <a:lnTo>
                  <a:pt x="109448" y="47891"/>
                </a:lnTo>
                <a:lnTo>
                  <a:pt x="93624" y="33235"/>
                </a:lnTo>
                <a:lnTo>
                  <a:pt x="67373" y="26555"/>
                </a:lnTo>
                <a:lnTo>
                  <a:pt x="39624" y="34213"/>
                </a:lnTo>
                <a:lnTo>
                  <a:pt x="18376" y="56070"/>
                </a:lnTo>
                <a:lnTo>
                  <a:pt x="4787" y="90474"/>
                </a:lnTo>
                <a:lnTo>
                  <a:pt x="0" y="135750"/>
                </a:lnTo>
                <a:lnTo>
                  <a:pt x="4787" y="181203"/>
                </a:lnTo>
                <a:lnTo>
                  <a:pt x="18376" y="215734"/>
                </a:lnTo>
                <a:lnTo>
                  <a:pt x="39624" y="237629"/>
                </a:lnTo>
                <a:lnTo>
                  <a:pt x="67373" y="245186"/>
                </a:lnTo>
                <a:lnTo>
                  <a:pt x="94018" y="238391"/>
                </a:lnTo>
                <a:lnTo>
                  <a:pt x="114554" y="218897"/>
                </a:lnTo>
                <a:lnTo>
                  <a:pt x="114884" y="218579"/>
                </a:lnTo>
                <a:lnTo>
                  <a:pt x="128955" y="187223"/>
                </a:lnTo>
                <a:lnTo>
                  <a:pt x="135242" y="145757"/>
                </a:lnTo>
                <a:lnTo>
                  <a:pt x="175818" y="145757"/>
                </a:lnTo>
                <a:lnTo>
                  <a:pt x="175818" y="298780"/>
                </a:lnTo>
                <a:lnTo>
                  <a:pt x="202615" y="298780"/>
                </a:lnTo>
                <a:lnTo>
                  <a:pt x="202615" y="145757"/>
                </a:lnTo>
                <a:lnTo>
                  <a:pt x="202615" y="122720"/>
                </a:lnTo>
                <a:lnTo>
                  <a:pt x="202615" y="6769"/>
                </a:lnTo>
                <a:close/>
              </a:path>
              <a:path w="570865" h="315595">
                <a:moveTo>
                  <a:pt x="265722" y="0"/>
                </a:moveTo>
                <a:lnTo>
                  <a:pt x="238925" y="0"/>
                </a:lnTo>
                <a:lnTo>
                  <a:pt x="238925" y="314807"/>
                </a:lnTo>
                <a:lnTo>
                  <a:pt x="265722" y="314807"/>
                </a:lnTo>
                <a:lnTo>
                  <a:pt x="265722" y="0"/>
                </a:lnTo>
                <a:close/>
              </a:path>
              <a:path w="570865" h="315595">
                <a:moveTo>
                  <a:pt x="502640" y="219900"/>
                </a:moveTo>
                <a:lnTo>
                  <a:pt x="470433" y="197878"/>
                </a:lnTo>
                <a:lnTo>
                  <a:pt x="444258" y="165709"/>
                </a:lnTo>
                <a:lnTo>
                  <a:pt x="426681" y="126809"/>
                </a:lnTo>
                <a:lnTo>
                  <a:pt x="420243" y="84658"/>
                </a:lnTo>
                <a:lnTo>
                  <a:pt x="420243" y="27305"/>
                </a:lnTo>
                <a:lnTo>
                  <a:pt x="392201" y="27305"/>
                </a:lnTo>
                <a:lnTo>
                  <a:pt x="392201" y="84658"/>
                </a:lnTo>
                <a:lnTo>
                  <a:pt x="385622" y="127927"/>
                </a:lnTo>
                <a:lnTo>
                  <a:pt x="367931" y="168427"/>
                </a:lnTo>
                <a:lnTo>
                  <a:pt x="341655" y="202361"/>
                </a:lnTo>
                <a:lnTo>
                  <a:pt x="309295" y="225907"/>
                </a:lnTo>
                <a:lnTo>
                  <a:pt x="327088" y="248196"/>
                </a:lnTo>
                <a:lnTo>
                  <a:pt x="352691" y="230085"/>
                </a:lnTo>
                <a:lnTo>
                  <a:pt x="375043" y="205384"/>
                </a:lnTo>
                <a:lnTo>
                  <a:pt x="393255" y="175450"/>
                </a:lnTo>
                <a:lnTo>
                  <a:pt x="406476" y="141630"/>
                </a:lnTo>
                <a:lnTo>
                  <a:pt x="419760" y="173647"/>
                </a:lnTo>
                <a:lnTo>
                  <a:pt x="437997" y="201891"/>
                </a:lnTo>
                <a:lnTo>
                  <a:pt x="460324" y="225209"/>
                </a:lnTo>
                <a:lnTo>
                  <a:pt x="485863" y="242430"/>
                </a:lnTo>
                <a:lnTo>
                  <a:pt x="502640" y="219900"/>
                </a:lnTo>
                <a:close/>
              </a:path>
              <a:path w="570865" h="315595">
                <a:moveTo>
                  <a:pt x="570509" y="0"/>
                </a:moveTo>
                <a:lnTo>
                  <a:pt x="542963" y="0"/>
                </a:lnTo>
                <a:lnTo>
                  <a:pt x="542963" y="107442"/>
                </a:lnTo>
                <a:lnTo>
                  <a:pt x="468337" y="107442"/>
                </a:lnTo>
                <a:lnTo>
                  <a:pt x="468337" y="130238"/>
                </a:lnTo>
                <a:lnTo>
                  <a:pt x="542963" y="130238"/>
                </a:lnTo>
                <a:lnTo>
                  <a:pt x="542963" y="315315"/>
                </a:lnTo>
                <a:lnTo>
                  <a:pt x="570509" y="315315"/>
                </a:lnTo>
                <a:lnTo>
                  <a:pt x="5705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1219231" y="6357848"/>
            <a:ext cx="287020" cy="153670"/>
          </a:xfrm>
          <a:custGeom>
            <a:avLst/>
            <a:gdLst/>
            <a:ahLst/>
            <a:cxnLst/>
            <a:rect l="l" t="t" r="r" b="b"/>
            <a:pathLst>
              <a:path w="287020" h="153670">
                <a:moveTo>
                  <a:pt x="259448" y="0"/>
                </a:moveTo>
                <a:lnTo>
                  <a:pt x="183324" y="0"/>
                </a:lnTo>
                <a:lnTo>
                  <a:pt x="183324" y="21780"/>
                </a:lnTo>
                <a:lnTo>
                  <a:pt x="183324" y="82892"/>
                </a:lnTo>
                <a:lnTo>
                  <a:pt x="102933" y="82892"/>
                </a:lnTo>
                <a:lnTo>
                  <a:pt x="102933" y="21780"/>
                </a:lnTo>
                <a:lnTo>
                  <a:pt x="183324" y="21780"/>
                </a:lnTo>
                <a:lnTo>
                  <a:pt x="183324" y="0"/>
                </a:lnTo>
                <a:lnTo>
                  <a:pt x="26797" y="0"/>
                </a:lnTo>
                <a:lnTo>
                  <a:pt x="26797" y="21780"/>
                </a:lnTo>
                <a:lnTo>
                  <a:pt x="75374" y="21780"/>
                </a:lnTo>
                <a:lnTo>
                  <a:pt x="75374" y="82892"/>
                </a:lnTo>
                <a:lnTo>
                  <a:pt x="27800" y="82892"/>
                </a:lnTo>
                <a:lnTo>
                  <a:pt x="27800" y="104432"/>
                </a:lnTo>
                <a:lnTo>
                  <a:pt x="258457" y="104432"/>
                </a:lnTo>
                <a:lnTo>
                  <a:pt x="258457" y="82892"/>
                </a:lnTo>
                <a:lnTo>
                  <a:pt x="211124" y="82892"/>
                </a:lnTo>
                <a:lnTo>
                  <a:pt x="211124" y="21780"/>
                </a:lnTo>
                <a:lnTo>
                  <a:pt x="259448" y="21780"/>
                </a:lnTo>
                <a:lnTo>
                  <a:pt x="259448" y="0"/>
                </a:lnTo>
                <a:close/>
              </a:path>
              <a:path w="287020" h="153670">
                <a:moveTo>
                  <a:pt x="287007" y="130975"/>
                </a:moveTo>
                <a:lnTo>
                  <a:pt x="0" y="130975"/>
                </a:lnTo>
                <a:lnTo>
                  <a:pt x="0" y="153517"/>
                </a:lnTo>
                <a:lnTo>
                  <a:pt x="287007" y="153517"/>
                </a:lnTo>
                <a:lnTo>
                  <a:pt x="287007" y="1309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1254041" y="6539229"/>
            <a:ext cx="224790" cy="120650"/>
          </a:xfrm>
          <a:custGeom>
            <a:avLst/>
            <a:gdLst/>
            <a:ahLst/>
            <a:cxnLst/>
            <a:rect l="l" t="t" r="r" b="b"/>
            <a:pathLst>
              <a:path w="224790" h="120650">
                <a:moveTo>
                  <a:pt x="224637" y="99060"/>
                </a:moveTo>
                <a:lnTo>
                  <a:pt x="28041" y="99060"/>
                </a:lnTo>
                <a:lnTo>
                  <a:pt x="28041" y="68580"/>
                </a:lnTo>
                <a:lnTo>
                  <a:pt x="215125" y="68580"/>
                </a:lnTo>
                <a:lnTo>
                  <a:pt x="215125" y="48260"/>
                </a:lnTo>
                <a:lnTo>
                  <a:pt x="215125" y="21590"/>
                </a:lnTo>
                <a:lnTo>
                  <a:pt x="215125" y="0"/>
                </a:lnTo>
                <a:lnTo>
                  <a:pt x="0" y="0"/>
                </a:lnTo>
                <a:lnTo>
                  <a:pt x="0" y="21590"/>
                </a:lnTo>
                <a:lnTo>
                  <a:pt x="187833" y="21590"/>
                </a:lnTo>
                <a:lnTo>
                  <a:pt x="187833" y="48260"/>
                </a:lnTo>
                <a:lnTo>
                  <a:pt x="749" y="48260"/>
                </a:lnTo>
                <a:lnTo>
                  <a:pt x="749" y="68580"/>
                </a:lnTo>
                <a:lnTo>
                  <a:pt x="749" y="99060"/>
                </a:lnTo>
                <a:lnTo>
                  <a:pt x="749" y="120650"/>
                </a:lnTo>
                <a:lnTo>
                  <a:pt x="224637" y="120650"/>
                </a:lnTo>
                <a:lnTo>
                  <a:pt x="224637" y="99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11542804" y="6348069"/>
            <a:ext cx="259079" cy="314960"/>
          </a:xfrm>
          <a:custGeom>
            <a:avLst/>
            <a:gdLst/>
            <a:ahLst/>
            <a:cxnLst/>
            <a:rect l="l" t="t" r="r" b="b"/>
            <a:pathLst>
              <a:path w="259079" h="314959">
                <a:moveTo>
                  <a:pt x="258958" y="0"/>
                </a:moveTo>
                <a:lnTo>
                  <a:pt x="232411" y="0"/>
                </a:lnTo>
                <a:lnTo>
                  <a:pt x="232411" y="314806"/>
                </a:lnTo>
                <a:lnTo>
                  <a:pt x="258958" y="314806"/>
                </a:lnTo>
                <a:lnTo>
                  <a:pt x="258958" y="0"/>
                </a:lnTo>
                <a:close/>
              </a:path>
              <a:path w="259079" h="314959">
                <a:moveTo>
                  <a:pt x="194595" y="7763"/>
                </a:moveTo>
                <a:lnTo>
                  <a:pt x="168297" y="7763"/>
                </a:lnTo>
                <a:lnTo>
                  <a:pt x="168297" y="113450"/>
                </a:lnTo>
                <a:lnTo>
                  <a:pt x="128227" y="113450"/>
                </a:lnTo>
                <a:lnTo>
                  <a:pt x="128227" y="136241"/>
                </a:lnTo>
                <a:lnTo>
                  <a:pt x="168297" y="136241"/>
                </a:lnTo>
                <a:lnTo>
                  <a:pt x="168297" y="298027"/>
                </a:lnTo>
                <a:lnTo>
                  <a:pt x="194595" y="298027"/>
                </a:lnTo>
                <a:lnTo>
                  <a:pt x="194595" y="7763"/>
                </a:lnTo>
                <a:close/>
              </a:path>
              <a:path w="259079" h="314959">
                <a:moveTo>
                  <a:pt x="112950" y="35062"/>
                </a:moveTo>
                <a:lnTo>
                  <a:pt x="0" y="35062"/>
                </a:lnTo>
                <a:lnTo>
                  <a:pt x="0" y="58102"/>
                </a:lnTo>
                <a:lnTo>
                  <a:pt x="86152" y="58102"/>
                </a:lnTo>
                <a:lnTo>
                  <a:pt x="86152" y="120713"/>
                </a:lnTo>
                <a:lnTo>
                  <a:pt x="501" y="120713"/>
                </a:lnTo>
                <a:lnTo>
                  <a:pt x="501" y="237169"/>
                </a:lnTo>
                <a:lnTo>
                  <a:pt x="21538" y="237169"/>
                </a:lnTo>
                <a:lnTo>
                  <a:pt x="50895" y="236742"/>
                </a:lnTo>
                <a:lnTo>
                  <a:pt x="80017" y="235447"/>
                </a:lnTo>
                <a:lnTo>
                  <a:pt x="110077" y="232696"/>
                </a:lnTo>
                <a:lnTo>
                  <a:pt x="142251" y="227903"/>
                </a:lnTo>
                <a:lnTo>
                  <a:pt x="141010" y="213627"/>
                </a:lnTo>
                <a:lnTo>
                  <a:pt x="27549" y="213627"/>
                </a:lnTo>
                <a:lnTo>
                  <a:pt x="27549" y="143503"/>
                </a:lnTo>
                <a:lnTo>
                  <a:pt x="112950" y="143503"/>
                </a:lnTo>
                <a:lnTo>
                  <a:pt x="112950" y="35062"/>
                </a:lnTo>
                <a:close/>
              </a:path>
              <a:path w="259079" h="314959">
                <a:moveTo>
                  <a:pt x="140248" y="204862"/>
                </a:moveTo>
                <a:lnTo>
                  <a:pt x="109995" y="209331"/>
                </a:lnTo>
                <a:lnTo>
                  <a:pt x="81738" y="211968"/>
                </a:lnTo>
                <a:lnTo>
                  <a:pt x="54561" y="213244"/>
                </a:lnTo>
                <a:lnTo>
                  <a:pt x="27549" y="213627"/>
                </a:lnTo>
                <a:lnTo>
                  <a:pt x="141010" y="213627"/>
                </a:lnTo>
                <a:lnTo>
                  <a:pt x="140248" y="204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11858113" y="6348069"/>
            <a:ext cx="248285" cy="315595"/>
          </a:xfrm>
          <a:custGeom>
            <a:avLst/>
            <a:gdLst/>
            <a:ahLst/>
            <a:cxnLst/>
            <a:rect l="l" t="t" r="r" b="b"/>
            <a:pathLst>
              <a:path w="248284" h="315595">
                <a:moveTo>
                  <a:pt x="247687" y="0"/>
                </a:moveTo>
                <a:lnTo>
                  <a:pt x="219888" y="0"/>
                </a:lnTo>
                <a:lnTo>
                  <a:pt x="219888" y="315307"/>
                </a:lnTo>
                <a:lnTo>
                  <a:pt x="247687" y="315307"/>
                </a:lnTo>
                <a:lnTo>
                  <a:pt x="247687" y="0"/>
                </a:lnTo>
                <a:close/>
              </a:path>
              <a:path w="248284" h="315595">
                <a:moveTo>
                  <a:pt x="80391" y="24292"/>
                </a:moveTo>
                <a:lnTo>
                  <a:pt x="47967" y="32134"/>
                </a:lnTo>
                <a:lnTo>
                  <a:pt x="22539" y="54158"/>
                </a:lnTo>
                <a:lnTo>
                  <a:pt x="5940" y="88672"/>
                </a:lnTo>
                <a:lnTo>
                  <a:pt x="0" y="133986"/>
                </a:lnTo>
                <a:lnTo>
                  <a:pt x="5940" y="179442"/>
                </a:lnTo>
                <a:lnTo>
                  <a:pt x="22539" y="214003"/>
                </a:lnTo>
                <a:lnTo>
                  <a:pt x="47967" y="235979"/>
                </a:lnTo>
                <a:lnTo>
                  <a:pt x="80391" y="243681"/>
                </a:lnTo>
                <a:lnTo>
                  <a:pt x="112604" y="235979"/>
                </a:lnTo>
                <a:lnTo>
                  <a:pt x="132400" y="218887"/>
                </a:lnTo>
                <a:lnTo>
                  <a:pt x="80391" y="218887"/>
                </a:lnTo>
                <a:lnTo>
                  <a:pt x="58704" y="212841"/>
                </a:lnTo>
                <a:lnTo>
                  <a:pt x="41760" y="195689"/>
                </a:lnTo>
                <a:lnTo>
                  <a:pt x="30733" y="168912"/>
                </a:lnTo>
                <a:lnTo>
                  <a:pt x="26797" y="133986"/>
                </a:lnTo>
                <a:lnTo>
                  <a:pt x="30733" y="99202"/>
                </a:lnTo>
                <a:lnTo>
                  <a:pt x="41760" y="72471"/>
                </a:lnTo>
                <a:lnTo>
                  <a:pt x="58704" y="55273"/>
                </a:lnTo>
                <a:lnTo>
                  <a:pt x="80391" y="49086"/>
                </a:lnTo>
                <a:lnTo>
                  <a:pt x="132195" y="49086"/>
                </a:lnTo>
                <a:lnTo>
                  <a:pt x="112604" y="32134"/>
                </a:lnTo>
                <a:lnTo>
                  <a:pt x="80391" y="24292"/>
                </a:lnTo>
                <a:close/>
              </a:path>
              <a:path w="248284" h="315595">
                <a:moveTo>
                  <a:pt x="132195" y="49086"/>
                </a:moveTo>
                <a:lnTo>
                  <a:pt x="80391" y="49086"/>
                </a:lnTo>
                <a:lnTo>
                  <a:pt x="102039" y="55273"/>
                </a:lnTo>
                <a:lnTo>
                  <a:pt x="118897" y="72471"/>
                </a:lnTo>
                <a:lnTo>
                  <a:pt x="129838" y="99202"/>
                </a:lnTo>
                <a:lnTo>
                  <a:pt x="133736" y="133986"/>
                </a:lnTo>
                <a:lnTo>
                  <a:pt x="129838" y="168912"/>
                </a:lnTo>
                <a:lnTo>
                  <a:pt x="118897" y="195689"/>
                </a:lnTo>
                <a:lnTo>
                  <a:pt x="102039" y="212841"/>
                </a:lnTo>
                <a:lnTo>
                  <a:pt x="80391" y="218887"/>
                </a:lnTo>
                <a:lnTo>
                  <a:pt x="132400" y="218887"/>
                </a:lnTo>
                <a:lnTo>
                  <a:pt x="138056" y="214003"/>
                </a:lnTo>
                <a:lnTo>
                  <a:pt x="154773" y="179442"/>
                </a:lnTo>
                <a:lnTo>
                  <a:pt x="160784" y="133986"/>
                </a:lnTo>
                <a:lnTo>
                  <a:pt x="154773" y="88672"/>
                </a:lnTo>
                <a:lnTo>
                  <a:pt x="138056" y="54158"/>
                </a:lnTo>
                <a:lnTo>
                  <a:pt x="132195" y="490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12165658" y="6348069"/>
            <a:ext cx="255270" cy="315595"/>
          </a:xfrm>
          <a:custGeom>
            <a:avLst/>
            <a:gdLst/>
            <a:ahLst/>
            <a:cxnLst/>
            <a:rect l="l" t="t" r="r" b="b"/>
            <a:pathLst>
              <a:path w="255270" h="315595">
                <a:moveTo>
                  <a:pt x="255200" y="143253"/>
                </a:moveTo>
                <a:lnTo>
                  <a:pt x="227652" y="143253"/>
                </a:lnTo>
                <a:lnTo>
                  <a:pt x="227652" y="315307"/>
                </a:lnTo>
                <a:lnTo>
                  <a:pt x="255200" y="315307"/>
                </a:lnTo>
                <a:lnTo>
                  <a:pt x="255200" y="143253"/>
                </a:lnTo>
                <a:close/>
              </a:path>
              <a:path w="255270" h="315595">
                <a:moveTo>
                  <a:pt x="78889" y="24292"/>
                </a:moveTo>
                <a:lnTo>
                  <a:pt x="46875" y="32134"/>
                </a:lnTo>
                <a:lnTo>
                  <a:pt x="21881" y="54158"/>
                </a:lnTo>
                <a:lnTo>
                  <a:pt x="5669" y="88672"/>
                </a:lnTo>
                <a:lnTo>
                  <a:pt x="0" y="133986"/>
                </a:lnTo>
                <a:lnTo>
                  <a:pt x="5669" y="179442"/>
                </a:lnTo>
                <a:lnTo>
                  <a:pt x="21881" y="214003"/>
                </a:lnTo>
                <a:lnTo>
                  <a:pt x="46875" y="235979"/>
                </a:lnTo>
                <a:lnTo>
                  <a:pt x="78889" y="243681"/>
                </a:lnTo>
                <a:lnTo>
                  <a:pt x="109257" y="236670"/>
                </a:lnTo>
                <a:lnTo>
                  <a:pt x="130701" y="218887"/>
                </a:lnTo>
                <a:lnTo>
                  <a:pt x="78889" y="218887"/>
                </a:lnTo>
                <a:lnTo>
                  <a:pt x="57609" y="212841"/>
                </a:lnTo>
                <a:lnTo>
                  <a:pt x="41072" y="195689"/>
                </a:lnTo>
                <a:lnTo>
                  <a:pt x="30357" y="168912"/>
                </a:lnTo>
                <a:lnTo>
                  <a:pt x="26545" y="133986"/>
                </a:lnTo>
                <a:lnTo>
                  <a:pt x="30357" y="99202"/>
                </a:lnTo>
                <a:lnTo>
                  <a:pt x="41072" y="72471"/>
                </a:lnTo>
                <a:lnTo>
                  <a:pt x="57609" y="55273"/>
                </a:lnTo>
                <a:lnTo>
                  <a:pt x="78889" y="49086"/>
                </a:lnTo>
                <a:lnTo>
                  <a:pt x="130895" y="49086"/>
                </a:lnTo>
                <a:lnTo>
                  <a:pt x="108548" y="31109"/>
                </a:lnTo>
                <a:lnTo>
                  <a:pt x="78889" y="24292"/>
                </a:lnTo>
                <a:close/>
              </a:path>
              <a:path w="255270" h="315595">
                <a:moveTo>
                  <a:pt x="130895" y="49086"/>
                </a:moveTo>
                <a:lnTo>
                  <a:pt x="78889" y="49086"/>
                </a:lnTo>
                <a:lnTo>
                  <a:pt x="100063" y="55273"/>
                </a:lnTo>
                <a:lnTo>
                  <a:pt x="116611" y="72471"/>
                </a:lnTo>
                <a:lnTo>
                  <a:pt x="127384" y="99202"/>
                </a:lnTo>
                <a:lnTo>
                  <a:pt x="131231" y="133986"/>
                </a:lnTo>
                <a:lnTo>
                  <a:pt x="127384" y="168912"/>
                </a:lnTo>
                <a:lnTo>
                  <a:pt x="116611" y="195689"/>
                </a:lnTo>
                <a:lnTo>
                  <a:pt x="100063" y="212841"/>
                </a:lnTo>
                <a:lnTo>
                  <a:pt x="78889" y="218887"/>
                </a:lnTo>
                <a:lnTo>
                  <a:pt x="130701" y="218887"/>
                </a:lnTo>
                <a:lnTo>
                  <a:pt x="133438" y="216617"/>
                </a:lnTo>
                <a:lnTo>
                  <a:pt x="149942" y="184989"/>
                </a:lnTo>
                <a:lnTo>
                  <a:pt x="157277" y="143253"/>
                </a:lnTo>
                <a:lnTo>
                  <a:pt x="255200" y="143253"/>
                </a:lnTo>
                <a:lnTo>
                  <a:pt x="255200" y="120212"/>
                </a:lnTo>
                <a:lnTo>
                  <a:pt x="157027" y="120212"/>
                </a:lnTo>
                <a:lnTo>
                  <a:pt x="148991" y="80431"/>
                </a:lnTo>
                <a:lnTo>
                  <a:pt x="132374" y="50276"/>
                </a:lnTo>
                <a:lnTo>
                  <a:pt x="130895" y="49086"/>
                </a:lnTo>
                <a:close/>
              </a:path>
              <a:path w="255270" h="315595">
                <a:moveTo>
                  <a:pt x="255200" y="0"/>
                </a:moveTo>
                <a:lnTo>
                  <a:pt x="227652" y="0"/>
                </a:lnTo>
                <a:lnTo>
                  <a:pt x="227652" y="120212"/>
                </a:lnTo>
                <a:lnTo>
                  <a:pt x="255200" y="120212"/>
                </a:lnTo>
                <a:lnTo>
                  <a:pt x="255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12475454" y="6348069"/>
            <a:ext cx="293370" cy="314960"/>
          </a:xfrm>
          <a:custGeom>
            <a:avLst/>
            <a:gdLst/>
            <a:ahLst/>
            <a:cxnLst/>
            <a:rect l="l" t="t" r="r" b="b"/>
            <a:pathLst>
              <a:path w="293370" h="314959">
                <a:moveTo>
                  <a:pt x="241678" y="0"/>
                </a:moveTo>
                <a:lnTo>
                  <a:pt x="213878" y="0"/>
                </a:lnTo>
                <a:lnTo>
                  <a:pt x="213878" y="314556"/>
                </a:lnTo>
                <a:lnTo>
                  <a:pt x="241678" y="314556"/>
                </a:lnTo>
                <a:lnTo>
                  <a:pt x="241678" y="151518"/>
                </a:lnTo>
                <a:lnTo>
                  <a:pt x="292768" y="151518"/>
                </a:lnTo>
                <a:lnTo>
                  <a:pt x="292768" y="127976"/>
                </a:lnTo>
                <a:lnTo>
                  <a:pt x="241678" y="127976"/>
                </a:lnTo>
                <a:lnTo>
                  <a:pt x="241678" y="0"/>
                </a:lnTo>
                <a:close/>
              </a:path>
              <a:path w="293370" h="314959">
                <a:moveTo>
                  <a:pt x="160283" y="33809"/>
                </a:moveTo>
                <a:lnTo>
                  <a:pt x="14775" y="33809"/>
                </a:lnTo>
                <a:lnTo>
                  <a:pt x="14775" y="57100"/>
                </a:lnTo>
                <a:lnTo>
                  <a:pt x="131983" y="57100"/>
                </a:lnTo>
                <a:lnTo>
                  <a:pt x="123667" y="100209"/>
                </a:lnTo>
                <a:lnTo>
                  <a:pt x="106262" y="139632"/>
                </a:lnTo>
                <a:lnTo>
                  <a:pt x="79817" y="175083"/>
                </a:lnTo>
                <a:lnTo>
                  <a:pt x="44380" y="206272"/>
                </a:lnTo>
                <a:lnTo>
                  <a:pt x="0" y="232911"/>
                </a:lnTo>
                <a:lnTo>
                  <a:pt x="15528" y="254700"/>
                </a:lnTo>
                <a:lnTo>
                  <a:pt x="61886" y="226963"/>
                </a:lnTo>
                <a:lnTo>
                  <a:pt x="98637" y="194761"/>
                </a:lnTo>
                <a:lnTo>
                  <a:pt x="126317" y="158718"/>
                </a:lnTo>
                <a:lnTo>
                  <a:pt x="145461" y="119461"/>
                </a:lnTo>
                <a:lnTo>
                  <a:pt x="156604" y="77616"/>
                </a:lnTo>
                <a:lnTo>
                  <a:pt x="160283" y="338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12893244" y="6348069"/>
            <a:ext cx="558800" cy="315595"/>
          </a:xfrm>
          <a:custGeom>
            <a:avLst/>
            <a:gdLst/>
            <a:ahLst/>
            <a:cxnLst/>
            <a:rect l="l" t="t" r="r" b="b"/>
            <a:pathLst>
              <a:path w="558800" h="315595">
                <a:moveTo>
                  <a:pt x="245186" y="0"/>
                </a:moveTo>
                <a:lnTo>
                  <a:pt x="217385" y="0"/>
                </a:lnTo>
                <a:lnTo>
                  <a:pt x="217385" y="84404"/>
                </a:lnTo>
                <a:lnTo>
                  <a:pt x="143002" y="84404"/>
                </a:lnTo>
                <a:lnTo>
                  <a:pt x="143002" y="70129"/>
                </a:lnTo>
                <a:lnTo>
                  <a:pt x="143002" y="19037"/>
                </a:lnTo>
                <a:lnTo>
                  <a:pt x="115455" y="19037"/>
                </a:lnTo>
                <a:lnTo>
                  <a:pt x="115455" y="70129"/>
                </a:lnTo>
                <a:lnTo>
                  <a:pt x="115455" y="92417"/>
                </a:lnTo>
                <a:lnTo>
                  <a:pt x="115455" y="145008"/>
                </a:lnTo>
                <a:lnTo>
                  <a:pt x="27800" y="145008"/>
                </a:lnTo>
                <a:lnTo>
                  <a:pt x="27800" y="92417"/>
                </a:lnTo>
                <a:lnTo>
                  <a:pt x="115455" y="92417"/>
                </a:lnTo>
                <a:lnTo>
                  <a:pt x="115455" y="70129"/>
                </a:lnTo>
                <a:lnTo>
                  <a:pt x="27800" y="70129"/>
                </a:lnTo>
                <a:lnTo>
                  <a:pt x="27800" y="19037"/>
                </a:lnTo>
                <a:lnTo>
                  <a:pt x="0" y="19037"/>
                </a:lnTo>
                <a:lnTo>
                  <a:pt x="0" y="167805"/>
                </a:lnTo>
                <a:lnTo>
                  <a:pt x="143002" y="167805"/>
                </a:lnTo>
                <a:lnTo>
                  <a:pt x="143002" y="145008"/>
                </a:lnTo>
                <a:lnTo>
                  <a:pt x="143002" y="107696"/>
                </a:lnTo>
                <a:lnTo>
                  <a:pt x="217385" y="107696"/>
                </a:lnTo>
                <a:lnTo>
                  <a:pt x="217385" y="218147"/>
                </a:lnTo>
                <a:lnTo>
                  <a:pt x="245186" y="218147"/>
                </a:lnTo>
                <a:lnTo>
                  <a:pt x="245186" y="107696"/>
                </a:lnTo>
                <a:lnTo>
                  <a:pt x="245186" y="92417"/>
                </a:lnTo>
                <a:lnTo>
                  <a:pt x="245186" y="84404"/>
                </a:lnTo>
                <a:lnTo>
                  <a:pt x="245186" y="0"/>
                </a:lnTo>
                <a:close/>
              </a:path>
              <a:path w="558800" h="315595">
                <a:moveTo>
                  <a:pt x="264972" y="291515"/>
                </a:moveTo>
                <a:lnTo>
                  <a:pt x="224421" y="280416"/>
                </a:lnTo>
                <a:lnTo>
                  <a:pt x="190157" y="261442"/>
                </a:lnTo>
                <a:lnTo>
                  <a:pt x="174332" y="244309"/>
                </a:lnTo>
                <a:lnTo>
                  <a:pt x="166497" y="235839"/>
                </a:lnTo>
                <a:lnTo>
                  <a:pt x="157784" y="204863"/>
                </a:lnTo>
                <a:lnTo>
                  <a:pt x="157784" y="195605"/>
                </a:lnTo>
                <a:lnTo>
                  <a:pt x="129235" y="195605"/>
                </a:lnTo>
                <a:lnTo>
                  <a:pt x="129235" y="204863"/>
                </a:lnTo>
                <a:lnTo>
                  <a:pt x="120205" y="235343"/>
                </a:lnTo>
                <a:lnTo>
                  <a:pt x="96431" y="260870"/>
                </a:lnTo>
                <a:lnTo>
                  <a:pt x="62318" y="280060"/>
                </a:lnTo>
                <a:lnTo>
                  <a:pt x="22288" y="291515"/>
                </a:lnTo>
                <a:lnTo>
                  <a:pt x="32816" y="313309"/>
                </a:lnTo>
                <a:lnTo>
                  <a:pt x="67284" y="304165"/>
                </a:lnTo>
                <a:lnTo>
                  <a:pt x="98793" y="289242"/>
                </a:lnTo>
                <a:lnTo>
                  <a:pt x="124714" y="269151"/>
                </a:lnTo>
                <a:lnTo>
                  <a:pt x="143256" y="244309"/>
                </a:lnTo>
                <a:lnTo>
                  <a:pt x="161620" y="269151"/>
                </a:lnTo>
                <a:lnTo>
                  <a:pt x="161734" y="269303"/>
                </a:lnTo>
                <a:lnTo>
                  <a:pt x="187667" y="289382"/>
                </a:lnTo>
                <a:lnTo>
                  <a:pt x="219062" y="304165"/>
                </a:lnTo>
                <a:lnTo>
                  <a:pt x="253949" y="313309"/>
                </a:lnTo>
                <a:lnTo>
                  <a:pt x="264972" y="291515"/>
                </a:lnTo>
                <a:close/>
              </a:path>
              <a:path w="558800" h="315595">
                <a:moveTo>
                  <a:pt x="558736" y="0"/>
                </a:moveTo>
                <a:lnTo>
                  <a:pt x="531190" y="0"/>
                </a:lnTo>
                <a:lnTo>
                  <a:pt x="531190" y="120218"/>
                </a:lnTo>
                <a:lnTo>
                  <a:pt x="460565" y="120218"/>
                </a:lnTo>
                <a:lnTo>
                  <a:pt x="452539" y="80441"/>
                </a:lnTo>
                <a:lnTo>
                  <a:pt x="435914" y="50279"/>
                </a:lnTo>
                <a:lnTo>
                  <a:pt x="434771" y="49364"/>
                </a:lnTo>
                <a:lnTo>
                  <a:pt x="434771" y="133997"/>
                </a:lnTo>
                <a:lnTo>
                  <a:pt x="430923" y="168922"/>
                </a:lnTo>
                <a:lnTo>
                  <a:pt x="420154" y="195694"/>
                </a:lnTo>
                <a:lnTo>
                  <a:pt x="403606" y="212852"/>
                </a:lnTo>
                <a:lnTo>
                  <a:pt x="382435" y="218897"/>
                </a:lnTo>
                <a:lnTo>
                  <a:pt x="361149" y="212852"/>
                </a:lnTo>
                <a:lnTo>
                  <a:pt x="344614" y="195694"/>
                </a:lnTo>
                <a:lnTo>
                  <a:pt x="333895" y="168922"/>
                </a:lnTo>
                <a:lnTo>
                  <a:pt x="330085" y="133997"/>
                </a:lnTo>
                <a:lnTo>
                  <a:pt x="333895" y="99212"/>
                </a:lnTo>
                <a:lnTo>
                  <a:pt x="344614" y="72478"/>
                </a:lnTo>
                <a:lnTo>
                  <a:pt x="361149" y="55283"/>
                </a:lnTo>
                <a:lnTo>
                  <a:pt x="382435" y="49098"/>
                </a:lnTo>
                <a:lnTo>
                  <a:pt x="403606" y="55283"/>
                </a:lnTo>
                <a:lnTo>
                  <a:pt x="420154" y="72478"/>
                </a:lnTo>
                <a:lnTo>
                  <a:pt x="430923" y="99212"/>
                </a:lnTo>
                <a:lnTo>
                  <a:pt x="434771" y="133997"/>
                </a:lnTo>
                <a:lnTo>
                  <a:pt x="434771" y="49364"/>
                </a:lnTo>
                <a:lnTo>
                  <a:pt x="434441" y="49098"/>
                </a:lnTo>
                <a:lnTo>
                  <a:pt x="412089" y="31115"/>
                </a:lnTo>
                <a:lnTo>
                  <a:pt x="382435" y="24295"/>
                </a:lnTo>
                <a:lnTo>
                  <a:pt x="350418" y="32143"/>
                </a:lnTo>
                <a:lnTo>
                  <a:pt x="325424" y="54165"/>
                </a:lnTo>
                <a:lnTo>
                  <a:pt x="309206" y="88684"/>
                </a:lnTo>
                <a:lnTo>
                  <a:pt x="303542" y="133997"/>
                </a:lnTo>
                <a:lnTo>
                  <a:pt x="309206" y="179451"/>
                </a:lnTo>
                <a:lnTo>
                  <a:pt x="325424" y="214007"/>
                </a:lnTo>
                <a:lnTo>
                  <a:pt x="350418" y="235991"/>
                </a:lnTo>
                <a:lnTo>
                  <a:pt x="382435" y="243687"/>
                </a:lnTo>
                <a:lnTo>
                  <a:pt x="412800" y="236677"/>
                </a:lnTo>
                <a:lnTo>
                  <a:pt x="434238" y="218897"/>
                </a:lnTo>
                <a:lnTo>
                  <a:pt x="436981" y="216623"/>
                </a:lnTo>
                <a:lnTo>
                  <a:pt x="453478" y="185000"/>
                </a:lnTo>
                <a:lnTo>
                  <a:pt x="460819" y="143256"/>
                </a:lnTo>
                <a:lnTo>
                  <a:pt x="531190" y="143256"/>
                </a:lnTo>
                <a:lnTo>
                  <a:pt x="531190" y="315315"/>
                </a:lnTo>
                <a:lnTo>
                  <a:pt x="558736" y="315315"/>
                </a:lnTo>
                <a:lnTo>
                  <a:pt x="558736" y="143256"/>
                </a:lnTo>
                <a:lnTo>
                  <a:pt x="558736" y="120218"/>
                </a:lnTo>
                <a:lnTo>
                  <a:pt x="5587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3517601" y="6348069"/>
            <a:ext cx="560070" cy="314960"/>
          </a:xfrm>
          <a:custGeom>
            <a:avLst/>
            <a:gdLst/>
            <a:ahLst/>
            <a:cxnLst/>
            <a:rect l="l" t="t" r="r" b="b"/>
            <a:pathLst>
              <a:path w="560069" h="314959">
                <a:moveTo>
                  <a:pt x="176060" y="220649"/>
                </a:moveTo>
                <a:lnTo>
                  <a:pt x="174701" y="211378"/>
                </a:lnTo>
                <a:lnTo>
                  <a:pt x="172554" y="196850"/>
                </a:lnTo>
                <a:lnTo>
                  <a:pt x="134505" y="203644"/>
                </a:lnTo>
                <a:lnTo>
                  <a:pt x="97891" y="208114"/>
                </a:lnTo>
                <a:lnTo>
                  <a:pt x="62357" y="210566"/>
                </a:lnTo>
                <a:lnTo>
                  <a:pt x="27546" y="211378"/>
                </a:lnTo>
                <a:lnTo>
                  <a:pt x="27546" y="31064"/>
                </a:lnTo>
                <a:lnTo>
                  <a:pt x="0" y="31064"/>
                </a:lnTo>
                <a:lnTo>
                  <a:pt x="0" y="234670"/>
                </a:lnTo>
                <a:lnTo>
                  <a:pt x="25044" y="234670"/>
                </a:lnTo>
                <a:lnTo>
                  <a:pt x="61175" y="233997"/>
                </a:lnTo>
                <a:lnTo>
                  <a:pt x="98107" y="231698"/>
                </a:lnTo>
                <a:lnTo>
                  <a:pt x="136271" y="227380"/>
                </a:lnTo>
                <a:lnTo>
                  <a:pt x="176060" y="220649"/>
                </a:lnTo>
                <a:close/>
              </a:path>
              <a:path w="560069" h="314959">
                <a:moveTo>
                  <a:pt x="281749" y="125730"/>
                </a:moveTo>
                <a:lnTo>
                  <a:pt x="230657" y="125730"/>
                </a:lnTo>
                <a:lnTo>
                  <a:pt x="230657" y="0"/>
                </a:lnTo>
                <a:lnTo>
                  <a:pt x="202857" y="0"/>
                </a:lnTo>
                <a:lnTo>
                  <a:pt x="202857" y="314566"/>
                </a:lnTo>
                <a:lnTo>
                  <a:pt x="230657" y="314566"/>
                </a:lnTo>
                <a:lnTo>
                  <a:pt x="230657" y="149021"/>
                </a:lnTo>
                <a:lnTo>
                  <a:pt x="281749" y="149021"/>
                </a:lnTo>
                <a:lnTo>
                  <a:pt x="281749" y="125730"/>
                </a:lnTo>
                <a:close/>
              </a:path>
              <a:path w="560069" h="314959">
                <a:moveTo>
                  <a:pt x="498386" y="224409"/>
                </a:moveTo>
                <a:lnTo>
                  <a:pt x="465531" y="203492"/>
                </a:lnTo>
                <a:lnTo>
                  <a:pt x="438429" y="173024"/>
                </a:lnTo>
                <a:lnTo>
                  <a:pt x="426897" y="150025"/>
                </a:lnTo>
                <a:lnTo>
                  <a:pt x="420027" y="136321"/>
                </a:lnTo>
                <a:lnTo>
                  <a:pt x="413232" y="96672"/>
                </a:lnTo>
                <a:lnTo>
                  <a:pt x="413232" y="55600"/>
                </a:lnTo>
                <a:lnTo>
                  <a:pt x="488111" y="55600"/>
                </a:lnTo>
                <a:lnTo>
                  <a:pt x="488111" y="32308"/>
                </a:lnTo>
                <a:lnTo>
                  <a:pt x="310807" y="32308"/>
                </a:lnTo>
                <a:lnTo>
                  <a:pt x="310807" y="55600"/>
                </a:lnTo>
                <a:lnTo>
                  <a:pt x="385178" y="55600"/>
                </a:lnTo>
                <a:lnTo>
                  <a:pt x="385178" y="96672"/>
                </a:lnTo>
                <a:lnTo>
                  <a:pt x="378193" y="137744"/>
                </a:lnTo>
                <a:lnTo>
                  <a:pt x="359664" y="176720"/>
                </a:lnTo>
                <a:lnTo>
                  <a:pt x="332740" y="209550"/>
                </a:lnTo>
                <a:lnTo>
                  <a:pt x="300532" y="232168"/>
                </a:lnTo>
                <a:lnTo>
                  <a:pt x="317068" y="254203"/>
                </a:lnTo>
                <a:lnTo>
                  <a:pt x="343039" y="236804"/>
                </a:lnTo>
                <a:lnTo>
                  <a:pt x="366255" y="212636"/>
                </a:lnTo>
                <a:lnTo>
                  <a:pt x="385508" y="183210"/>
                </a:lnTo>
                <a:lnTo>
                  <a:pt x="399580" y="150025"/>
                </a:lnTo>
                <a:lnTo>
                  <a:pt x="413651" y="181063"/>
                </a:lnTo>
                <a:lnTo>
                  <a:pt x="432955" y="208229"/>
                </a:lnTo>
                <a:lnTo>
                  <a:pt x="456387" y="230403"/>
                </a:lnTo>
                <a:lnTo>
                  <a:pt x="482854" y="246443"/>
                </a:lnTo>
                <a:lnTo>
                  <a:pt x="498386" y="224409"/>
                </a:lnTo>
                <a:close/>
              </a:path>
              <a:path w="560069" h="314959">
                <a:moveTo>
                  <a:pt x="559993" y="0"/>
                </a:moveTo>
                <a:lnTo>
                  <a:pt x="532193" y="0"/>
                </a:lnTo>
                <a:lnTo>
                  <a:pt x="532193" y="314807"/>
                </a:lnTo>
                <a:lnTo>
                  <a:pt x="559993" y="314807"/>
                </a:lnTo>
                <a:lnTo>
                  <a:pt x="5599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4228292" y="6348069"/>
            <a:ext cx="986790" cy="358775"/>
          </a:xfrm>
          <a:custGeom>
            <a:avLst/>
            <a:gdLst/>
            <a:ahLst/>
            <a:cxnLst/>
            <a:rect l="l" t="t" r="r" b="b"/>
            <a:pathLst>
              <a:path w="986790" h="358775">
                <a:moveTo>
                  <a:pt x="123723" y="294779"/>
                </a:moveTo>
                <a:lnTo>
                  <a:pt x="121386" y="283260"/>
                </a:lnTo>
                <a:lnTo>
                  <a:pt x="119214" y="272491"/>
                </a:lnTo>
                <a:lnTo>
                  <a:pt x="102311" y="277241"/>
                </a:lnTo>
                <a:lnTo>
                  <a:pt x="85394" y="280403"/>
                </a:lnTo>
                <a:lnTo>
                  <a:pt x="69240" y="282308"/>
                </a:lnTo>
                <a:lnTo>
                  <a:pt x="54597" y="283260"/>
                </a:lnTo>
                <a:lnTo>
                  <a:pt x="54597" y="191350"/>
                </a:lnTo>
                <a:lnTo>
                  <a:pt x="27546" y="191350"/>
                </a:lnTo>
                <a:lnTo>
                  <a:pt x="27546" y="306298"/>
                </a:lnTo>
                <a:lnTo>
                  <a:pt x="42570" y="306298"/>
                </a:lnTo>
                <a:lnTo>
                  <a:pt x="59588" y="305943"/>
                </a:lnTo>
                <a:lnTo>
                  <a:pt x="79298" y="304393"/>
                </a:lnTo>
                <a:lnTo>
                  <a:pt x="100926" y="300913"/>
                </a:lnTo>
                <a:lnTo>
                  <a:pt x="123723" y="294779"/>
                </a:lnTo>
                <a:close/>
              </a:path>
              <a:path w="986790" h="358775">
                <a:moveTo>
                  <a:pt x="163537" y="90665"/>
                </a:moveTo>
                <a:lnTo>
                  <a:pt x="157403" y="61353"/>
                </a:lnTo>
                <a:lnTo>
                  <a:pt x="142557" y="41325"/>
                </a:lnTo>
                <a:lnTo>
                  <a:pt x="140373" y="38392"/>
                </a:lnTo>
                <a:lnTo>
                  <a:pt x="136486" y="36144"/>
                </a:lnTo>
                <a:lnTo>
                  <a:pt x="136486" y="90665"/>
                </a:lnTo>
                <a:lnTo>
                  <a:pt x="132321" y="110604"/>
                </a:lnTo>
                <a:lnTo>
                  <a:pt x="120840" y="126390"/>
                </a:lnTo>
                <a:lnTo>
                  <a:pt x="103530" y="136766"/>
                </a:lnTo>
                <a:lnTo>
                  <a:pt x="81889" y="140500"/>
                </a:lnTo>
                <a:lnTo>
                  <a:pt x="60223" y="136766"/>
                </a:lnTo>
                <a:lnTo>
                  <a:pt x="42849" y="126390"/>
                </a:lnTo>
                <a:lnTo>
                  <a:pt x="31356" y="110604"/>
                </a:lnTo>
                <a:lnTo>
                  <a:pt x="27292" y="90665"/>
                </a:lnTo>
                <a:lnTo>
                  <a:pt x="31356" y="70916"/>
                </a:lnTo>
                <a:lnTo>
                  <a:pt x="42849" y="55295"/>
                </a:lnTo>
                <a:lnTo>
                  <a:pt x="60223" y="45021"/>
                </a:lnTo>
                <a:lnTo>
                  <a:pt x="81889" y="41325"/>
                </a:lnTo>
                <a:lnTo>
                  <a:pt x="103530" y="45021"/>
                </a:lnTo>
                <a:lnTo>
                  <a:pt x="120840" y="55295"/>
                </a:lnTo>
                <a:lnTo>
                  <a:pt x="132321" y="70916"/>
                </a:lnTo>
                <a:lnTo>
                  <a:pt x="136486" y="90665"/>
                </a:lnTo>
                <a:lnTo>
                  <a:pt x="136486" y="36144"/>
                </a:lnTo>
                <a:lnTo>
                  <a:pt x="114515" y="23393"/>
                </a:lnTo>
                <a:lnTo>
                  <a:pt x="81889" y="18034"/>
                </a:lnTo>
                <a:lnTo>
                  <a:pt x="49199" y="23393"/>
                </a:lnTo>
                <a:lnTo>
                  <a:pt x="23190" y="38392"/>
                </a:lnTo>
                <a:lnTo>
                  <a:pt x="6070" y="61353"/>
                </a:lnTo>
                <a:lnTo>
                  <a:pt x="0" y="90665"/>
                </a:lnTo>
                <a:lnTo>
                  <a:pt x="6070" y="120091"/>
                </a:lnTo>
                <a:lnTo>
                  <a:pt x="23190" y="143065"/>
                </a:lnTo>
                <a:lnTo>
                  <a:pt x="49199" y="158076"/>
                </a:lnTo>
                <a:lnTo>
                  <a:pt x="81889" y="163550"/>
                </a:lnTo>
                <a:lnTo>
                  <a:pt x="114515" y="158076"/>
                </a:lnTo>
                <a:lnTo>
                  <a:pt x="140373" y="143065"/>
                </a:lnTo>
                <a:lnTo>
                  <a:pt x="142278" y="140500"/>
                </a:lnTo>
                <a:lnTo>
                  <a:pt x="157403" y="120091"/>
                </a:lnTo>
                <a:lnTo>
                  <a:pt x="163537" y="90665"/>
                </a:lnTo>
                <a:close/>
              </a:path>
              <a:path w="986790" h="358775">
                <a:moveTo>
                  <a:pt x="250939" y="269735"/>
                </a:moveTo>
                <a:lnTo>
                  <a:pt x="246468" y="251256"/>
                </a:lnTo>
                <a:lnTo>
                  <a:pt x="241211" y="245186"/>
                </a:lnTo>
                <a:lnTo>
                  <a:pt x="234289" y="237210"/>
                </a:lnTo>
                <a:lnTo>
                  <a:pt x="225653" y="233070"/>
                </a:lnTo>
                <a:lnTo>
                  <a:pt x="225653" y="269735"/>
                </a:lnTo>
                <a:lnTo>
                  <a:pt x="223151" y="279768"/>
                </a:lnTo>
                <a:lnTo>
                  <a:pt x="216192" y="287426"/>
                </a:lnTo>
                <a:lnTo>
                  <a:pt x="205574" y="292303"/>
                </a:lnTo>
                <a:lnTo>
                  <a:pt x="192087" y="294030"/>
                </a:lnTo>
                <a:lnTo>
                  <a:pt x="178460" y="292303"/>
                </a:lnTo>
                <a:lnTo>
                  <a:pt x="167767" y="287426"/>
                </a:lnTo>
                <a:lnTo>
                  <a:pt x="160782" y="279768"/>
                </a:lnTo>
                <a:lnTo>
                  <a:pt x="158280" y="269735"/>
                </a:lnTo>
                <a:lnTo>
                  <a:pt x="160782" y="259803"/>
                </a:lnTo>
                <a:lnTo>
                  <a:pt x="167767" y="252107"/>
                </a:lnTo>
                <a:lnTo>
                  <a:pt x="178460" y="247091"/>
                </a:lnTo>
                <a:lnTo>
                  <a:pt x="192087" y="245186"/>
                </a:lnTo>
                <a:lnTo>
                  <a:pt x="205574" y="247091"/>
                </a:lnTo>
                <a:lnTo>
                  <a:pt x="216192" y="252107"/>
                </a:lnTo>
                <a:lnTo>
                  <a:pt x="223151" y="259803"/>
                </a:lnTo>
                <a:lnTo>
                  <a:pt x="225653" y="269735"/>
                </a:lnTo>
                <a:lnTo>
                  <a:pt x="225653" y="233070"/>
                </a:lnTo>
                <a:lnTo>
                  <a:pt x="215722" y="228282"/>
                </a:lnTo>
                <a:lnTo>
                  <a:pt x="192087" y="225158"/>
                </a:lnTo>
                <a:lnTo>
                  <a:pt x="168211" y="228282"/>
                </a:lnTo>
                <a:lnTo>
                  <a:pt x="149644" y="237210"/>
                </a:lnTo>
                <a:lnTo>
                  <a:pt x="137642" y="251256"/>
                </a:lnTo>
                <a:lnTo>
                  <a:pt x="133489" y="269735"/>
                </a:lnTo>
                <a:lnTo>
                  <a:pt x="137642" y="288175"/>
                </a:lnTo>
                <a:lnTo>
                  <a:pt x="149644" y="302133"/>
                </a:lnTo>
                <a:lnTo>
                  <a:pt x="168211" y="310972"/>
                </a:lnTo>
                <a:lnTo>
                  <a:pt x="192087" y="314058"/>
                </a:lnTo>
                <a:lnTo>
                  <a:pt x="215722" y="310972"/>
                </a:lnTo>
                <a:lnTo>
                  <a:pt x="234289" y="302133"/>
                </a:lnTo>
                <a:lnTo>
                  <a:pt x="241363" y="294030"/>
                </a:lnTo>
                <a:lnTo>
                  <a:pt x="246468" y="288175"/>
                </a:lnTo>
                <a:lnTo>
                  <a:pt x="250939" y="269735"/>
                </a:lnTo>
                <a:close/>
              </a:path>
              <a:path w="986790" h="358775">
                <a:moveTo>
                  <a:pt x="271729" y="192849"/>
                </a:moveTo>
                <a:lnTo>
                  <a:pt x="206108" y="192849"/>
                </a:lnTo>
                <a:lnTo>
                  <a:pt x="206108" y="165049"/>
                </a:lnTo>
                <a:lnTo>
                  <a:pt x="178816" y="165049"/>
                </a:lnTo>
                <a:lnTo>
                  <a:pt x="178816" y="192849"/>
                </a:lnTo>
                <a:lnTo>
                  <a:pt x="112445" y="192849"/>
                </a:lnTo>
                <a:lnTo>
                  <a:pt x="112445" y="214630"/>
                </a:lnTo>
                <a:lnTo>
                  <a:pt x="271729" y="214630"/>
                </a:lnTo>
                <a:lnTo>
                  <a:pt x="271729" y="192849"/>
                </a:lnTo>
                <a:close/>
              </a:path>
              <a:path w="986790" h="358775">
                <a:moveTo>
                  <a:pt x="287502" y="70878"/>
                </a:moveTo>
                <a:lnTo>
                  <a:pt x="240169" y="70878"/>
                </a:lnTo>
                <a:lnTo>
                  <a:pt x="240169" y="0"/>
                </a:lnTo>
                <a:lnTo>
                  <a:pt x="212369" y="0"/>
                </a:lnTo>
                <a:lnTo>
                  <a:pt x="212369" y="157289"/>
                </a:lnTo>
                <a:lnTo>
                  <a:pt x="240169" y="157289"/>
                </a:lnTo>
                <a:lnTo>
                  <a:pt x="240169" y="94170"/>
                </a:lnTo>
                <a:lnTo>
                  <a:pt x="287502" y="94170"/>
                </a:lnTo>
                <a:lnTo>
                  <a:pt x="287502" y="70878"/>
                </a:lnTo>
                <a:close/>
              </a:path>
              <a:path w="986790" h="358775">
                <a:moveTo>
                  <a:pt x="595807" y="252120"/>
                </a:moveTo>
                <a:lnTo>
                  <a:pt x="464566" y="252120"/>
                </a:lnTo>
                <a:lnTo>
                  <a:pt x="464566" y="169570"/>
                </a:lnTo>
                <a:lnTo>
                  <a:pt x="561746" y="169570"/>
                </a:lnTo>
                <a:lnTo>
                  <a:pt x="561746" y="147980"/>
                </a:lnTo>
                <a:lnTo>
                  <a:pt x="372160" y="147980"/>
                </a:lnTo>
                <a:lnTo>
                  <a:pt x="372160" y="48920"/>
                </a:lnTo>
                <a:lnTo>
                  <a:pt x="558736" y="48920"/>
                </a:lnTo>
                <a:lnTo>
                  <a:pt x="558736" y="26060"/>
                </a:lnTo>
                <a:lnTo>
                  <a:pt x="344360" y="26060"/>
                </a:lnTo>
                <a:lnTo>
                  <a:pt x="344360" y="48920"/>
                </a:lnTo>
                <a:lnTo>
                  <a:pt x="344360" y="147980"/>
                </a:lnTo>
                <a:lnTo>
                  <a:pt x="344360" y="169570"/>
                </a:lnTo>
                <a:lnTo>
                  <a:pt x="437019" y="169570"/>
                </a:lnTo>
                <a:lnTo>
                  <a:pt x="437019" y="252120"/>
                </a:lnTo>
                <a:lnTo>
                  <a:pt x="307543" y="252120"/>
                </a:lnTo>
                <a:lnTo>
                  <a:pt x="307543" y="274980"/>
                </a:lnTo>
                <a:lnTo>
                  <a:pt x="595807" y="274980"/>
                </a:lnTo>
                <a:lnTo>
                  <a:pt x="595807" y="252120"/>
                </a:lnTo>
                <a:close/>
              </a:path>
              <a:path w="986790" h="358775">
                <a:moveTo>
                  <a:pt x="873544" y="220370"/>
                </a:moveTo>
                <a:lnTo>
                  <a:pt x="652907" y="220370"/>
                </a:lnTo>
                <a:lnTo>
                  <a:pt x="652907" y="243230"/>
                </a:lnTo>
                <a:lnTo>
                  <a:pt x="845489" y="243230"/>
                </a:lnTo>
                <a:lnTo>
                  <a:pt x="845489" y="311810"/>
                </a:lnTo>
                <a:lnTo>
                  <a:pt x="873544" y="311810"/>
                </a:lnTo>
                <a:lnTo>
                  <a:pt x="873544" y="243230"/>
                </a:lnTo>
                <a:lnTo>
                  <a:pt x="873544" y="220370"/>
                </a:lnTo>
                <a:close/>
              </a:path>
              <a:path w="986790" h="358775">
                <a:moveTo>
                  <a:pt x="908862" y="173316"/>
                </a:moveTo>
                <a:lnTo>
                  <a:pt x="778370" y="173316"/>
                </a:lnTo>
                <a:lnTo>
                  <a:pt x="778370" y="140360"/>
                </a:lnTo>
                <a:lnTo>
                  <a:pt x="878547" y="140360"/>
                </a:lnTo>
                <a:lnTo>
                  <a:pt x="878547" y="117500"/>
                </a:lnTo>
                <a:lnTo>
                  <a:pt x="685711" y="117500"/>
                </a:lnTo>
                <a:lnTo>
                  <a:pt x="685711" y="84480"/>
                </a:lnTo>
                <a:lnTo>
                  <a:pt x="871791" y="84480"/>
                </a:lnTo>
                <a:lnTo>
                  <a:pt x="871791" y="62890"/>
                </a:lnTo>
                <a:lnTo>
                  <a:pt x="871791" y="31140"/>
                </a:lnTo>
                <a:lnTo>
                  <a:pt x="871791" y="8280"/>
                </a:lnTo>
                <a:lnTo>
                  <a:pt x="657161" y="8280"/>
                </a:lnTo>
                <a:lnTo>
                  <a:pt x="657161" y="31140"/>
                </a:lnTo>
                <a:lnTo>
                  <a:pt x="843991" y="31140"/>
                </a:lnTo>
                <a:lnTo>
                  <a:pt x="843991" y="62890"/>
                </a:lnTo>
                <a:lnTo>
                  <a:pt x="658164" y="62890"/>
                </a:lnTo>
                <a:lnTo>
                  <a:pt x="658164" y="84480"/>
                </a:lnTo>
                <a:lnTo>
                  <a:pt x="658164" y="117500"/>
                </a:lnTo>
                <a:lnTo>
                  <a:pt x="658164" y="140360"/>
                </a:lnTo>
                <a:lnTo>
                  <a:pt x="751078" y="140360"/>
                </a:lnTo>
                <a:lnTo>
                  <a:pt x="751078" y="173316"/>
                </a:lnTo>
                <a:lnTo>
                  <a:pt x="620598" y="173316"/>
                </a:lnTo>
                <a:lnTo>
                  <a:pt x="620598" y="196354"/>
                </a:lnTo>
                <a:lnTo>
                  <a:pt x="908862" y="196354"/>
                </a:lnTo>
                <a:lnTo>
                  <a:pt x="908862" y="173316"/>
                </a:lnTo>
                <a:close/>
              </a:path>
              <a:path w="986790" h="358775">
                <a:moveTo>
                  <a:pt x="986243" y="261975"/>
                </a:moveTo>
                <a:lnTo>
                  <a:pt x="952182" y="261975"/>
                </a:lnTo>
                <a:lnTo>
                  <a:pt x="932649" y="358394"/>
                </a:lnTo>
                <a:lnTo>
                  <a:pt x="958938" y="358394"/>
                </a:lnTo>
                <a:lnTo>
                  <a:pt x="986243" y="2619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" name="object 30" descr=""/>
          <p:cNvGrpSpPr/>
          <p:nvPr/>
        </p:nvGrpSpPr>
        <p:grpSpPr>
          <a:xfrm>
            <a:off x="15352788" y="6374115"/>
            <a:ext cx="494030" cy="264160"/>
            <a:chOff x="15352788" y="6374115"/>
            <a:chExt cx="494030" cy="264160"/>
          </a:xfrm>
        </p:grpSpPr>
        <p:sp>
          <p:nvSpPr>
            <p:cNvPr id="31" name="object 31" descr=""/>
            <p:cNvSpPr/>
            <p:nvPr/>
          </p:nvSpPr>
          <p:spPr>
            <a:xfrm>
              <a:off x="15352788" y="6374115"/>
              <a:ext cx="217170" cy="263525"/>
            </a:xfrm>
            <a:custGeom>
              <a:avLst/>
              <a:gdLst/>
              <a:ahLst/>
              <a:cxnLst/>
              <a:rect l="l" t="t" r="r" b="b"/>
              <a:pathLst>
                <a:path w="217169" h="263525">
                  <a:moveTo>
                    <a:pt x="113450" y="0"/>
                  </a:moveTo>
                  <a:lnTo>
                    <a:pt x="67936" y="9172"/>
                  </a:lnTo>
                  <a:lnTo>
                    <a:pt x="32025" y="35437"/>
                  </a:lnTo>
                  <a:lnTo>
                    <a:pt x="8464" y="76917"/>
                  </a:lnTo>
                  <a:lnTo>
                    <a:pt x="0" y="131732"/>
                  </a:lnTo>
                  <a:lnTo>
                    <a:pt x="8464" y="186548"/>
                  </a:lnTo>
                  <a:lnTo>
                    <a:pt x="32025" y="228028"/>
                  </a:lnTo>
                  <a:lnTo>
                    <a:pt x="67936" y="254293"/>
                  </a:lnTo>
                  <a:lnTo>
                    <a:pt x="113450" y="263466"/>
                  </a:lnTo>
                  <a:lnTo>
                    <a:pt x="150284" y="257717"/>
                  </a:lnTo>
                  <a:lnTo>
                    <a:pt x="181226" y="241145"/>
                  </a:lnTo>
                  <a:lnTo>
                    <a:pt x="204138" y="214758"/>
                  </a:lnTo>
                  <a:lnTo>
                    <a:pt x="216883" y="179567"/>
                  </a:lnTo>
                  <a:lnTo>
                    <a:pt x="184827" y="179567"/>
                  </a:lnTo>
                  <a:lnTo>
                    <a:pt x="175259" y="202811"/>
                  </a:lnTo>
                  <a:lnTo>
                    <a:pt x="159000" y="219763"/>
                  </a:lnTo>
                  <a:lnTo>
                    <a:pt x="137810" y="230141"/>
                  </a:lnTo>
                  <a:lnTo>
                    <a:pt x="113450" y="233663"/>
                  </a:lnTo>
                  <a:lnTo>
                    <a:pt x="81029" y="227034"/>
                  </a:lnTo>
                  <a:lnTo>
                    <a:pt x="54878" y="207491"/>
                  </a:lnTo>
                  <a:lnTo>
                    <a:pt x="37413" y="175552"/>
                  </a:lnTo>
                  <a:lnTo>
                    <a:pt x="31055" y="131732"/>
                  </a:lnTo>
                  <a:lnTo>
                    <a:pt x="37413" y="87913"/>
                  </a:lnTo>
                  <a:lnTo>
                    <a:pt x="54878" y="55974"/>
                  </a:lnTo>
                  <a:lnTo>
                    <a:pt x="81029" y="36431"/>
                  </a:lnTo>
                  <a:lnTo>
                    <a:pt x="113450" y="29802"/>
                  </a:lnTo>
                  <a:lnTo>
                    <a:pt x="137845" y="33328"/>
                  </a:lnTo>
                  <a:lnTo>
                    <a:pt x="159093" y="43733"/>
                  </a:lnTo>
                  <a:lnTo>
                    <a:pt x="175364" y="60759"/>
                  </a:lnTo>
                  <a:lnTo>
                    <a:pt x="184827" y="84148"/>
                  </a:lnTo>
                  <a:lnTo>
                    <a:pt x="216883" y="84148"/>
                  </a:lnTo>
                  <a:lnTo>
                    <a:pt x="203997" y="48601"/>
                  </a:lnTo>
                  <a:lnTo>
                    <a:pt x="181038" y="22164"/>
                  </a:lnTo>
                  <a:lnTo>
                    <a:pt x="150144" y="5681"/>
                  </a:lnTo>
                  <a:lnTo>
                    <a:pt x="1134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1228" y="6439230"/>
              <a:ext cx="175059" cy="198851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15815857" y="6377621"/>
              <a:ext cx="31115" cy="256540"/>
            </a:xfrm>
            <a:custGeom>
              <a:avLst/>
              <a:gdLst/>
              <a:ahLst/>
              <a:cxnLst/>
              <a:rect l="l" t="t" r="r" b="b"/>
              <a:pathLst>
                <a:path w="31115" h="256540">
                  <a:moveTo>
                    <a:pt x="30553" y="0"/>
                  </a:moveTo>
                  <a:lnTo>
                    <a:pt x="0" y="0"/>
                  </a:lnTo>
                  <a:lnTo>
                    <a:pt x="0" y="256453"/>
                  </a:lnTo>
                  <a:lnTo>
                    <a:pt x="30553" y="256453"/>
                  </a:lnTo>
                  <a:lnTo>
                    <a:pt x="305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 descr=""/>
          <p:cNvGrpSpPr/>
          <p:nvPr/>
        </p:nvGrpSpPr>
        <p:grpSpPr>
          <a:xfrm>
            <a:off x="15894997" y="6353579"/>
            <a:ext cx="975360" cy="306070"/>
            <a:chOff x="15894997" y="6353579"/>
            <a:chExt cx="975360" cy="306070"/>
          </a:xfrm>
        </p:grpSpPr>
        <p:sp>
          <p:nvSpPr>
            <p:cNvPr id="35" name="object 35" descr=""/>
            <p:cNvSpPr/>
            <p:nvPr/>
          </p:nvSpPr>
          <p:spPr>
            <a:xfrm>
              <a:off x="15894990" y="6369367"/>
              <a:ext cx="320040" cy="269240"/>
            </a:xfrm>
            <a:custGeom>
              <a:avLst/>
              <a:gdLst/>
              <a:ahLst/>
              <a:cxnLst/>
              <a:rect l="l" t="t" r="r" b="b"/>
              <a:pathLst>
                <a:path w="320040" h="269240">
                  <a:moveTo>
                    <a:pt x="30556" y="8255"/>
                  </a:moveTo>
                  <a:lnTo>
                    <a:pt x="0" y="8255"/>
                  </a:lnTo>
                  <a:lnTo>
                    <a:pt x="0" y="264718"/>
                  </a:lnTo>
                  <a:lnTo>
                    <a:pt x="30556" y="264718"/>
                  </a:lnTo>
                  <a:lnTo>
                    <a:pt x="30556" y="8255"/>
                  </a:lnTo>
                  <a:close/>
                </a:path>
                <a:path w="320040" h="269240">
                  <a:moveTo>
                    <a:pt x="109689" y="72377"/>
                  </a:moveTo>
                  <a:lnTo>
                    <a:pt x="79146" y="72377"/>
                  </a:lnTo>
                  <a:lnTo>
                    <a:pt x="79146" y="264718"/>
                  </a:lnTo>
                  <a:lnTo>
                    <a:pt x="109689" y="264718"/>
                  </a:lnTo>
                  <a:lnTo>
                    <a:pt x="109689" y="72377"/>
                  </a:lnTo>
                  <a:close/>
                </a:path>
                <a:path w="320040" h="269240">
                  <a:moveTo>
                    <a:pt x="115951" y="20281"/>
                  </a:moveTo>
                  <a:lnTo>
                    <a:pt x="114249" y="12357"/>
                  </a:lnTo>
                  <a:lnTo>
                    <a:pt x="109639" y="5918"/>
                  </a:lnTo>
                  <a:lnTo>
                    <a:pt x="102857" y="1574"/>
                  </a:lnTo>
                  <a:lnTo>
                    <a:pt x="94665" y="0"/>
                  </a:lnTo>
                  <a:lnTo>
                    <a:pt x="86334" y="1574"/>
                  </a:lnTo>
                  <a:lnTo>
                    <a:pt x="79489" y="5918"/>
                  </a:lnTo>
                  <a:lnTo>
                    <a:pt x="74841" y="12357"/>
                  </a:lnTo>
                  <a:lnTo>
                    <a:pt x="73126" y="20281"/>
                  </a:lnTo>
                  <a:lnTo>
                    <a:pt x="74841" y="28206"/>
                  </a:lnTo>
                  <a:lnTo>
                    <a:pt x="79489" y="34645"/>
                  </a:lnTo>
                  <a:lnTo>
                    <a:pt x="86334" y="38989"/>
                  </a:lnTo>
                  <a:lnTo>
                    <a:pt x="94665" y="40563"/>
                  </a:lnTo>
                  <a:lnTo>
                    <a:pt x="102857" y="38989"/>
                  </a:lnTo>
                  <a:lnTo>
                    <a:pt x="109639" y="34645"/>
                  </a:lnTo>
                  <a:lnTo>
                    <a:pt x="114249" y="28206"/>
                  </a:lnTo>
                  <a:lnTo>
                    <a:pt x="115951" y="20281"/>
                  </a:lnTo>
                  <a:close/>
                </a:path>
                <a:path w="320040" h="269240">
                  <a:moveTo>
                    <a:pt x="319811" y="8255"/>
                  </a:moveTo>
                  <a:lnTo>
                    <a:pt x="290017" y="8255"/>
                  </a:lnTo>
                  <a:lnTo>
                    <a:pt x="290017" y="168541"/>
                  </a:lnTo>
                  <a:lnTo>
                    <a:pt x="286524" y="197154"/>
                  </a:lnTo>
                  <a:lnTo>
                    <a:pt x="286410" y="198107"/>
                  </a:lnTo>
                  <a:lnTo>
                    <a:pt x="275869" y="221132"/>
                  </a:lnTo>
                  <a:lnTo>
                    <a:pt x="258737" y="236093"/>
                  </a:lnTo>
                  <a:lnTo>
                    <a:pt x="235419" y="241427"/>
                  </a:lnTo>
                  <a:lnTo>
                    <a:pt x="211340" y="235775"/>
                  </a:lnTo>
                  <a:lnTo>
                    <a:pt x="194030" y="220294"/>
                  </a:lnTo>
                  <a:lnTo>
                    <a:pt x="183578" y="197154"/>
                  </a:lnTo>
                  <a:lnTo>
                    <a:pt x="180136" y="169049"/>
                  </a:lnTo>
                  <a:lnTo>
                    <a:pt x="180073" y="168541"/>
                  </a:lnTo>
                  <a:lnTo>
                    <a:pt x="183502" y="140385"/>
                  </a:lnTo>
                  <a:lnTo>
                    <a:pt x="193840" y="117741"/>
                  </a:lnTo>
                  <a:lnTo>
                    <a:pt x="211137" y="102654"/>
                  </a:lnTo>
                  <a:lnTo>
                    <a:pt x="235419" y="97167"/>
                  </a:lnTo>
                  <a:lnTo>
                    <a:pt x="258953" y="102298"/>
                  </a:lnTo>
                  <a:lnTo>
                    <a:pt x="276047" y="116801"/>
                  </a:lnTo>
                  <a:lnTo>
                    <a:pt x="286486" y="139319"/>
                  </a:lnTo>
                  <a:lnTo>
                    <a:pt x="290017" y="168541"/>
                  </a:lnTo>
                  <a:lnTo>
                    <a:pt x="290017" y="8255"/>
                  </a:lnTo>
                  <a:lnTo>
                    <a:pt x="289267" y="8255"/>
                  </a:lnTo>
                  <a:lnTo>
                    <a:pt x="289267" y="102933"/>
                  </a:lnTo>
                  <a:lnTo>
                    <a:pt x="287007" y="102933"/>
                  </a:lnTo>
                  <a:lnTo>
                    <a:pt x="254927" y="73596"/>
                  </a:lnTo>
                  <a:lnTo>
                    <a:pt x="231406" y="69875"/>
                  </a:lnTo>
                  <a:lnTo>
                    <a:pt x="198183" y="76809"/>
                  </a:lnTo>
                  <a:lnTo>
                    <a:pt x="172212" y="96634"/>
                  </a:lnTo>
                  <a:lnTo>
                    <a:pt x="155308" y="127876"/>
                  </a:lnTo>
                  <a:lnTo>
                    <a:pt x="149339" y="168541"/>
                  </a:lnTo>
                  <a:lnTo>
                    <a:pt x="149263" y="169049"/>
                  </a:lnTo>
                  <a:lnTo>
                    <a:pt x="155295" y="210400"/>
                  </a:lnTo>
                  <a:lnTo>
                    <a:pt x="172148" y="241795"/>
                  </a:lnTo>
                  <a:lnTo>
                    <a:pt x="197967" y="261734"/>
                  </a:lnTo>
                  <a:lnTo>
                    <a:pt x="230911" y="268719"/>
                  </a:lnTo>
                  <a:lnTo>
                    <a:pt x="254254" y="264998"/>
                  </a:lnTo>
                  <a:lnTo>
                    <a:pt x="270230" y="255981"/>
                  </a:lnTo>
                  <a:lnTo>
                    <a:pt x="280568" y="244944"/>
                  </a:lnTo>
                  <a:lnTo>
                    <a:pt x="282892" y="241427"/>
                  </a:lnTo>
                  <a:lnTo>
                    <a:pt x="287007" y="235165"/>
                  </a:lnTo>
                  <a:lnTo>
                    <a:pt x="290271" y="235165"/>
                  </a:lnTo>
                  <a:lnTo>
                    <a:pt x="290271" y="264718"/>
                  </a:lnTo>
                  <a:lnTo>
                    <a:pt x="319811" y="264718"/>
                  </a:lnTo>
                  <a:lnTo>
                    <a:pt x="319811" y="235165"/>
                  </a:lnTo>
                  <a:lnTo>
                    <a:pt x="319811" y="102933"/>
                  </a:lnTo>
                  <a:lnTo>
                    <a:pt x="319811" y="82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58390" y="6439230"/>
              <a:ext cx="170051" cy="198851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68011" y="6438730"/>
              <a:ext cx="97171" cy="195345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16583215" y="6353579"/>
              <a:ext cx="287020" cy="306070"/>
            </a:xfrm>
            <a:custGeom>
              <a:avLst/>
              <a:gdLst/>
              <a:ahLst/>
              <a:cxnLst/>
              <a:rect l="l" t="t" r="r" b="b"/>
              <a:pathLst>
                <a:path w="287019" h="306070">
                  <a:moveTo>
                    <a:pt x="143254" y="0"/>
                  </a:moveTo>
                  <a:lnTo>
                    <a:pt x="96256" y="3560"/>
                  </a:lnTo>
                  <a:lnTo>
                    <a:pt x="61233" y="14024"/>
                  </a:lnTo>
                  <a:lnTo>
                    <a:pt x="39358" y="31062"/>
                  </a:lnTo>
                  <a:lnTo>
                    <a:pt x="31806" y="54346"/>
                  </a:lnTo>
                  <a:lnTo>
                    <a:pt x="39358" y="77922"/>
                  </a:lnTo>
                  <a:lnTo>
                    <a:pt x="61233" y="95137"/>
                  </a:lnTo>
                  <a:lnTo>
                    <a:pt x="96256" y="105729"/>
                  </a:lnTo>
                  <a:lnTo>
                    <a:pt x="143254" y="109443"/>
                  </a:lnTo>
                  <a:lnTo>
                    <a:pt x="190211" y="105729"/>
                  </a:lnTo>
                  <a:lnTo>
                    <a:pt x="225148" y="95137"/>
                  </a:lnTo>
                  <a:lnTo>
                    <a:pt x="233984" y="88155"/>
                  </a:lnTo>
                  <a:lnTo>
                    <a:pt x="143254" y="88155"/>
                  </a:lnTo>
                  <a:lnTo>
                    <a:pt x="108368" y="85937"/>
                  </a:lnTo>
                  <a:lnTo>
                    <a:pt x="82427" y="79421"/>
                  </a:lnTo>
                  <a:lnTo>
                    <a:pt x="66301" y="68820"/>
                  </a:lnTo>
                  <a:lnTo>
                    <a:pt x="60857" y="54346"/>
                  </a:lnTo>
                  <a:lnTo>
                    <a:pt x="66301" y="40372"/>
                  </a:lnTo>
                  <a:lnTo>
                    <a:pt x="82427" y="29896"/>
                  </a:lnTo>
                  <a:lnTo>
                    <a:pt x="108368" y="23318"/>
                  </a:lnTo>
                  <a:lnTo>
                    <a:pt x="143254" y="21037"/>
                  </a:lnTo>
                  <a:lnTo>
                    <a:pt x="234116" y="21037"/>
                  </a:lnTo>
                  <a:lnTo>
                    <a:pt x="225148" y="14024"/>
                  </a:lnTo>
                  <a:lnTo>
                    <a:pt x="190211" y="3560"/>
                  </a:lnTo>
                  <a:lnTo>
                    <a:pt x="143254" y="0"/>
                  </a:lnTo>
                  <a:close/>
                </a:path>
                <a:path w="287019" h="306070">
                  <a:moveTo>
                    <a:pt x="234116" y="21037"/>
                  </a:moveTo>
                  <a:lnTo>
                    <a:pt x="143254" y="21037"/>
                  </a:lnTo>
                  <a:lnTo>
                    <a:pt x="178288" y="23318"/>
                  </a:lnTo>
                  <a:lnTo>
                    <a:pt x="204330" y="29896"/>
                  </a:lnTo>
                  <a:lnTo>
                    <a:pt x="220558" y="40372"/>
                  </a:lnTo>
                  <a:lnTo>
                    <a:pt x="226150" y="54346"/>
                  </a:lnTo>
                  <a:lnTo>
                    <a:pt x="220558" y="68820"/>
                  </a:lnTo>
                  <a:lnTo>
                    <a:pt x="204330" y="79421"/>
                  </a:lnTo>
                  <a:lnTo>
                    <a:pt x="178288" y="85937"/>
                  </a:lnTo>
                  <a:lnTo>
                    <a:pt x="143254" y="88155"/>
                  </a:lnTo>
                  <a:lnTo>
                    <a:pt x="233984" y="88155"/>
                  </a:lnTo>
                  <a:lnTo>
                    <a:pt x="246937" y="77922"/>
                  </a:lnTo>
                  <a:lnTo>
                    <a:pt x="254450" y="54346"/>
                  </a:lnTo>
                  <a:lnTo>
                    <a:pt x="246937" y="31062"/>
                  </a:lnTo>
                  <a:lnTo>
                    <a:pt x="234116" y="21037"/>
                  </a:lnTo>
                  <a:close/>
                </a:path>
                <a:path w="287019" h="306070">
                  <a:moveTo>
                    <a:pt x="287008" y="130731"/>
                  </a:moveTo>
                  <a:lnTo>
                    <a:pt x="0" y="130731"/>
                  </a:lnTo>
                  <a:lnTo>
                    <a:pt x="0" y="153271"/>
                  </a:lnTo>
                  <a:lnTo>
                    <a:pt x="287008" y="153271"/>
                  </a:lnTo>
                  <a:lnTo>
                    <a:pt x="287008" y="130731"/>
                  </a:lnTo>
                  <a:close/>
                </a:path>
                <a:path w="287019" h="306070">
                  <a:moveTo>
                    <a:pt x="249942" y="180569"/>
                  </a:moveTo>
                  <a:lnTo>
                    <a:pt x="34811" y="180569"/>
                  </a:lnTo>
                  <a:lnTo>
                    <a:pt x="34811" y="201856"/>
                  </a:lnTo>
                  <a:lnTo>
                    <a:pt x="222644" y="201856"/>
                  </a:lnTo>
                  <a:lnTo>
                    <a:pt x="222644" y="230407"/>
                  </a:lnTo>
                  <a:lnTo>
                    <a:pt x="35562" y="230407"/>
                  </a:lnTo>
                  <a:lnTo>
                    <a:pt x="35562" y="305790"/>
                  </a:lnTo>
                  <a:lnTo>
                    <a:pt x="259459" y="305790"/>
                  </a:lnTo>
                  <a:lnTo>
                    <a:pt x="259459" y="283751"/>
                  </a:lnTo>
                  <a:lnTo>
                    <a:pt x="62861" y="283751"/>
                  </a:lnTo>
                  <a:lnTo>
                    <a:pt x="62861" y="250943"/>
                  </a:lnTo>
                  <a:lnTo>
                    <a:pt x="249942" y="250943"/>
                  </a:lnTo>
                  <a:lnTo>
                    <a:pt x="249942" y="1805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/>
          <p:nvPr/>
        </p:nvSpPr>
        <p:spPr>
          <a:xfrm>
            <a:off x="16990471" y="6348069"/>
            <a:ext cx="292100" cy="314960"/>
          </a:xfrm>
          <a:custGeom>
            <a:avLst/>
            <a:gdLst/>
            <a:ahLst/>
            <a:cxnLst/>
            <a:rect l="l" t="t" r="r" b="b"/>
            <a:pathLst>
              <a:path w="292100" h="314959">
                <a:moveTo>
                  <a:pt x="240426" y="0"/>
                </a:moveTo>
                <a:lnTo>
                  <a:pt x="212626" y="0"/>
                </a:lnTo>
                <a:lnTo>
                  <a:pt x="212626" y="314556"/>
                </a:lnTo>
                <a:lnTo>
                  <a:pt x="240426" y="314556"/>
                </a:lnTo>
                <a:lnTo>
                  <a:pt x="240426" y="151267"/>
                </a:lnTo>
                <a:lnTo>
                  <a:pt x="291515" y="151267"/>
                </a:lnTo>
                <a:lnTo>
                  <a:pt x="291515" y="128226"/>
                </a:lnTo>
                <a:lnTo>
                  <a:pt x="240426" y="128226"/>
                </a:lnTo>
                <a:lnTo>
                  <a:pt x="240426" y="0"/>
                </a:lnTo>
                <a:close/>
              </a:path>
              <a:path w="292100" h="314959">
                <a:moveTo>
                  <a:pt x="141800" y="133861"/>
                </a:moveTo>
                <a:lnTo>
                  <a:pt x="113826" y="133861"/>
                </a:lnTo>
                <a:lnTo>
                  <a:pt x="96217" y="164474"/>
                </a:lnTo>
                <a:lnTo>
                  <a:pt x="71846" y="192715"/>
                </a:lnTo>
                <a:lnTo>
                  <a:pt x="40008" y="218421"/>
                </a:lnTo>
                <a:lnTo>
                  <a:pt x="0" y="241427"/>
                </a:lnTo>
                <a:lnTo>
                  <a:pt x="15528" y="262464"/>
                </a:lnTo>
                <a:lnTo>
                  <a:pt x="65520" y="232460"/>
                </a:lnTo>
                <a:lnTo>
                  <a:pt x="103248" y="198415"/>
                </a:lnTo>
                <a:lnTo>
                  <a:pt x="130136" y="160878"/>
                </a:lnTo>
                <a:lnTo>
                  <a:pt x="141800" y="133861"/>
                </a:lnTo>
                <a:close/>
              </a:path>
              <a:path w="292100" h="314959">
                <a:moveTo>
                  <a:pt x="160033" y="32808"/>
                </a:moveTo>
                <a:lnTo>
                  <a:pt x="17280" y="32808"/>
                </a:lnTo>
                <a:lnTo>
                  <a:pt x="17280" y="55848"/>
                </a:lnTo>
                <a:lnTo>
                  <a:pt x="132359" y="55848"/>
                </a:lnTo>
                <a:lnTo>
                  <a:pt x="130987" y="70169"/>
                </a:lnTo>
                <a:lnTo>
                  <a:pt x="128899" y="84195"/>
                </a:lnTo>
                <a:lnTo>
                  <a:pt x="126037" y="97917"/>
                </a:lnTo>
                <a:lnTo>
                  <a:pt x="122341" y="111322"/>
                </a:lnTo>
                <a:lnTo>
                  <a:pt x="1252" y="119711"/>
                </a:lnTo>
                <a:lnTo>
                  <a:pt x="5760" y="144004"/>
                </a:lnTo>
                <a:lnTo>
                  <a:pt x="113826" y="133861"/>
                </a:lnTo>
                <a:lnTo>
                  <a:pt x="141800" y="133861"/>
                </a:lnTo>
                <a:lnTo>
                  <a:pt x="147613" y="120398"/>
                </a:lnTo>
                <a:lnTo>
                  <a:pt x="157103" y="77524"/>
                </a:lnTo>
                <a:lnTo>
                  <a:pt x="160033" y="328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17480585" y="6348069"/>
            <a:ext cx="90170" cy="314960"/>
          </a:xfrm>
          <a:custGeom>
            <a:avLst/>
            <a:gdLst/>
            <a:ahLst/>
            <a:cxnLst/>
            <a:rect l="l" t="t" r="r" b="b"/>
            <a:pathLst>
              <a:path w="90169" h="314959">
                <a:moveTo>
                  <a:pt x="26797" y="142011"/>
                </a:moveTo>
                <a:lnTo>
                  <a:pt x="0" y="142011"/>
                </a:lnTo>
                <a:lnTo>
                  <a:pt x="0" y="298780"/>
                </a:lnTo>
                <a:lnTo>
                  <a:pt x="26797" y="298780"/>
                </a:lnTo>
                <a:lnTo>
                  <a:pt x="26797" y="142011"/>
                </a:lnTo>
                <a:close/>
              </a:path>
              <a:path w="90169" h="314959">
                <a:moveTo>
                  <a:pt x="89903" y="0"/>
                </a:moveTo>
                <a:lnTo>
                  <a:pt x="63106" y="0"/>
                </a:lnTo>
                <a:lnTo>
                  <a:pt x="63106" y="314807"/>
                </a:lnTo>
                <a:lnTo>
                  <a:pt x="89903" y="314807"/>
                </a:lnTo>
                <a:lnTo>
                  <a:pt x="899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17312285" y="6354838"/>
            <a:ext cx="195580" cy="224154"/>
          </a:xfrm>
          <a:custGeom>
            <a:avLst/>
            <a:gdLst/>
            <a:ahLst/>
            <a:cxnLst/>
            <a:rect l="l" t="t" r="r" b="b"/>
            <a:pathLst>
              <a:path w="195580" h="224154">
                <a:moveTo>
                  <a:pt x="195097" y="112001"/>
                </a:moveTo>
                <a:lnTo>
                  <a:pt x="120713" y="112001"/>
                </a:lnTo>
                <a:lnTo>
                  <a:pt x="120713" y="52311"/>
                </a:lnTo>
                <a:lnTo>
                  <a:pt x="120713" y="29451"/>
                </a:lnTo>
                <a:lnTo>
                  <a:pt x="94411" y="29451"/>
                </a:lnTo>
                <a:lnTo>
                  <a:pt x="94411" y="52311"/>
                </a:lnTo>
                <a:lnTo>
                  <a:pt x="94411" y="112001"/>
                </a:lnTo>
                <a:lnTo>
                  <a:pt x="94411" y="134861"/>
                </a:lnTo>
                <a:lnTo>
                  <a:pt x="94411" y="200901"/>
                </a:lnTo>
                <a:lnTo>
                  <a:pt x="26301" y="200901"/>
                </a:lnTo>
                <a:lnTo>
                  <a:pt x="26301" y="52311"/>
                </a:lnTo>
                <a:lnTo>
                  <a:pt x="94411" y="52311"/>
                </a:lnTo>
                <a:lnTo>
                  <a:pt x="94411" y="29451"/>
                </a:lnTo>
                <a:lnTo>
                  <a:pt x="0" y="29451"/>
                </a:lnTo>
                <a:lnTo>
                  <a:pt x="0" y="52311"/>
                </a:lnTo>
                <a:lnTo>
                  <a:pt x="0" y="200901"/>
                </a:lnTo>
                <a:lnTo>
                  <a:pt x="0" y="223761"/>
                </a:lnTo>
                <a:lnTo>
                  <a:pt x="120713" y="223761"/>
                </a:lnTo>
                <a:lnTo>
                  <a:pt x="120713" y="200901"/>
                </a:lnTo>
                <a:lnTo>
                  <a:pt x="120713" y="134861"/>
                </a:lnTo>
                <a:lnTo>
                  <a:pt x="195097" y="134861"/>
                </a:lnTo>
                <a:lnTo>
                  <a:pt x="195097" y="112001"/>
                </a:lnTo>
                <a:close/>
              </a:path>
              <a:path w="195580" h="224154">
                <a:moveTo>
                  <a:pt x="195097" y="0"/>
                </a:moveTo>
                <a:lnTo>
                  <a:pt x="168300" y="0"/>
                </a:lnTo>
                <a:lnTo>
                  <a:pt x="168300" y="111950"/>
                </a:lnTo>
                <a:lnTo>
                  <a:pt x="195097" y="111950"/>
                </a:lnTo>
                <a:lnTo>
                  <a:pt x="1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17626596" y="6348069"/>
            <a:ext cx="560070" cy="315595"/>
          </a:xfrm>
          <a:custGeom>
            <a:avLst/>
            <a:gdLst/>
            <a:ahLst/>
            <a:cxnLst/>
            <a:rect l="l" t="t" r="r" b="b"/>
            <a:pathLst>
              <a:path w="560069" h="315595">
                <a:moveTo>
                  <a:pt x="178308" y="227660"/>
                </a:moveTo>
                <a:lnTo>
                  <a:pt x="176872" y="215633"/>
                </a:lnTo>
                <a:lnTo>
                  <a:pt x="175552" y="204622"/>
                </a:lnTo>
                <a:lnTo>
                  <a:pt x="140538" y="210096"/>
                </a:lnTo>
                <a:lnTo>
                  <a:pt x="105867" y="213461"/>
                </a:lnTo>
                <a:lnTo>
                  <a:pt x="69227" y="215163"/>
                </a:lnTo>
                <a:lnTo>
                  <a:pt x="28295" y="215633"/>
                </a:lnTo>
                <a:lnTo>
                  <a:pt x="28295" y="142011"/>
                </a:lnTo>
                <a:lnTo>
                  <a:pt x="143243" y="142011"/>
                </a:lnTo>
                <a:lnTo>
                  <a:pt x="143243" y="29311"/>
                </a:lnTo>
                <a:lnTo>
                  <a:pt x="0" y="29311"/>
                </a:lnTo>
                <a:lnTo>
                  <a:pt x="0" y="52349"/>
                </a:lnTo>
                <a:lnTo>
                  <a:pt x="115443" y="52349"/>
                </a:lnTo>
                <a:lnTo>
                  <a:pt x="115443" y="118960"/>
                </a:lnTo>
                <a:lnTo>
                  <a:pt x="749" y="118960"/>
                </a:lnTo>
                <a:lnTo>
                  <a:pt x="749" y="239179"/>
                </a:lnTo>
                <a:lnTo>
                  <a:pt x="25793" y="239179"/>
                </a:lnTo>
                <a:lnTo>
                  <a:pt x="68326" y="238544"/>
                </a:lnTo>
                <a:lnTo>
                  <a:pt x="106273" y="236702"/>
                </a:lnTo>
                <a:lnTo>
                  <a:pt x="142113" y="233222"/>
                </a:lnTo>
                <a:lnTo>
                  <a:pt x="178308" y="227660"/>
                </a:lnTo>
                <a:close/>
              </a:path>
              <a:path w="560069" h="315595">
                <a:moveTo>
                  <a:pt x="283997" y="125222"/>
                </a:moveTo>
                <a:lnTo>
                  <a:pt x="231406" y="125222"/>
                </a:lnTo>
                <a:lnTo>
                  <a:pt x="231406" y="0"/>
                </a:lnTo>
                <a:lnTo>
                  <a:pt x="203860" y="0"/>
                </a:lnTo>
                <a:lnTo>
                  <a:pt x="203860" y="315315"/>
                </a:lnTo>
                <a:lnTo>
                  <a:pt x="231406" y="315315"/>
                </a:lnTo>
                <a:lnTo>
                  <a:pt x="231406" y="148767"/>
                </a:lnTo>
                <a:lnTo>
                  <a:pt x="283997" y="148767"/>
                </a:lnTo>
                <a:lnTo>
                  <a:pt x="283997" y="125222"/>
                </a:lnTo>
                <a:close/>
              </a:path>
              <a:path w="560069" h="315595">
                <a:moveTo>
                  <a:pt x="489115" y="96926"/>
                </a:moveTo>
                <a:lnTo>
                  <a:pt x="482714" y="66890"/>
                </a:lnTo>
                <a:lnTo>
                  <a:pt x="468007" y="47345"/>
                </a:lnTo>
                <a:lnTo>
                  <a:pt x="465162" y="43548"/>
                </a:lnTo>
                <a:lnTo>
                  <a:pt x="461810" y="41656"/>
                </a:lnTo>
                <a:lnTo>
                  <a:pt x="461810" y="96926"/>
                </a:lnTo>
                <a:lnTo>
                  <a:pt x="457492" y="117043"/>
                </a:lnTo>
                <a:lnTo>
                  <a:pt x="445503" y="132715"/>
                </a:lnTo>
                <a:lnTo>
                  <a:pt x="427266" y="142887"/>
                </a:lnTo>
                <a:lnTo>
                  <a:pt x="404215" y="146519"/>
                </a:lnTo>
                <a:lnTo>
                  <a:pt x="381012" y="142887"/>
                </a:lnTo>
                <a:lnTo>
                  <a:pt x="362724" y="132715"/>
                </a:lnTo>
                <a:lnTo>
                  <a:pt x="350786" y="117043"/>
                </a:lnTo>
                <a:lnTo>
                  <a:pt x="346608" y="96926"/>
                </a:lnTo>
                <a:lnTo>
                  <a:pt x="350786" y="76822"/>
                </a:lnTo>
                <a:lnTo>
                  <a:pt x="362724" y="61150"/>
                </a:lnTo>
                <a:lnTo>
                  <a:pt x="381012" y="50965"/>
                </a:lnTo>
                <a:lnTo>
                  <a:pt x="404215" y="47345"/>
                </a:lnTo>
                <a:lnTo>
                  <a:pt x="427266" y="50965"/>
                </a:lnTo>
                <a:lnTo>
                  <a:pt x="445503" y="61150"/>
                </a:lnTo>
                <a:lnTo>
                  <a:pt x="457492" y="76822"/>
                </a:lnTo>
                <a:lnTo>
                  <a:pt x="461810" y="96926"/>
                </a:lnTo>
                <a:lnTo>
                  <a:pt x="461810" y="41656"/>
                </a:lnTo>
                <a:lnTo>
                  <a:pt x="438365" y="28422"/>
                </a:lnTo>
                <a:lnTo>
                  <a:pt x="404215" y="23050"/>
                </a:lnTo>
                <a:lnTo>
                  <a:pt x="369989" y="28422"/>
                </a:lnTo>
                <a:lnTo>
                  <a:pt x="343065" y="43548"/>
                </a:lnTo>
                <a:lnTo>
                  <a:pt x="325501" y="66890"/>
                </a:lnTo>
                <a:lnTo>
                  <a:pt x="319303" y="96926"/>
                </a:lnTo>
                <a:lnTo>
                  <a:pt x="325501" y="126961"/>
                </a:lnTo>
                <a:lnTo>
                  <a:pt x="343065" y="150304"/>
                </a:lnTo>
                <a:lnTo>
                  <a:pt x="369989" y="165430"/>
                </a:lnTo>
                <a:lnTo>
                  <a:pt x="404215" y="170802"/>
                </a:lnTo>
                <a:lnTo>
                  <a:pt x="438365" y="165430"/>
                </a:lnTo>
                <a:lnTo>
                  <a:pt x="465162" y="150304"/>
                </a:lnTo>
                <a:lnTo>
                  <a:pt x="468007" y="146519"/>
                </a:lnTo>
                <a:lnTo>
                  <a:pt x="482714" y="126961"/>
                </a:lnTo>
                <a:lnTo>
                  <a:pt x="489115" y="96926"/>
                </a:lnTo>
                <a:close/>
              </a:path>
              <a:path w="560069" h="315595">
                <a:moveTo>
                  <a:pt x="513156" y="232168"/>
                </a:moveTo>
                <a:lnTo>
                  <a:pt x="510895" y="211632"/>
                </a:lnTo>
                <a:lnTo>
                  <a:pt x="457212" y="217639"/>
                </a:lnTo>
                <a:lnTo>
                  <a:pt x="402640" y="220840"/>
                </a:lnTo>
                <a:lnTo>
                  <a:pt x="346202" y="222148"/>
                </a:lnTo>
                <a:lnTo>
                  <a:pt x="303034" y="222148"/>
                </a:lnTo>
                <a:lnTo>
                  <a:pt x="306743" y="245694"/>
                </a:lnTo>
                <a:lnTo>
                  <a:pt x="306781" y="245935"/>
                </a:lnTo>
                <a:lnTo>
                  <a:pt x="352869" y="245694"/>
                </a:lnTo>
                <a:lnTo>
                  <a:pt x="404241" y="244119"/>
                </a:lnTo>
                <a:lnTo>
                  <a:pt x="458470" y="240030"/>
                </a:lnTo>
                <a:lnTo>
                  <a:pt x="513156" y="232168"/>
                </a:lnTo>
                <a:close/>
              </a:path>
              <a:path w="560069" h="315595">
                <a:moveTo>
                  <a:pt x="559485" y="0"/>
                </a:moveTo>
                <a:lnTo>
                  <a:pt x="531685" y="0"/>
                </a:lnTo>
                <a:lnTo>
                  <a:pt x="531685" y="315315"/>
                </a:lnTo>
                <a:lnTo>
                  <a:pt x="559485" y="315315"/>
                </a:lnTo>
                <a:lnTo>
                  <a:pt x="5594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9162532" y="6855721"/>
            <a:ext cx="255270" cy="315595"/>
          </a:xfrm>
          <a:custGeom>
            <a:avLst/>
            <a:gdLst/>
            <a:ahLst/>
            <a:cxnLst/>
            <a:rect l="l" t="t" r="r" b="b"/>
            <a:pathLst>
              <a:path w="255270" h="315595">
                <a:moveTo>
                  <a:pt x="255201" y="143253"/>
                </a:moveTo>
                <a:lnTo>
                  <a:pt x="227652" y="143253"/>
                </a:lnTo>
                <a:lnTo>
                  <a:pt x="227652" y="315307"/>
                </a:lnTo>
                <a:lnTo>
                  <a:pt x="255201" y="315307"/>
                </a:lnTo>
                <a:lnTo>
                  <a:pt x="255201" y="143253"/>
                </a:lnTo>
                <a:close/>
              </a:path>
              <a:path w="255270" h="315595">
                <a:moveTo>
                  <a:pt x="78889" y="24293"/>
                </a:moveTo>
                <a:lnTo>
                  <a:pt x="46876" y="32134"/>
                </a:lnTo>
                <a:lnTo>
                  <a:pt x="21882" y="54158"/>
                </a:lnTo>
                <a:lnTo>
                  <a:pt x="5670" y="88672"/>
                </a:lnTo>
                <a:lnTo>
                  <a:pt x="0" y="133986"/>
                </a:lnTo>
                <a:lnTo>
                  <a:pt x="5670" y="179442"/>
                </a:lnTo>
                <a:lnTo>
                  <a:pt x="21882" y="214003"/>
                </a:lnTo>
                <a:lnTo>
                  <a:pt x="46876" y="235980"/>
                </a:lnTo>
                <a:lnTo>
                  <a:pt x="78889" y="243681"/>
                </a:lnTo>
                <a:lnTo>
                  <a:pt x="109258" y="236670"/>
                </a:lnTo>
                <a:lnTo>
                  <a:pt x="130702" y="218887"/>
                </a:lnTo>
                <a:lnTo>
                  <a:pt x="78889" y="218887"/>
                </a:lnTo>
                <a:lnTo>
                  <a:pt x="57610" y="212841"/>
                </a:lnTo>
                <a:lnTo>
                  <a:pt x="41072" y="195689"/>
                </a:lnTo>
                <a:lnTo>
                  <a:pt x="30358" y="168912"/>
                </a:lnTo>
                <a:lnTo>
                  <a:pt x="26547" y="133986"/>
                </a:lnTo>
                <a:lnTo>
                  <a:pt x="30358" y="99202"/>
                </a:lnTo>
                <a:lnTo>
                  <a:pt x="41072" y="72472"/>
                </a:lnTo>
                <a:lnTo>
                  <a:pt x="57610" y="55273"/>
                </a:lnTo>
                <a:lnTo>
                  <a:pt x="78889" y="49086"/>
                </a:lnTo>
                <a:lnTo>
                  <a:pt x="130896" y="49086"/>
                </a:lnTo>
                <a:lnTo>
                  <a:pt x="108549" y="31109"/>
                </a:lnTo>
                <a:lnTo>
                  <a:pt x="78889" y="24293"/>
                </a:lnTo>
                <a:close/>
              </a:path>
              <a:path w="255270" h="315595">
                <a:moveTo>
                  <a:pt x="130896" y="49086"/>
                </a:moveTo>
                <a:lnTo>
                  <a:pt x="78889" y="49086"/>
                </a:lnTo>
                <a:lnTo>
                  <a:pt x="100064" y="55273"/>
                </a:lnTo>
                <a:lnTo>
                  <a:pt x="116612" y="72472"/>
                </a:lnTo>
                <a:lnTo>
                  <a:pt x="127385" y="99202"/>
                </a:lnTo>
                <a:lnTo>
                  <a:pt x="131232" y="133986"/>
                </a:lnTo>
                <a:lnTo>
                  <a:pt x="127385" y="168912"/>
                </a:lnTo>
                <a:lnTo>
                  <a:pt x="116612" y="195689"/>
                </a:lnTo>
                <a:lnTo>
                  <a:pt x="100064" y="212841"/>
                </a:lnTo>
                <a:lnTo>
                  <a:pt x="78889" y="218887"/>
                </a:lnTo>
                <a:lnTo>
                  <a:pt x="130702" y="218887"/>
                </a:lnTo>
                <a:lnTo>
                  <a:pt x="133439" y="216617"/>
                </a:lnTo>
                <a:lnTo>
                  <a:pt x="149943" y="184989"/>
                </a:lnTo>
                <a:lnTo>
                  <a:pt x="157278" y="143253"/>
                </a:lnTo>
                <a:lnTo>
                  <a:pt x="255201" y="143253"/>
                </a:lnTo>
                <a:lnTo>
                  <a:pt x="255201" y="120212"/>
                </a:lnTo>
                <a:lnTo>
                  <a:pt x="157028" y="120212"/>
                </a:lnTo>
                <a:lnTo>
                  <a:pt x="148992" y="80431"/>
                </a:lnTo>
                <a:lnTo>
                  <a:pt x="132374" y="50276"/>
                </a:lnTo>
                <a:lnTo>
                  <a:pt x="130896" y="49086"/>
                </a:lnTo>
                <a:close/>
              </a:path>
              <a:path w="255270" h="315595">
                <a:moveTo>
                  <a:pt x="255201" y="0"/>
                </a:moveTo>
                <a:lnTo>
                  <a:pt x="227652" y="0"/>
                </a:lnTo>
                <a:lnTo>
                  <a:pt x="227652" y="120212"/>
                </a:lnTo>
                <a:lnTo>
                  <a:pt x="255201" y="120212"/>
                </a:lnTo>
                <a:lnTo>
                  <a:pt x="2552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9483100" y="6855721"/>
            <a:ext cx="257175" cy="314960"/>
          </a:xfrm>
          <a:custGeom>
            <a:avLst/>
            <a:gdLst/>
            <a:ahLst/>
            <a:cxnLst/>
            <a:rect l="l" t="t" r="r" b="b"/>
            <a:pathLst>
              <a:path w="257175" h="314959">
                <a:moveTo>
                  <a:pt x="256954" y="149514"/>
                </a:moveTo>
                <a:lnTo>
                  <a:pt x="230157" y="149514"/>
                </a:lnTo>
                <a:lnTo>
                  <a:pt x="230157" y="314806"/>
                </a:lnTo>
                <a:lnTo>
                  <a:pt x="256954" y="314806"/>
                </a:lnTo>
                <a:lnTo>
                  <a:pt x="256954" y="149514"/>
                </a:lnTo>
                <a:close/>
              </a:path>
              <a:path w="257175" h="314959">
                <a:moveTo>
                  <a:pt x="186830" y="6762"/>
                </a:moveTo>
                <a:lnTo>
                  <a:pt x="160033" y="6762"/>
                </a:lnTo>
                <a:lnTo>
                  <a:pt x="160033" y="298778"/>
                </a:lnTo>
                <a:lnTo>
                  <a:pt x="186830" y="298778"/>
                </a:lnTo>
                <a:lnTo>
                  <a:pt x="186830" y="149514"/>
                </a:lnTo>
                <a:lnTo>
                  <a:pt x="256954" y="149514"/>
                </a:lnTo>
                <a:lnTo>
                  <a:pt x="256954" y="126473"/>
                </a:lnTo>
                <a:lnTo>
                  <a:pt x="186830" y="126473"/>
                </a:lnTo>
                <a:lnTo>
                  <a:pt x="186830" y="6762"/>
                </a:lnTo>
                <a:close/>
              </a:path>
              <a:path w="257175" h="314959">
                <a:moveTo>
                  <a:pt x="256954" y="0"/>
                </a:moveTo>
                <a:lnTo>
                  <a:pt x="230157" y="0"/>
                </a:lnTo>
                <a:lnTo>
                  <a:pt x="230157" y="126473"/>
                </a:lnTo>
                <a:lnTo>
                  <a:pt x="256954" y="126473"/>
                </a:lnTo>
                <a:lnTo>
                  <a:pt x="256954" y="0"/>
                </a:lnTo>
                <a:close/>
              </a:path>
              <a:path w="257175" h="314959">
                <a:moveTo>
                  <a:pt x="124720" y="36314"/>
                </a:moveTo>
                <a:lnTo>
                  <a:pt x="0" y="36314"/>
                </a:lnTo>
                <a:lnTo>
                  <a:pt x="0" y="236919"/>
                </a:lnTo>
                <a:lnTo>
                  <a:pt x="20285" y="236919"/>
                </a:lnTo>
                <a:lnTo>
                  <a:pt x="55426" y="236574"/>
                </a:lnTo>
                <a:lnTo>
                  <a:pt x="85213" y="235291"/>
                </a:lnTo>
                <a:lnTo>
                  <a:pt x="112277" y="232692"/>
                </a:lnTo>
                <a:lnTo>
                  <a:pt x="139246" y="228404"/>
                </a:lnTo>
                <a:lnTo>
                  <a:pt x="137439" y="213127"/>
                </a:lnTo>
                <a:lnTo>
                  <a:pt x="26547" y="213127"/>
                </a:lnTo>
                <a:lnTo>
                  <a:pt x="26547" y="142001"/>
                </a:lnTo>
                <a:lnTo>
                  <a:pt x="119962" y="142001"/>
                </a:lnTo>
                <a:lnTo>
                  <a:pt x="119962" y="119461"/>
                </a:lnTo>
                <a:lnTo>
                  <a:pt x="26547" y="119461"/>
                </a:lnTo>
                <a:lnTo>
                  <a:pt x="26547" y="59104"/>
                </a:lnTo>
                <a:lnTo>
                  <a:pt x="124720" y="59104"/>
                </a:lnTo>
                <a:lnTo>
                  <a:pt x="124720" y="36314"/>
                </a:lnTo>
                <a:close/>
              </a:path>
              <a:path w="257175" h="314959">
                <a:moveTo>
                  <a:pt x="136491" y="205112"/>
                </a:moveTo>
                <a:lnTo>
                  <a:pt x="111388" y="209094"/>
                </a:lnTo>
                <a:lnTo>
                  <a:pt x="86121" y="211514"/>
                </a:lnTo>
                <a:lnTo>
                  <a:pt x="58553" y="212737"/>
                </a:lnTo>
                <a:lnTo>
                  <a:pt x="26547" y="213127"/>
                </a:lnTo>
                <a:lnTo>
                  <a:pt x="137439" y="213127"/>
                </a:lnTo>
                <a:lnTo>
                  <a:pt x="136491" y="2051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9790143" y="6855721"/>
            <a:ext cx="253365" cy="314960"/>
          </a:xfrm>
          <a:custGeom>
            <a:avLst/>
            <a:gdLst/>
            <a:ahLst/>
            <a:cxnLst/>
            <a:rect l="l" t="t" r="r" b="b"/>
            <a:pathLst>
              <a:path w="253365" h="314959">
                <a:moveTo>
                  <a:pt x="253197" y="0"/>
                </a:moveTo>
                <a:lnTo>
                  <a:pt x="225399" y="0"/>
                </a:lnTo>
                <a:lnTo>
                  <a:pt x="225399" y="314806"/>
                </a:lnTo>
                <a:lnTo>
                  <a:pt x="253197" y="314806"/>
                </a:lnTo>
                <a:lnTo>
                  <a:pt x="253197" y="0"/>
                </a:lnTo>
                <a:close/>
              </a:path>
              <a:path w="253365" h="314959">
                <a:moveTo>
                  <a:pt x="109944" y="77386"/>
                </a:moveTo>
                <a:lnTo>
                  <a:pt x="82646" y="77386"/>
                </a:lnTo>
                <a:lnTo>
                  <a:pt x="82646" y="102431"/>
                </a:lnTo>
                <a:lnTo>
                  <a:pt x="76318" y="143057"/>
                </a:lnTo>
                <a:lnTo>
                  <a:pt x="58885" y="180068"/>
                </a:lnTo>
                <a:lnTo>
                  <a:pt x="32671" y="210693"/>
                </a:lnTo>
                <a:lnTo>
                  <a:pt x="0" y="232160"/>
                </a:lnTo>
                <a:lnTo>
                  <a:pt x="15778" y="253698"/>
                </a:lnTo>
                <a:lnTo>
                  <a:pt x="41749" y="237437"/>
                </a:lnTo>
                <a:lnTo>
                  <a:pt x="64551" y="215083"/>
                </a:lnTo>
                <a:lnTo>
                  <a:pt x="83221" y="187681"/>
                </a:lnTo>
                <a:lnTo>
                  <a:pt x="96796" y="156276"/>
                </a:lnTo>
                <a:lnTo>
                  <a:pt x="123983" y="156276"/>
                </a:lnTo>
                <a:lnTo>
                  <a:pt x="116436" y="141277"/>
                </a:lnTo>
                <a:lnTo>
                  <a:pt x="109944" y="102431"/>
                </a:lnTo>
                <a:lnTo>
                  <a:pt x="109944" y="77386"/>
                </a:lnTo>
                <a:close/>
              </a:path>
              <a:path w="253365" h="314959">
                <a:moveTo>
                  <a:pt x="123983" y="156276"/>
                </a:moveTo>
                <a:lnTo>
                  <a:pt x="96796" y="156276"/>
                </a:lnTo>
                <a:lnTo>
                  <a:pt x="110646" y="185905"/>
                </a:lnTo>
                <a:lnTo>
                  <a:pt x="129557" y="211765"/>
                </a:lnTo>
                <a:lnTo>
                  <a:pt x="152529" y="232859"/>
                </a:lnTo>
                <a:lnTo>
                  <a:pt x="178565" y="248188"/>
                </a:lnTo>
                <a:lnTo>
                  <a:pt x="194092" y="226400"/>
                </a:lnTo>
                <a:lnTo>
                  <a:pt x="160975" y="206008"/>
                </a:lnTo>
                <a:lnTo>
                  <a:pt x="134268" y="176718"/>
                </a:lnTo>
                <a:lnTo>
                  <a:pt x="123983" y="156276"/>
                </a:lnTo>
                <a:close/>
              </a:path>
              <a:path w="253365" h="314959">
                <a:moveTo>
                  <a:pt x="183073" y="54846"/>
                </a:moveTo>
                <a:lnTo>
                  <a:pt x="8514" y="54846"/>
                </a:lnTo>
                <a:lnTo>
                  <a:pt x="8514" y="77386"/>
                </a:lnTo>
                <a:lnTo>
                  <a:pt x="183073" y="77386"/>
                </a:lnTo>
                <a:lnTo>
                  <a:pt x="183073" y="54846"/>
                </a:lnTo>
                <a:close/>
              </a:path>
              <a:path w="253365" h="314959">
                <a:moveTo>
                  <a:pt x="109944" y="5760"/>
                </a:moveTo>
                <a:lnTo>
                  <a:pt x="82396" y="5760"/>
                </a:lnTo>
                <a:lnTo>
                  <a:pt x="82396" y="54846"/>
                </a:lnTo>
                <a:lnTo>
                  <a:pt x="109944" y="54846"/>
                </a:lnTo>
                <a:lnTo>
                  <a:pt x="109944" y="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10186249" y="6855721"/>
            <a:ext cx="261620" cy="315595"/>
          </a:xfrm>
          <a:custGeom>
            <a:avLst/>
            <a:gdLst/>
            <a:ahLst/>
            <a:cxnLst/>
            <a:rect l="l" t="t" r="r" b="b"/>
            <a:pathLst>
              <a:path w="261620" h="315595">
                <a:moveTo>
                  <a:pt x="261211" y="0"/>
                </a:moveTo>
                <a:lnTo>
                  <a:pt x="233413" y="0"/>
                </a:lnTo>
                <a:lnTo>
                  <a:pt x="233413" y="315307"/>
                </a:lnTo>
                <a:lnTo>
                  <a:pt x="261211" y="315307"/>
                </a:lnTo>
                <a:lnTo>
                  <a:pt x="261211" y="0"/>
                </a:lnTo>
                <a:close/>
              </a:path>
              <a:path w="261620" h="315595">
                <a:moveTo>
                  <a:pt x="113701" y="27298"/>
                </a:moveTo>
                <a:lnTo>
                  <a:pt x="85902" y="27298"/>
                </a:lnTo>
                <a:lnTo>
                  <a:pt x="85902" y="84649"/>
                </a:lnTo>
                <a:lnTo>
                  <a:pt x="78960" y="128837"/>
                </a:lnTo>
                <a:lnTo>
                  <a:pt x="60419" y="169550"/>
                </a:lnTo>
                <a:lnTo>
                  <a:pt x="33144" y="203125"/>
                </a:lnTo>
                <a:lnTo>
                  <a:pt x="0" y="225899"/>
                </a:lnTo>
                <a:lnTo>
                  <a:pt x="17531" y="249190"/>
                </a:lnTo>
                <a:lnTo>
                  <a:pt x="43966" y="231493"/>
                </a:lnTo>
                <a:lnTo>
                  <a:pt x="67197" y="207069"/>
                </a:lnTo>
                <a:lnTo>
                  <a:pt x="86224" y="177221"/>
                </a:lnTo>
                <a:lnTo>
                  <a:pt x="100052" y="143253"/>
                </a:lnTo>
                <a:lnTo>
                  <a:pt x="127939" y="143253"/>
                </a:lnTo>
                <a:lnTo>
                  <a:pt x="120385" y="127174"/>
                </a:lnTo>
                <a:lnTo>
                  <a:pt x="113701" y="84649"/>
                </a:lnTo>
                <a:lnTo>
                  <a:pt x="113701" y="27298"/>
                </a:lnTo>
                <a:close/>
              </a:path>
              <a:path w="261620" h="315595">
                <a:moveTo>
                  <a:pt x="127939" y="143253"/>
                </a:moveTo>
                <a:lnTo>
                  <a:pt x="100052" y="143253"/>
                </a:lnTo>
                <a:lnTo>
                  <a:pt x="114131" y="175274"/>
                </a:lnTo>
                <a:lnTo>
                  <a:pt x="133142" y="203328"/>
                </a:lnTo>
                <a:lnTo>
                  <a:pt x="156049" y="226263"/>
                </a:lnTo>
                <a:lnTo>
                  <a:pt x="181822" y="242929"/>
                </a:lnTo>
                <a:lnTo>
                  <a:pt x="198851" y="220890"/>
                </a:lnTo>
                <a:lnTo>
                  <a:pt x="165965" y="198793"/>
                </a:lnTo>
                <a:lnTo>
                  <a:pt x="138808" y="166388"/>
                </a:lnTo>
                <a:lnTo>
                  <a:pt x="127939" y="1432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10508310" y="6855726"/>
            <a:ext cx="568325" cy="316865"/>
          </a:xfrm>
          <a:custGeom>
            <a:avLst/>
            <a:gdLst/>
            <a:ahLst/>
            <a:cxnLst/>
            <a:rect l="l" t="t" r="r" b="b"/>
            <a:pathLst>
              <a:path w="568325" h="316865">
                <a:moveTo>
                  <a:pt x="254203" y="0"/>
                </a:moveTo>
                <a:lnTo>
                  <a:pt x="226402" y="0"/>
                </a:lnTo>
                <a:lnTo>
                  <a:pt x="226402" y="52844"/>
                </a:lnTo>
                <a:lnTo>
                  <a:pt x="153644" y="52844"/>
                </a:lnTo>
                <a:lnTo>
                  <a:pt x="155041" y="44513"/>
                </a:lnTo>
                <a:lnTo>
                  <a:pt x="156019" y="36017"/>
                </a:lnTo>
                <a:lnTo>
                  <a:pt x="156591" y="27368"/>
                </a:lnTo>
                <a:lnTo>
                  <a:pt x="156781" y="18529"/>
                </a:lnTo>
                <a:lnTo>
                  <a:pt x="15786" y="18529"/>
                </a:lnTo>
                <a:lnTo>
                  <a:pt x="15786" y="41325"/>
                </a:lnTo>
                <a:lnTo>
                  <a:pt x="127355" y="41325"/>
                </a:lnTo>
                <a:lnTo>
                  <a:pt x="126225" y="50406"/>
                </a:lnTo>
                <a:lnTo>
                  <a:pt x="124485" y="59258"/>
                </a:lnTo>
                <a:lnTo>
                  <a:pt x="122123" y="67881"/>
                </a:lnTo>
                <a:lnTo>
                  <a:pt x="119087" y="76263"/>
                </a:lnTo>
                <a:lnTo>
                  <a:pt x="0" y="81902"/>
                </a:lnTo>
                <a:lnTo>
                  <a:pt x="4762" y="104940"/>
                </a:lnTo>
                <a:lnTo>
                  <a:pt x="108318" y="96926"/>
                </a:lnTo>
                <a:lnTo>
                  <a:pt x="90906" y="117716"/>
                </a:lnTo>
                <a:lnTo>
                  <a:pt x="90792" y="117843"/>
                </a:lnTo>
                <a:lnTo>
                  <a:pt x="67335" y="136385"/>
                </a:lnTo>
                <a:lnTo>
                  <a:pt x="37744" y="152412"/>
                </a:lnTo>
                <a:lnTo>
                  <a:pt x="1752" y="165798"/>
                </a:lnTo>
                <a:lnTo>
                  <a:pt x="13030" y="188341"/>
                </a:lnTo>
                <a:lnTo>
                  <a:pt x="62509" y="168338"/>
                </a:lnTo>
                <a:lnTo>
                  <a:pt x="101168" y="142748"/>
                </a:lnTo>
                <a:lnTo>
                  <a:pt x="129374" y="111912"/>
                </a:lnTo>
                <a:lnTo>
                  <a:pt x="136969" y="96926"/>
                </a:lnTo>
                <a:lnTo>
                  <a:pt x="147447" y="76263"/>
                </a:lnTo>
                <a:lnTo>
                  <a:pt x="226402" y="76263"/>
                </a:lnTo>
                <a:lnTo>
                  <a:pt x="226402" y="117716"/>
                </a:lnTo>
                <a:lnTo>
                  <a:pt x="143751" y="117716"/>
                </a:lnTo>
                <a:lnTo>
                  <a:pt x="143751" y="140500"/>
                </a:lnTo>
                <a:lnTo>
                  <a:pt x="226402" y="140500"/>
                </a:lnTo>
                <a:lnTo>
                  <a:pt x="226402" y="189090"/>
                </a:lnTo>
                <a:lnTo>
                  <a:pt x="254203" y="189090"/>
                </a:lnTo>
                <a:lnTo>
                  <a:pt x="254203" y="76263"/>
                </a:lnTo>
                <a:lnTo>
                  <a:pt x="254203" y="52844"/>
                </a:lnTo>
                <a:lnTo>
                  <a:pt x="254203" y="0"/>
                </a:lnTo>
                <a:close/>
              </a:path>
              <a:path w="568325" h="316865">
                <a:moveTo>
                  <a:pt x="284010" y="292265"/>
                </a:moveTo>
                <a:lnTo>
                  <a:pt x="256794" y="279450"/>
                </a:lnTo>
                <a:lnTo>
                  <a:pt x="236486" y="261061"/>
                </a:lnTo>
                <a:lnTo>
                  <a:pt x="232638" y="254406"/>
                </a:lnTo>
                <a:lnTo>
                  <a:pt x="232524" y="254203"/>
                </a:lnTo>
                <a:lnTo>
                  <a:pt x="223786" y="239052"/>
                </a:lnTo>
                <a:lnTo>
                  <a:pt x="219392" y="215379"/>
                </a:lnTo>
                <a:lnTo>
                  <a:pt x="219392" y="198348"/>
                </a:lnTo>
                <a:lnTo>
                  <a:pt x="192341" y="198348"/>
                </a:lnTo>
                <a:lnTo>
                  <a:pt x="192341" y="215379"/>
                </a:lnTo>
                <a:lnTo>
                  <a:pt x="189318" y="234467"/>
                </a:lnTo>
                <a:lnTo>
                  <a:pt x="180759" y="254203"/>
                </a:lnTo>
                <a:lnTo>
                  <a:pt x="180670" y="254406"/>
                </a:lnTo>
                <a:lnTo>
                  <a:pt x="166420" y="273329"/>
                </a:lnTo>
                <a:lnTo>
                  <a:pt x="146634" y="289394"/>
                </a:lnTo>
                <a:lnTo>
                  <a:pt x="127025" y="274510"/>
                </a:lnTo>
                <a:lnTo>
                  <a:pt x="113068" y="256324"/>
                </a:lnTo>
                <a:lnTo>
                  <a:pt x="112699" y="255447"/>
                </a:lnTo>
                <a:lnTo>
                  <a:pt x="104711" y="236169"/>
                </a:lnTo>
                <a:lnTo>
                  <a:pt x="101930" y="215379"/>
                </a:lnTo>
                <a:lnTo>
                  <a:pt x="101930" y="198348"/>
                </a:lnTo>
                <a:lnTo>
                  <a:pt x="75387" y="198348"/>
                </a:lnTo>
                <a:lnTo>
                  <a:pt x="75387" y="215379"/>
                </a:lnTo>
                <a:lnTo>
                  <a:pt x="70827" y="238036"/>
                </a:lnTo>
                <a:lnTo>
                  <a:pt x="58077" y="259842"/>
                </a:lnTo>
                <a:lnTo>
                  <a:pt x="37947" y="278638"/>
                </a:lnTo>
                <a:lnTo>
                  <a:pt x="11277" y="292265"/>
                </a:lnTo>
                <a:lnTo>
                  <a:pt x="25044" y="313550"/>
                </a:lnTo>
                <a:lnTo>
                  <a:pt x="45847" y="303390"/>
                </a:lnTo>
                <a:lnTo>
                  <a:pt x="63588" y="289763"/>
                </a:lnTo>
                <a:lnTo>
                  <a:pt x="77660" y="273583"/>
                </a:lnTo>
                <a:lnTo>
                  <a:pt x="88036" y="255447"/>
                </a:lnTo>
                <a:lnTo>
                  <a:pt x="97015" y="274345"/>
                </a:lnTo>
                <a:lnTo>
                  <a:pt x="109778" y="291287"/>
                </a:lnTo>
                <a:lnTo>
                  <a:pt x="126403" y="305511"/>
                </a:lnTo>
                <a:lnTo>
                  <a:pt x="147015" y="316306"/>
                </a:lnTo>
                <a:lnTo>
                  <a:pt x="167335" y="304952"/>
                </a:lnTo>
                <a:lnTo>
                  <a:pt x="183845" y="290144"/>
                </a:lnTo>
                <a:lnTo>
                  <a:pt x="184404" y="289394"/>
                </a:lnTo>
                <a:lnTo>
                  <a:pt x="196507" y="273037"/>
                </a:lnTo>
                <a:lnTo>
                  <a:pt x="196621" y="272884"/>
                </a:lnTo>
                <a:lnTo>
                  <a:pt x="205638" y="254406"/>
                </a:lnTo>
                <a:lnTo>
                  <a:pt x="205740" y="254203"/>
                </a:lnTo>
                <a:lnTo>
                  <a:pt x="215798" y="272884"/>
                </a:lnTo>
                <a:lnTo>
                  <a:pt x="215887" y="273037"/>
                </a:lnTo>
                <a:lnTo>
                  <a:pt x="229844" y="289394"/>
                </a:lnTo>
                <a:lnTo>
                  <a:pt x="230212" y="289763"/>
                </a:lnTo>
                <a:lnTo>
                  <a:pt x="248145" y="303390"/>
                </a:lnTo>
                <a:lnTo>
                  <a:pt x="269976" y="313550"/>
                </a:lnTo>
                <a:lnTo>
                  <a:pt x="284010" y="292265"/>
                </a:lnTo>
                <a:close/>
              </a:path>
              <a:path w="568325" h="316865">
                <a:moveTo>
                  <a:pt x="491871" y="226656"/>
                </a:moveTo>
                <a:lnTo>
                  <a:pt x="490067" y="213880"/>
                </a:lnTo>
                <a:lnTo>
                  <a:pt x="488619" y="203606"/>
                </a:lnTo>
                <a:lnTo>
                  <a:pt x="456539" y="208737"/>
                </a:lnTo>
                <a:lnTo>
                  <a:pt x="424459" y="211848"/>
                </a:lnTo>
                <a:lnTo>
                  <a:pt x="389953" y="213398"/>
                </a:lnTo>
                <a:lnTo>
                  <a:pt x="350621" y="213880"/>
                </a:lnTo>
                <a:lnTo>
                  <a:pt x="350621" y="53340"/>
                </a:lnTo>
                <a:lnTo>
                  <a:pt x="467080" y="53340"/>
                </a:lnTo>
                <a:lnTo>
                  <a:pt x="467080" y="30060"/>
                </a:lnTo>
                <a:lnTo>
                  <a:pt x="322580" y="30060"/>
                </a:lnTo>
                <a:lnTo>
                  <a:pt x="322580" y="237426"/>
                </a:lnTo>
                <a:lnTo>
                  <a:pt x="346862" y="237426"/>
                </a:lnTo>
                <a:lnTo>
                  <a:pt x="388467" y="236969"/>
                </a:lnTo>
                <a:lnTo>
                  <a:pt x="424624" y="235318"/>
                </a:lnTo>
                <a:lnTo>
                  <a:pt x="458152" y="232029"/>
                </a:lnTo>
                <a:lnTo>
                  <a:pt x="491871" y="226656"/>
                </a:lnTo>
                <a:close/>
              </a:path>
              <a:path w="568325" h="316865">
                <a:moveTo>
                  <a:pt x="568007" y="0"/>
                </a:moveTo>
                <a:lnTo>
                  <a:pt x="540207" y="0"/>
                </a:lnTo>
                <a:lnTo>
                  <a:pt x="540207" y="114452"/>
                </a:lnTo>
                <a:lnTo>
                  <a:pt x="448297" y="114452"/>
                </a:lnTo>
                <a:lnTo>
                  <a:pt x="448297" y="137744"/>
                </a:lnTo>
                <a:lnTo>
                  <a:pt x="540207" y="137744"/>
                </a:lnTo>
                <a:lnTo>
                  <a:pt x="540207" y="315315"/>
                </a:lnTo>
                <a:lnTo>
                  <a:pt x="568007" y="315315"/>
                </a:lnTo>
                <a:lnTo>
                  <a:pt x="5680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11149203" y="6855721"/>
            <a:ext cx="239395" cy="314960"/>
          </a:xfrm>
          <a:custGeom>
            <a:avLst/>
            <a:gdLst/>
            <a:ahLst/>
            <a:cxnLst/>
            <a:rect l="l" t="t" r="r" b="b"/>
            <a:pathLst>
              <a:path w="239395" h="314959">
                <a:moveTo>
                  <a:pt x="238922" y="0"/>
                </a:moveTo>
                <a:lnTo>
                  <a:pt x="211374" y="0"/>
                </a:lnTo>
                <a:lnTo>
                  <a:pt x="211374" y="314806"/>
                </a:lnTo>
                <a:lnTo>
                  <a:pt x="238922" y="314806"/>
                </a:lnTo>
                <a:lnTo>
                  <a:pt x="238922" y="0"/>
                </a:lnTo>
                <a:close/>
              </a:path>
              <a:path w="239395" h="314959">
                <a:moveTo>
                  <a:pt x="27298" y="31054"/>
                </a:moveTo>
                <a:lnTo>
                  <a:pt x="0" y="31054"/>
                </a:lnTo>
                <a:lnTo>
                  <a:pt x="0" y="233663"/>
                </a:lnTo>
                <a:lnTo>
                  <a:pt x="25544" y="233663"/>
                </a:lnTo>
                <a:lnTo>
                  <a:pt x="63307" y="232857"/>
                </a:lnTo>
                <a:lnTo>
                  <a:pt x="101491" y="230219"/>
                </a:lnTo>
                <a:lnTo>
                  <a:pt x="140709" y="225422"/>
                </a:lnTo>
                <a:lnTo>
                  <a:pt x="181571" y="218135"/>
                </a:lnTo>
                <a:lnTo>
                  <a:pt x="180187" y="209370"/>
                </a:lnTo>
                <a:lnTo>
                  <a:pt x="27298" y="209370"/>
                </a:lnTo>
                <a:lnTo>
                  <a:pt x="27298" y="31054"/>
                </a:lnTo>
                <a:close/>
              </a:path>
              <a:path w="239395" h="314959">
                <a:moveTo>
                  <a:pt x="177814" y="194343"/>
                </a:moveTo>
                <a:lnTo>
                  <a:pt x="138712" y="201375"/>
                </a:lnTo>
                <a:lnTo>
                  <a:pt x="100725" y="205989"/>
                </a:lnTo>
                <a:lnTo>
                  <a:pt x="63653" y="208536"/>
                </a:lnTo>
                <a:lnTo>
                  <a:pt x="27298" y="209370"/>
                </a:lnTo>
                <a:lnTo>
                  <a:pt x="180187" y="209370"/>
                </a:lnTo>
                <a:lnTo>
                  <a:pt x="177814" y="1943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11452740" y="7098151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22789" y="0"/>
                </a:moveTo>
                <a:lnTo>
                  <a:pt x="13910" y="1800"/>
                </a:lnTo>
                <a:lnTo>
                  <a:pt x="6604" y="6699"/>
                </a:lnTo>
                <a:lnTo>
                  <a:pt x="1694" y="13946"/>
                </a:lnTo>
                <a:lnTo>
                  <a:pt x="0" y="22790"/>
                </a:lnTo>
                <a:lnTo>
                  <a:pt x="1694" y="31634"/>
                </a:lnTo>
                <a:lnTo>
                  <a:pt x="6604" y="38881"/>
                </a:lnTo>
                <a:lnTo>
                  <a:pt x="13910" y="43780"/>
                </a:lnTo>
                <a:lnTo>
                  <a:pt x="22789" y="45580"/>
                </a:lnTo>
                <a:lnTo>
                  <a:pt x="31633" y="43780"/>
                </a:lnTo>
                <a:lnTo>
                  <a:pt x="38880" y="38881"/>
                </a:lnTo>
                <a:lnTo>
                  <a:pt x="43779" y="31634"/>
                </a:lnTo>
                <a:lnTo>
                  <a:pt x="45579" y="22790"/>
                </a:lnTo>
                <a:lnTo>
                  <a:pt x="43779" y="13946"/>
                </a:lnTo>
                <a:lnTo>
                  <a:pt x="38880" y="6699"/>
                </a:lnTo>
                <a:lnTo>
                  <a:pt x="31633" y="1800"/>
                </a:lnTo>
                <a:lnTo>
                  <a:pt x="227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11628194" y="6855721"/>
            <a:ext cx="292100" cy="314960"/>
          </a:xfrm>
          <a:custGeom>
            <a:avLst/>
            <a:gdLst/>
            <a:ahLst/>
            <a:cxnLst/>
            <a:rect l="l" t="t" r="r" b="b"/>
            <a:pathLst>
              <a:path w="292100" h="314959">
                <a:moveTo>
                  <a:pt x="240426" y="0"/>
                </a:moveTo>
                <a:lnTo>
                  <a:pt x="212626" y="0"/>
                </a:lnTo>
                <a:lnTo>
                  <a:pt x="212626" y="314556"/>
                </a:lnTo>
                <a:lnTo>
                  <a:pt x="240426" y="314556"/>
                </a:lnTo>
                <a:lnTo>
                  <a:pt x="240426" y="151267"/>
                </a:lnTo>
                <a:lnTo>
                  <a:pt x="291515" y="151267"/>
                </a:lnTo>
                <a:lnTo>
                  <a:pt x="291515" y="128226"/>
                </a:lnTo>
                <a:lnTo>
                  <a:pt x="240426" y="128226"/>
                </a:lnTo>
                <a:lnTo>
                  <a:pt x="240426" y="0"/>
                </a:lnTo>
                <a:close/>
              </a:path>
              <a:path w="292100" h="314959">
                <a:moveTo>
                  <a:pt x="141800" y="133861"/>
                </a:moveTo>
                <a:lnTo>
                  <a:pt x="113826" y="133861"/>
                </a:lnTo>
                <a:lnTo>
                  <a:pt x="96217" y="164474"/>
                </a:lnTo>
                <a:lnTo>
                  <a:pt x="71846" y="192716"/>
                </a:lnTo>
                <a:lnTo>
                  <a:pt x="40008" y="218421"/>
                </a:lnTo>
                <a:lnTo>
                  <a:pt x="0" y="241427"/>
                </a:lnTo>
                <a:lnTo>
                  <a:pt x="15528" y="262464"/>
                </a:lnTo>
                <a:lnTo>
                  <a:pt x="65520" y="232460"/>
                </a:lnTo>
                <a:lnTo>
                  <a:pt x="103248" y="198415"/>
                </a:lnTo>
                <a:lnTo>
                  <a:pt x="130136" y="160878"/>
                </a:lnTo>
                <a:lnTo>
                  <a:pt x="141800" y="133861"/>
                </a:lnTo>
                <a:close/>
              </a:path>
              <a:path w="292100" h="314959">
                <a:moveTo>
                  <a:pt x="160033" y="32808"/>
                </a:moveTo>
                <a:lnTo>
                  <a:pt x="17280" y="32808"/>
                </a:lnTo>
                <a:lnTo>
                  <a:pt x="17280" y="55848"/>
                </a:lnTo>
                <a:lnTo>
                  <a:pt x="132359" y="55848"/>
                </a:lnTo>
                <a:lnTo>
                  <a:pt x="130987" y="70169"/>
                </a:lnTo>
                <a:lnTo>
                  <a:pt x="128899" y="84195"/>
                </a:lnTo>
                <a:lnTo>
                  <a:pt x="126037" y="97917"/>
                </a:lnTo>
                <a:lnTo>
                  <a:pt x="122341" y="111322"/>
                </a:lnTo>
                <a:lnTo>
                  <a:pt x="1252" y="119711"/>
                </a:lnTo>
                <a:lnTo>
                  <a:pt x="5760" y="144004"/>
                </a:lnTo>
                <a:lnTo>
                  <a:pt x="113826" y="133861"/>
                </a:lnTo>
                <a:lnTo>
                  <a:pt x="141800" y="133861"/>
                </a:lnTo>
                <a:lnTo>
                  <a:pt x="147613" y="120398"/>
                </a:lnTo>
                <a:lnTo>
                  <a:pt x="157103" y="77525"/>
                </a:lnTo>
                <a:lnTo>
                  <a:pt x="160033" y="328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12118302" y="6855726"/>
            <a:ext cx="90170" cy="314960"/>
          </a:xfrm>
          <a:custGeom>
            <a:avLst/>
            <a:gdLst/>
            <a:ahLst/>
            <a:cxnLst/>
            <a:rect l="l" t="t" r="r" b="b"/>
            <a:pathLst>
              <a:path w="90170" h="314959">
                <a:moveTo>
                  <a:pt x="26797" y="141998"/>
                </a:moveTo>
                <a:lnTo>
                  <a:pt x="0" y="141998"/>
                </a:lnTo>
                <a:lnTo>
                  <a:pt x="0" y="298780"/>
                </a:lnTo>
                <a:lnTo>
                  <a:pt x="26797" y="298780"/>
                </a:lnTo>
                <a:lnTo>
                  <a:pt x="26797" y="141998"/>
                </a:lnTo>
                <a:close/>
              </a:path>
              <a:path w="90170" h="314959">
                <a:moveTo>
                  <a:pt x="89916" y="0"/>
                </a:moveTo>
                <a:lnTo>
                  <a:pt x="63119" y="0"/>
                </a:lnTo>
                <a:lnTo>
                  <a:pt x="63119" y="314807"/>
                </a:lnTo>
                <a:lnTo>
                  <a:pt x="89916" y="314807"/>
                </a:lnTo>
                <a:lnTo>
                  <a:pt x="899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11950002" y="6862495"/>
            <a:ext cx="195580" cy="222885"/>
          </a:xfrm>
          <a:custGeom>
            <a:avLst/>
            <a:gdLst/>
            <a:ahLst/>
            <a:cxnLst/>
            <a:rect l="l" t="t" r="r" b="b"/>
            <a:pathLst>
              <a:path w="195579" h="222884">
                <a:moveTo>
                  <a:pt x="195097" y="112344"/>
                </a:moveTo>
                <a:lnTo>
                  <a:pt x="120713" y="112344"/>
                </a:lnTo>
                <a:lnTo>
                  <a:pt x="120713" y="52654"/>
                </a:lnTo>
                <a:lnTo>
                  <a:pt x="120713" y="29794"/>
                </a:lnTo>
                <a:lnTo>
                  <a:pt x="94424" y="29794"/>
                </a:lnTo>
                <a:lnTo>
                  <a:pt x="94424" y="52654"/>
                </a:lnTo>
                <a:lnTo>
                  <a:pt x="94424" y="112344"/>
                </a:lnTo>
                <a:lnTo>
                  <a:pt x="94424" y="135204"/>
                </a:lnTo>
                <a:lnTo>
                  <a:pt x="94424" y="201256"/>
                </a:lnTo>
                <a:lnTo>
                  <a:pt x="26301" y="201256"/>
                </a:lnTo>
                <a:lnTo>
                  <a:pt x="26301" y="52654"/>
                </a:lnTo>
                <a:lnTo>
                  <a:pt x="94424" y="52654"/>
                </a:lnTo>
                <a:lnTo>
                  <a:pt x="94424" y="29794"/>
                </a:lnTo>
                <a:lnTo>
                  <a:pt x="0" y="29794"/>
                </a:lnTo>
                <a:lnTo>
                  <a:pt x="0" y="52654"/>
                </a:lnTo>
                <a:lnTo>
                  <a:pt x="0" y="201256"/>
                </a:lnTo>
                <a:lnTo>
                  <a:pt x="0" y="222834"/>
                </a:lnTo>
                <a:lnTo>
                  <a:pt x="120713" y="222834"/>
                </a:lnTo>
                <a:lnTo>
                  <a:pt x="120713" y="201256"/>
                </a:lnTo>
                <a:lnTo>
                  <a:pt x="120713" y="135204"/>
                </a:lnTo>
                <a:lnTo>
                  <a:pt x="195097" y="135204"/>
                </a:lnTo>
                <a:lnTo>
                  <a:pt x="195097" y="112344"/>
                </a:lnTo>
                <a:close/>
              </a:path>
              <a:path w="195579" h="222884">
                <a:moveTo>
                  <a:pt x="195097" y="0"/>
                </a:moveTo>
                <a:lnTo>
                  <a:pt x="168300" y="0"/>
                </a:lnTo>
                <a:lnTo>
                  <a:pt x="168300" y="111937"/>
                </a:lnTo>
                <a:lnTo>
                  <a:pt x="195097" y="111937"/>
                </a:lnTo>
                <a:lnTo>
                  <a:pt x="1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12264314" y="6855726"/>
            <a:ext cx="596265" cy="315595"/>
          </a:xfrm>
          <a:custGeom>
            <a:avLst/>
            <a:gdLst/>
            <a:ahLst/>
            <a:cxnLst/>
            <a:rect l="l" t="t" r="r" b="b"/>
            <a:pathLst>
              <a:path w="596265" h="315595">
                <a:moveTo>
                  <a:pt x="178320" y="227660"/>
                </a:moveTo>
                <a:lnTo>
                  <a:pt x="176872" y="215633"/>
                </a:lnTo>
                <a:lnTo>
                  <a:pt x="175564" y="204609"/>
                </a:lnTo>
                <a:lnTo>
                  <a:pt x="140538" y="210083"/>
                </a:lnTo>
                <a:lnTo>
                  <a:pt x="105879" y="213461"/>
                </a:lnTo>
                <a:lnTo>
                  <a:pt x="69240" y="215163"/>
                </a:lnTo>
                <a:lnTo>
                  <a:pt x="28295" y="215633"/>
                </a:lnTo>
                <a:lnTo>
                  <a:pt x="28295" y="141998"/>
                </a:lnTo>
                <a:lnTo>
                  <a:pt x="143256" y="141998"/>
                </a:lnTo>
                <a:lnTo>
                  <a:pt x="143256" y="29298"/>
                </a:lnTo>
                <a:lnTo>
                  <a:pt x="0" y="29298"/>
                </a:lnTo>
                <a:lnTo>
                  <a:pt x="0" y="52349"/>
                </a:lnTo>
                <a:lnTo>
                  <a:pt x="115455" y="52349"/>
                </a:lnTo>
                <a:lnTo>
                  <a:pt x="115455" y="118960"/>
                </a:lnTo>
                <a:lnTo>
                  <a:pt x="749" y="118960"/>
                </a:lnTo>
                <a:lnTo>
                  <a:pt x="749" y="239179"/>
                </a:lnTo>
                <a:lnTo>
                  <a:pt x="25793" y="239179"/>
                </a:lnTo>
                <a:lnTo>
                  <a:pt x="68326" y="238531"/>
                </a:lnTo>
                <a:lnTo>
                  <a:pt x="106286" y="236702"/>
                </a:lnTo>
                <a:lnTo>
                  <a:pt x="142125" y="233222"/>
                </a:lnTo>
                <a:lnTo>
                  <a:pt x="178320" y="227660"/>
                </a:lnTo>
                <a:close/>
              </a:path>
              <a:path w="596265" h="315595">
                <a:moveTo>
                  <a:pt x="283997" y="125222"/>
                </a:moveTo>
                <a:lnTo>
                  <a:pt x="231406" y="125222"/>
                </a:lnTo>
                <a:lnTo>
                  <a:pt x="231406" y="0"/>
                </a:lnTo>
                <a:lnTo>
                  <a:pt x="203860" y="0"/>
                </a:lnTo>
                <a:lnTo>
                  <a:pt x="203860" y="315315"/>
                </a:lnTo>
                <a:lnTo>
                  <a:pt x="231406" y="315315"/>
                </a:lnTo>
                <a:lnTo>
                  <a:pt x="231406" y="148767"/>
                </a:lnTo>
                <a:lnTo>
                  <a:pt x="283997" y="148767"/>
                </a:lnTo>
                <a:lnTo>
                  <a:pt x="283997" y="125222"/>
                </a:lnTo>
                <a:close/>
              </a:path>
              <a:path w="596265" h="315595">
                <a:moveTo>
                  <a:pt x="463575" y="33807"/>
                </a:moveTo>
                <a:lnTo>
                  <a:pt x="318058" y="33807"/>
                </a:lnTo>
                <a:lnTo>
                  <a:pt x="318058" y="57099"/>
                </a:lnTo>
                <a:lnTo>
                  <a:pt x="435267" y="57099"/>
                </a:lnTo>
                <a:lnTo>
                  <a:pt x="426948" y="100215"/>
                </a:lnTo>
                <a:lnTo>
                  <a:pt x="409549" y="139636"/>
                </a:lnTo>
                <a:lnTo>
                  <a:pt x="383108" y="175082"/>
                </a:lnTo>
                <a:lnTo>
                  <a:pt x="347662" y="206273"/>
                </a:lnTo>
                <a:lnTo>
                  <a:pt x="303288" y="232918"/>
                </a:lnTo>
                <a:lnTo>
                  <a:pt x="318808" y="254698"/>
                </a:lnTo>
                <a:lnTo>
                  <a:pt x="365175" y="226961"/>
                </a:lnTo>
                <a:lnTo>
                  <a:pt x="401929" y="194767"/>
                </a:lnTo>
                <a:lnTo>
                  <a:pt x="429602" y="158724"/>
                </a:lnTo>
                <a:lnTo>
                  <a:pt x="448741" y="119468"/>
                </a:lnTo>
                <a:lnTo>
                  <a:pt x="459892" y="77622"/>
                </a:lnTo>
                <a:lnTo>
                  <a:pt x="463575" y="33807"/>
                </a:lnTo>
                <a:close/>
              </a:path>
              <a:path w="596265" h="315595">
                <a:moveTo>
                  <a:pt x="596049" y="127977"/>
                </a:moveTo>
                <a:lnTo>
                  <a:pt x="544969" y="127977"/>
                </a:lnTo>
                <a:lnTo>
                  <a:pt x="544969" y="0"/>
                </a:lnTo>
                <a:lnTo>
                  <a:pt x="517169" y="0"/>
                </a:lnTo>
                <a:lnTo>
                  <a:pt x="517169" y="314553"/>
                </a:lnTo>
                <a:lnTo>
                  <a:pt x="544969" y="314553"/>
                </a:lnTo>
                <a:lnTo>
                  <a:pt x="544969" y="151523"/>
                </a:lnTo>
                <a:lnTo>
                  <a:pt x="596049" y="151523"/>
                </a:lnTo>
                <a:lnTo>
                  <a:pt x="596049" y="1279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12970345" y="6853224"/>
            <a:ext cx="583565" cy="317500"/>
          </a:xfrm>
          <a:custGeom>
            <a:avLst/>
            <a:gdLst/>
            <a:ahLst/>
            <a:cxnLst/>
            <a:rect l="l" t="t" r="r" b="b"/>
            <a:pathLst>
              <a:path w="583565" h="317500">
                <a:moveTo>
                  <a:pt x="169545" y="130733"/>
                </a:moveTo>
                <a:lnTo>
                  <a:pt x="163969" y="107696"/>
                </a:lnTo>
                <a:lnTo>
                  <a:pt x="153924" y="96164"/>
                </a:lnTo>
                <a:lnTo>
                  <a:pt x="148539" y="90004"/>
                </a:lnTo>
                <a:lnTo>
                  <a:pt x="143256" y="87490"/>
                </a:lnTo>
                <a:lnTo>
                  <a:pt x="143256" y="130733"/>
                </a:lnTo>
                <a:lnTo>
                  <a:pt x="139560" y="145110"/>
                </a:lnTo>
                <a:lnTo>
                  <a:pt x="129476" y="156019"/>
                </a:lnTo>
                <a:lnTo>
                  <a:pt x="113957" y="162991"/>
                </a:lnTo>
                <a:lnTo>
                  <a:pt x="93916" y="165544"/>
                </a:lnTo>
                <a:lnTo>
                  <a:pt x="73596" y="162991"/>
                </a:lnTo>
                <a:lnTo>
                  <a:pt x="57975" y="156019"/>
                </a:lnTo>
                <a:lnTo>
                  <a:pt x="47993" y="145110"/>
                </a:lnTo>
                <a:lnTo>
                  <a:pt x="44577" y="130733"/>
                </a:lnTo>
                <a:lnTo>
                  <a:pt x="47993" y="116560"/>
                </a:lnTo>
                <a:lnTo>
                  <a:pt x="57975" y="105651"/>
                </a:lnTo>
                <a:lnTo>
                  <a:pt x="73596" y="98640"/>
                </a:lnTo>
                <a:lnTo>
                  <a:pt x="93916" y="96164"/>
                </a:lnTo>
                <a:lnTo>
                  <a:pt x="113957" y="98640"/>
                </a:lnTo>
                <a:lnTo>
                  <a:pt x="129476" y="105651"/>
                </a:lnTo>
                <a:lnTo>
                  <a:pt x="139560" y="116560"/>
                </a:lnTo>
                <a:lnTo>
                  <a:pt x="143256" y="130733"/>
                </a:lnTo>
                <a:lnTo>
                  <a:pt x="143256" y="87490"/>
                </a:lnTo>
                <a:lnTo>
                  <a:pt x="124714" y="78638"/>
                </a:lnTo>
                <a:lnTo>
                  <a:pt x="93916" y="74625"/>
                </a:lnTo>
                <a:lnTo>
                  <a:pt x="62687" y="78638"/>
                </a:lnTo>
                <a:lnTo>
                  <a:pt x="38696" y="90004"/>
                </a:lnTo>
                <a:lnTo>
                  <a:pt x="23342" y="107696"/>
                </a:lnTo>
                <a:lnTo>
                  <a:pt x="18034" y="130733"/>
                </a:lnTo>
                <a:lnTo>
                  <a:pt x="23342" y="153860"/>
                </a:lnTo>
                <a:lnTo>
                  <a:pt x="38696" y="171551"/>
                </a:lnTo>
                <a:lnTo>
                  <a:pt x="62687" y="182854"/>
                </a:lnTo>
                <a:lnTo>
                  <a:pt x="93916" y="186829"/>
                </a:lnTo>
                <a:lnTo>
                  <a:pt x="124714" y="182854"/>
                </a:lnTo>
                <a:lnTo>
                  <a:pt x="148539" y="171551"/>
                </a:lnTo>
                <a:lnTo>
                  <a:pt x="153784" y="165544"/>
                </a:lnTo>
                <a:lnTo>
                  <a:pt x="163969" y="153860"/>
                </a:lnTo>
                <a:lnTo>
                  <a:pt x="169545" y="130733"/>
                </a:lnTo>
                <a:close/>
              </a:path>
              <a:path w="583565" h="317500">
                <a:moveTo>
                  <a:pt x="187579" y="36068"/>
                </a:moveTo>
                <a:lnTo>
                  <a:pt x="107696" y="36068"/>
                </a:lnTo>
                <a:lnTo>
                  <a:pt x="107696" y="0"/>
                </a:lnTo>
                <a:lnTo>
                  <a:pt x="80137" y="0"/>
                </a:lnTo>
                <a:lnTo>
                  <a:pt x="80137" y="36068"/>
                </a:lnTo>
                <a:lnTo>
                  <a:pt x="0" y="36068"/>
                </a:lnTo>
                <a:lnTo>
                  <a:pt x="0" y="58851"/>
                </a:lnTo>
                <a:lnTo>
                  <a:pt x="187579" y="58851"/>
                </a:lnTo>
                <a:lnTo>
                  <a:pt x="187579" y="36068"/>
                </a:lnTo>
                <a:close/>
              </a:path>
              <a:path w="583565" h="317500">
                <a:moveTo>
                  <a:pt x="245440" y="210121"/>
                </a:moveTo>
                <a:lnTo>
                  <a:pt x="217881" y="210121"/>
                </a:lnTo>
                <a:lnTo>
                  <a:pt x="217881" y="232410"/>
                </a:lnTo>
                <a:lnTo>
                  <a:pt x="217881" y="290258"/>
                </a:lnTo>
                <a:lnTo>
                  <a:pt x="73875" y="290258"/>
                </a:lnTo>
                <a:lnTo>
                  <a:pt x="73875" y="232410"/>
                </a:lnTo>
                <a:lnTo>
                  <a:pt x="217881" y="232410"/>
                </a:lnTo>
                <a:lnTo>
                  <a:pt x="217881" y="210121"/>
                </a:lnTo>
                <a:lnTo>
                  <a:pt x="46583" y="210121"/>
                </a:lnTo>
                <a:lnTo>
                  <a:pt x="46583" y="313055"/>
                </a:lnTo>
                <a:lnTo>
                  <a:pt x="245440" y="313055"/>
                </a:lnTo>
                <a:lnTo>
                  <a:pt x="245440" y="290258"/>
                </a:lnTo>
                <a:lnTo>
                  <a:pt x="245440" y="232410"/>
                </a:lnTo>
                <a:lnTo>
                  <a:pt x="245440" y="210121"/>
                </a:lnTo>
                <a:close/>
              </a:path>
              <a:path w="583565" h="317500">
                <a:moveTo>
                  <a:pt x="292773" y="86156"/>
                </a:moveTo>
                <a:lnTo>
                  <a:pt x="245440" y="86156"/>
                </a:lnTo>
                <a:lnTo>
                  <a:pt x="245440" y="2501"/>
                </a:lnTo>
                <a:lnTo>
                  <a:pt x="217639" y="2501"/>
                </a:lnTo>
                <a:lnTo>
                  <a:pt x="217639" y="192087"/>
                </a:lnTo>
                <a:lnTo>
                  <a:pt x="245440" y="192087"/>
                </a:lnTo>
                <a:lnTo>
                  <a:pt x="245440" y="110197"/>
                </a:lnTo>
                <a:lnTo>
                  <a:pt x="292773" y="110197"/>
                </a:lnTo>
                <a:lnTo>
                  <a:pt x="292773" y="86156"/>
                </a:lnTo>
                <a:close/>
              </a:path>
              <a:path w="583565" h="317500">
                <a:moveTo>
                  <a:pt x="390944" y="40576"/>
                </a:moveTo>
                <a:lnTo>
                  <a:pt x="319811" y="40576"/>
                </a:lnTo>
                <a:lnTo>
                  <a:pt x="319811" y="63614"/>
                </a:lnTo>
                <a:lnTo>
                  <a:pt x="366776" y="63614"/>
                </a:lnTo>
                <a:lnTo>
                  <a:pt x="363042" y="107086"/>
                </a:lnTo>
                <a:lnTo>
                  <a:pt x="354177" y="149263"/>
                </a:lnTo>
                <a:lnTo>
                  <a:pt x="354063" y="149796"/>
                </a:lnTo>
                <a:lnTo>
                  <a:pt x="338137" y="190855"/>
                </a:lnTo>
                <a:lnTo>
                  <a:pt x="313550" y="229400"/>
                </a:lnTo>
                <a:lnTo>
                  <a:pt x="335597" y="242176"/>
                </a:lnTo>
                <a:lnTo>
                  <a:pt x="363537" y="194195"/>
                </a:lnTo>
                <a:lnTo>
                  <a:pt x="380365" y="143256"/>
                </a:lnTo>
                <a:lnTo>
                  <a:pt x="388632" y="91376"/>
                </a:lnTo>
                <a:lnTo>
                  <a:pt x="390944" y="40576"/>
                </a:lnTo>
                <a:close/>
              </a:path>
              <a:path w="583565" h="317500">
                <a:moveTo>
                  <a:pt x="524675" y="11023"/>
                </a:moveTo>
                <a:lnTo>
                  <a:pt x="498132" y="11023"/>
                </a:lnTo>
                <a:lnTo>
                  <a:pt x="498132" y="126225"/>
                </a:lnTo>
                <a:lnTo>
                  <a:pt x="456184" y="126225"/>
                </a:lnTo>
                <a:lnTo>
                  <a:pt x="459905" y="81559"/>
                </a:lnTo>
                <a:lnTo>
                  <a:pt x="460819" y="40576"/>
                </a:lnTo>
                <a:lnTo>
                  <a:pt x="400964" y="40576"/>
                </a:lnTo>
                <a:lnTo>
                  <a:pt x="400964" y="63614"/>
                </a:lnTo>
                <a:lnTo>
                  <a:pt x="436524" y="63614"/>
                </a:lnTo>
                <a:lnTo>
                  <a:pt x="433920" y="109791"/>
                </a:lnTo>
                <a:lnTo>
                  <a:pt x="426173" y="158038"/>
                </a:lnTo>
                <a:lnTo>
                  <a:pt x="410514" y="205663"/>
                </a:lnTo>
                <a:lnTo>
                  <a:pt x="384175" y="249936"/>
                </a:lnTo>
                <a:lnTo>
                  <a:pt x="405968" y="262966"/>
                </a:lnTo>
                <a:lnTo>
                  <a:pt x="423049" y="236143"/>
                </a:lnTo>
                <a:lnTo>
                  <a:pt x="436168" y="207899"/>
                </a:lnTo>
                <a:lnTo>
                  <a:pt x="445820" y="178752"/>
                </a:lnTo>
                <a:lnTo>
                  <a:pt x="452424" y="149796"/>
                </a:lnTo>
                <a:lnTo>
                  <a:pt x="452551" y="149263"/>
                </a:lnTo>
                <a:lnTo>
                  <a:pt x="498132" y="149263"/>
                </a:lnTo>
                <a:lnTo>
                  <a:pt x="498132" y="301282"/>
                </a:lnTo>
                <a:lnTo>
                  <a:pt x="524675" y="301282"/>
                </a:lnTo>
                <a:lnTo>
                  <a:pt x="524675" y="149263"/>
                </a:lnTo>
                <a:lnTo>
                  <a:pt x="524675" y="126225"/>
                </a:lnTo>
                <a:lnTo>
                  <a:pt x="524675" y="11023"/>
                </a:lnTo>
                <a:close/>
              </a:path>
              <a:path w="583565" h="317500">
                <a:moveTo>
                  <a:pt x="583539" y="2501"/>
                </a:moveTo>
                <a:lnTo>
                  <a:pt x="556729" y="2501"/>
                </a:lnTo>
                <a:lnTo>
                  <a:pt x="556729" y="317309"/>
                </a:lnTo>
                <a:lnTo>
                  <a:pt x="583539" y="317309"/>
                </a:lnTo>
                <a:lnTo>
                  <a:pt x="583539" y="25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13687539" y="6855726"/>
            <a:ext cx="574040" cy="314960"/>
          </a:xfrm>
          <a:custGeom>
            <a:avLst/>
            <a:gdLst/>
            <a:ahLst/>
            <a:cxnLst/>
            <a:rect l="l" t="t" r="r" b="b"/>
            <a:pathLst>
              <a:path w="574040" h="314959">
                <a:moveTo>
                  <a:pt x="254457" y="65366"/>
                </a:moveTo>
                <a:lnTo>
                  <a:pt x="246722" y="40246"/>
                </a:lnTo>
                <a:lnTo>
                  <a:pt x="231952" y="27800"/>
                </a:lnTo>
                <a:lnTo>
                  <a:pt x="226148" y="22923"/>
                </a:lnTo>
                <a:lnTo>
                  <a:pt x="226148" y="65366"/>
                </a:lnTo>
                <a:lnTo>
                  <a:pt x="220319" y="80797"/>
                </a:lnTo>
                <a:lnTo>
                  <a:pt x="203669" y="92290"/>
                </a:lnTo>
                <a:lnTo>
                  <a:pt x="177546" y="99453"/>
                </a:lnTo>
                <a:lnTo>
                  <a:pt x="143256" y="101930"/>
                </a:lnTo>
                <a:lnTo>
                  <a:pt x="108864" y="99453"/>
                </a:lnTo>
                <a:lnTo>
                  <a:pt x="82778" y="92290"/>
                </a:lnTo>
                <a:lnTo>
                  <a:pt x="66268" y="80797"/>
                </a:lnTo>
                <a:lnTo>
                  <a:pt x="60604" y="65366"/>
                </a:lnTo>
                <a:lnTo>
                  <a:pt x="66268" y="49568"/>
                </a:lnTo>
                <a:lnTo>
                  <a:pt x="82778" y="37757"/>
                </a:lnTo>
                <a:lnTo>
                  <a:pt x="108864" y="30365"/>
                </a:lnTo>
                <a:lnTo>
                  <a:pt x="143256" y="27800"/>
                </a:lnTo>
                <a:lnTo>
                  <a:pt x="177546" y="30365"/>
                </a:lnTo>
                <a:lnTo>
                  <a:pt x="203669" y="37757"/>
                </a:lnTo>
                <a:lnTo>
                  <a:pt x="220319" y="49568"/>
                </a:lnTo>
                <a:lnTo>
                  <a:pt x="226148" y="65366"/>
                </a:lnTo>
                <a:lnTo>
                  <a:pt x="226148" y="22923"/>
                </a:lnTo>
                <a:lnTo>
                  <a:pt x="224586" y="21602"/>
                </a:lnTo>
                <a:lnTo>
                  <a:pt x="189585" y="10007"/>
                </a:lnTo>
                <a:lnTo>
                  <a:pt x="143256" y="6007"/>
                </a:lnTo>
                <a:lnTo>
                  <a:pt x="97002" y="10007"/>
                </a:lnTo>
                <a:lnTo>
                  <a:pt x="61887" y="21602"/>
                </a:lnTo>
                <a:lnTo>
                  <a:pt x="39611" y="40246"/>
                </a:lnTo>
                <a:lnTo>
                  <a:pt x="31813" y="65366"/>
                </a:lnTo>
                <a:lnTo>
                  <a:pt x="39611" y="90055"/>
                </a:lnTo>
                <a:lnTo>
                  <a:pt x="61887" y="108445"/>
                </a:lnTo>
                <a:lnTo>
                  <a:pt x="97002" y="119888"/>
                </a:lnTo>
                <a:lnTo>
                  <a:pt x="143256" y="123723"/>
                </a:lnTo>
                <a:lnTo>
                  <a:pt x="189585" y="119888"/>
                </a:lnTo>
                <a:lnTo>
                  <a:pt x="224586" y="108445"/>
                </a:lnTo>
                <a:lnTo>
                  <a:pt x="232422" y="101930"/>
                </a:lnTo>
                <a:lnTo>
                  <a:pt x="246722" y="90055"/>
                </a:lnTo>
                <a:lnTo>
                  <a:pt x="254457" y="65366"/>
                </a:lnTo>
                <a:close/>
              </a:path>
              <a:path w="574040" h="314959">
                <a:moveTo>
                  <a:pt x="287007" y="148018"/>
                </a:moveTo>
                <a:lnTo>
                  <a:pt x="0" y="148018"/>
                </a:lnTo>
                <a:lnTo>
                  <a:pt x="0" y="171056"/>
                </a:lnTo>
                <a:lnTo>
                  <a:pt x="129730" y="171056"/>
                </a:lnTo>
                <a:lnTo>
                  <a:pt x="129730" y="207124"/>
                </a:lnTo>
                <a:lnTo>
                  <a:pt x="35064" y="207124"/>
                </a:lnTo>
                <a:lnTo>
                  <a:pt x="35064" y="310553"/>
                </a:lnTo>
                <a:lnTo>
                  <a:pt x="251701" y="310553"/>
                </a:lnTo>
                <a:lnTo>
                  <a:pt x="251701" y="287756"/>
                </a:lnTo>
                <a:lnTo>
                  <a:pt x="251701" y="229412"/>
                </a:lnTo>
                <a:lnTo>
                  <a:pt x="251701" y="207124"/>
                </a:lnTo>
                <a:lnTo>
                  <a:pt x="224650" y="207124"/>
                </a:lnTo>
                <a:lnTo>
                  <a:pt x="224650" y="229412"/>
                </a:lnTo>
                <a:lnTo>
                  <a:pt x="224650" y="287756"/>
                </a:lnTo>
                <a:lnTo>
                  <a:pt x="62611" y="287756"/>
                </a:lnTo>
                <a:lnTo>
                  <a:pt x="62611" y="229412"/>
                </a:lnTo>
                <a:lnTo>
                  <a:pt x="224650" y="229412"/>
                </a:lnTo>
                <a:lnTo>
                  <a:pt x="224650" y="207124"/>
                </a:lnTo>
                <a:lnTo>
                  <a:pt x="157035" y="207124"/>
                </a:lnTo>
                <a:lnTo>
                  <a:pt x="157035" y="171056"/>
                </a:lnTo>
                <a:lnTo>
                  <a:pt x="287007" y="171056"/>
                </a:lnTo>
                <a:lnTo>
                  <a:pt x="287007" y="148018"/>
                </a:lnTo>
                <a:close/>
              </a:path>
              <a:path w="574040" h="314959">
                <a:moveTo>
                  <a:pt x="507644" y="154520"/>
                </a:moveTo>
                <a:lnTo>
                  <a:pt x="475183" y="139001"/>
                </a:lnTo>
                <a:lnTo>
                  <a:pt x="449668" y="116586"/>
                </a:lnTo>
                <a:lnTo>
                  <a:pt x="442455" y="104686"/>
                </a:lnTo>
                <a:lnTo>
                  <a:pt x="432981" y="89090"/>
                </a:lnTo>
                <a:lnTo>
                  <a:pt x="427012" y="58356"/>
                </a:lnTo>
                <a:lnTo>
                  <a:pt x="427012" y="44831"/>
                </a:lnTo>
                <a:lnTo>
                  <a:pt x="499389" y="44831"/>
                </a:lnTo>
                <a:lnTo>
                  <a:pt x="499389" y="22047"/>
                </a:lnTo>
                <a:lnTo>
                  <a:pt x="325323" y="22047"/>
                </a:lnTo>
                <a:lnTo>
                  <a:pt x="325323" y="44831"/>
                </a:lnTo>
                <a:lnTo>
                  <a:pt x="398957" y="44831"/>
                </a:lnTo>
                <a:lnTo>
                  <a:pt x="398957" y="58356"/>
                </a:lnTo>
                <a:lnTo>
                  <a:pt x="392874" y="90805"/>
                </a:lnTo>
                <a:lnTo>
                  <a:pt x="376161" y="119989"/>
                </a:lnTo>
                <a:lnTo>
                  <a:pt x="350634" y="143967"/>
                </a:lnTo>
                <a:lnTo>
                  <a:pt x="318058" y="160782"/>
                </a:lnTo>
                <a:lnTo>
                  <a:pt x="332587" y="182321"/>
                </a:lnTo>
                <a:lnTo>
                  <a:pt x="359117" y="169519"/>
                </a:lnTo>
                <a:lnTo>
                  <a:pt x="381914" y="151866"/>
                </a:lnTo>
                <a:lnTo>
                  <a:pt x="400265" y="130022"/>
                </a:lnTo>
                <a:lnTo>
                  <a:pt x="413486" y="104686"/>
                </a:lnTo>
                <a:lnTo>
                  <a:pt x="426796" y="128117"/>
                </a:lnTo>
                <a:lnTo>
                  <a:pt x="445020" y="148221"/>
                </a:lnTo>
                <a:lnTo>
                  <a:pt x="467461" y="164401"/>
                </a:lnTo>
                <a:lnTo>
                  <a:pt x="493369" y="176060"/>
                </a:lnTo>
                <a:lnTo>
                  <a:pt x="507644" y="154520"/>
                </a:lnTo>
                <a:close/>
              </a:path>
              <a:path w="574040" h="314959">
                <a:moveTo>
                  <a:pt x="573519" y="207124"/>
                </a:moveTo>
                <a:lnTo>
                  <a:pt x="361645" y="207124"/>
                </a:lnTo>
                <a:lnTo>
                  <a:pt x="361645" y="229908"/>
                </a:lnTo>
                <a:lnTo>
                  <a:pt x="545719" y="229908"/>
                </a:lnTo>
                <a:lnTo>
                  <a:pt x="545719" y="314807"/>
                </a:lnTo>
                <a:lnTo>
                  <a:pt x="573519" y="314807"/>
                </a:lnTo>
                <a:lnTo>
                  <a:pt x="573519" y="207124"/>
                </a:lnTo>
                <a:close/>
              </a:path>
              <a:path w="574040" h="314959">
                <a:moveTo>
                  <a:pt x="573519" y="0"/>
                </a:moveTo>
                <a:lnTo>
                  <a:pt x="545719" y="0"/>
                </a:lnTo>
                <a:lnTo>
                  <a:pt x="545719" y="190334"/>
                </a:lnTo>
                <a:lnTo>
                  <a:pt x="573519" y="190334"/>
                </a:lnTo>
                <a:lnTo>
                  <a:pt x="5735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14320417" y="6855721"/>
            <a:ext cx="255270" cy="315595"/>
          </a:xfrm>
          <a:custGeom>
            <a:avLst/>
            <a:gdLst/>
            <a:ahLst/>
            <a:cxnLst/>
            <a:rect l="l" t="t" r="r" b="b"/>
            <a:pathLst>
              <a:path w="255269" h="315595">
                <a:moveTo>
                  <a:pt x="255201" y="193091"/>
                </a:moveTo>
                <a:lnTo>
                  <a:pt x="227652" y="193091"/>
                </a:lnTo>
                <a:lnTo>
                  <a:pt x="227652" y="315307"/>
                </a:lnTo>
                <a:lnTo>
                  <a:pt x="255201" y="315307"/>
                </a:lnTo>
                <a:lnTo>
                  <a:pt x="255201" y="193091"/>
                </a:lnTo>
                <a:close/>
              </a:path>
              <a:path w="255269" h="315595">
                <a:moveTo>
                  <a:pt x="78889" y="24293"/>
                </a:moveTo>
                <a:lnTo>
                  <a:pt x="46875" y="32134"/>
                </a:lnTo>
                <a:lnTo>
                  <a:pt x="21882" y="54158"/>
                </a:lnTo>
                <a:lnTo>
                  <a:pt x="5670" y="88672"/>
                </a:lnTo>
                <a:lnTo>
                  <a:pt x="0" y="133986"/>
                </a:lnTo>
                <a:lnTo>
                  <a:pt x="5670" y="179442"/>
                </a:lnTo>
                <a:lnTo>
                  <a:pt x="21882" y="214003"/>
                </a:lnTo>
                <a:lnTo>
                  <a:pt x="46875" y="235980"/>
                </a:lnTo>
                <a:lnTo>
                  <a:pt x="78889" y="243681"/>
                </a:lnTo>
                <a:lnTo>
                  <a:pt x="100502" y="240266"/>
                </a:lnTo>
                <a:lnTo>
                  <a:pt x="119367" y="230360"/>
                </a:lnTo>
                <a:lnTo>
                  <a:pt x="130647" y="218887"/>
                </a:lnTo>
                <a:lnTo>
                  <a:pt x="78889" y="218887"/>
                </a:lnTo>
                <a:lnTo>
                  <a:pt x="57609" y="212841"/>
                </a:lnTo>
                <a:lnTo>
                  <a:pt x="41072" y="195689"/>
                </a:lnTo>
                <a:lnTo>
                  <a:pt x="30358" y="168912"/>
                </a:lnTo>
                <a:lnTo>
                  <a:pt x="26547" y="133986"/>
                </a:lnTo>
                <a:lnTo>
                  <a:pt x="30358" y="99202"/>
                </a:lnTo>
                <a:lnTo>
                  <a:pt x="41072" y="72472"/>
                </a:lnTo>
                <a:lnTo>
                  <a:pt x="57609" y="55273"/>
                </a:lnTo>
                <a:lnTo>
                  <a:pt x="78889" y="49086"/>
                </a:lnTo>
                <a:lnTo>
                  <a:pt x="130978" y="49086"/>
                </a:lnTo>
                <a:lnTo>
                  <a:pt x="117661" y="36486"/>
                </a:lnTo>
                <a:lnTo>
                  <a:pt x="99501" y="27460"/>
                </a:lnTo>
                <a:lnTo>
                  <a:pt x="78889" y="24293"/>
                </a:lnTo>
                <a:close/>
              </a:path>
              <a:path w="255269" h="315595">
                <a:moveTo>
                  <a:pt x="130978" y="49086"/>
                </a:moveTo>
                <a:lnTo>
                  <a:pt x="78889" y="49086"/>
                </a:lnTo>
                <a:lnTo>
                  <a:pt x="100063" y="55273"/>
                </a:lnTo>
                <a:lnTo>
                  <a:pt x="116612" y="72472"/>
                </a:lnTo>
                <a:lnTo>
                  <a:pt x="127386" y="99202"/>
                </a:lnTo>
                <a:lnTo>
                  <a:pt x="131232" y="133986"/>
                </a:lnTo>
                <a:lnTo>
                  <a:pt x="127386" y="168912"/>
                </a:lnTo>
                <a:lnTo>
                  <a:pt x="116612" y="195689"/>
                </a:lnTo>
                <a:lnTo>
                  <a:pt x="100063" y="212841"/>
                </a:lnTo>
                <a:lnTo>
                  <a:pt x="78889" y="218887"/>
                </a:lnTo>
                <a:lnTo>
                  <a:pt x="130647" y="218887"/>
                </a:lnTo>
                <a:lnTo>
                  <a:pt x="134993" y="214467"/>
                </a:lnTo>
                <a:lnTo>
                  <a:pt x="146885" y="193091"/>
                </a:lnTo>
                <a:lnTo>
                  <a:pt x="255201" y="193091"/>
                </a:lnTo>
                <a:lnTo>
                  <a:pt x="255201" y="170050"/>
                </a:lnTo>
                <a:lnTo>
                  <a:pt x="153897" y="170050"/>
                </a:lnTo>
                <a:lnTo>
                  <a:pt x="155468" y="161598"/>
                </a:lnTo>
                <a:lnTo>
                  <a:pt x="156605" y="152770"/>
                </a:lnTo>
                <a:lnTo>
                  <a:pt x="157295" y="143566"/>
                </a:lnTo>
                <a:lnTo>
                  <a:pt x="157528" y="133986"/>
                </a:lnTo>
                <a:lnTo>
                  <a:pt x="157227" y="123214"/>
                </a:lnTo>
                <a:lnTo>
                  <a:pt x="156339" y="112887"/>
                </a:lnTo>
                <a:lnTo>
                  <a:pt x="154887" y="103029"/>
                </a:lnTo>
                <a:lnTo>
                  <a:pt x="152895" y="93665"/>
                </a:lnTo>
                <a:lnTo>
                  <a:pt x="255201" y="93665"/>
                </a:lnTo>
                <a:lnTo>
                  <a:pt x="255201" y="70374"/>
                </a:lnTo>
                <a:lnTo>
                  <a:pt x="144881" y="70374"/>
                </a:lnTo>
                <a:lnTo>
                  <a:pt x="132932" y="50935"/>
                </a:lnTo>
                <a:lnTo>
                  <a:pt x="130978" y="49086"/>
                </a:lnTo>
                <a:close/>
              </a:path>
              <a:path w="255269" h="315595">
                <a:moveTo>
                  <a:pt x="255201" y="93665"/>
                </a:moveTo>
                <a:lnTo>
                  <a:pt x="227652" y="93665"/>
                </a:lnTo>
                <a:lnTo>
                  <a:pt x="227652" y="170050"/>
                </a:lnTo>
                <a:lnTo>
                  <a:pt x="255201" y="170050"/>
                </a:lnTo>
                <a:lnTo>
                  <a:pt x="255201" y="93665"/>
                </a:lnTo>
                <a:close/>
              </a:path>
              <a:path w="255269" h="315595">
                <a:moveTo>
                  <a:pt x="255201" y="0"/>
                </a:moveTo>
                <a:lnTo>
                  <a:pt x="227652" y="0"/>
                </a:lnTo>
                <a:lnTo>
                  <a:pt x="227652" y="70374"/>
                </a:lnTo>
                <a:lnTo>
                  <a:pt x="255201" y="70374"/>
                </a:lnTo>
                <a:lnTo>
                  <a:pt x="2552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14730548" y="6855721"/>
            <a:ext cx="248285" cy="315595"/>
          </a:xfrm>
          <a:custGeom>
            <a:avLst/>
            <a:gdLst/>
            <a:ahLst/>
            <a:cxnLst/>
            <a:rect l="l" t="t" r="r" b="b"/>
            <a:pathLst>
              <a:path w="248284" h="315595">
                <a:moveTo>
                  <a:pt x="247687" y="0"/>
                </a:moveTo>
                <a:lnTo>
                  <a:pt x="219888" y="0"/>
                </a:lnTo>
                <a:lnTo>
                  <a:pt x="219888" y="315307"/>
                </a:lnTo>
                <a:lnTo>
                  <a:pt x="247687" y="315307"/>
                </a:lnTo>
                <a:lnTo>
                  <a:pt x="247687" y="0"/>
                </a:lnTo>
                <a:close/>
              </a:path>
              <a:path w="248284" h="315595">
                <a:moveTo>
                  <a:pt x="80391" y="24293"/>
                </a:moveTo>
                <a:lnTo>
                  <a:pt x="47967" y="32134"/>
                </a:lnTo>
                <a:lnTo>
                  <a:pt x="22539" y="54158"/>
                </a:lnTo>
                <a:lnTo>
                  <a:pt x="5940" y="88672"/>
                </a:lnTo>
                <a:lnTo>
                  <a:pt x="0" y="133986"/>
                </a:lnTo>
                <a:lnTo>
                  <a:pt x="5940" y="179442"/>
                </a:lnTo>
                <a:lnTo>
                  <a:pt x="22539" y="214003"/>
                </a:lnTo>
                <a:lnTo>
                  <a:pt x="47967" y="235980"/>
                </a:lnTo>
                <a:lnTo>
                  <a:pt x="80391" y="243681"/>
                </a:lnTo>
                <a:lnTo>
                  <a:pt x="112604" y="235980"/>
                </a:lnTo>
                <a:lnTo>
                  <a:pt x="132400" y="218887"/>
                </a:lnTo>
                <a:lnTo>
                  <a:pt x="80391" y="218887"/>
                </a:lnTo>
                <a:lnTo>
                  <a:pt x="58704" y="212841"/>
                </a:lnTo>
                <a:lnTo>
                  <a:pt x="41760" y="195689"/>
                </a:lnTo>
                <a:lnTo>
                  <a:pt x="30733" y="168912"/>
                </a:lnTo>
                <a:lnTo>
                  <a:pt x="26797" y="133986"/>
                </a:lnTo>
                <a:lnTo>
                  <a:pt x="30733" y="99202"/>
                </a:lnTo>
                <a:lnTo>
                  <a:pt x="41760" y="72472"/>
                </a:lnTo>
                <a:lnTo>
                  <a:pt x="58704" y="55273"/>
                </a:lnTo>
                <a:lnTo>
                  <a:pt x="80391" y="49086"/>
                </a:lnTo>
                <a:lnTo>
                  <a:pt x="132195" y="49086"/>
                </a:lnTo>
                <a:lnTo>
                  <a:pt x="112604" y="32134"/>
                </a:lnTo>
                <a:lnTo>
                  <a:pt x="80391" y="24293"/>
                </a:lnTo>
                <a:close/>
              </a:path>
              <a:path w="248284" h="315595">
                <a:moveTo>
                  <a:pt x="132195" y="49086"/>
                </a:moveTo>
                <a:lnTo>
                  <a:pt x="80391" y="49086"/>
                </a:lnTo>
                <a:lnTo>
                  <a:pt x="102039" y="55273"/>
                </a:lnTo>
                <a:lnTo>
                  <a:pt x="118897" y="72472"/>
                </a:lnTo>
                <a:lnTo>
                  <a:pt x="129838" y="99202"/>
                </a:lnTo>
                <a:lnTo>
                  <a:pt x="133736" y="133986"/>
                </a:lnTo>
                <a:lnTo>
                  <a:pt x="129838" y="168912"/>
                </a:lnTo>
                <a:lnTo>
                  <a:pt x="118897" y="195689"/>
                </a:lnTo>
                <a:lnTo>
                  <a:pt x="102039" y="212841"/>
                </a:lnTo>
                <a:lnTo>
                  <a:pt x="80391" y="218887"/>
                </a:lnTo>
                <a:lnTo>
                  <a:pt x="132400" y="218887"/>
                </a:lnTo>
                <a:lnTo>
                  <a:pt x="138056" y="214003"/>
                </a:lnTo>
                <a:lnTo>
                  <a:pt x="154773" y="179442"/>
                </a:lnTo>
                <a:lnTo>
                  <a:pt x="160784" y="133986"/>
                </a:lnTo>
                <a:lnTo>
                  <a:pt x="154773" y="88672"/>
                </a:lnTo>
                <a:lnTo>
                  <a:pt x="138056" y="54158"/>
                </a:lnTo>
                <a:lnTo>
                  <a:pt x="132195" y="490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15031822" y="6865619"/>
            <a:ext cx="288290" cy="158750"/>
          </a:xfrm>
          <a:custGeom>
            <a:avLst/>
            <a:gdLst/>
            <a:ahLst/>
            <a:cxnLst/>
            <a:rect l="l" t="t" r="r" b="b"/>
            <a:pathLst>
              <a:path w="288290" h="158750">
                <a:moveTo>
                  <a:pt x="256705" y="92722"/>
                </a:moveTo>
                <a:lnTo>
                  <a:pt x="65112" y="92722"/>
                </a:lnTo>
                <a:lnTo>
                  <a:pt x="65112" y="64770"/>
                </a:lnTo>
                <a:lnTo>
                  <a:pt x="251193" y="64770"/>
                </a:lnTo>
                <a:lnTo>
                  <a:pt x="251193" y="45720"/>
                </a:lnTo>
                <a:lnTo>
                  <a:pt x="251193" y="19050"/>
                </a:lnTo>
                <a:lnTo>
                  <a:pt x="251193" y="0"/>
                </a:lnTo>
                <a:lnTo>
                  <a:pt x="36563" y="0"/>
                </a:lnTo>
                <a:lnTo>
                  <a:pt x="36563" y="19050"/>
                </a:lnTo>
                <a:lnTo>
                  <a:pt x="223393" y="19050"/>
                </a:lnTo>
                <a:lnTo>
                  <a:pt x="223393" y="45720"/>
                </a:lnTo>
                <a:lnTo>
                  <a:pt x="37566" y="45720"/>
                </a:lnTo>
                <a:lnTo>
                  <a:pt x="37566" y="64770"/>
                </a:lnTo>
                <a:lnTo>
                  <a:pt x="37566" y="92722"/>
                </a:lnTo>
                <a:lnTo>
                  <a:pt x="37566" y="113030"/>
                </a:lnTo>
                <a:lnTo>
                  <a:pt x="256705" y="113030"/>
                </a:lnTo>
                <a:lnTo>
                  <a:pt x="256705" y="92722"/>
                </a:lnTo>
                <a:close/>
              </a:path>
              <a:path w="288290" h="158750">
                <a:moveTo>
                  <a:pt x="288264" y="136372"/>
                </a:moveTo>
                <a:lnTo>
                  <a:pt x="0" y="136372"/>
                </a:lnTo>
                <a:lnTo>
                  <a:pt x="0" y="158153"/>
                </a:lnTo>
                <a:lnTo>
                  <a:pt x="288264" y="158153"/>
                </a:lnTo>
                <a:lnTo>
                  <a:pt x="288264" y="1363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15066632" y="7048500"/>
            <a:ext cx="227965" cy="118110"/>
          </a:xfrm>
          <a:custGeom>
            <a:avLst/>
            <a:gdLst/>
            <a:ahLst/>
            <a:cxnLst/>
            <a:rect l="l" t="t" r="r" b="b"/>
            <a:pathLst>
              <a:path w="227965" h="118109">
                <a:moveTo>
                  <a:pt x="227660" y="97790"/>
                </a:moveTo>
                <a:lnTo>
                  <a:pt x="28308" y="97790"/>
                </a:lnTo>
                <a:lnTo>
                  <a:pt x="28308" y="67310"/>
                </a:lnTo>
                <a:lnTo>
                  <a:pt x="217385" y="67310"/>
                </a:lnTo>
                <a:lnTo>
                  <a:pt x="217385" y="48260"/>
                </a:lnTo>
                <a:lnTo>
                  <a:pt x="217385" y="21590"/>
                </a:lnTo>
                <a:lnTo>
                  <a:pt x="217385" y="0"/>
                </a:lnTo>
                <a:lnTo>
                  <a:pt x="0" y="0"/>
                </a:lnTo>
                <a:lnTo>
                  <a:pt x="0" y="21590"/>
                </a:lnTo>
                <a:lnTo>
                  <a:pt x="189839" y="21590"/>
                </a:lnTo>
                <a:lnTo>
                  <a:pt x="189839" y="48260"/>
                </a:lnTo>
                <a:lnTo>
                  <a:pt x="508" y="48260"/>
                </a:lnTo>
                <a:lnTo>
                  <a:pt x="508" y="67310"/>
                </a:lnTo>
                <a:lnTo>
                  <a:pt x="508" y="97790"/>
                </a:lnTo>
                <a:lnTo>
                  <a:pt x="508" y="118110"/>
                </a:lnTo>
                <a:lnTo>
                  <a:pt x="227660" y="118110"/>
                </a:lnTo>
                <a:lnTo>
                  <a:pt x="227660" y="977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15436570" y="6855726"/>
            <a:ext cx="573405" cy="314960"/>
          </a:xfrm>
          <a:custGeom>
            <a:avLst/>
            <a:gdLst/>
            <a:ahLst/>
            <a:cxnLst/>
            <a:rect l="l" t="t" r="r" b="b"/>
            <a:pathLst>
              <a:path w="573405" h="314959">
                <a:moveTo>
                  <a:pt x="288264" y="250952"/>
                </a:moveTo>
                <a:lnTo>
                  <a:pt x="157022" y="250952"/>
                </a:lnTo>
                <a:lnTo>
                  <a:pt x="157022" y="184823"/>
                </a:lnTo>
                <a:lnTo>
                  <a:pt x="198132" y="176923"/>
                </a:lnTo>
                <a:lnTo>
                  <a:pt x="224332" y="163042"/>
                </a:lnTo>
                <a:lnTo>
                  <a:pt x="230187" y="159943"/>
                </a:lnTo>
                <a:lnTo>
                  <a:pt x="251028" y="134924"/>
                </a:lnTo>
                <a:lnTo>
                  <a:pt x="258457" y="102933"/>
                </a:lnTo>
                <a:lnTo>
                  <a:pt x="249897" y="69176"/>
                </a:lnTo>
                <a:lnTo>
                  <a:pt x="231660" y="49364"/>
                </a:lnTo>
                <a:lnTo>
                  <a:pt x="231660" y="102933"/>
                </a:lnTo>
                <a:lnTo>
                  <a:pt x="225031" y="127609"/>
                </a:lnTo>
                <a:lnTo>
                  <a:pt x="206616" y="146507"/>
                </a:lnTo>
                <a:lnTo>
                  <a:pt x="178625" y="158648"/>
                </a:lnTo>
                <a:lnTo>
                  <a:pt x="143256" y="163042"/>
                </a:lnTo>
                <a:lnTo>
                  <a:pt x="108026" y="158648"/>
                </a:lnTo>
                <a:lnTo>
                  <a:pt x="80111" y="146507"/>
                </a:lnTo>
                <a:lnTo>
                  <a:pt x="61722" y="127609"/>
                </a:lnTo>
                <a:lnTo>
                  <a:pt x="55092" y="102933"/>
                </a:lnTo>
                <a:lnTo>
                  <a:pt x="61722" y="78625"/>
                </a:lnTo>
                <a:lnTo>
                  <a:pt x="80111" y="59829"/>
                </a:lnTo>
                <a:lnTo>
                  <a:pt x="108026" y="47752"/>
                </a:lnTo>
                <a:lnTo>
                  <a:pt x="143256" y="43573"/>
                </a:lnTo>
                <a:lnTo>
                  <a:pt x="178625" y="47752"/>
                </a:lnTo>
                <a:lnTo>
                  <a:pt x="206616" y="59829"/>
                </a:lnTo>
                <a:lnTo>
                  <a:pt x="225031" y="78625"/>
                </a:lnTo>
                <a:lnTo>
                  <a:pt x="231660" y="102933"/>
                </a:lnTo>
                <a:lnTo>
                  <a:pt x="231660" y="49364"/>
                </a:lnTo>
                <a:lnTo>
                  <a:pt x="226339" y="43573"/>
                </a:lnTo>
                <a:lnTo>
                  <a:pt x="226021" y="43230"/>
                </a:lnTo>
                <a:lnTo>
                  <a:pt x="189572" y="26543"/>
                </a:lnTo>
                <a:lnTo>
                  <a:pt x="143256" y="20535"/>
                </a:lnTo>
                <a:lnTo>
                  <a:pt x="97193" y="26543"/>
                </a:lnTo>
                <a:lnTo>
                  <a:pt x="60794" y="43230"/>
                </a:lnTo>
                <a:lnTo>
                  <a:pt x="36893" y="69176"/>
                </a:lnTo>
                <a:lnTo>
                  <a:pt x="28295" y="102933"/>
                </a:lnTo>
                <a:lnTo>
                  <a:pt x="35775" y="134924"/>
                </a:lnTo>
                <a:lnTo>
                  <a:pt x="55587" y="158648"/>
                </a:lnTo>
                <a:lnTo>
                  <a:pt x="56718" y="159943"/>
                </a:lnTo>
                <a:lnTo>
                  <a:pt x="88722" y="176923"/>
                </a:lnTo>
                <a:lnTo>
                  <a:pt x="88900" y="176923"/>
                </a:lnTo>
                <a:lnTo>
                  <a:pt x="129476" y="184823"/>
                </a:lnTo>
                <a:lnTo>
                  <a:pt x="129476" y="250952"/>
                </a:lnTo>
                <a:lnTo>
                  <a:pt x="0" y="250952"/>
                </a:lnTo>
                <a:lnTo>
                  <a:pt x="0" y="274231"/>
                </a:lnTo>
                <a:lnTo>
                  <a:pt x="288264" y="274231"/>
                </a:lnTo>
                <a:lnTo>
                  <a:pt x="288264" y="250952"/>
                </a:lnTo>
                <a:close/>
              </a:path>
              <a:path w="573405" h="314959">
                <a:moveTo>
                  <a:pt x="494626" y="172059"/>
                </a:moveTo>
                <a:lnTo>
                  <a:pt x="488784" y="142786"/>
                </a:lnTo>
                <a:lnTo>
                  <a:pt x="474726" y="122974"/>
                </a:lnTo>
                <a:lnTo>
                  <a:pt x="472554" y="119900"/>
                </a:lnTo>
                <a:lnTo>
                  <a:pt x="468071" y="117208"/>
                </a:lnTo>
                <a:lnTo>
                  <a:pt x="468071" y="172059"/>
                </a:lnTo>
                <a:lnTo>
                  <a:pt x="464210" y="191731"/>
                </a:lnTo>
                <a:lnTo>
                  <a:pt x="453453" y="207149"/>
                </a:lnTo>
                <a:lnTo>
                  <a:pt x="437121" y="217170"/>
                </a:lnTo>
                <a:lnTo>
                  <a:pt x="416483" y="220637"/>
                </a:lnTo>
                <a:lnTo>
                  <a:pt x="395706" y="217170"/>
                </a:lnTo>
                <a:lnTo>
                  <a:pt x="379298" y="207149"/>
                </a:lnTo>
                <a:lnTo>
                  <a:pt x="368515" y="191731"/>
                </a:lnTo>
                <a:lnTo>
                  <a:pt x="364642" y="172059"/>
                </a:lnTo>
                <a:lnTo>
                  <a:pt x="368515" y="152336"/>
                </a:lnTo>
                <a:lnTo>
                  <a:pt x="379298" y="136804"/>
                </a:lnTo>
                <a:lnTo>
                  <a:pt x="395706" y="126619"/>
                </a:lnTo>
                <a:lnTo>
                  <a:pt x="416483" y="122974"/>
                </a:lnTo>
                <a:lnTo>
                  <a:pt x="437121" y="126619"/>
                </a:lnTo>
                <a:lnTo>
                  <a:pt x="453453" y="136804"/>
                </a:lnTo>
                <a:lnTo>
                  <a:pt x="464210" y="152336"/>
                </a:lnTo>
                <a:lnTo>
                  <a:pt x="468071" y="172059"/>
                </a:lnTo>
                <a:lnTo>
                  <a:pt x="468071" y="117208"/>
                </a:lnTo>
                <a:lnTo>
                  <a:pt x="447814" y="105003"/>
                </a:lnTo>
                <a:lnTo>
                  <a:pt x="416483" y="99682"/>
                </a:lnTo>
                <a:lnTo>
                  <a:pt x="385013" y="105003"/>
                </a:lnTo>
                <a:lnTo>
                  <a:pt x="360235" y="119900"/>
                </a:lnTo>
                <a:lnTo>
                  <a:pt x="344043" y="142786"/>
                </a:lnTo>
                <a:lnTo>
                  <a:pt x="338353" y="172059"/>
                </a:lnTo>
                <a:lnTo>
                  <a:pt x="344043" y="201282"/>
                </a:lnTo>
                <a:lnTo>
                  <a:pt x="360235" y="224091"/>
                </a:lnTo>
                <a:lnTo>
                  <a:pt x="385013" y="238899"/>
                </a:lnTo>
                <a:lnTo>
                  <a:pt x="416483" y="244182"/>
                </a:lnTo>
                <a:lnTo>
                  <a:pt x="447814" y="238899"/>
                </a:lnTo>
                <a:lnTo>
                  <a:pt x="472554" y="224091"/>
                </a:lnTo>
                <a:lnTo>
                  <a:pt x="475005" y="220637"/>
                </a:lnTo>
                <a:lnTo>
                  <a:pt x="488784" y="201282"/>
                </a:lnTo>
                <a:lnTo>
                  <a:pt x="494626" y="172059"/>
                </a:lnTo>
                <a:close/>
              </a:path>
              <a:path w="573405" h="314959">
                <a:moveTo>
                  <a:pt x="511149" y="51092"/>
                </a:moveTo>
                <a:lnTo>
                  <a:pt x="429755" y="51092"/>
                </a:lnTo>
                <a:lnTo>
                  <a:pt x="429755" y="3009"/>
                </a:lnTo>
                <a:lnTo>
                  <a:pt x="401713" y="3009"/>
                </a:lnTo>
                <a:lnTo>
                  <a:pt x="401713" y="51092"/>
                </a:lnTo>
                <a:lnTo>
                  <a:pt x="320560" y="51092"/>
                </a:lnTo>
                <a:lnTo>
                  <a:pt x="320560" y="73888"/>
                </a:lnTo>
                <a:lnTo>
                  <a:pt x="511149" y="73888"/>
                </a:lnTo>
                <a:lnTo>
                  <a:pt x="511149" y="51092"/>
                </a:lnTo>
                <a:close/>
              </a:path>
              <a:path w="573405" h="314959">
                <a:moveTo>
                  <a:pt x="573011" y="0"/>
                </a:moveTo>
                <a:lnTo>
                  <a:pt x="545211" y="0"/>
                </a:lnTo>
                <a:lnTo>
                  <a:pt x="545211" y="314807"/>
                </a:lnTo>
                <a:lnTo>
                  <a:pt x="573011" y="314807"/>
                </a:lnTo>
                <a:lnTo>
                  <a:pt x="5730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16074704" y="6855721"/>
            <a:ext cx="250190" cy="315595"/>
          </a:xfrm>
          <a:custGeom>
            <a:avLst/>
            <a:gdLst/>
            <a:ahLst/>
            <a:cxnLst/>
            <a:rect l="l" t="t" r="r" b="b"/>
            <a:pathLst>
              <a:path w="250190" h="315595">
                <a:moveTo>
                  <a:pt x="249691" y="0"/>
                </a:moveTo>
                <a:lnTo>
                  <a:pt x="222143" y="0"/>
                </a:lnTo>
                <a:lnTo>
                  <a:pt x="222143" y="71877"/>
                </a:lnTo>
                <a:lnTo>
                  <a:pt x="158781" y="71877"/>
                </a:lnTo>
                <a:lnTo>
                  <a:pt x="158781" y="95168"/>
                </a:lnTo>
                <a:lnTo>
                  <a:pt x="222143" y="95168"/>
                </a:lnTo>
                <a:lnTo>
                  <a:pt x="222143" y="157779"/>
                </a:lnTo>
                <a:lnTo>
                  <a:pt x="156527" y="157779"/>
                </a:lnTo>
                <a:lnTo>
                  <a:pt x="156527" y="181320"/>
                </a:lnTo>
                <a:lnTo>
                  <a:pt x="222143" y="181320"/>
                </a:lnTo>
                <a:lnTo>
                  <a:pt x="222143" y="315307"/>
                </a:lnTo>
                <a:lnTo>
                  <a:pt x="249691" y="315307"/>
                </a:lnTo>
                <a:lnTo>
                  <a:pt x="249691" y="0"/>
                </a:lnTo>
                <a:close/>
              </a:path>
              <a:path w="250190" h="315595">
                <a:moveTo>
                  <a:pt x="138495" y="28550"/>
                </a:moveTo>
                <a:lnTo>
                  <a:pt x="0" y="28550"/>
                </a:lnTo>
                <a:lnTo>
                  <a:pt x="0" y="51591"/>
                </a:lnTo>
                <a:lnTo>
                  <a:pt x="111196" y="51591"/>
                </a:lnTo>
                <a:lnTo>
                  <a:pt x="111196" y="117958"/>
                </a:lnTo>
                <a:lnTo>
                  <a:pt x="1002" y="117958"/>
                </a:lnTo>
                <a:lnTo>
                  <a:pt x="1002" y="241677"/>
                </a:lnTo>
                <a:lnTo>
                  <a:pt x="24293" y="241677"/>
                </a:lnTo>
                <a:lnTo>
                  <a:pt x="60482" y="241282"/>
                </a:lnTo>
                <a:lnTo>
                  <a:pt x="94793" y="239830"/>
                </a:lnTo>
                <a:lnTo>
                  <a:pt x="129103" y="236923"/>
                </a:lnTo>
                <a:lnTo>
                  <a:pt x="165293" y="232160"/>
                </a:lnTo>
                <a:lnTo>
                  <a:pt x="163785" y="218135"/>
                </a:lnTo>
                <a:lnTo>
                  <a:pt x="28550" y="218135"/>
                </a:lnTo>
                <a:lnTo>
                  <a:pt x="28550" y="140498"/>
                </a:lnTo>
                <a:lnTo>
                  <a:pt x="138495" y="140498"/>
                </a:lnTo>
                <a:lnTo>
                  <a:pt x="138495" y="28550"/>
                </a:lnTo>
                <a:close/>
              </a:path>
              <a:path w="250190" h="315595">
                <a:moveTo>
                  <a:pt x="162788" y="208869"/>
                </a:moveTo>
                <a:lnTo>
                  <a:pt x="128360" y="213363"/>
                </a:lnTo>
                <a:lnTo>
                  <a:pt x="95576" y="216179"/>
                </a:lnTo>
                <a:lnTo>
                  <a:pt x="62838" y="217656"/>
                </a:lnTo>
                <a:lnTo>
                  <a:pt x="28550" y="218135"/>
                </a:lnTo>
                <a:lnTo>
                  <a:pt x="163785" y="218135"/>
                </a:lnTo>
                <a:lnTo>
                  <a:pt x="162788" y="2088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16464698" y="6855721"/>
            <a:ext cx="274320" cy="314960"/>
          </a:xfrm>
          <a:custGeom>
            <a:avLst/>
            <a:gdLst/>
            <a:ahLst/>
            <a:cxnLst/>
            <a:rect l="l" t="t" r="r" b="b"/>
            <a:pathLst>
              <a:path w="274319" h="314959">
                <a:moveTo>
                  <a:pt x="273734" y="151017"/>
                </a:moveTo>
                <a:lnTo>
                  <a:pt x="246937" y="151017"/>
                </a:lnTo>
                <a:lnTo>
                  <a:pt x="246937" y="314806"/>
                </a:lnTo>
                <a:lnTo>
                  <a:pt x="273734" y="314806"/>
                </a:lnTo>
                <a:lnTo>
                  <a:pt x="273734" y="151017"/>
                </a:lnTo>
                <a:close/>
              </a:path>
              <a:path w="274319" h="314959">
                <a:moveTo>
                  <a:pt x="203860" y="6762"/>
                </a:moveTo>
                <a:lnTo>
                  <a:pt x="177563" y="6762"/>
                </a:lnTo>
                <a:lnTo>
                  <a:pt x="177563" y="298778"/>
                </a:lnTo>
                <a:lnTo>
                  <a:pt x="203860" y="298778"/>
                </a:lnTo>
                <a:lnTo>
                  <a:pt x="203860" y="151017"/>
                </a:lnTo>
                <a:lnTo>
                  <a:pt x="273734" y="151017"/>
                </a:lnTo>
                <a:lnTo>
                  <a:pt x="273734" y="127225"/>
                </a:lnTo>
                <a:lnTo>
                  <a:pt x="203860" y="127225"/>
                </a:lnTo>
                <a:lnTo>
                  <a:pt x="203860" y="6762"/>
                </a:lnTo>
                <a:close/>
              </a:path>
              <a:path w="274319" h="314959">
                <a:moveTo>
                  <a:pt x="273734" y="0"/>
                </a:moveTo>
                <a:lnTo>
                  <a:pt x="246937" y="0"/>
                </a:lnTo>
                <a:lnTo>
                  <a:pt x="246937" y="127225"/>
                </a:lnTo>
                <a:lnTo>
                  <a:pt x="273734" y="127225"/>
                </a:lnTo>
                <a:lnTo>
                  <a:pt x="273734" y="0"/>
                </a:lnTo>
                <a:close/>
              </a:path>
              <a:path w="274319" h="314959">
                <a:moveTo>
                  <a:pt x="96420" y="60607"/>
                </a:moveTo>
                <a:lnTo>
                  <a:pt x="69623" y="60607"/>
                </a:lnTo>
                <a:lnTo>
                  <a:pt x="69623" y="85902"/>
                </a:lnTo>
                <a:lnTo>
                  <a:pt x="65119" y="131588"/>
                </a:lnTo>
                <a:lnTo>
                  <a:pt x="51810" y="171710"/>
                </a:lnTo>
                <a:lnTo>
                  <a:pt x="30002" y="204553"/>
                </a:lnTo>
                <a:lnTo>
                  <a:pt x="0" y="228404"/>
                </a:lnTo>
                <a:lnTo>
                  <a:pt x="17531" y="249691"/>
                </a:lnTo>
                <a:lnTo>
                  <a:pt x="40294" y="232352"/>
                </a:lnTo>
                <a:lnTo>
                  <a:pt x="58948" y="209965"/>
                </a:lnTo>
                <a:lnTo>
                  <a:pt x="73423" y="183023"/>
                </a:lnTo>
                <a:lnTo>
                  <a:pt x="83648" y="152019"/>
                </a:lnTo>
                <a:lnTo>
                  <a:pt x="109482" y="152019"/>
                </a:lnTo>
                <a:lnTo>
                  <a:pt x="100838" y="127506"/>
                </a:lnTo>
                <a:lnTo>
                  <a:pt x="96420" y="85902"/>
                </a:lnTo>
                <a:lnTo>
                  <a:pt x="96420" y="60607"/>
                </a:lnTo>
                <a:close/>
              </a:path>
              <a:path w="274319" h="314959">
                <a:moveTo>
                  <a:pt x="109482" y="152019"/>
                </a:moveTo>
                <a:lnTo>
                  <a:pt x="83648" y="152019"/>
                </a:lnTo>
                <a:lnTo>
                  <a:pt x="94012" y="179421"/>
                </a:lnTo>
                <a:lnTo>
                  <a:pt x="108332" y="203406"/>
                </a:lnTo>
                <a:lnTo>
                  <a:pt x="126526" y="223424"/>
                </a:lnTo>
                <a:lnTo>
                  <a:pt x="148513" y="238922"/>
                </a:lnTo>
                <a:lnTo>
                  <a:pt x="165042" y="217384"/>
                </a:lnTo>
                <a:lnTo>
                  <a:pt x="135407" y="195220"/>
                </a:lnTo>
                <a:lnTo>
                  <a:pt x="113920" y="164603"/>
                </a:lnTo>
                <a:lnTo>
                  <a:pt x="109482" y="152019"/>
                </a:lnTo>
                <a:close/>
              </a:path>
              <a:path w="274319" h="314959">
                <a:moveTo>
                  <a:pt x="154774" y="37566"/>
                </a:moveTo>
                <a:lnTo>
                  <a:pt x="7513" y="37566"/>
                </a:lnTo>
                <a:lnTo>
                  <a:pt x="7513" y="60607"/>
                </a:lnTo>
                <a:lnTo>
                  <a:pt x="154774" y="60607"/>
                </a:lnTo>
                <a:lnTo>
                  <a:pt x="154774" y="375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17013169" y="6855721"/>
            <a:ext cx="27940" cy="315595"/>
          </a:xfrm>
          <a:custGeom>
            <a:avLst/>
            <a:gdLst/>
            <a:ahLst/>
            <a:cxnLst/>
            <a:rect l="l" t="t" r="r" b="b"/>
            <a:pathLst>
              <a:path w="27940" h="315595">
                <a:moveTo>
                  <a:pt x="27799" y="0"/>
                </a:moveTo>
                <a:lnTo>
                  <a:pt x="0" y="0"/>
                </a:lnTo>
                <a:lnTo>
                  <a:pt x="0" y="315307"/>
                </a:lnTo>
                <a:lnTo>
                  <a:pt x="27799" y="315307"/>
                </a:lnTo>
                <a:lnTo>
                  <a:pt x="277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16799790" y="6887209"/>
            <a:ext cx="146050" cy="205104"/>
          </a:xfrm>
          <a:custGeom>
            <a:avLst/>
            <a:gdLst/>
            <a:ahLst/>
            <a:cxnLst/>
            <a:rect l="l" t="t" r="r" b="b"/>
            <a:pathLst>
              <a:path w="146050" h="205104">
                <a:moveTo>
                  <a:pt x="145503" y="21856"/>
                </a:moveTo>
                <a:lnTo>
                  <a:pt x="118452" y="21856"/>
                </a:lnTo>
                <a:lnTo>
                  <a:pt x="118452" y="181394"/>
                </a:lnTo>
                <a:lnTo>
                  <a:pt x="145503" y="181394"/>
                </a:lnTo>
                <a:lnTo>
                  <a:pt x="145503" y="21856"/>
                </a:lnTo>
                <a:close/>
              </a:path>
              <a:path w="146050" h="205104">
                <a:moveTo>
                  <a:pt x="145503" y="0"/>
                </a:moveTo>
                <a:lnTo>
                  <a:pt x="0" y="0"/>
                </a:lnTo>
                <a:lnTo>
                  <a:pt x="0" y="21590"/>
                </a:lnTo>
                <a:lnTo>
                  <a:pt x="0" y="181610"/>
                </a:lnTo>
                <a:lnTo>
                  <a:pt x="0" y="204482"/>
                </a:lnTo>
                <a:lnTo>
                  <a:pt x="145503" y="204482"/>
                </a:lnTo>
                <a:lnTo>
                  <a:pt x="145503" y="181610"/>
                </a:lnTo>
                <a:lnTo>
                  <a:pt x="27546" y="181610"/>
                </a:lnTo>
                <a:lnTo>
                  <a:pt x="27546" y="21590"/>
                </a:lnTo>
                <a:lnTo>
                  <a:pt x="145503" y="21590"/>
                </a:lnTo>
                <a:lnTo>
                  <a:pt x="1455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17185741" y="6875512"/>
            <a:ext cx="915669" cy="255904"/>
          </a:xfrm>
          <a:custGeom>
            <a:avLst/>
            <a:gdLst/>
            <a:ahLst/>
            <a:cxnLst/>
            <a:rect l="l" t="t" r="r" b="b"/>
            <a:pathLst>
              <a:path w="915669" h="255904">
                <a:moveTo>
                  <a:pt x="288264" y="231165"/>
                </a:moveTo>
                <a:lnTo>
                  <a:pt x="216636" y="231165"/>
                </a:lnTo>
                <a:lnTo>
                  <a:pt x="216636" y="156527"/>
                </a:lnTo>
                <a:lnTo>
                  <a:pt x="216636" y="145503"/>
                </a:lnTo>
                <a:lnTo>
                  <a:pt x="247319" y="118579"/>
                </a:lnTo>
                <a:lnTo>
                  <a:pt x="258457" y="81140"/>
                </a:lnTo>
                <a:lnTo>
                  <a:pt x="249936" y="47891"/>
                </a:lnTo>
                <a:lnTo>
                  <a:pt x="231660" y="28308"/>
                </a:lnTo>
                <a:lnTo>
                  <a:pt x="231660" y="81140"/>
                </a:lnTo>
                <a:lnTo>
                  <a:pt x="225069" y="105092"/>
                </a:lnTo>
                <a:lnTo>
                  <a:pt x="206717" y="123596"/>
                </a:lnTo>
                <a:lnTo>
                  <a:pt x="188582" y="131330"/>
                </a:lnTo>
                <a:lnTo>
                  <a:pt x="188582" y="156527"/>
                </a:lnTo>
                <a:lnTo>
                  <a:pt x="188582" y="231165"/>
                </a:lnTo>
                <a:lnTo>
                  <a:pt x="98679" y="231165"/>
                </a:lnTo>
                <a:lnTo>
                  <a:pt x="98679" y="156527"/>
                </a:lnTo>
                <a:lnTo>
                  <a:pt x="109080" y="158775"/>
                </a:lnTo>
                <a:lnTo>
                  <a:pt x="119976" y="160426"/>
                </a:lnTo>
                <a:lnTo>
                  <a:pt x="131381" y="161442"/>
                </a:lnTo>
                <a:lnTo>
                  <a:pt x="143256" y="161785"/>
                </a:lnTo>
                <a:lnTo>
                  <a:pt x="155270" y="161442"/>
                </a:lnTo>
                <a:lnTo>
                  <a:pt x="166776" y="160426"/>
                </a:lnTo>
                <a:lnTo>
                  <a:pt x="177711" y="158775"/>
                </a:lnTo>
                <a:lnTo>
                  <a:pt x="188023" y="156527"/>
                </a:lnTo>
                <a:lnTo>
                  <a:pt x="188582" y="156527"/>
                </a:lnTo>
                <a:lnTo>
                  <a:pt x="188582" y="131330"/>
                </a:lnTo>
                <a:lnTo>
                  <a:pt x="178727" y="135521"/>
                </a:lnTo>
                <a:lnTo>
                  <a:pt x="143256" y="139750"/>
                </a:lnTo>
                <a:lnTo>
                  <a:pt x="107721" y="135521"/>
                </a:lnTo>
                <a:lnTo>
                  <a:pt x="79832" y="123596"/>
                </a:lnTo>
                <a:lnTo>
                  <a:pt x="61620" y="105092"/>
                </a:lnTo>
                <a:lnTo>
                  <a:pt x="55105" y="81140"/>
                </a:lnTo>
                <a:lnTo>
                  <a:pt x="61620" y="57099"/>
                </a:lnTo>
                <a:lnTo>
                  <a:pt x="79832" y="38633"/>
                </a:lnTo>
                <a:lnTo>
                  <a:pt x="107721" y="26835"/>
                </a:lnTo>
                <a:lnTo>
                  <a:pt x="143256" y="22796"/>
                </a:lnTo>
                <a:lnTo>
                  <a:pt x="178727" y="26835"/>
                </a:lnTo>
                <a:lnTo>
                  <a:pt x="206717" y="38633"/>
                </a:lnTo>
                <a:lnTo>
                  <a:pt x="225069" y="57099"/>
                </a:lnTo>
                <a:lnTo>
                  <a:pt x="231660" y="81140"/>
                </a:lnTo>
                <a:lnTo>
                  <a:pt x="231660" y="28308"/>
                </a:lnTo>
                <a:lnTo>
                  <a:pt x="226529" y="22796"/>
                </a:lnTo>
                <a:lnTo>
                  <a:pt x="226123" y="22352"/>
                </a:lnTo>
                <a:lnTo>
                  <a:pt x="189674" y="5918"/>
                </a:lnTo>
                <a:lnTo>
                  <a:pt x="143256" y="0"/>
                </a:lnTo>
                <a:lnTo>
                  <a:pt x="96977" y="5918"/>
                </a:lnTo>
                <a:lnTo>
                  <a:pt x="60617" y="22352"/>
                </a:lnTo>
                <a:lnTo>
                  <a:pt x="36830" y="47891"/>
                </a:lnTo>
                <a:lnTo>
                  <a:pt x="28308" y="81140"/>
                </a:lnTo>
                <a:lnTo>
                  <a:pt x="31229" y="101066"/>
                </a:lnTo>
                <a:lnTo>
                  <a:pt x="31267" y="101333"/>
                </a:lnTo>
                <a:lnTo>
                  <a:pt x="39789" y="119100"/>
                </a:lnTo>
                <a:lnTo>
                  <a:pt x="53340" y="134162"/>
                </a:lnTo>
                <a:lnTo>
                  <a:pt x="71386" y="146253"/>
                </a:lnTo>
                <a:lnTo>
                  <a:pt x="71386" y="231165"/>
                </a:lnTo>
                <a:lnTo>
                  <a:pt x="0" y="231165"/>
                </a:lnTo>
                <a:lnTo>
                  <a:pt x="0" y="254444"/>
                </a:lnTo>
                <a:lnTo>
                  <a:pt x="288264" y="254444"/>
                </a:lnTo>
                <a:lnTo>
                  <a:pt x="288264" y="231165"/>
                </a:lnTo>
                <a:close/>
              </a:path>
              <a:path w="915669" h="255904">
                <a:moveTo>
                  <a:pt x="587794" y="134239"/>
                </a:moveTo>
                <a:lnTo>
                  <a:pt x="546341" y="120713"/>
                </a:lnTo>
                <a:lnTo>
                  <a:pt x="508673" y="96266"/>
                </a:lnTo>
                <a:lnTo>
                  <a:pt x="481241" y="63690"/>
                </a:lnTo>
                <a:lnTo>
                  <a:pt x="470585" y="25793"/>
                </a:lnTo>
                <a:lnTo>
                  <a:pt x="470585" y="1498"/>
                </a:lnTo>
                <a:lnTo>
                  <a:pt x="441540" y="1498"/>
                </a:lnTo>
                <a:lnTo>
                  <a:pt x="441540" y="25793"/>
                </a:lnTo>
                <a:lnTo>
                  <a:pt x="430949" y="63690"/>
                </a:lnTo>
                <a:lnTo>
                  <a:pt x="403745" y="96266"/>
                </a:lnTo>
                <a:lnTo>
                  <a:pt x="366268" y="120713"/>
                </a:lnTo>
                <a:lnTo>
                  <a:pt x="324827" y="134239"/>
                </a:lnTo>
                <a:lnTo>
                  <a:pt x="337350" y="157276"/>
                </a:lnTo>
                <a:lnTo>
                  <a:pt x="406920" y="126631"/>
                </a:lnTo>
                <a:lnTo>
                  <a:pt x="435584" y="100926"/>
                </a:lnTo>
                <a:lnTo>
                  <a:pt x="456184" y="69494"/>
                </a:lnTo>
                <a:lnTo>
                  <a:pt x="476719" y="100926"/>
                </a:lnTo>
                <a:lnTo>
                  <a:pt x="505447" y="126631"/>
                </a:lnTo>
                <a:lnTo>
                  <a:pt x="539318" y="145707"/>
                </a:lnTo>
                <a:lnTo>
                  <a:pt x="575271" y="157276"/>
                </a:lnTo>
                <a:lnTo>
                  <a:pt x="587794" y="134239"/>
                </a:lnTo>
                <a:close/>
              </a:path>
              <a:path w="915669" h="255904">
                <a:moveTo>
                  <a:pt x="601814" y="230657"/>
                </a:moveTo>
                <a:lnTo>
                  <a:pt x="469836" y="230657"/>
                </a:lnTo>
                <a:lnTo>
                  <a:pt x="469836" y="153771"/>
                </a:lnTo>
                <a:lnTo>
                  <a:pt x="442544" y="153771"/>
                </a:lnTo>
                <a:lnTo>
                  <a:pt x="442544" y="230657"/>
                </a:lnTo>
                <a:lnTo>
                  <a:pt x="313563" y="230657"/>
                </a:lnTo>
                <a:lnTo>
                  <a:pt x="313563" y="253695"/>
                </a:lnTo>
                <a:lnTo>
                  <a:pt x="601814" y="253695"/>
                </a:lnTo>
                <a:lnTo>
                  <a:pt x="601814" y="230657"/>
                </a:lnTo>
                <a:close/>
              </a:path>
              <a:path w="915669" h="255904">
                <a:moveTo>
                  <a:pt x="915377" y="232676"/>
                </a:moveTo>
                <a:lnTo>
                  <a:pt x="784136" y="232676"/>
                </a:lnTo>
                <a:lnTo>
                  <a:pt x="784136" y="172986"/>
                </a:lnTo>
                <a:lnTo>
                  <a:pt x="886320" y="172986"/>
                </a:lnTo>
                <a:lnTo>
                  <a:pt x="886320" y="150139"/>
                </a:lnTo>
                <a:lnTo>
                  <a:pt x="690727" y="150139"/>
                </a:lnTo>
                <a:lnTo>
                  <a:pt x="690727" y="98056"/>
                </a:lnTo>
                <a:lnTo>
                  <a:pt x="879055" y="98056"/>
                </a:lnTo>
                <a:lnTo>
                  <a:pt x="879055" y="76466"/>
                </a:lnTo>
                <a:lnTo>
                  <a:pt x="879055" y="26936"/>
                </a:lnTo>
                <a:lnTo>
                  <a:pt x="879055" y="4076"/>
                </a:lnTo>
                <a:lnTo>
                  <a:pt x="662432" y="4076"/>
                </a:lnTo>
                <a:lnTo>
                  <a:pt x="662432" y="26936"/>
                </a:lnTo>
                <a:lnTo>
                  <a:pt x="851509" y="26936"/>
                </a:lnTo>
                <a:lnTo>
                  <a:pt x="851509" y="76466"/>
                </a:lnTo>
                <a:lnTo>
                  <a:pt x="663181" y="76466"/>
                </a:lnTo>
                <a:lnTo>
                  <a:pt x="663181" y="98056"/>
                </a:lnTo>
                <a:lnTo>
                  <a:pt x="663181" y="150139"/>
                </a:lnTo>
                <a:lnTo>
                  <a:pt x="663181" y="172986"/>
                </a:lnTo>
                <a:lnTo>
                  <a:pt x="756589" y="172986"/>
                </a:lnTo>
                <a:lnTo>
                  <a:pt x="756589" y="232676"/>
                </a:lnTo>
                <a:lnTo>
                  <a:pt x="627113" y="232676"/>
                </a:lnTo>
                <a:lnTo>
                  <a:pt x="627113" y="255536"/>
                </a:lnTo>
                <a:lnTo>
                  <a:pt x="915377" y="255536"/>
                </a:lnTo>
                <a:lnTo>
                  <a:pt x="915377" y="2326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9156763" y="7363383"/>
            <a:ext cx="1201420" cy="315595"/>
          </a:xfrm>
          <a:custGeom>
            <a:avLst/>
            <a:gdLst/>
            <a:ahLst/>
            <a:cxnLst/>
            <a:rect l="l" t="t" r="r" b="b"/>
            <a:pathLst>
              <a:path w="1201420" h="315595">
                <a:moveTo>
                  <a:pt x="287007" y="155778"/>
                </a:moveTo>
                <a:lnTo>
                  <a:pt x="239928" y="155778"/>
                </a:lnTo>
                <a:lnTo>
                  <a:pt x="245135" y="124015"/>
                </a:lnTo>
                <a:lnTo>
                  <a:pt x="247815" y="96100"/>
                </a:lnTo>
                <a:lnTo>
                  <a:pt x="248805" y="71107"/>
                </a:lnTo>
                <a:lnTo>
                  <a:pt x="248945" y="20535"/>
                </a:lnTo>
                <a:lnTo>
                  <a:pt x="36068" y="20535"/>
                </a:lnTo>
                <a:lnTo>
                  <a:pt x="36068" y="43573"/>
                </a:lnTo>
                <a:lnTo>
                  <a:pt x="221399" y="43573"/>
                </a:lnTo>
                <a:lnTo>
                  <a:pt x="221246" y="70916"/>
                </a:lnTo>
                <a:lnTo>
                  <a:pt x="220167" y="95961"/>
                </a:lnTo>
                <a:lnTo>
                  <a:pt x="217271" y="123990"/>
                </a:lnTo>
                <a:lnTo>
                  <a:pt x="211632" y="155778"/>
                </a:lnTo>
                <a:lnTo>
                  <a:pt x="0" y="155778"/>
                </a:lnTo>
                <a:lnTo>
                  <a:pt x="0" y="178816"/>
                </a:lnTo>
                <a:lnTo>
                  <a:pt x="128981" y="178816"/>
                </a:lnTo>
                <a:lnTo>
                  <a:pt x="128981" y="315302"/>
                </a:lnTo>
                <a:lnTo>
                  <a:pt x="156781" y="315302"/>
                </a:lnTo>
                <a:lnTo>
                  <a:pt x="156781" y="178816"/>
                </a:lnTo>
                <a:lnTo>
                  <a:pt x="287007" y="178816"/>
                </a:lnTo>
                <a:lnTo>
                  <a:pt x="287007" y="155778"/>
                </a:lnTo>
                <a:close/>
              </a:path>
              <a:path w="1201420" h="315595">
                <a:moveTo>
                  <a:pt x="475843" y="138988"/>
                </a:moveTo>
                <a:lnTo>
                  <a:pt x="470420" y="114388"/>
                </a:lnTo>
                <a:lnTo>
                  <a:pt x="459892" y="100926"/>
                </a:lnTo>
                <a:lnTo>
                  <a:pt x="455587" y="95415"/>
                </a:lnTo>
                <a:lnTo>
                  <a:pt x="449541" y="92163"/>
                </a:lnTo>
                <a:lnTo>
                  <a:pt x="449541" y="138988"/>
                </a:lnTo>
                <a:lnTo>
                  <a:pt x="446087" y="154559"/>
                </a:lnTo>
                <a:lnTo>
                  <a:pt x="436714" y="166573"/>
                </a:lnTo>
                <a:lnTo>
                  <a:pt x="422363" y="174320"/>
                </a:lnTo>
                <a:lnTo>
                  <a:pt x="403961" y="177063"/>
                </a:lnTo>
                <a:lnTo>
                  <a:pt x="385445" y="174320"/>
                </a:lnTo>
                <a:lnTo>
                  <a:pt x="371068" y="166573"/>
                </a:lnTo>
                <a:lnTo>
                  <a:pt x="361810" y="154559"/>
                </a:lnTo>
                <a:lnTo>
                  <a:pt x="358635" y="138988"/>
                </a:lnTo>
                <a:lnTo>
                  <a:pt x="361810" y="123571"/>
                </a:lnTo>
                <a:lnTo>
                  <a:pt x="371068" y="111594"/>
                </a:lnTo>
                <a:lnTo>
                  <a:pt x="385445" y="103809"/>
                </a:lnTo>
                <a:lnTo>
                  <a:pt x="403961" y="100926"/>
                </a:lnTo>
                <a:lnTo>
                  <a:pt x="422363" y="103809"/>
                </a:lnTo>
                <a:lnTo>
                  <a:pt x="436714" y="111594"/>
                </a:lnTo>
                <a:lnTo>
                  <a:pt x="446087" y="123571"/>
                </a:lnTo>
                <a:lnTo>
                  <a:pt x="449541" y="138988"/>
                </a:lnTo>
                <a:lnTo>
                  <a:pt x="449541" y="92163"/>
                </a:lnTo>
                <a:lnTo>
                  <a:pt x="432917" y="83210"/>
                </a:lnTo>
                <a:lnTo>
                  <a:pt x="403961" y="78892"/>
                </a:lnTo>
                <a:lnTo>
                  <a:pt x="374929" y="83210"/>
                </a:lnTo>
                <a:lnTo>
                  <a:pt x="352310" y="95415"/>
                </a:lnTo>
                <a:lnTo>
                  <a:pt x="337680" y="114388"/>
                </a:lnTo>
                <a:lnTo>
                  <a:pt x="332587" y="138988"/>
                </a:lnTo>
                <a:lnTo>
                  <a:pt x="337680" y="163499"/>
                </a:lnTo>
                <a:lnTo>
                  <a:pt x="352310" y="182473"/>
                </a:lnTo>
                <a:lnTo>
                  <a:pt x="374929" y="194741"/>
                </a:lnTo>
                <a:lnTo>
                  <a:pt x="403961" y="199097"/>
                </a:lnTo>
                <a:lnTo>
                  <a:pt x="432917" y="194741"/>
                </a:lnTo>
                <a:lnTo>
                  <a:pt x="455587" y="182473"/>
                </a:lnTo>
                <a:lnTo>
                  <a:pt x="459816" y="177063"/>
                </a:lnTo>
                <a:lnTo>
                  <a:pt x="470420" y="163499"/>
                </a:lnTo>
                <a:lnTo>
                  <a:pt x="475843" y="138988"/>
                </a:lnTo>
                <a:close/>
              </a:path>
              <a:path w="1201420" h="315595">
                <a:moveTo>
                  <a:pt x="492125" y="38811"/>
                </a:moveTo>
                <a:lnTo>
                  <a:pt x="417995" y="38811"/>
                </a:lnTo>
                <a:lnTo>
                  <a:pt x="417995" y="0"/>
                </a:lnTo>
                <a:lnTo>
                  <a:pt x="390448" y="0"/>
                </a:lnTo>
                <a:lnTo>
                  <a:pt x="390448" y="38811"/>
                </a:lnTo>
                <a:lnTo>
                  <a:pt x="313804" y="38811"/>
                </a:lnTo>
                <a:lnTo>
                  <a:pt x="313804" y="61607"/>
                </a:lnTo>
                <a:lnTo>
                  <a:pt x="492125" y="61607"/>
                </a:lnTo>
                <a:lnTo>
                  <a:pt x="492125" y="38811"/>
                </a:lnTo>
                <a:close/>
              </a:path>
              <a:path w="1201420" h="315595">
                <a:moveTo>
                  <a:pt x="574522" y="254"/>
                </a:moveTo>
                <a:lnTo>
                  <a:pt x="546722" y="254"/>
                </a:lnTo>
                <a:lnTo>
                  <a:pt x="546722" y="84150"/>
                </a:lnTo>
                <a:lnTo>
                  <a:pt x="491871" y="84150"/>
                </a:lnTo>
                <a:lnTo>
                  <a:pt x="491871" y="107188"/>
                </a:lnTo>
                <a:lnTo>
                  <a:pt x="546722" y="107188"/>
                </a:lnTo>
                <a:lnTo>
                  <a:pt x="546722" y="150012"/>
                </a:lnTo>
                <a:lnTo>
                  <a:pt x="491871" y="150012"/>
                </a:lnTo>
                <a:lnTo>
                  <a:pt x="491871" y="172554"/>
                </a:lnTo>
                <a:lnTo>
                  <a:pt x="546722" y="172554"/>
                </a:lnTo>
                <a:lnTo>
                  <a:pt x="546722" y="240423"/>
                </a:lnTo>
                <a:lnTo>
                  <a:pt x="574522" y="240423"/>
                </a:lnTo>
                <a:lnTo>
                  <a:pt x="574522" y="254"/>
                </a:lnTo>
                <a:close/>
              </a:path>
              <a:path w="1201420" h="315595">
                <a:moveTo>
                  <a:pt x="581787" y="284746"/>
                </a:moveTo>
                <a:lnTo>
                  <a:pt x="398957" y="284746"/>
                </a:lnTo>
                <a:lnTo>
                  <a:pt x="398957" y="219138"/>
                </a:lnTo>
                <a:lnTo>
                  <a:pt x="370903" y="219138"/>
                </a:lnTo>
                <a:lnTo>
                  <a:pt x="370903" y="307797"/>
                </a:lnTo>
                <a:lnTo>
                  <a:pt x="581787" y="307797"/>
                </a:lnTo>
                <a:lnTo>
                  <a:pt x="581787" y="284746"/>
                </a:lnTo>
                <a:close/>
              </a:path>
              <a:path w="1201420" h="315595">
                <a:moveTo>
                  <a:pt x="797661" y="172046"/>
                </a:moveTo>
                <a:lnTo>
                  <a:pt x="791768" y="142786"/>
                </a:lnTo>
                <a:lnTo>
                  <a:pt x="777875" y="122961"/>
                </a:lnTo>
                <a:lnTo>
                  <a:pt x="775716" y="119900"/>
                </a:lnTo>
                <a:lnTo>
                  <a:pt x="771118" y="117094"/>
                </a:lnTo>
                <a:lnTo>
                  <a:pt x="771118" y="172046"/>
                </a:lnTo>
                <a:lnTo>
                  <a:pt x="767194" y="191719"/>
                </a:lnTo>
                <a:lnTo>
                  <a:pt x="756627" y="207149"/>
                </a:lnTo>
                <a:lnTo>
                  <a:pt x="740651" y="217170"/>
                </a:lnTo>
                <a:lnTo>
                  <a:pt x="720521" y="220637"/>
                </a:lnTo>
                <a:lnTo>
                  <a:pt x="700227" y="217170"/>
                </a:lnTo>
                <a:lnTo>
                  <a:pt x="684149" y="207149"/>
                </a:lnTo>
                <a:lnTo>
                  <a:pt x="673620" y="191719"/>
                </a:lnTo>
                <a:lnTo>
                  <a:pt x="669937" y="172046"/>
                </a:lnTo>
                <a:lnTo>
                  <a:pt x="673620" y="152336"/>
                </a:lnTo>
                <a:lnTo>
                  <a:pt x="684149" y="136804"/>
                </a:lnTo>
                <a:lnTo>
                  <a:pt x="700227" y="126619"/>
                </a:lnTo>
                <a:lnTo>
                  <a:pt x="720521" y="122961"/>
                </a:lnTo>
                <a:lnTo>
                  <a:pt x="740651" y="126619"/>
                </a:lnTo>
                <a:lnTo>
                  <a:pt x="756627" y="136804"/>
                </a:lnTo>
                <a:lnTo>
                  <a:pt x="767194" y="152336"/>
                </a:lnTo>
                <a:lnTo>
                  <a:pt x="771118" y="172046"/>
                </a:lnTo>
                <a:lnTo>
                  <a:pt x="771118" y="117094"/>
                </a:lnTo>
                <a:lnTo>
                  <a:pt x="751357" y="104990"/>
                </a:lnTo>
                <a:lnTo>
                  <a:pt x="720521" y="99669"/>
                </a:lnTo>
                <a:lnTo>
                  <a:pt x="689533" y="104990"/>
                </a:lnTo>
                <a:lnTo>
                  <a:pt x="665060" y="119900"/>
                </a:lnTo>
                <a:lnTo>
                  <a:pt x="649033" y="142786"/>
                </a:lnTo>
                <a:lnTo>
                  <a:pt x="643394" y="172046"/>
                </a:lnTo>
                <a:lnTo>
                  <a:pt x="649033" y="201282"/>
                </a:lnTo>
                <a:lnTo>
                  <a:pt x="665060" y="224078"/>
                </a:lnTo>
                <a:lnTo>
                  <a:pt x="689533" y="238899"/>
                </a:lnTo>
                <a:lnTo>
                  <a:pt x="720521" y="244182"/>
                </a:lnTo>
                <a:lnTo>
                  <a:pt x="751357" y="238899"/>
                </a:lnTo>
                <a:lnTo>
                  <a:pt x="775716" y="224078"/>
                </a:lnTo>
                <a:lnTo>
                  <a:pt x="778141" y="220637"/>
                </a:lnTo>
                <a:lnTo>
                  <a:pt x="791768" y="201282"/>
                </a:lnTo>
                <a:lnTo>
                  <a:pt x="797661" y="172046"/>
                </a:lnTo>
                <a:close/>
              </a:path>
              <a:path w="1201420" h="315595">
                <a:moveTo>
                  <a:pt x="812685" y="50584"/>
                </a:moveTo>
                <a:lnTo>
                  <a:pt x="734047" y="50584"/>
                </a:lnTo>
                <a:lnTo>
                  <a:pt x="734047" y="3759"/>
                </a:lnTo>
                <a:lnTo>
                  <a:pt x="706247" y="3759"/>
                </a:lnTo>
                <a:lnTo>
                  <a:pt x="706247" y="50584"/>
                </a:lnTo>
                <a:lnTo>
                  <a:pt x="625360" y="50584"/>
                </a:lnTo>
                <a:lnTo>
                  <a:pt x="625360" y="73621"/>
                </a:lnTo>
                <a:lnTo>
                  <a:pt x="812685" y="73621"/>
                </a:lnTo>
                <a:lnTo>
                  <a:pt x="812685" y="50584"/>
                </a:lnTo>
                <a:close/>
              </a:path>
              <a:path w="1201420" h="315595">
                <a:moveTo>
                  <a:pt x="923391" y="129730"/>
                </a:moveTo>
                <a:lnTo>
                  <a:pt x="870788" y="129730"/>
                </a:lnTo>
                <a:lnTo>
                  <a:pt x="870788" y="0"/>
                </a:lnTo>
                <a:lnTo>
                  <a:pt x="843241" y="0"/>
                </a:lnTo>
                <a:lnTo>
                  <a:pt x="843241" y="314807"/>
                </a:lnTo>
                <a:lnTo>
                  <a:pt x="870788" y="314807"/>
                </a:lnTo>
                <a:lnTo>
                  <a:pt x="870788" y="153022"/>
                </a:lnTo>
                <a:lnTo>
                  <a:pt x="923391" y="153022"/>
                </a:lnTo>
                <a:lnTo>
                  <a:pt x="923391" y="129730"/>
                </a:lnTo>
                <a:close/>
              </a:path>
              <a:path w="1201420" h="315595">
                <a:moveTo>
                  <a:pt x="1107706" y="34302"/>
                </a:moveTo>
                <a:lnTo>
                  <a:pt x="959205" y="34302"/>
                </a:lnTo>
                <a:lnTo>
                  <a:pt x="959205" y="56845"/>
                </a:lnTo>
                <a:lnTo>
                  <a:pt x="1079411" y="56845"/>
                </a:lnTo>
                <a:lnTo>
                  <a:pt x="1071219" y="100139"/>
                </a:lnTo>
                <a:lnTo>
                  <a:pt x="1053858" y="139661"/>
                </a:lnTo>
                <a:lnTo>
                  <a:pt x="1027125" y="175158"/>
                </a:lnTo>
                <a:lnTo>
                  <a:pt x="990790" y="206324"/>
                </a:lnTo>
                <a:lnTo>
                  <a:pt x="944676" y="232905"/>
                </a:lnTo>
                <a:lnTo>
                  <a:pt x="959700" y="255701"/>
                </a:lnTo>
                <a:lnTo>
                  <a:pt x="1007338" y="227926"/>
                </a:lnTo>
                <a:lnTo>
                  <a:pt x="1044994" y="195795"/>
                </a:lnTo>
                <a:lnTo>
                  <a:pt x="1073251" y="159842"/>
                </a:lnTo>
                <a:lnTo>
                  <a:pt x="1092708" y="120586"/>
                </a:lnTo>
                <a:lnTo>
                  <a:pt x="1103998" y="78574"/>
                </a:lnTo>
                <a:lnTo>
                  <a:pt x="1107706" y="34302"/>
                </a:lnTo>
                <a:close/>
              </a:path>
              <a:path w="1201420" h="315595">
                <a:moveTo>
                  <a:pt x="1200873" y="0"/>
                </a:moveTo>
                <a:lnTo>
                  <a:pt x="1173073" y="0"/>
                </a:lnTo>
                <a:lnTo>
                  <a:pt x="1173073" y="314807"/>
                </a:lnTo>
                <a:lnTo>
                  <a:pt x="1200873" y="314807"/>
                </a:lnTo>
                <a:lnTo>
                  <a:pt x="12008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10500683" y="7363625"/>
            <a:ext cx="260985" cy="314960"/>
          </a:xfrm>
          <a:custGeom>
            <a:avLst/>
            <a:gdLst/>
            <a:ahLst/>
            <a:cxnLst/>
            <a:rect l="l" t="t" r="r" b="b"/>
            <a:pathLst>
              <a:path w="260984" h="314959">
                <a:moveTo>
                  <a:pt x="260460" y="0"/>
                </a:moveTo>
                <a:lnTo>
                  <a:pt x="233162" y="0"/>
                </a:lnTo>
                <a:lnTo>
                  <a:pt x="233162" y="314806"/>
                </a:lnTo>
                <a:lnTo>
                  <a:pt x="260460" y="314806"/>
                </a:lnTo>
                <a:lnTo>
                  <a:pt x="260460" y="0"/>
                </a:lnTo>
                <a:close/>
              </a:path>
              <a:path w="260984" h="314959">
                <a:moveTo>
                  <a:pt x="104434" y="15026"/>
                </a:moveTo>
                <a:lnTo>
                  <a:pt x="71970" y="19554"/>
                </a:lnTo>
                <a:lnTo>
                  <a:pt x="46456" y="32651"/>
                </a:lnTo>
                <a:lnTo>
                  <a:pt x="29770" y="53027"/>
                </a:lnTo>
                <a:lnTo>
                  <a:pt x="23791" y="79390"/>
                </a:lnTo>
                <a:lnTo>
                  <a:pt x="29770" y="105647"/>
                </a:lnTo>
                <a:lnTo>
                  <a:pt x="46456" y="126035"/>
                </a:lnTo>
                <a:lnTo>
                  <a:pt x="71970" y="139191"/>
                </a:lnTo>
                <a:lnTo>
                  <a:pt x="104434" y="143754"/>
                </a:lnTo>
                <a:lnTo>
                  <a:pt x="136937" y="139191"/>
                </a:lnTo>
                <a:lnTo>
                  <a:pt x="162537" y="126035"/>
                </a:lnTo>
                <a:lnTo>
                  <a:pt x="166915" y="120713"/>
                </a:lnTo>
                <a:lnTo>
                  <a:pt x="104434" y="120713"/>
                </a:lnTo>
                <a:lnTo>
                  <a:pt x="82818" y="117813"/>
                </a:lnTo>
                <a:lnTo>
                  <a:pt x="65803" y="109349"/>
                </a:lnTo>
                <a:lnTo>
                  <a:pt x="54706" y="96236"/>
                </a:lnTo>
                <a:lnTo>
                  <a:pt x="50839" y="79390"/>
                </a:lnTo>
                <a:lnTo>
                  <a:pt x="54706" y="62504"/>
                </a:lnTo>
                <a:lnTo>
                  <a:pt x="65803" y="49305"/>
                </a:lnTo>
                <a:lnTo>
                  <a:pt x="82818" y="40755"/>
                </a:lnTo>
                <a:lnTo>
                  <a:pt x="104434" y="37816"/>
                </a:lnTo>
                <a:lnTo>
                  <a:pt x="166789" y="37816"/>
                </a:lnTo>
                <a:lnTo>
                  <a:pt x="162537" y="32651"/>
                </a:lnTo>
                <a:lnTo>
                  <a:pt x="136937" y="19554"/>
                </a:lnTo>
                <a:lnTo>
                  <a:pt x="104434" y="15026"/>
                </a:lnTo>
                <a:close/>
              </a:path>
              <a:path w="260984" h="314959">
                <a:moveTo>
                  <a:pt x="166789" y="37816"/>
                </a:moveTo>
                <a:lnTo>
                  <a:pt x="104434" y="37816"/>
                </a:lnTo>
                <a:lnTo>
                  <a:pt x="126344" y="40755"/>
                </a:lnTo>
                <a:lnTo>
                  <a:pt x="143534" y="49305"/>
                </a:lnTo>
                <a:lnTo>
                  <a:pt x="154762" y="62504"/>
                </a:lnTo>
                <a:lnTo>
                  <a:pt x="158780" y="79390"/>
                </a:lnTo>
                <a:lnTo>
                  <a:pt x="154762" y="96236"/>
                </a:lnTo>
                <a:lnTo>
                  <a:pt x="143534" y="109349"/>
                </a:lnTo>
                <a:lnTo>
                  <a:pt x="126344" y="117813"/>
                </a:lnTo>
                <a:lnTo>
                  <a:pt x="104434" y="120713"/>
                </a:lnTo>
                <a:lnTo>
                  <a:pt x="166915" y="120713"/>
                </a:lnTo>
                <a:lnTo>
                  <a:pt x="179309" y="105647"/>
                </a:lnTo>
                <a:lnTo>
                  <a:pt x="185328" y="79390"/>
                </a:lnTo>
                <a:lnTo>
                  <a:pt x="179309" y="53027"/>
                </a:lnTo>
                <a:lnTo>
                  <a:pt x="166789" y="37816"/>
                </a:lnTo>
                <a:close/>
              </a:path>
              <a:path w="260984" h="314959">
                <a:moveTo>
                  <a:pt x="120212" y="192590"/>
                </a:moveTo>
                <a:lnTo>
                  <a:pt x="92412" y="192590"/>
                </a:lnTo>
                <a:lnTo>
                  <a:pt x="92412" y="304788"/>
                </a:lnTo>
                <a:lnTo>
                  <a:pt x="120212" y="304788"/>
                </a:lnTo>
                <a:lnTo>
                  <a:pt x="120212" y="192590"/>
                </a:lnTo>
                <a:close/>
              </a:path>
              <a:path w="260984" h="314959">
                <a:moveTo>
                  <a:pt x="209870" y="159281"/>
                </a:moveTo>
                <a:lnTo>
                  <a:pt x="155912" y="165413"/>
                </a:lnTo>
                <a:lnTo>
                  <a:pt x="100897" y="168892"/>
                </a:lnTo>
                <a:lnTo>
                  <a:pt x="47901" y="170445"/>
                </a:lnTo>
                <a:lnTo>
                  <a:pt x="0" y="170802"/>
                </a:lnTo>
                <a:lnTo>
                  <a:pt x="3610" y="193427"/>
                </a:lnTo>
                <a:lnTo>
                  <a:pt x="3691" y="193936"/>
                </a:lnTo>
                <a:lnTo>
                  <a:pt x="3756" y="194343"/>
                </a:lnTo>
                <a:lnTo>
                  <a:pt x="45924" y="193936"/>
                </a:lnTo>
                <a:lnTo>
                  <a:pt x="68734" y="193427"/>
                </a:lnTo>
                <a:lnTo>
                  <a:pt x="92412" y="192590"/>
                </a:lnTo>
                <a:lnTo>
                  <a:pt x="120212" y="192590"/>
                </a:lnTo>
                <a:lnTo>
                  <a:pt x="120212" y="191087"/>
                </a:lnTo>
                <a:lnTo>
                  <a:pt x="143092" y="189334"/>
                </a:lnTo>
                <a:lnTo>
                  <a:pt x="166137" y="187018"/>
                </a:lnTo>
                <a:lnTo>
                  <a:pt x="189135" y="184044"/>
                </a:lnTo>
                <a:lnTo>
                  <a:pt x="211874" y="180318"/>
                </a:lnTo>
                <a:lnTo>
                  <a:pt x="209870" y="1592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10813225" y="7363383"/>
            <a:ext cx="576580" cy="315595"/>
          </a:xfrm>
          <a:custGeom>
            <a:avLst/>
            <a:gdLst/>
            <a:ahLst/>
            <a:cxnLst/>
            <a:rect l="l" t="t" r="r" b="b"/>
            <a:pathLst>
              <a:path w="576579" h="315595">
                <a:moveTo>
                  <a:pt x="172313" y="172046"/>
                </a:moveTo>
                <a:lnTo>
                  <a:pt x="166420" y="142786"/>
                </a:lnTo>
                <a:lnTo>
                  <a:pt x="152514" y="122961"/>
                </a:lnTo>
                <a:lnTo>
                  <a:pt x="150368" y="119900"/>
                </a:lnTo>
                <a:lnTo>
                  <a:pt x="145757" y="117081"/>
                </a:lnTo>
                <a:lnTo>
                  <a:pt x="145757" y="172046"/>
                </a:lnTo>
                <a:lnTo>
                  <a:pt x="141833" y="191719"/>
                </a:lnTo>
                <a:lnTo>
                  <a:pt x="131267" y="207149"/>
                </a:lnTo>
                <a:lnTo>
                  <a:pt x="115303" y="217170"/>
                </a:lnTo>
                <a:lnTo>
                  <a:pt x="95173" y="220637"/>
                </a:lnTo>
                <a:lnTo>
                  <a:pt x="74866" y="217170"/>
                </a:lnTo>
                <a:lnTo>
                  <a:pt x="58801" y="207149"/>
                </a:lnTo>
                <a:lnTo>
                  <a:pt x="48260" y="191719"/>
                </a:lnTo>
                <a:lnTo>
                  <a:pt x="44589" y="172046"/>
                </a:lnTo>
                <a:lnTo>
                  <a:pt x="48260" y="152336"/>
                </a:lnTo>
                <a:lnTo>
                  <a:pt x="58801" y="136804"/>
                </a:lnTo>
                <a:lnTo>
                  <a:pt x="74866" y="126619"/>
                </a:lnTo>
                <a:lnTo>
                  <a:pt x="95173" y="122961"/>
                </a:lnTo>
                <a:lnTo>
                  <a:pt x="115303" y="126619"/>
                </a:lnTo>
                <a:lnTo>
                  <a:pt x="131267" y="136804"/>
                </a:lnTo>
                <a:lnTo>
                  <a:pt x="141833" y="152336"/>
                </a:lnTo>
                <a:lnTo>
                  <a:pt x="145757" y="172046"/>
                </a:lnTo>
                <a:lnTo>
                  <a:pt x="145757" y="117081"/>
                </a:lnTo>
                <a:lnTo>
                  <a:pt x="125996" y="104990"/>
                </a:lnTo>
                <a:lnTo>
                  <a:pt x="95173" y="99669"/>
                </a:lnTo>
                <a:lnTo>
                  <a:pt x="64173" y="104990"/>
                </a:lnTo>
                <a:lnTo>
                  <a:pt x="39700" y="119900"/>
                </a:lnTo>
                <a:lnTo>
                  <a:pt x="23685" y="142786"/>
                </a:lnTo>
                <a:lnTo>
                  <a:pt x="18034" y="172046"/>
                </a:lnTo>
                <a:lnTo>
                  <a:pt x="23685" y="201282"/>
                </a:lnTo>
                <a:lnTo>
                  <a:pt x="39700" y="224078"/>
                </a:lnTo>
                <a:lnTo>
                  <a:pt x="64173" y="238899"/>
                </a:lnTo>
                <a:lnTo>
                  <a:pt x="95173" y="244182"/>
                </a:lnTo>
                <a:lnTo>
                  <a:pt x="125996" y="238899"/>
                </a:lnTo>
                <a:lnTo>
                  <a:pt x="150368" y="224078"/>
                </a:lnTo>
                <a:lnTo>
                  <a:pt x="152793" y="220637"/>
                </a:lnTo>
                <a:lnTo>
                  <a:pt x="166420" y="201282"/>
                </a:lnTo>
                <a:lnTo>
                  <a:pt x="172313" y="172046"/>
                </a:lnTo>
                <a:close/>
              </a:path>
              <a:path w="576579" h="315595">
                <a:moveTo>
                  <a:pt x="187337" y="50584"/>
                </a:moveTo>
                <a:lnTo>
                  <a:pt x="108699" y="50584"/>
                </a:lnTo>
                <a:lnTo>
                  <a:pt x="108699" y="3759"/>
                </a:lnTo>
                <a:lnTo>
                  <a:pt x="80899" y="3759"/>
                </a:lnTo>
                <a:lnTo>
                  <a:pt x="80899" y="50584"/>
                </a:lnTo>
                <a:lnTo>
                  <a:pt x="0" y="50584"/>
                </a:lnTo>
                <a:lnTo>
                  <a:pt x="0" y="73621"/>
                </a:lnTo>
                <a:lnTo>
                  <a:pt x="187337" y="73621"/>
                </a:lnTo>
                <a:lnTo>
                  <a:pt x="187337" y="50584"/>
                </a:lnTo>
                <a:close/>
              </a:path>
              <a:path w="576579" h="315595">
                <a:moveTo>
                  <a:pt x="298030" y="129730"/>
                </a:moveTo>
                <a:lnTo>
                  <a:pt x="245440" y="129730"/>
                </a:lnTo>
                <a:lnTo>
                  <a:pt x="245440" y="0"/>
                </a:lnTo>
                <a:lnTo>
                  <a:pt x="217893" y="0"/>
                </a:lnTo>
                <a:lnTo>
                  <a:pt x="217893" y="314807"/>
                </a:lnTo>
                <a:lnTo>
                  <a:pt x="245440" y="314807"/>
                </a:lnTo>
                <a:lnTo>
                  <a:pt x="245440" y="153022"/>
                </a:lnTo>
                <a:lnTo>
                  <a:pt x="298030" y="153022"/>
                </a:lnTo>
                <a:lnTo>
                  <a:pt x="298030" y="129730"/>
                </a:lnTo>
                <a:close/>
              </a:path>
              <a:path w="576579" h="315595">
                <a:moveTo>
                  <a:pt x="576275" y="0"/>
                </a:moveTo>
                <a:lnTo>
                  <a:pt x="548728" y="0"/>
                </a:lnTo>
                <a:lnTo>
                  <a:pt x="548728" y="70370"/>
                </a:lnTo>
                <a:lnTo>
                  <a:pt x="548728" y="93662"/>
                </a:lnTo>
                <a:lnTo>
                  <a:pt x="548728" y="170053"/>
                </a:lnTo>
                <a:lnTo>
                  <a:pt x="474967" y="170053"/>
                </a:lnTo>
                <a:lnTo>
                  <a:pt x="476542" y="161594"/>
                </a:lnTo>
                <a:lnTo>
                  <a:pt x="477685" y="152768"/>
                </a:lnTo>
                <a:lnTo>
                  <a:pt x="478370" y="143560"/>
                </a:lnTo>
                <a:lnTo>
                  <a:pt x="478599" y="133985"/>
                </a:lnTo>
                <a:lnTo>
                  <a:pt x="478294" y="123215"/>
                </a:lnTo>
                <a:lnTo>
                  <a:pt x="477418" y="112890"/>
                </a:lnTo>
                <a:lnTo>
                  <a:pt x="475957" y="103022"/>
                </a:lnTo>
                <a:lnTo>
                  <a:pt x="473964" y="93662"/>
                </a:lnTo>
                <a:lnTo>
                  <a:pt x="548728" y="93662"/>
                </a:lnTo>
                <a:lnTo>
                  <a:pt x="548728" y="70370"/>
                </a:lnTo>
                <a:lnTo>
                  <a:pt x="465950" y="70370"/>
                </a:lnTo>
                <a:lnTo>
                  <a:pt x="454012" y="50927"/>
                </a:lnTo>
                <a:lnTo>
                  <a:pt x="452310" y="49326"/>
                </a:lnTo>
                <a:lnTo>
                  <a:pt x="452310" y="133985"/>
                </a:lnTo>
                <a:lnTo>
                  <a:pt x="448462" y="168910"/>
                </a:lnTo>
                <a:lnTo>
                  <a:pt x="437692" y="195681"/>
                </a:lnTo>
                <a:lnTo>
                  <a:pt x="421132" y="212839"/>
                </a:lnTo>
                <a:lnTo>
                  <a:pt x="399961" y="218884"/>
                </a:lnTo>
                <a:lnTo>
                  <a:pt x="378688" y="212839"/>
                </a:lnTo>
                <a:lnTo>
                  <a:pt x="362140" y="195681"/>
                </a:lnTo>
                <a:lnTo>
                  <a:pt x="351434" y="168910"/>
                </a:lnTo>
                <a:lnTo>
                  <a:pt x="347624" y="133985"/>
                </a:lnTo>
                <a:lnTo>
                  <a:pt x="351434" y="99199"/>
                </a:lnTo>
                <a:lnTo>
                  <a:pt x="362140" y="72466"/>
                </a:lnTo>
                <a:lnTo>
                  <a:pt x="378688" y="55270"/>
                </a:lnTo>
                <a:lnTo>
                  <a:pt x="399961" y="49085"/>
                </a:lnTo>
                <a:lnTo>
                  <a:pt x="421132" y="55270"/>
                </a:lnTo>
                <a:lnTo>
                  <a:pt x="437692" y="72466"/>
                </a:lnTo>
                <a:lnTo>
                  <a:pt x="448462" y="99199"/>
                </a:lnTo>
                <a:lnTo>
                  <a:pt x="452310" y="133985"/>
                </a:lnTo>
                <a:lnTo>
                  <a:pt x="452310" y="49326"/>
                </a:lnTo>
                <a:lnTo>
                  <a:pt x="452056" y="49085"/>
                </a:lnTo>
                <a:lnTo>
                  <a:pt x="438734" y="36487"/>
                </a:lnTo>
                <a:lnTo>
                  <a:pt x="420573" y="27457"/>
                </a:lnTo>
                <a:lnTo>
                  <a:pt x="399961" y="24295"/>
                </a:lnTo>
                <a:lnTo>
                  <a:pt x="367944" y="32131"/>
                </a:lnTo>
                <a:lnTo>
                  <a:pt x="342950" y="54152"/>
                </a:lnTo>
                <a:lnTo>
                  <a:pt x="326745" y="88671"/>
                </a:lnTo>
                <a:lnTo>
                  <a:pt x="321068" y="133985"/>
                </a:lnTo>
                <a:lnTo>
                  <a:pt x="326745" y="179438"/>
                </a:lnTo>
                <a:lnTo>
                  <a:pt x="342950" y="213995"/>
                </a:lnTo>
                <a:lnTo>
                  <a:pt x="367944" y="235978"/>
                </a:lnTo>
                <a:lnTo>
                  <a:pt x="399961" y="243674"/>
                </a:lnTo>
                <a:lnTo>
                  <a:pt x="421576" y="240258"/>
                </a:lnTo>
                <a:lnTo>
                  <a:pt x="440436" y="230352"/>
                </a:lnTo>
                <a:lnTo>
                  <a:pt x="451726" y="218884"/>
                </a:lnTo>
                <a:lnTo>
                  <a:pt x="456069" y="214464"/>
                </a:lnTo>
                <a:lnTo>
                  <a:pt x="467956" y="193090"/>
                </a:lnTo>
                <a:lnTo>
                  <a:pt x="548728" y="193090"/>
                </a:lnTo>
                <a:lnTo>
                  <a:pt x="548728" y="315302"/>
                </a:lnTo>
                <a:lnTo>
                  <a:pt x="576275" y="315302"/>
                </a:lnTo>
                <a:lnTo>
                  <a:pt x="576275" y="193090"/>
                </a:lnTo>
                <a:lnTo>
                  <a:pt x="576275" y="170053"/>
                </a:lnTo>
                <a:lnTo>
                  <a:pt x="576275" y="93662"/>
                </a:lnTo>
                <a:lnTo>
                  <a:pt x="576275" y="70370"/>
                </a:lnTo>
                <a:lnTo>
                  <a:pt x="5762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11440094" y="7625338"/>
            <a:ext cx="53975" cy="96520"/>
          </a:xfrm>
          <a:custGeom>
            <a:avLst/>
            <a:gdLst/>
            <a:ahLst/>
            <a:cxnLst/>
            <a:rect l="l" t="t" r="r" b="b"/>
            <a:pathLst>
              <a:path w="53975" h="96520">
                <a:moveTo>
                  <a:pt x="53595" y="0"/>
                </a:moveTo>
                <a:lnTo>
                  <a:pt x="19534" y="0"/>
                </a:lnTo>
                <a:lnTo>
                  <a:pt x="0" y="96420"/>
                </a:lnTo>
                <a:lnTo>
                  <a:pt x="26297" y="96420"/>
                </a:lnTo>
                <a:lnTo>
                  <a:pt x="535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11625174" y="7363383"/>
            <a:ext cx="1010285" cy="358775"/>
          </a:xfrm>
          <a:custGeom>
            <a:avLst/>
            <a:gdLst/>
            <a:ahLst/>
            <a:cxnLst/>
            <a:rect l="l" t="t" r="r" b="b"/>
            <a:pathLst>
              <a:path w="1010284" h="358775">
                <a:moveTo>
                  <a:pt x="184569" y="148513"/>
                </a:moveTo>
                <a:lnTo>
                  <a:pt x="153136" y="132715"/>
                </a:lnTo>
                <a:lnTo>
                  <a:pt x="128409" y="109905"/>
                </a:lnTo>
                <a:lnTo>
                  <a:pt x="122047" y="98920"/>
                </a:lnTo>
                <a:lnTo>
                  <a:pt x="112229" y="81978"/>
                </a:lnTo>
                <a:lnTo>
                  <a:pt x="106438" y="50838"/>
                </a:lnTo>
                <a:lnTo>
                  <a:pt x="106438" y="16281"/>
                </a:lnTo>
                <a:lnTo>
                  <a:pt x="79133" y="16281"/>
                </a:lnTo>
                <a:lnTo>
                  <a:pt x="79133" y="48831"/>
                </a:lnTo>
                <a:lnTo>
                  <a:pt x="73317" y="83769"/>
                </a:lnTo>
                <a:lnTo>
                  <a:pt x="57226" y="114579"/>
                </a:lnTo>
                <a:lnTo>
                  <a:pt x="32296" y="139560"/>
                </a:lnTo>
                <a:lnTo>
                  <a:pt x="0" y="157022"/>
                </a:lnTo>
                <a:lnTo>
                  <a:pt x="15024" y="179311"/>
                </a:lnTo>
                <a:lnTo>
                  <a:pt x="40919" y="166014"/>
                </a:lnTo>
                <a:lnTo>
                  <a:pt x="63017" y="147764"/>
                </a:lnTo>
                <a:lnTo>
                  <a:pt x="80733" y="125183"/>
                </a:lnTo>
                <a:lnTo>
                  <a:pt x="93535" y="98920"/>
                </a:lnTo>
                <a:lnTo>
                  <a:pt x="106273" y="122161"/>
                </a:lnTo>
                <a:lnTo>
                  <a:pt x="123609" y="142252"/>
                </a:lnTo>
                <a:lnTo>
                  <a:pt x="144907" y="158584"/>
                </a:lnTo>
                <a:lnTo>
                  <a:pt x="169545" y="170548"/>
                </a:lnTo>
                <a:lnTo>
                  <a:pt x="184569" y="148513"/>
                </a:lnTo>
                <a:close/>
              </a:path>
              <a:path w="1010284" h="358775">
                <a:moveTo>
                  <a:pt x="250190" y="256705"/>
                </a:moveTo>
                <a:lnTo>
                  <a:pt x="243078" y="232562"/>
                </a:lnTo>
                <a:lnTo>
                  <a:pt x="230873" y="221894"/>
                </a:lnTo>
                <a:lnTo>
                  <a:pt x="223139" y="215125"/>
                </a:lnTo>
                <a:lnTo>
                  <a:pt x="223139" y="256705"/>
                </a:lnTo>
                <a:lnTo>
                  <a:pt x="217855" y="271589"/>
                </a:lnTo>
                <a:lnTo>
                  <a:pt x="202666" y="282625"/>
                </a:lnTo>
                <a:lnTo>
                  <a:pt x="178549" y="289521"/>
                </a:lnTo>
                <a:lnTo>
                  <a:pt x="146507" y="292011"/>
                </a:lnTo>
                <a:lnTo>
                  <a:pt x="114414" y="289521"/>
                </a:lnTo>
                <a:lnTo>
                  <a:pt x="90246" y="282625"/>
                </a:lnTo>
                <a:lnTo>
                  <a:pt x="75044" y="271589"/>
                </a:lnTo>
                <a:lnTo>
                  <a:pt x="69862" y="256705"/>
                </a:lnTo>
                <a:lnTo>
                  <a:pt x="75044" y="242176"/>
                </a:lnTo>
                <a:lnTo>
                  <a:pt x="114414" y="224294"/>
                </a:lnTo>
                <a:lnTo>
                  <a:pt x="178549" y="224294"/>
                </a:lnTo>
                <a:lnTo>
                  <a:pt x="217855" y="242176"/>
                </a:lnTo>
                <a:lnTo>
                  <a:pt x="223139" y="256705"/>
                </a:lnTo>
                <a:lnTo>
                  <a:pt x="223139" y="215125"/>
                </a:lnTo>
                <a:lnTo>
                  <a:pt x="222580" y="214630"/>
                </a:lnTo>
                <a:lnTo>
                  <a:pt x="189966" y="203454"/>
                </a:lnTo>
                <a:lnTo>
                  <a:pt x="146507" y="199605"/>
                </a:lnTo>
                <a:lnTo>
                  <a:pt x="102819" y="203454"/>
                </a:lnTo>
                <a:lnTo>
                  <a:pt x="69964" y="214630"/>
                </a:lnTo>
                <a:lnTo>
                  <a:pt x="49263" y="232562"/>
                </a:lnTo>
                <a:lnTo>
                  <a:pt x="42062" y="256705"/>
                </a:lnTo>
                <a:lnTo>
                  <a:pt x="49263" y="281089"/>
                </a:lnTo>
                <a:lnTo>
                  <a:pt x="69964" y="299085"/>
                </a:lnTo>
                <a:lnTo>
                  <a:pt x="102819" y="310235"/>
                </a:lnTo>
                <a:lnTo>
                  <a:pt x="146507" y="314058"/>
                </a:lnTo>
                <a:lnTo>
                  <a:pt x="189966" y="310235"/>
                </a:lnTo>
                <a:lnTo>
                  <a:pt x="222580" y="299085"/>
                </a:lnTo>
                <a:lnTo>
                  <a:pt x="230632" y="292011"/>
                </a:lnTo>
                <a:lnTo>
                  <a:pt x="243078" y="281089"/>
                </a:lnTo>
                <a:lnTo>
                  <a:pt x="250190" y="256705"/>
                </a:lnTo>
                <a:close/>
              </a:path>
              <a:path w="1010284" h="358775">
                <a:moveTo>
                  <a:pt x="294767" y="82143"/>
                </a:moveTo>
                <a:lnTo>
                  <a:pt x="247434" y="82143"/>
                </a:lnTo>
                <a:lnTo>
                  <a:pt x="247434" y="0"/>
                </a:lnTo>
                <a:lnTo>
                  <a:pt x="219633" y="0"/>
                </a:lnTo>
                <a:lnTo>
                  <a:pt x="219633" y="191592"/>
                </a:lnTo>
                <a:lnTo>
                  <a:pt x="247434" y="191592"/>
                </a:lnTo>
                <a:lnTo>
                  <a:pt x="247434" y="105435"/>
                </a:lnTo>
                <a:lnTo>
                  <a:pt x="294767" y="105435"/>
                </a:lnTo>
                <a:lnTo>
                  <a:pt x="294767" y="82143"/>
                </a:lnTo>
                <a:close/>
              </a:path>
              <a:path w="1010284" h="358775">
                <a:moveTo>
                  <a:pt x="366395" y="261962"/>
                </a:moveTo>
                <a:lnTo>
                  <a:pt x="332333" y="261962"/>
                </a:lnTo>
                <a:lnTo>
                  <a:pt x="312801" y="358381"/>
                </a:lnTo>
                <a:lnTo>
                  <a:pt x="339090" y="358381"/>
                </a:lnTo>
                <a:lnTo>
                  <a:pt x="366395" y="261962"/>
                </a:lnTo>
                <a:close/>
              </a:path>
              <a:path w="1010284" h="358775">
                <a:moveTo>
                  <a:pt x="579018" y="172046"/>
                </a:moveTo>
                <a:lnTo>
                  <a:pt x="573125" y="142786"/>
                </a:lnTo>
                <a:lnTo>
                  <a:pt x="559231" y="122961"/>
                </a:lnTo>
                <a:lnTo>
                  <a:pt x="557072" y="119900"/>
                </a:lnTo>
                <a:lnTo>
                  <a:pt x="552475" y="117094"/>
                </a:lnTo>
                <a:lnTo>
                  <a:pt x="552475" y="172046"/>
                </a:lnTo>
                <a:lnTo>
                  <a:pt x="548551" y="191719"/>
                </a:lnTo>
                <a:lnTo>
                  <a:pt x="537972" y="207149"/>
                </a:lnTo>
                <a:lnTo>
                  <a:pt x="522008" y="217170"/>
                </a:lnTo>
                <a:lnTo>
                  <a:pt x="501878" y="220637"/>
                </a:lnTo>
                <a:lnTo>
                  <a:pt x="481584" y="217170"/>
                </a:lnTo>
                <a:lnTo>
                  <a:pt x="465505" y="207149"/>
                </a:lnTo>
                <a:lnTo>
                  <a:pt x="454977" y="191719"/>
                </a:lnTo>
                <a:lnTo>
                  <a:pt x="451294" y="172046"/>
                </a:lnTo>
                <a:lnTo>
                  <a:pt x="454977" y="152336"/>
                </a:lnTo>
                <a:lnTo>
                  <a:pt x="465505" y="136804"/>
                </a:lnTo>
                <a:lnTo>
                  <a:pt x="481584" y="126619"/>
                </a:lnTo>
                <a:lnTo>
                  <a:pt x="501878" y="122961"/>
                </a:lnTo>
                <a:lnTo>
                  <a:pt x="522008" y="126619"/>
                </a:lnTo>
                <a:lnTo>
                  <a:pt x="537972" y="136804"/>
                </a:lnTo>
                <a:lnTo>
                  <a:pt x="548551" y="152336"/>
                </a:lnTo>
                <a:lnTo>
                  <a:pt x="552475" y="172046"/>
                </a:lnTo>
                <a:lnTo>
                  <a:pt x="552475" y="117094"/>
                </a:lnTo>
                <a:lnTo>
                  <a:pt x="532701" y="104990"/>
                </a:lnTo>
                <a:lnTo>
                  <a:pt x="501878" y="99669"/>
                </a:lnTo>
                <a:lnTo>
                  <a:pt x="470877" y="104990"/>
                </a:lnTo>
                <a:lnTo>
                  <a:pt x="446405" y="119900"/>
                </a:lnTo>
                <a:lnTo>
                  <a:pt x="430390" y="142786"/>
                </a:lnTo>
                <a:lnTo>
                  <a:pt x="424751" y="172046"/>
                </a:lnTo>
                <a:lnTo>
                  <a:pt x="430390" y="201282"/>
                </a:lnTo>
                <a:lnTo>
                  <a:pt x="446405" y="224078"/>
                </a:lnTo>
                <a:lnTo>
                  <a:pt x="470877" y="238899"/>
                </a:lnTo>
                <a:lnTo>
                  <a:pt x="501878" y="244182"/>
                </a:lnTo>
                <a:lnTo>
                  <a:pt x="532701" y="238899"/>
                </a:lnTo>
                <a:lnTo>
                  <a:pt x="557072" y="224078"/>
                </a:lnTo>
                <a:lnTo>
                  <a:pt x="559498" y="220637"/>
                </a:lnTo>
                <a:lnTo>
                  <a:pt x="573125" y="201282"/>
                </a:lnTo>
                <a:lnTo>
                  <a:pt x="579018" y="172046"/>
                </a:lnTo>
                <a:close/>
              </a:path>
              <a:path w="1010284" h="358775">
                <a:moveTo>
                  <a:pt x="594042" y="50584"/>
                </a:moveTo>
                <a:lnTo>
                  <a:pt x="515404" y="50584"/>
                </a:lnTo>
                <a:lnTo>
                  <a:pt x="515404" y="3759"/>
                </a:lnTo>
                <a:lnTo>
                  <a:pt x="487603" y="3759"/>
                </a:lnTo>
                <a:lnTo>
                  <a:pt x="487603" y="50584"/>
                </a:lnTo>
                <a:lnTo>
                  <a:pt x="406717" y="50584"/>
                </a:lnTo>
                <a:lnTo>
                  <a:pt x="406717" y="73621"/>
                </a:lnTo>
                <a:lnTo>
                  <a:pt x="594042" y="73621"/>
                </a:lnTo>
                <a:lnTo>
                  <a:pt x="594042" y="50584"/>
                </a:lnTo>
                <a:close/>
              </a:path>
              <a:path w="1010284" h="358775">
                <a:moveTo>
                  <a:pt x="704735" y="129730"/>
                </a:moveTo>
                <a:lnTo>
                  <a:pt x="652145" y="129730"/>
                </a:lnTo>
                <a:lnTo>
                  <a:pt x="652145" y="0"/>
                </a:lnTo>
                <a:lnTo>
                  <a:pt x="624598" y="0"/>
                </a:lnTo>
                <a:lnTo>
                  <a:pt x="624598" y="314807"/>
                </a:lnTo>
                <a:lnTo>
                  <a:pt x="652145" y="314807"/>
                </a:lnTo>
                <a:lnTo>
                  <a:pt x="652145" y="153022"/>
                </a:lnTo>
                <a:lnTo>
                  <a:pt x="704735" y="153022"/>
                </a:lnTo>
                <a:lnTo>
                  <a:pt x="704735" y="129730"/>
                </a:lnTo>
                <a:close/>
              </a:path>
              <a:path w="1010284" h="358775">
                <a:moveTo>
                  <a:pt x="1010285" y="252818"/>
                </a:moveTo>
                <a:lnTo>
                  <a:pt x="879055" y="252818"/>
                </a:lnTo>
                <a:lnTo>
                  <a:pt x="879055" y="193116"/>
                </a:lnTo>
                <a:lnTo>
                  <a:pt x="981227" y="193116"/>
                </a:lnTo>
                <a:lnTo>
                  <a:pt x="981227" y="170256"/>
                </a:lnTo>
                <a:lnTo>
                  <a:pt x="785634" y="170256"/>
                </a:lnTo>
                <a:lnTo>
                  <a:pt x="785634" y="118198"/>
                </a:lnTo>
                <a:lnTo>
                  <a:pt x="973963" y="118198"/>
                </a:lnTo>
                <a:lnTo>
                  <a:pt x="973963" y="95326"/>
                </a:lnTo>
                <a:lnTo>
                  <a:pt x="973963" y="45796"/>
                </a:lnTo>
                <a:lnTo>
                  <a:pt x="973963" y="22948"/>
                </a:lnTo>
                <a:lnTo>
                  <a:pt x="757339" y="22948"/>
                </a:lnTo>
                <a:lnTo>
                  <a:pt x="757339" y="45796"/>
                </a:lnTo>
                <a:lnTo>
                  <a:pt x="946416" y="45796"/>
                </a:lnTo>
                <a:lnTo>
                  <a:pt x="946416" y="95326"/>
                </a:lnTo>
                <a:lnTo>
                  <a:pt x="758088" y="95326"/>
                </a:lnTo>
                <a:lnTo>
                  <a:pt x="758088" y="118198"/>
                </a:lnTo>
                <a:lnTo>
                  <a:pt x="758088" y="170256"/>
                </a:lnTo>
                <a:lnTo>
                  <a:pt x="758088" y="193116"/>
                </a:lnTo>
                <a:lnTo>
                  <a:pt x="851496" y="193116"/>
                </a:lnTo>
                <a:lnTo>
                  <a:pt x="851496" y="252818"/>
                </a:lnTo>
                <a:lnTo>
                  <a:pt x="722020" y="252818"/>
                </a:lnTo>
                <a:lnTo>
                  <a:pt x="722020" y="275666"/>
                </a:lnTo>
                <a:lnTo>
                  <a:pt x="1010285" y="275666"/>
                </a:lnTo>
                <a:lnTo>
                  <a:pt x="1010285" y="2528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12752020" y="7360881"/>
            <a:ext cx="575310" cy="317500"/>
          </a:xfrm>
          <a:custGeom>
            <a:avLst/>
            <a:gdLst/>
            <a:ahLst/>
            <a:cxnLst/>
            <a:rect l="l" t="t" r="r" b="b"/>
            <a:pathLst>
              <a:path w="575309" h="317500">
                <a:moveTo>
                  <a:pt x="169545" y="130721"/>
                </a:moveTo>
                <a:lnTo>
                  <a:pt x="163957" y="107696"/>
                </a:lnTo>
                <a:lnTo>
                  <a:pt x="153911" y="96164"/>
                </a:lnTo>
                <a:lnTo>
                  <a:pt x="148539" y="89992"/>
                </a:lnTo>
                <a:lnTo>
                  <a:pt x="143243" y="87477"/>
                </a:lnTo>
                <a:lnTo>
                  <a:pt x="143243" y="130721"/>
                </a:lnTo>
                <a:lnTo>
                  <a:pt x="139560" y="145110"/>
                </a:lnTo>
                <a:lnTo>
                  <a:pt x="129476" y="156019"/>
                </a:lnTo>
                <a:lnTo>
                  <a:pt x="113944" y="162991"/>
                </a:lnTo>
                <a:lnTo>
                  <a:pt x="93916" y="165531"/>
                </a:lnTo>
                <a:lnTo>
                  <a:pt x="73596" y="162991"/>
                </a:lnTo>
                <a:lnTo>
                  <a:pt x="57975" y="156019"/>
                </a:lnTo>
                <a:lnTo>
                  <a:pt x="47980" y="145110"/>
                </a:lnTo>
                <a:lnTo>
                  <a:pt x="44577" y="130721"/>
                </a:lnTo>
                <a:lnTo>
                  <a:pt x="47980" y="116560"/>
                </a:lnTo>
                <a:lnTo>
                  <a:pt x="57975" y="105651"/>
                </a:lnTo>
                <a:lnTo>
                  <a:pt x="73596" y="98640"/>
                </a:lnTo>
                <a:lnTo>
                  <a:pt x="93916" y="96164"/>
                </a:lnTo>
                <a:lnTo>
                  <a:pt x="113944" y="98640"/>
                </a:lnTo>
                <a:lnTo>
                  <a:pt x="129476" y="105651"/>
                </a:lnTo>
                <a:lnTo>
                  <a:pt x="139560" y="116560"/>
                </a:lnTo>
                <a:lnTo>
                  <a:pt x="143243" y="130721"/>
                </a:lnTo>
                <a:lnTo>
                  <a:pt x="143243" y="87477"/>
                </a:lnTo>
                <a:lnTo>
                  <a:pt x="124714" y="78638"/>
                </a:lnTo>
                <a:lnTo>
                  <a:pt x="93916" y="74625"/>
                </a:lnTo>
                <a:lnTo>
                  <a:pt x="62687" y="78638"/>
                </a:lnTo>
                <a:lnTo>
                  <a:pt x="38684" y="89992"/>
                </a:lnTo>
                <a:lnTo>
                  <a:pt x="23329" y="107696"/>
                </a:lnTo>
                <a:lnTo>
                  <a:pt x="18034" y="130721"/>
                </a:lnTo>
                <a:lnTo>
                  <a:pt x="23329" y="153860"/>
                </a:lnTo>
                <a:lnTo>
                  <a:pt x="38684" y="171551"/>
                </a:lnTo>
                <a:lnTo>
                  <a:pt x="62687" y="182854"/>
                </a:lnTo>
                <a:lnTo>
                  <a:pt x="93916" y="186829"/>
                </a:lnTo>
                <a:lnTo>
                  <a:pt x="124714" y="182854"/>
                </a:lnTo>
                <a:lnTo>
                  <a:pt x="148539" y="171551"/>
                </a:lnTo>
                <a:lnTo>
                  <a:pt x="153784" y="165531"/>
                </a:lnTo>
                <a:lnTo>
                  <a:pt x="163957" y="153860"/>
                </a:lnTo>
                <a:lnTo>
                  <a:pt x="169545" y="130721"/>
                </a:lnTo>
                <a:close/>
              </a:path>
              <a:path w="575309" h="317500">
                <a:moveTo>
                  <a:pt x="187579" y="36055"/>
                </a:moveTo>
                <a:lnTo>
                  <a:pt x="107683" y="36055"/>
                </a:lnTo>
                <a:lnTo>
                  <a:pt x="107683" y="0"/>
                </a:lnTo>
                <a:lnTo>
                  <a:pt x="80137" y="0"/>
                </a:lnTo>
                <a:lnTo>
                  <a:pt x="80137" y="36055"/>
                </a:lnTo>
                <a:lnTo>
                  <a:pt x="0" y="36055"/>
                </a:lnTo>
                <a:lnTo>
                  <a:pt x="0" y="58851"/>
                </a:lnTo>
                <a:lnTo>
                  <a:pt x="187579" y="58851"/>
                </a:lnTo>
                <a:lnTo>
                  <a:pt x="187579" y="36055"/>
                </a:lnTo>
                <a:close/>
              </a:path>
              <a:path w="575309" h="317500">
                <a:moveTo>
                  <a:pt x="245427" y="210121"/>
                </a:moveTo>
                <a:lnTo>
                  <a:pt x="217881" y="210121"/>
                </a:lnTo>
                <a:lnTo>
                  <a:pt x="217881" y="232410"/>
                </a:lnTo>
                <a:lnTo>
                  <a:pt x="217881" y="290258"/>
                </a:lnTo>
                <a:lnTo>
                  <a:pt x="73875" y="290258"/>
                </a:lnTo>
                <a:lnTo>
                  <a:pt x="73875" y="232410"/>
                </a:lnTo>
                <a:lnTo>
                  <a:pt x="217881" y="232410"/>
                </a:lnTo>
                <a:lnTo>
                  <a:pt x="217881" y="210121"/>
                </a:lnTo>
                <a:lnTo>
                  <a:pt x="46583" y="210121"/>
                </a:lnTo>
                <a:lnTo>
                  <a:pt x="46583" y="313055"/>
                </a:lnTo>
                <a:lnTo>
                  <a:pt x="245427" y="313055"/>
                </a:lnTo>
                <a:lnTo>
                  <a:pt x="245427" y="290258"/>
                </a:lnTo>
                <a:lnTo>
                  <a:pt x="245427" y="232410"/>
                </a:lnTo>
                <a:lnTo>
                  <a:pt x="245427" y="210121"/>
                </a:lnTo>
                <a:close/>
              </a:path>
              <a:path w="575309" h="317500">
                <a:moveTo>
                  <a:pt x="292760" y="86144"/>
                </a:moveTo>
                <a:lnTo>
                  <a:pt x="245427" y="86144"/>
                </a:lnTo>
                <a:lnTo>
                  <a:pt x="245427" y="2501"/>
                </a:lnTo>
                <a:lnTo>
                  <a:pt x="217627" y="2501"/>
                </a:lnTo>
                <a:lnTo>
                  <a:pt x="217627" y="192087"/>
                </a:lnTo>
                <a:lnTo>
                  <a:pt x="245427" y="192087"/>
                </a:lnTo>
                <a:lnTo>
                  <a:pt x="245427" y="110185"/>
                </a:lnTo>
                <a:lnTo>
                  <a:pt x="292760" y="110185"/>
                </a:lnTo>
                <a:lnTo>
                  <a:pt x="292760" y="86144"/>
                </a:lnTo>
                <a:close/>
              </a:path>
              <a:path w="575309" h="317500">
                <a:moveTo>
                  <a:pt x="499884" y="156019"/>
                </a:moveTo>
                <a:lnTo>
                  <a:pt x="468312" y="140157"/>
                </a:lnTo>
                <a:lnTo>
                  <a:pt x="443776" y="117551"/>
                </a:lnTo>
                <a:lnTo>
                  <a:pt x="437464" y="106680"/>
                </a:lnTo>
                <a:lnTo>
                  <a:pt x="427888" y="90195"/>
                </a:lnTo>
                <a:lnTo>
                  <a:pt x="422287" y="60350"/>
                </a:lnTo>
                <a:lnTo>
                  <a:pt x="422236" y="48577"/>
                </a:lnTo>
                <a:lnTo>
                  <a:pt x="492620" y="48577"/>
                </a:lnTo>
                <a:lnTo>
                  <a:pt x="492620" y="25539"/>
                </a:lnTo>
                <a:lnTo>
                  <a:pt x="323062" y="25539"/>
                </a:lnTo>
                <a:lnTo>
                  <a:pt x="323062" y="48577"/>
                </a:lnTo>
                <a:lnTo>
                  <a:pt x="394195" y="48577"/>
                </a:lnTo>
                <a:lnTo>
                  <a:pt x="394195" y="60350"/>
                </a:lnTo>
                <a:lnTo>
                  <a:pt x="388251" y="93332"/>
                </a:lnTo>
                <a:lnTo>
                  <a:pt x="371678" y="123215"/>
                </a:lnTo>
                <a:lnTo>
                  <a:pt x="346329" y="147840"/>
                </a:lnTo>
                <a:lnTo>
                  <a:pt x="314045" y="165036"/>
                </a:lnTo>
                <a:lnTo>
                  <a:pt x="328574" y="187071"/>
                </a:lnTo>
                <a:lnTo>
                  <a:pt x="355066" y="173723"/>
                </a:lnTo>
                <a:lnTo>
                  <a:pt x="377723" y="155384"/>
                </a:lnTo>
                <a:lnTo>
                  <a:pt x="395884" y="132791"/>
                </a:lnTo>
                <a:lnTo>
                  <a:pt x="408838" y="106680"/>
                </a:lnTo>
                <a:lnTo>
                  <a:pt x="421576" y="129755"/>
                </a:lnTo>
                <a:lnTo>
                  <a:pt x="438924" y="149872"/>
                </a:lnTo>
                <a:lnTo>
                  <a:pt x="460362" y="166293"/>
                </a:lnTo>
                <a:lnTo>
                  <a:pt x="485355" y="178308"/>
                </a:lnTo>
                <a:lnTo>
                  <a:pt x="499884" y="156019"/>
                </a:lnTo>
                <a:close/>
              </a:path>
              <a:path w="575309" h="317500">
                <a:moveTo>
                  <a:pt x="573760" y="2501"/>
                </a:moveTo>
                <a:lnTo>
                  <a:pt x="545960" y="2501"/>
                </a:lnTo>
                <a:lnTo>
                  <a:pt x="545960" y="84645"/>
                </a:lnTo>
                <a:lnTo>
                  <a:pt x="482346" y="84645"/>
                </a:lnTo>
                <a:lnTo>
                  <a:pt x="482346" y="107683"/>
                </a:lnTo>
                <a:lnTo>
                  <a:pt x="545960" y="107683"/>
                </a:lnTo>
                <a:lnTo>
                  <a:pt x="545960" y="190080"/>
                </a:lnTo>
                <a:lnTo>
                  <a:pt x="573760" y="190080"/>
                </a:lnTo>
                <a:lnTo>
                  <a:pt x="573760" y="2501"/>
                </a:lnTo>
                <a:close/>
              </a:path>
              <a:path w="575309" h="317500">
                <a:moveTo>
                  <a:pt x="574763" y="258457"/>
                </a:moveTo>
                <a:lnTo>
                  <a:pt x="567474" y="233654"/>
                </a:lnTo>
                <a:lnTo>
                  <a:pt x="553821" y="221640"/>
                </a:lnTo>
                <a:lnTo>
                  <a:pt x="547217" y="215836"/>
                </a:lnTo>
                <a:lnTo>
                  <a:pt x="547217" y="258457"/>
                </a:lnTo>
                <a:lnTo>
                  <a:pt x="541807" y="273773"/>
                </a:lnTo>
                <a:lnTo>
                  <a:pt x="526300" y="285254"/>
                </a:lnTo>
                <a:lnTo>
                  <a:pt x="501777" y="292404"/>
                </a:lnTo>
                <a:lnTo>
                  <a:pt x="469328" y="294767"/>
                </a:lnTo>
                <a:lnTo>
                  <a:pt x="436727" y="292404"/>
                </a:lnTo>
                <a:lnTo>
                  <a:pt x="412165" y="285254"/>
                </a:lnTo>
                <a:lnTo>
                  <a:pt x="396709" y="273773"/>
                </a:lnTo>
                <a:lnTo>
                  <a:pt x="391439" y="258457"/>
                </a:lnTo>
                <a:lnTo>
                  <a:pt x="396709" y="242976"/>
                </a:lnTo>
                <a:lnTo>
                  <a:pt x="412165" y="231406"/>
                </a:lnTo>
                <a:lnTo>
                  <a:pt x="436727" y="224155"/>
                </a:lnTo>
                <a:lnTo>
                  <a:pt x="469328" y="221640"/>
                </a:lnTo>
                <a:lnTo>
                  <a:pt x="501777" y="224155"/>
                </a:lnTo>
                <a:lnTo>
                  <a:pt x="526300" y="231406"/>
                </a:lnTo>
                <a:lnTo>
                  <a:pt x="541807" y="242976"/>
                </a:lnTo>
                <a:lnTo>
                  <a:pt x="547217" y="258457"/>
                </a:lnTo>
                <a:lnTo>
                  <a:pt x="547217" y="215836"/>
                </a:lnTo>
                <a:lnTo>
                  <a:pt x="546557" y="215252"/>
                </a:lnTo>
                <a:lnTo>
                  <a:pt x="513372" y="203796"/>
                </a:lnTo>
                <a:lnTo>
                  <a:pt x="469328" y="199847"/>
                </a:lnTo>
                <a:lnTo>
                  <a:pt x="425132" y="203796"/>
                </a:lnTo>
                <a:lnTo>
                  <a:pt x="391909" y="215252"/>
                </a:lnTo>
                <a:lnTo>
                  <a:pt x="371030" y="233654"/>
                </a:lnTo>
                <a:lnTo>
                  <a:pt x="363893" y="258457"/>
                </a:lnTo>
                <a:lnTo>
                  <a:pt x="371030" y="283210"/>
                </a:lnTo>
                <a:lnTo>
                  <a:pt x="391909" y="301561"/>
                </a:lnTo>
                <a:lnTo>
                  <a:pt x="425132" y="313004"/>
                </a:lnTo>
                <a:lnTo>
                  <a:pt x="469328" y="317055"/>
                </a:lnTo>
                <a:lnTo>
                  <a:pt x="513372" y="313004"/>
                </a:lnTo>
                <a:lnTo>
                  <a:pt x="546557" y="301561"/>
                </a:lnTo>
                <a:lnTo>
                  <a:pt x="554304" y="294767"/>
                </a:lnTo>
                <a:lnTo>
                  <a:pt x="567474" y="283210"/>
                </a:lnTo>
                <a:lnTo>
                  <a:pt x="574763" y="2584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13378378" y="7368885"/>
            <a:ext cx="287020" cy="306070"/>
          </a:xfrm>
          <a:custGeom>
            <a:avLst/>
            <a:gdLst/>
            <a:ahLst/>
            <a:cxnLst/>
            <a:rect l="l" t="t" r="r" b="b"/>
            <a:pathLst>
              <a:path w="287019" h="306070">
                <a:moveTo>
                  <a:pt x="143254" y="0"/>
                </a:moveTo>
                <a:lnTo>
                  <a:pt x="96256" y="3560"/>
                </a:lnTo>
                <a:lnTo>
                  <a:pt x="61233" y="14024"/>
                </a:lnTo>
                <a:lnTo>
                  <a:pt x="39358" y="31062"/>
                </a:lnTo>
                <a:lnTo>
                  <a:pt x="31806" y="54346"/>
                </a:lnTo>
                <a:lnTo>
                  <a:pt x="39358" y="77922"/>
                </a:lnTo>
                <a:lnTo>
                  <a:pt x="61233" y="95137"/>
                </a:lnTo>
                <a:lnTo>
                  <a:pt x="96256" y="105729"/>
                </a:lnTo>
                <a:lnTo>
                  <a:pt x="143254" y="109443"/>
                </a:lnTo>
                <a:lnTo>
                  <a:pt x="190211" y="105729"/>
                </a:lnTo>
                <a:lnTo>
                  <a:pt x="225148" y="95137"/>
                </a:lnTo>
                <a:lnTo>
                  <a:pt x="233984" y="88155"/>
                </a:lnTo>
                <a:lnTo>
                  <a:pt x="143254" y="88155"/>
                </a:lnTo>
                <a:lnTo>
                  <a:pt x="108367" y="85937"/>
                </a:lnTo>
                <a:lnTo>
                  <a:pt x="82427" y="79421"/>
                </a:lnTo>
                <a:lnTo>
                  <a:pt x="66300" y="68820"/>
                </a:lnTo>
                <a:lnTo>
                  <a:pt x="60857" y="54346"/>
                </a:lnTo>
                <a:lnTo>
                  <a:pt x="66300" y="40372"/>
                </a:lnTo>
                <a:lnTo>
                  <a:pt x="82427" y="29896"/>
                </a:lnTo>
                <a:lnTo>
                  <a:pt x="108367" y="23318"/>
                </a:lnTo>
                <a:lnTo>
                  <a:pt x="143254" y="21037"/>
                </a:lnTo>
                <a:lnTo>
                  <a:pt x="234116" y="21037"/>
                </a:lnTo>
                <a:lnTo>
                  <a:pt x="225148" y="14024"/>
                </a:lnTo>
                <a:lnTo>
                  <a:pt x="190211" y="3560"/>
                </a:lnTo>
                <a:lnTo>
                  <a:pt x="143254" y="0"/>
                </a:lnTo>
                <a:close/>
              </a:path>
              <a:path w="287019" h="306070">
                <a:moveTo>
                  <a:pt x="234116" y="21037"/>
                </a:moveTo>
                <a:lnTo>
                  <a:pt x="143254" y="21037"/>
                </a:lnTo>
                <a:lnTo>
                  <a:pt x="178288" y="23318"/>
                </a:lnTo>
                <a:lnTo>
                  <a:pt x="204330" y="29896"/>
                </a:lnTo>
                <a:lnTo>
                  <a:pt x="220558" y="40372"/>
                </a:lnTo>
                <a:lnTo>
                  <a:pt x="226150" y="54346"/>
                </a:lnTo>
                <a:lnTo>
                  <a:pt x="220558" y="68820"/>
                </a:lnTo>
                <a:lnTo>
                  <a:pt x="204330" y="79421"/>
                </a:lnTo>
                <a:lnTo>
                  <a:pt x="178288" y="85937"/>
                </a:lnTo>
                <a:lnTo>
                  <a:pt x="143254" y="88155"/>
                </a:lnTo>
                <a:lnTo>
                  <a:pt x="233984" y="88155"/>
                </a:lnTo>
                <a:lnTo>
                  <a:pt x="246937" y="77922"/>
                </a:lnTo>
                <a:lnTo>
                  <a:pt x="254450" y="54346"/>
                </a:lnTo>
                <a:lnTo>
                  <a:pt x="246937" y="31062"/>
                </a:lnTo>
                <a:lnTo>
                  <a:pt x="234116" y="21037"/>
                </a:lnTo>
                <a:close/>
              </a:path>
              <a:path w="287019" h="306070">
                <a:moveTo>
                  <a:pt x="287008" y="130731"/>
                </a:moveTo>
                <a:lnTo>
                  <a:pt x="0" y="130731"/>
                </a:lnTo>
                <a:lnTo>
                  <a:pt x="0" y="153271"/>
                </a:lnTo>
                <a:lnTo>
                  <a:pt x="287008" y="153271"/>
                </a:lnTo>
                <a:lnTo>
                  <a:pt x="287008" y="130731"/>
                </a:lnTo>
                <a:close/>
              </a:path>
              <a:path w="287019" h="306070">
                <a:moveTo>
                  <a:pt x="249941" y="180569"/>
                </a:moveTo>
                <a:lnTo>
                  <a:pt x="34811" y="180569"/>
                </a:lnTo>
                <a:lnTo>
                  <a:pt x="34811" y="201856"/>
                </a:lnTo>
                <a:lnTo>
                  <a:pt x="222643" y="201856"/>
                </a:lnTo>
                <a:lnTo>
                  <a:pt x="222643" y="230407"/>
                </a:lnTo>
                <a:lnTo>
                  <a:pt x="35562" y="230407"/>
                </a:lnTo>
                <a:lnTo>
                  <a:pt x="35562" y="305790"/>
                </a:lnTo>
                <a:lnTo>
                  <a:pt x="259458" y="305790"/>
                </a:lnTo>
                <a:lnTo>
                  <a:pt x="259458" y="283751"/>
                </a:lnTo>
                <a:lnTo>
                  <a:pt x="62861" y="283751"/>
                </a:lnTo>
                <a:lnTo>
                  <a:pt x="62861" y="250943"/>
                </a:lnTo>
                <a:lnTo>
                  <a:pt x="249941" y="250943"/>
                </a:lnTo>
                <a:lnTo>
                  <a:pt x="249941" y="1805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13794168" y="7363383"/>
            <a:ext cx="258445" cy="314960"/>
          </a:xfrm>
          <a:custGeom>
            <a:avLst/>
            <a:gdLst/>
            <a:ahLst/>
            <a:cxnLst/>
            <a:rect l="l" t="t" r="r" b="b"/>
            <a:pathLst>
              <a:path w="258444" h="314959">
                <a:moveTo>
                  <a:pt x="120954" y="30048"/>
                </a:moveTo>
                <a:lnTo>
                  <a:pt x="95161" y="30048"/>
                </a:lnTo>
                <a:lnTo>
                  <a:pt x="95161" y="106756"/>
                </a:lnTo>
                <a:lnTo>
                  <a:pt x="26543" y="106756"/>
                </a:lnTo>
                <a:lnTo>
                  <a:pt x="26543" y="30556"/>
                </a:lnTo>
                <a:lnTo>
                  <a:pt x="0" y="30556"/>
                </a:lnTo>
                <a:lnTo>
                  <a:pt x="0" y="106756"/>
                </a:lnTo>
                <a:lnTo>
                  <a:pt x="0" y="129616"/>
                </a:lnTo>
                <a:lnTo>
                  <a:pt x="0" y="213448"/>
                </a:lnTo>
                <a:lnTo>
                  <a:pt x="0" y="236296"/>
                </a:lnTo>
                <a:lnTo>
                  <a:pt x="120954" y="236296"/>
                </a:lnTo>
                <a:lnTo>
                  <a:pt x="120954" y="213448"/>
                </a:lnTo>
                <a:lnTo>
                  <a:pt x="26543" y="213448"/>
                </a:lnTo>
                <a:lnTo>
                  <a:pt x="26543" y="129616"/>
                </a:lnTo>
                <a:lnTo>
                  <a:pt x="95161" y="129616"/>
                </a:lnTo>
                <a:lnTo>
                  <a:pt x="95161" y="212877"/>
                </a:lnTo>
                <a:lnTo>
                  <a:pt x="120954" y="212877"/>
                </a:lnTo>
                <a:lnTo>
                  <a:pt x="120954" y="129616"/>
                </a:lnTo>
                <a:lnTo>
                  <a:pt x="120954" y="129476"/>
                </a:lnTo>
                <a:lnTo>
                  <a:pt x="120954" y="106934"/>
                </a:lnTo>
                <a:lnTo>
                  <a:pt x="120954" y="106756"/>
                </a:lnTo>
                <a:lnTo>
                  <a:pt x="120954" y="30048"/>
                </a:lnTo>
                <a:close/>
              </a:path>
              <a:path w="258444" h="314959">
                <a:moveTo>
                  <a:pt x="258203" y="148005"/>
                </a:moveTo>
                <a:lnTo>
                  <a:pt x="231406" y="148005"/>
                </a:lnTo>
                <a:lnTo>
                  <a:pt x="231406" y="314807"/>
                </a:lnTo>
                <a:lnTo>
                  <a:pt x="258203" y="314807"/>
                </a:lnTo>
                <a:lnTo>
                  <a:pt x="258203" y="148005"/>
                </a:lnTo>
                <a:close/>
              </a:path>
              <a:path w="258444" h="314959">
                <a:moveTo>
                  <a:pt x="258203" y="0"/>
                </a:moveTo>
                <a:lnTo>
                  <a:pt x="231406" y="0"/>
                </a:lnTo>
                <a:lnTo>
                  <a:pt x="231406" y="124536"/>
                </a:lnTo>
                <a:lnTo>
                  <a:pt x="187325" y="124536"/>
                </a:lnTo>
                <a:lnTo>
                  <a:pt x="187325" y="6426"/>
                </a:lnTo>
                <a:lnTo>
                  <a:pt x="160782" y="6426"/>
                </a:lnTo>
                <a:lnTo>
                  <a:pt x="160782" y="124536"/>
                </a:lnTo>
                <a:lnTo>
                  <a:pt x="160782" y="147408"/>
                </a:lnTo>
                <a:lnTo>
                  <a:pt x="160782" y="298526"/>
                </a:lnTo>
                <a:lnTo>
                  <a:pt x="187325" y="298526"/>
                </a:lnTo>
                <a:lnTo>
                  <a:pt x="187325" y="147408"/>
                </a:lnTo>
                <a:lnTo>
                  <a:pt x="258203" y="147408"/>
                </a:lnTo>
                <a:lnTo>
                  <a:pt x="258203" y="124714"/>
                </a:lnTo>
                <a:lnTo>
                  <a:pt x="258203" y="124536"/>
                </a:lnTo>
                <a:lnTo>
                  <a:pt x="2582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14102464" y="7363374"/>
            <a:ext cx="253365" cy="314960"/>
          </a:xfrm>
          <a:custGeom>
            <a:avLst/>
            <a:gdLst/>
            <a:ahLst/>
            <a:cxnLst/>
            <a:rect l="l" t="t" r="r" b="b"/>
            <a:pathLst>
              <a:path w="253365" h="314959">
                <a:moveTo>
                  <a:pt x="253198" y="0"/>
                </a:moveTo>
                <a:lnTo>
                  <a:pt x="225399" y="0"/>
                </a:lnTo>
                <a:lnTo>
                  <a:pt x="225399" y="314806"/>
                </a:lnTo>
                <a:lnTo>
                  <a:pt x="253198" y="314806"/>
                </a:lnTo>
                <a:lnTo>
                  <a:pt x="253198" y="0"/>
                </a:lnTo>
                <a:close/>
              </a:path>
              <a:path w="253365" h="314959">
                <a:moveTo>
                  <a:pt x="109944" y="77386"/>
                </a:moveTo>
                <a:lnTo>
                  <a:pt x="82647" y="77386"/>
                </a:lnTo>
                <a:lnTo>
                  <a:pt x="82647" y="102431"/>
                </a:lnTo>
                <a:lnTo>
                  <a:pt x="76319" y="143057"/>
                </a:lnTo>
                <a:lnTo>
                  <a:pt x="58886" y="180068"/>
                </a:lnTo>
                <a:lnTo>
                  <a:pt x="32671" y="210692"/>
                </a:lnTo>
                <a:lnTo>
                  <a:pt x="0" y="232160"/>
                </a:lnTo>
                <a:lnTo>
                  <a:pt x="15778" y="253698"/>
                </a:lnTo>
                <a:lnTo>
                  <a:pt x="41749" y="237437"/>
                </a:lnTo>
                <a:lnTo>
                  <a:pt x="64551" y="215083"/>
                </a:lnTo>
                <a:lnTo>
                  <a:pt x="83221" y="187681"/>
                </a:lnTo>
                <a:lnTo>
                  <a:pt x="96796" y="156276"/>
                </a:lnTo>
                <a:lnTo>
                  <a:pt x="123983" y="156276"/>
                </a:lnTo>
                <a:lnTo>
                  <a:pt x="116436" y="141277"/>
                </a:lnTo>
                <a:lnTo>
                  <a:pt x="109944" y="102431"/>
                </a:lnTo>
                <a:lnTo>
                  <a:pt x="109944" y="77386"/>
                </a:lnTo>
                <a:close/>
              </a:path>
              <a:path w="253365" h="314959">
                <a:moveTo>
                  <a:pt x="123983" y="156276"/>
                </a:moveTo>
                <a:lnTo>
                  <a:pt x="96796" y="156276"/>
                </a:lnTo>
                <a:lnTo>
                  <a:pt x="110647" y="185905"/>
                </a:lnTo>
                <a:lnTo>
                  <a:pt x="129557" y="211765"/>
                </a:lnTo>
                <a:lnTo>
                  <a:pt x="152529" y="232859"/>
                </a:lnTo>
                <a:lnTo>
                  <a:pt x="178565" y="248188"/>
                </a:lnTo>
                <a:lnTo>
                  <a:pt x="194093" y="226400"/>
                </a:lnTo>
                <a:lnTo>
                  <a:pt x="160976" y="206008"/>
                </a:lnTo>
                <a:lnTo>
                  <a:pt x="134268" y="176718"/>
                </a:lnTo>
                <a:lnTo>
                  <a:pt x="123983" y="156276"/>
                </a:lnTo>
                <a:close/>
              </a:path>
              <a:path w="253365" h="314959">
                <a:moveTo>
                  <a:pt x="183074" y="54846"/>
                </a:moveTo>
                <a:lnTo>
                  <a:pt x="8515" y="54846"/>
                </a:lnTo>
                <a:lnTo>
                  <a:pt x="8515" y="77386"/>
                </a:lnTo>
                <a:lnTo>
                  <a:pt x="183074" y="77386"/>
                </a:lnTo>
                <a:lnTo>
                  <a:pt x="183074" y="54846"/>
                </a:lnTo>
                <a:close/>
              </a:path>
              <a:path w="253365" h="314959">
                <a:moveTo>
                  <a:pt x="109944" y="5760"/>
                </a:moveTo>
                <a:lnTo>
                  <a:pt x="82396" y="5760"/>
                </a:lnTo>
                <a:lnTo>
                  <a:pt x="82396" y="54846"/>
                </a:lnTo>
                <a:lnTo>
                  <a:pt x="109944" y="54846"/>
                </a:lnTo>
                <a:lnTo>
                  <a:pt x="109944" y="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14407998" y="7363383"/>
            <a:ext cx="998855" cy="315595"/>
          </a:xfrm>
          <a:custGeom>
            <a:avLst/>
            <a:gdLst/>
            <a:ahLst/>
            <a:cxnLst/>
            <a:rect l="l" t="t" r="r" b="b"/>
            <a:pathLst>
              <a:path w="998855" h="315595">
                <a:moveTo>
                  <a:pt x="172300" y="172046"/>
                </a:moveTo>
                <a:lnTo>
                  <a:pt x="166420" y="142786"/>
                </a:lnTo>
                <a:lnTo>
                  <a:pt x="152514" y="122961"/>
                </a:lnTo>
                <a:lnTo>
                  <a:pt x="150355" y="119900"/>
                </a:lnTo>
                <a:lnTo>
                  <a:pt x="145757" y="117094"/>
                </a:lnTo>
                <a:lnTo>
                  <a:pt x="145757" y="172046"/>
                </a:lnTo>
                <a:lnTo>
                  <a:pt x="141833" y="191719"/>
                </a:lnTo>
                <a:lnTo>
                  <a:pt x="131267" y="207149"/>
                </a:lnTo>
                <a:lnTo>
                  <a:pt x="115290" y="217170"/>
                </a:lnTo>
                <a:lnTo>
                  <a:pt x="95173" y="220637"/>
                </a:lnTo>
                <a:lnTo>
                  <a:pt x="74866" y="217170"/>
                </a:lnTo>
                <a:lnTo>
                  <a:pt x="58788" y="207149"/>
                </a:lnTo>
                <a:lnTo>
                  <a:pt x="48260" y="191719"/>
                </a:lnTo>
                <a:lnTo>
                  <a:pt x="44577" y="172046"/>
                </a:lnTo>
                <a:lnTo>
                  <a:pt x="48260" y="152336"/>
                </a:lnTo>
                <a:lnTo>
                  <a:pt x="58788" y="136804"/>
                </a:lnTo>
                <a:lnTo>
                  <a:pt x="74866" y="126619"/>
                </a:lnTo>
                <a:lnTo>
                  <a:pt x="95173" y="122961"/>
                </a:lnTo>
                <a:lnTo>
                  <a:pt x="115290" y="126619"/>
                </a:lnTo>
                <a:lnTo>
                  <a:pt x="131267" y="136804"/>
                </a:lnTo>
                <a:lnTo>
                  <a:pt x="141833" y="152336"/>
                </a:lnTo>
                <a:lnTo>
                  <a:pt x="145757" y="172046"/>
                </a:lnTo>
                <a:lnTo>
                  <a:pt x="145757" y="117094"/>
                </a:lnTo>
                <a:lnTo>
                  <a:pt x="125996" y="104990"/>
                </a:lnTo>
                <a:lnTo>
                  <a:pt x="95173" y="99669"/>
                </a:lnTo>
                <a:lnTo>
                  <a:pt x="64173" y="104990"/>
                </a:lnTo>
                <a:lnTo>
                  <a:pt x="39700" y="119900"/>
                </a:lnTo>
                <a:lnTo>
                  <a:pt x="23672" y="142786"/>
                </a:lnTo>
                <a:lnTo>
                  <a:pt x="18034" y="172046"/>
                </a:lnTo>
                <a:lnTo>
                  <a:pt x="23672" y="201282"/>
                </a:lnTo>
                <a:lnTo>
                  <a:pt x="39700" y="224078"/>
                </a:lnTo>
                <a:lnTo>
                  <a:pt x="64173" y="238899"/>
                </a:lnTo>
                <a:lnTo>
                  <a:pt x="95173" y="244182"/>
                </a:lnTo>
                <a:lnTo>
                  <a:pt x="125996" y="238899"/>
                </a:lnTo>
                <a:lnTo>
                  <a:pt x="150355" y="224078"/>
                </a:lnTo>
                <a:lnTo>
                  <a:pt x="152781" y="220637"/>
                </a:lnTo>
                <a:lnTo>
                  <a:pt x="166420" y="201282"/>
                </a:lnTo>
                <a:lnTo>
                  <a:pt x="172300" y="172046"/>
                </a:lnTo>
                <a:close/>
              </a:path>
              <a:path w="998855" h="315595">
                <a:moveTo>
                  <a:pt x="187337" y="50584"/>
                </a:moveTo>
                <a:lnTo>
                  <a:pt x="108686" y="50584"/>
                </a:lnTo>
                <a:lnTo>
                  <a:pt x="108686" y="3759"/>
                </a:lnTo>
                <a:lnTo>
                  <a:pt x="80899" y="3759"/>
                </a:lnTo>
                <a:lnTo>
                  <a:pt x="80899" y="50584"/>
                </a:lnTo>
                <a:lnTo>
                  <a:pt x="0" y="50584"/>
                </a:lnTo>
                <a:lnTo>
                  <a:pt x="0" y="73621"/>
                </a:lnTo>
                <a:lnTo>
                  <a:pt x="187337" y="73621"/>
                </a:lnTo>
                <a:lnTo>
                  <a:pt x="187337" y="50584"/>
                </a:lnTo>
                <a:close/>
              </a:path>
              <a:path w="998855" h="315595">
                <a:moveTo>
                  <a:pt x="298030" y="129730"/>
                </a:moveTo>
                <a:lnTo>
                  <a:pt x="245440" y="129730"/>
                </a:lnTo>
                <a:lnTo>
                  <a:pt x="245440" y="0"/>
                </a:lnTo>
                <a:lnTo>
                  <a:pt x="217881" y="0"/>
                </a:lnTo>
                <a:lnTo>
                  <a:pt x="217881" y="314807"/>
                </a:lnTo>
                <a:lnTo>
                  <a:pt x="245440" y="314807"/>
                </a:lnTo>
                <a:lnTo>
                  <a:pt x="245440" y="153022"/>
                </a:lnTo>
                <a:lnTo>
                  <a:pt x="298030" y="153022"/>
                </a:lnTo>
                <a:lnTo>
                  <a:pt x="298030" y="129730"/>
                </a:lnTo>
                <a:close/>
              </a:path>
              <a:path w="998855" h="315595">
                <a:moveTo>
                  <a:pt x="576275" y="0"/>
                </a:moveTo>
                <a:lnTo>
                  <a:pt x="548474" y="0"/>
                </a:lnTo>
                <a:lnTo>
                  <a:pt x="548474" y="44069"/>
                </a:lnTo>
                <a:lnTo>
                  <a:pt x="548474" y="66865"/>
                </a:lnTo>
                <a:lnTo>
                  <a:pt x="548474" y="114947"/>
                </a:lnTo>
                <a:lnTo>
                  <a:pt x="479348" y="114947"/>
                </a:lnTo>
                <a:lnTo>
                  <a:pt x="481723" y="107683"/>
                </a:lnTo>
                <a:lnTo>
                  <a:pt x="483108" y="99923"/>
                </a:lnTo>
                <a:lnTo>
                  <a:pt x="483108" y="82765"/>
                </a:lnTo>
                <a:lnTo>
                  <a:pt x="481596" y="74498"/>
                </a:lnTo>
                <a:lnTo>
                  <a:pt x="478853" y="66865"/>
                </a:lnTo>
                <a:lnTo>
                  <a:pt x="548474" y="66865"/>
                </a:lnTo>
                <a:lnTo>
                  <a:pt x="548474" y="44069"/>
                </a:lnTo>
                <a:lnTo>
                  <a:pt x="465569" y="44069"/>
                </a:lnTo>
                <a:lnTo>
                  <a:pt x="461987" y="40817"/>
                </a:lnTo>
                <a:lnTo>
                  <a:pt x="456311" y="35674"/>
                </a:lnTo>
                <a:lnTo>
                  <a:pt x="456311" y="91655"/>
                </a:lnTo>
                <a:lnTo>
                  <a:pt x="452183" y="112001"/>
                </a:lnTo>
                <a:lnTo>
                  <a:pt x="440778" y="127939"/>
                </a:lnTo>
                <a:lnTo>
                  <a:pt x="423557" y="138391"/>
                </a:lnTo>
                <a:lnTo>
                  <a:pt x="401967" y="142252"/>
                </a:lnTo>
                <a:lnTo>
                  <a:pt x="380085" y="138391"/>
                </a:lnTo>
                <a:lnTo>
                  <a:pt x="362737" y="127939"/>
                </a:lnTo>
                <a:lnTo>
                  <a:pt x="351358" y="112001"/>
                </a:lnTo>
                <a:lnTo>
                  <a:pt x="347370" y="91655"/>
                </a:lnTo>
                <a:lnTo>
                  <a:pt x="351358" y="71247"/>
                </a:lnTo>
                <a:lnTo>
                  <a:pt x="362737" y="55156"/>
                </a:lnTo>
                <a:lnTo>
                  <a:pt x="380085" y="44602"/>
                </a:lnTo>
                <a:lnTo>
                  <a:pt x="401967" y="40817"/>
                </a:lnTo>
                <a:lnTo>
                  <a:pt x="423557" y="44602"/>
                </a:lnTo>
                <a:lnTo>
                  <a:pt x="440778" y="55156"/>
                </a:lnTo>
                <a:lnTo>
                  <a:pt x="452183" y="71247"/>
                </a:lnTo>
                <a:lnTo>
                  <a:pt x="456311" y="91655"/>
                </a:lnTo>
                <a:lnTo>
                  <a:pt x="456311" y="35674"/>
                </a:lnTo>
                <a:lnTo>
                  <a:pt x="453148" y="32804"/>
                </a:lnTo>
                <a:lnTo>
                  <a:pt x="438137" y="24384"/>
                </a:lnTo>
                <a:lnTo>
                  <a:pt x="420928" y="19100"/>
                </a:lnTo>
                <a:lnTo>
                  <a:pt x="401967" y="17272"/>
                </a:lnTo>
                <a:lnTo>
                  <a:pt x="369379" y="22771"/>
                </a:lnTo>
                <a:lnTo>
                  <a:pt x="343611" y="38125"/>
                </a:lnTo>
                <a:lnTo>
                  <a:pt x="326669" y="61658"/>
                </a:lnTo>
                <a:lnTo>
                  <a:pt x="320573" y="91655"/>
                </a:lnTo>
                <a:lnTo>
                  <a:pt x="326669" y="121589"/>
                </a:lnTo>
                <a:lnTo>
                  <a:pt x="343611" y="144945"/>
                </a:lnTo>
                <a:lnTo>
                  <a:pt x="369379" y="160121"/>
                </a:lnTo>
                <a:lnTo>
                  <a:pt x="401967" y="165544"/>
                </a:lnTo>
                <a:lnTo>
                  <a:pt x="421347" y="163664"/>
                </a:lnTo>
                <a:lnTo>
                  <a:pt x="438861" y="158242"/>
                </a:lnTo>
                <a:lnTo>
                  <a:pt x="454037" y="149580"/>
                </a:lnTo>
                <a:lnTo>
                  <a:pt x="461886" y="142252"/>
                </a:lnTo>
                <a:lnTo>
                  <a:pt x="466445" y="137985"/>
                </a:lnTo>
                <a:lnTo>
                  <a:pt x="548474" y="137985"/>
                </a:lnTo>
                <a:lnTo>
                  <a:pt x="548474" y="179819"/>
                </a:lnTo>
                <a:lnTo>
                  <a:pt x="576275" y="179819"/>
                </a:lnTo>
                <a:lnTo>
                  <a:pt x="576275" y="137985"/>
                </a:lnTo>
                <a:lnTo>
                  <a:pt x="576275" y="114947"/>
                </a:lnTo>
                <a:lnTo>
                  <a:pt x="576275" y="66865"/>
                </a:lnTo>
                <a:lnTo>
                  <a:pt x="576275" y="44069"/>
                </a:lnTo>
                <a:lnTo>
                  <a:pt x="576275" y="0"/>
                </a:lnTo>
                <a:close/>
              </a:path>
              <a:path w="998855" h="315595">
                <a:moveTo>
                  <a:pt x="606069" y="290004"/>
                </a:moveTo>
                <a:lnTo>
                  <a:pt x="558368" y="257733"/>
                </a:lnTo>
                <a:lnTo>
                  <a:pt x="541464" y="211366"/>
                </a:lnTo>
                <a:lnTo>
                  <a:pt x="541464" y="189585"/>
                </a:lnTo>
                <a:lnTo>
                  <a:pt x="514413" y="189585"/>
                </a:lnTo>
                <a:lnTo>
                  <a:pt x="514413" y="211366"/>
                </a:lnTo>
                <a:lnTo>
                  <a:pt x="511390" y="230657"/>
                </a:lnTo>
                <a:lnTo>
                  <a:pt x="502716" y="250939"/>
                </a:lnTo>
                <a:lnTo>
                  <a:pt x="488442" y="270192"/>
                </a:lnTo>
                <a:lnTo>
                  <a:pt x="468579" y="286385"/>
                </a:lnTo>
                <a:lnTo>
                  <a:pt x="448856" y="271360"/>
                </a:lnTo>
                <a:lnTo>
                  <a:pt x="434797" y="252958"/>
                </a:lnTo>
                <a:lnTo>
                  <a:pt x="434594" y="252437"/>
                </a:lnTo>
                <a:lnTo>
                  <a:pt x="426427" y="232511"/>
                </a:lnTo>
                <a:lnTo>
                  <a:pt x="423748" y="211366"/>
                </a:lnTo>
                <a:lnTo>
                  <a:pt x="423748" y="189585"/>
                </a:lnTo>
                <a:lnTo>
                  <a:pt x="396951" y="189585"/>
                </a:lnTo>
                <a:lnTo>
                  <a:pt x="396951" y="211366"/>
                </a:lnTo>
                <a:lnTo>
                  <a:pt x="392468" y="234429"/>
                </a:lnTo>
                <a:lnTo>
                  <a:pt x="379857" y="256705"/>
                </a:lnTo>
                <a:lnTo>
                  <a:pt x="359829" y="275958"/>
                </a:lnTo>
                <a:lnTo>
                  <a:pt x="333095" y="290004"/>
                </a:lnTo>
                <a:lnTo>
                  <a:pt x="346862" y="311048"/>
                </a:lnTo>
                <a:lnTo>
                  <a:pt x="367804" y="300634"/>
                </a:lnTo>
                <a:lnTo>
                  <a:pt x="385406" y="286956"/>
                </a:lnTo>
                <a:lnTo>
                  <a:pt x="399478" y="270675"/>
                </a:lnTo>
                <a:lnTo>
                  <a:pt x="409854" y="252437"/>
                </a:lnTo>
                <a:lnTo>
                  <a:pt x="418757" y="271360"/>
                </a:lnTo>
                <a:lnTo>
                  <a:pt x="418858" y="271589"/>
                </a:lnTo>
                <a:lnTo>
                  <a:pt x="431673" y="288709"/>
                </a:lnTo>
                <a:lnTo>
                  <a:pt x="448386" y="303034"/>
                </a:lnTo>
                <a:lnTo>
                  <a:pt x="469087" y="313804"/>
                </a:lnTo>
                <a:lnTo>
                  <a:pt x="489254" y="302348"/>
                </a:lnTo>
                <a:lnTo>
                  <a:pt x="505688" y="287426"/>
                </a:lnTo>
                <a:lnTo>
                  <a:pt x="506463" y="286385"/>
                </a:lnTo>
                <a:lnTo>
                  <a:pt x="518337" y="270192"/>
                </a:lnTo>
                <a:lnTo>
                  <a:pt x="527558" y="251193"/>
                </a:lnTo>
                <a:lnTo>
                  <a:pt x="537781" y="270192"/>
                </a:lnTo>
                <a:lnTo>
                  <a:pt x="551853" y="286753"/>
                </a:lnTo>
                <a:lnTo>
                  <a:pt x="569937" y="300634"/>
                </a:lnTo>
                <a:lnTo>
                  <a:pt x="591553" y="311048"/>
                </a:lnTo>
                <a:lnTo>
                  <a:pt x="606069" y="290004"/>
                </a:lnTo>
                <a:close/>
              </a:path>
              <a:path w="998855" h="315595">
                <a:moveTo>
                  <a:pt x="817943" y="225894"/>
                </a:moveTo>
                <a:lnTo>
                  <a:pt x="816051" y="212877"/>
                </a:lnTo>
                <a:lnTo>
                  <a:pt x="814438" y="201853"/>
                </a:lnTo>
                <a:lnTo>
                  <a:pt x="780249" y="207200"/>
                </a:lnTo>
                <a:lnTo>
                  <a:pt x="746290" y="210553"/>
                </a:lnTo>
                <a:lnTo>
                  <a:pt x="710399" y="212318"/>
                </a:lnTo>
                <a:lnTo>
                  <a:pt x="670433" y="212877"/>
                </a:lnTo>
                <a:lnTo>
                  <a:pt x="670433" y="53594"/>
                </a:lnTo>
                <a:lnTo>
                  <a:pt x="789647" y="53594"/>
                </a:lnTo>
                <a:lnTo>
                  <a:pt x="789647" y="30797"/>
                </a:lnTo>
                <a:lnTo>
                  <a:pt x="642632" y="30797"/>
                </a:lnTo>
                <a:lnTo>
                  <a:pt x="642632" y="236410"/>
                </a:lnTo>
                <a:lnTo>
                  <a:pt x="667435" y="236410"/>
                </a:lnTo>
                <a:lnTo>
                  <a:pt x="709269" y="236004"/>
                </a:lnTo>
                <a:lnTo>
                  <a:pt x="746633" y="234442"/>
                </a:lnTo>
                <a:lnTo>
                  <a:pt x="782027" y="231241"/>
                </a:lnTo>
                <a:lnTo>
                  <a:pt x="817943" y="225894"/>
                </a:lnTo>
                <a:close/>
              </a:path>
              <a:path w="998855" h="315595">
                <a:moveTo>
                  <a:pt x="925131" y="124472"/>
                </a:moveTo>
                <a:lnTo>
                  <a:pt x="872540" y="124472"/>
                </a:lnTo>
                <a:lnTo>
                  <a:pt x="872540" y="0"/>
                </a:lnTo>
                <a:lnTo>
                  <a:pt x="844740" y="0"/>
                </a:lnTo>
                <a:lnTo>
                  <a:pt x="844740" y="315302"/>
                </a:lnTo>
                <a:lnTo>
                  <a:pt x="872540" y="315302"/>
                </a:lnTo>
                <a:lnTo>
                  <a:pt x="872540" y="147764"/>
                </a:lnTo>
                <a:lnTo>
                  <a:pt x="925131" y="147764"/>
                </a:lnTo>
                <a:lnTo>
                  <a:pt x="925131" y="124472"/>
                </a:lnTo>
                <a:close/>
              </a:path>
              <a:path w="998855" h="315595">
                <a:moveTo>
                  <a:pt x="998512" y="265214"/>
                </a:moveTo>
                <a:lnTo>
                  <a:pt x="996721" y="256374"/>
                </a:lnTo>
                <a:lnTo>
                  <a:pt x="991819" y="249123"/>
                </a:lnTo>
                <a:lnTo>
                  <a:pt x="984567" y="244221"/>
                </a:lnTo>
                <a:lnTo>
                  <a:pt x="975728" y="242430"/>
                </a:lnTo>
                <a:lnTo>
                  <a:pt x="966851" y="244221"/>
                </a:lnTo>
                <a:lnTo>
                  <a:pt x="959535" y="249123"/>
                </a:lnTo>
                <a:lnTo>
                  <a:pt x="954633" y="256374"/>
                </a:lnTo>
                <a:lnTo>
                  <a:pt x="952931" y="265214"/>
                </a:lnTo>
                <a:lnTo>
                  <a:pt x="954633" y="274066"/>
                </a:lnTo>
                <a:lnTo>
                  <a:pt x="959535" y="281305"/>
                </a:lnTo>
                <a:lnTo>
                  <a:pt x="966851" y="286207"/>
                </a:lnTo>
                <a:lnTo>
                  <a:pt x="975728" y="288010"/>
                </a:lnTo>
                <a:lnTo>
                  <a:pt x="984567" y="286207"/>
                </a:lnTo>
                <a:lnTo>
                  <a:pt x="991819" y="281305"/>
                </a:lnTo>
                <a:lnTo>
                  <a:pt x="996721" y="274066"/>
                </a:lnTo>
                <a:lnTo>
                  <a:pt x="998512" y="2652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9157561" y="5812020"/>
            <a:ext cx="318770" cy="323850"/>
          </a:xfrm>
          <a:custGeom>
            <a:avLst/>
            <a:gdLst/>
            <a:ahLst/>
            <a:cxnLst/>
            <a:rect l="l" t="t" r="r" b="b"/>
            <a:pathLst>
              <a:path w="318770" h="323850">
                <a:moveTo>
                  <a:pt x="41513" y="0"/>
                </a:moveTo>
                <a:lnTo>
                  <a:pt x="41513" y="121218"/>
                </a:lnTo>
                <a:lnTo>
                  <a:pt x="277031" y="121218"/>
                </a:lnTo>
                <a:lnTo>
                  <a:pt x="277031" y="0"/>
                </a:lnTo>
                <a:lnTo>
                  <a:pt x="41513" y="0"/>
                </a:lnTo>
                <a:close/>
              </a:path>
              <a:path w="318770" h="323850">
                <a:moveTo>
                  <a:pt x="71679" y="96587"/>
                </a:moveTo>
                <a:lnTo>
                  <a:pt x="71679" y="24631"/>
                </a:lnTo>
                <a:lnTo>
                  <a:pt x="246589" y="24631"/>
                </a:lnTo>
                <a:lnTo>
                  <a:pt x="246589" y="96587"/>
                </a:lnTo>
                <a:lnTo>
                  <a:pt x="71679" y="96587"/>
                </a:lnTo>
                <a:close/>
              </a:path>
              <a:path w="318770" h="323850">
                <a:moveTo>
                  <a:pt x="0" y="186533"/>
                </a:moveTo>
                <a:lnTo>
                  <a:pt x="146403" y="186533"/>
                </a:lnTo>
                <a:lnTo>
                  <a:pt x="146403" y="257658"/>
                </a:lnTo>
                <a:lnTo>
                  <a:pt x="176846" y="257658"/>
                </a:lnTo>
                <a:lnTo>
                  <a:pt x="176846" y="186533"/>
                </a:lnTo>
                <a:lnTo>
                  <a:pt x="318545" y="186533"/>
                </a:lnTo>
                <a:lnTo>
                  <a:pt x="318545" y="161071"/>
                </a:lnTo>
                <a:lnTo>
                  <a:pt x="0" y="161071"/>
                </a:lnTo>
                <a:lnTo>
                  <a:pt x="0" y="186533"/>
                </a:lnTo>
                <a:close/>
              </a:path>
              <a:path w="318770" h="323850">
                <a:moveTo>
                  <a:pt x="40959" y="223341"/>
                </a:moveTo>
                <a:lnTo>
                  <a:pt x="40959" y="323250"/>
                </a:lnTo>
                <a:lnTo>
                  <a:pt x="283120" y="323250"/>
                </a:lnTo>
                <a:lnTo>
                  <a:pt x="283120" y="297788"/>
                </a:lnTo>
                <a:lnTo>
                  <a:pt x="71679" y="297788"/>
                </a:lnTo>
                <a:lnTo>
                  <a:pt x="71679" y="223341"/>
                </a:lnTo>
                <a:lnTo>
                  <a:pt x="40959" y="223341"/>
                </a:lnTo>
                <a:close/>
              </a:path>
            </a:pathLst>
          </a:custGeom>
          <a:ln w="80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7" name="object 77" descr=""/>
          <p:cNvGrpSpPr/>
          <p:nvPr/>
        </p:nvGrpSpPr>
        <p:grpSpPr>
          <a:xfrm>
            <a:off x="9496453" y="5791130"/>
            <a:ext cx="309880" cy="356235"/>
            <a:chOff x="9496453" y="5791130"/>
            <a:chExt cx="309880" cy="356235"/>
          </a:xfrm>
        </p:grpSpPr>
        <p:sp>
          <p:nvSpPr>
            <p:cNvPr id="78" name="object 78" descr=""/>
            <p:cNvSpPr/>
            <p:nvPr/>
          </p:nvSpPr>
          <p:spPr>
            <a:xfrm>
              <a:off x="9643820" y="5795138"/>
              <a:ext cx="158115" cy="347980"/>
            </a:xfrm>
            <a:custGeom>
              <a:avLst/>
              <a:gdLst/>
              <a:ahLst/>
              <a:cxnLst/>
              <a:rect l="l" t="t" r="r" b="b"/>
              <a:pathLst>
                <a:path w="158115" h="347979">
                  <a:moveTo>
                    <a:pt x="128690" y="347881"/>
                  </a:moveTo>
                  <a:lnTo>
                    <a:pt x="158026" y="347881"/>
                  </a:lnTo>
                  <a:lnTo>
                    <a:pt x="158026" y="0"/>
                  </a:lnTo>
                  <a:lnTo>
                    <a:pt x="128690" y="0"/>
                  </a:lnTo>
                  <a:lnTo>
                    <a:pt x="128690" y="347881"/>
                  </a:lnTo>
                  <a:close/>
                </a:path>
                <a:path w="158115" h="347979">
                  <a:moveTo>
                    <a:pt x="0" y="125370"/>
                  </a:moveTo>
                  <a:lnTo>
                    <a:pt x="0" y="150554"/>
                  </a:lnTo>
                  <a:lnTo>
                    <a:pt x="58671" y="150554"/>
                  </a:lnTo>
                  <a:lnTo>
                    <a:pt x="58671" y="329615"/>
                  </a:lnTo>
                  <a:lnTo>
                    <a:pt x="87731" y="329615"/>
                  </a:lnTo>
                  <a:lnTo>
                    <a:pt x="87731" y="8302"/>
                  </a:lnTo>
                  <a:lnTo>
                    <a:pt x="58671" y="8302"/>
                  </a:lnTo>
                  <a:lnTo>
                    <a:pt x="58671" y="125370"/>
                  </a:lnTo>
                  <a:lnTo>
                    <a:pt x="0" y="12537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96453" y="5832090"/>
              <a:ext cx="189289" cy="245193"/>
            </a:xfrm>
            <a:prstGeom prst="rect">
              <a:avLst/>
            </a:prstGeom>
          </p:spPr>
        </p:pic>
      </p:grpSp>
      <p:grpSp>
        <p:nvGrpSpPr>
          <p:cNvPr id="80" name="object 80" descr=""/>
          <p:cNvGrpSpPr/>
          <p:nvPr/>
        </p:nvGrpSpPr>
        <p:grpSpPr>
          <a:xfrm>
            <a:off x="9946530" y="5791130"/>
            <a:ext cx="305435" cy="356235"/>
            <a:chOff x="9946530" y="5791130"/>
            <a:chExt cx="305435" cy="356235"/>
          </a:xfrm>
        </p:grpSpPr>
        <p:sp>
          <p:nvSpPr>
            <p:cNvPr id="81" name="object 81" descr=""/>
            <p:cNvSpPr/>
            <p:nvPr/>
          </p:nvSpPr>
          <p:spPr>
            <a:xfrm>
              <a:off x="10143160" y="5795138"/>
              <a:ext cx="104775" cy="347980"/>
            </a:xfrm>
            <a:custGeom>
              <a:avLst/>
              <a:gdLst/>
              <a:ahLst/>
              <a:cxnLst/>
              <a:rect l="l" t="t" r="r" b="b"/>
              <a:pathLst>
                <a:path w="104775" h="347979">
                  <a:moveTo>
                    <a:pt x="75276" y="146680"/>
                  </a:moveTo>
                  <a:lnTo>
                    <a:pt x="29058" y="146680"/>
                  </a:lnTo>
                  <a:lnTo>
                    <a:pt x="29058" y="8302"/>
                  </a:lnTo>
                  <a:lnTo>
                    <a:pt x="0" y="8302"/>
                  </a:lnTo>
                  <a:lnTo>
                    <a:pt x="0" y="330722"/>
                  </a:lnTo>
                  <a:lnTo>
                    <a:pt x="29058" y="330722"/>
                  </a:lnTo>
                  <a:lnTo>
                    <a:pt x="29058" y="172141"/>
                  </a:lnTo>
                  <a:lnTo>
                    <a:pt x="75276" y="172141"/>
                  </a:lnTo>
                  <a:lnTo>
                    <a:pt x="75276" y="347881"/>
                  </a:lnTo>
                  <a:lnTo>
                    <a:pt x="104613" y="347881"/>
                  </a:lnTo>
                  <a:lnTo>
                    <a:pt x="104613" y="0"/>
                  </a:lnTo>
                  <a:lnTo>
                    <a:pt x="75276" y="0"/>
                  </a:lnTo>
                  <a:lnTo>
                    <a:pt x="75276" y="14668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46530" y="5801647"/>
              <a:ext cx="182647" cy="264843"/>
            </a:xfrm>
            <a:prstGeom prst="rect">
              <a:avLst/>
            </a:prstGeom>
          </p:spPr>
        </p:pic>
      </p:grpSp>
      <p:sp>
        <p:nvSpPr>
          <p:cNvPr id="83" name="object 83" descr=""/>
          <p:cNvSpPr/>
          <p:nvPr/>
        </p:nvSpPr>
        <p:spPr>
          <a:xfrm>
            <a:off x="10303678" y="5795138"/>
            <a:ext cx="294640" cy="344805"/>
          </a:xfrm>
          <a:custGeom>
            <a:avLst/>
            <a:gdLst/>
            <a:ahLst/>
            <a:cxnLst/>
            <a:rect l="l" t="t" r="r" b="b"/>
            <a:pathLst>
              <a:path w="294640" h="344804">
                <a:moveTo>
                  <a:pt x="251847" y="75277"/>
                </a:moveTo>
                <a:lnTo>
                  <a:pt x="251847" y="117067"/>
                </a:lnTo>
                <a:lnTo>
                  <a:pt x="158857" y="117067"/>
                </a:lnTo>
                <a:lnTo>
                  <a:pt x="158857" y="141421"/>
                </a:lnTo>
                <a:lnTo>
                  <a:pt x="251847" y="141421"/>
                </a:lnTo>
                <a:lnTo>
                  <a:pt x="251847" y="177953"/>
                </a:lnTo>
                <a:lnTo>
                  <a:pt x="282566" y="177953"/>
                </a:lnTo>
                <a:lnTo>
                  <a:pt x="282566" y="0"/>
                </a:lnTo>
                <a:lnTo>
                  <a:pt x="251847" y="0"/>
                </a:lnTo>
                <a:lnTo>
                  <a:pt x="251847" y="50646"/>
                </a:lnTo>
                <a:lnTo>
                  <a:pt x="171311" y="50646"/>
                </a:lnTo>
                <a:lnTo>
                  <a:pt x="172764" y="42654"/>
                </a:lnTo>
                <a:lnTo>
                  <a:pt x="173802" y="34456"/>
                </a:lnTo>
                <a:lnTo>
                  <a:pt x="174424" y="26049"/>
                </a:lnTo>
                <a:lnTo>
                  <a:pt x="174632" y="17435"/>
                </a:lnTo>
                <a:lnTo>
                  <a:pt x="17711" y="17435"/>
                </a:lnTo>
                <a:lnTo>
                  <a:pt x="17711" y="42897"/>
                </a:lnTo>
                <a:lnTo>
                  <a:pt x="140591" y="42897"/>
                </a:lnTo>
                <a:lnTo>
                  <a:pt x="128294" y="82092"/>
                </a:lnTo>
                <a:lnTo>
                  <a:pt x="100236" y="115164"/>
                </a:lnTo>
                <a:lnTo>
                  <a:pt x="57207" y="141439"/>
                </a:lnTo>
                <a:lnTo>
                  <a:pt x="0" y="160241"/>
                </a:lnTo>
                <a:lnTo>
                  <a:pt x="11070" y="185702"/>
                </a:lnTo>
                <a:lnTo>
                  <a:pt x="64481" y="168390"/>
                </a:lnTo>
                <a:lnTo>
                  <a:pt x="108331" y="144137"/>
                </a:lnTo>
                <a:lnTo>
                  <a:pt x="141778" y="113060"/>
                </a:lnTo>
                <a:lnTo>
                  <a:pt x="163977" y="75277"/>
                </a:lnTo>
                <a:lnTo>
                  <a:pt x="251847" y="75277"/>
                </a:lnTo>
                <a:close/>
              </a:path>
              <a:path w="294640" h="344804">
                <a:moveTo>
                  <a:pt x="88284" y="278415"/>
                </a:moveTo>
                <a:lnTo>
                  <a:pt x="282566" y="278415"/>
                </a:lnTo>
                <a:lnTo>
                  <a:pt x="282566" y="193728"/>
                </a:lnTo>
                <a:lnTo>
                  <a:pt x="57011" y="193728"/>
                </a:lnTo>
                <a:lnTo>
                  <a:pt x="57011" y="218636"/>
                </a:lnTo>
                <a:lnTo>
                  <a:pt x="251847" y="218636"/>
                </a:lnTo>
                <a:lnTo>
                  <a:pt x="251847" y="254891"/>
                </a:lnTo>
                <a:lnTo>
                  <a:pt x="57841" y="254891"/>
                </a:lnTo>
                <a:lnTo>
                  <a:pt x="57841" y="344560"/>
                </a:lnTo>
                <a:lnTo>
                  <a:pt x="294466" y="344560"/>
                </a:lnTo>
                <a:lnTo>
                  <a:pt x="294466" y="319375"/>
                </a:lnTo>
                <a:lnTo>
                  <a:pt x="88284" y="319375"/>
                </a:lnTo>
                <a:lnTo>
                  <a:pt x="88284" y="278415"/>
                </a:lnTo>
                <a:close/>
              </a:path>
            </a:pathLst>
          </a:custGeom>
          <a:ln w="80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4" name="object 84" descr=""/>
          <p:cNvGrpSpPr/>
          <p:nvPr/>
        </p:nvGrpSpPr>
        <p:grpSpPr>
          <a:xfrm>
            <a:off x="10745320" y="5791407"/>
            <a:ext cx="294005" cy="354330"/>
            <a:chOff x="10745320" y="5791407"/>
            <a:chExt cx="294005" cy="354330"/>
          </a:xfrm>
        </p:grpSpPr>
        <p:sp>
          <p:nvSpPr>
            <p:cNvPr id="85" name="object 85" descr=""/>
            <p:cNvSpPr/>
            <p:nvPr/>
          </p:nvSpPr>
          <p:spPr>
            <a:xfrm>
              <a:off x="10749327" y="5795414"/>
              <a:ext cx="283845" cy="209550"/>
            </a:xfrm>
            <a:custGeom>
              <a:avLst/>
              <a:gdLst/>
              <a:ahLst/>
              <a:cxnLst/>
              <a:rect l="l" t="t" r="r" b="b"/>
              <a:pathLst>
                <a:path w="283845" h="209550">
                  <a:moveTo>
                    <a:pt x="252954" y="89391"/>
                  </a:moveTo>
                  <a:lnTo>
                    <a:pt x="252954" y="136440"/>
                  </a:lnTo>
                  <a:lnTo>
                    <a:pt x="160241" y="136440"/>
                  </a:lnTo>
                  <a:lnTo>
                    <a:pt x="160241" y="161901"/>
                  </a:lnTo>
                  <a:lnTo>
                    <a:pt x="252954" y="161901"/>
                  </a:lnTo>
                  <a:lnTo>
                    <a:pt x="252954" y="208950"/>
                  </a:lnTo>
                  <a:lnTo>
                    <a:pt x="283673" y="208950"/>
                  </a:lnTo>
                  <a:lnTo>
                    <a:pt x="283673" y="0"/>
                  </a:lnTo>
                  <a:lnTo>
                    <a:pt x="252954" y="0"/>
                  </a:lnTo>
                  <a:lnTo>
                    <a:pt x="252954" y="64760"/>
                  </a:lnTo>
                  <a:lnTo>
                    <a:pt x="171726" y="64760"/>
                  </a:lnTo>
                  <a:lnTo>
                    <a:pt x="173564" y="55374"/>
                  </a:lnTo>
                  <a:lnTo>
                    <a:pt x="174909" y="45716"/>
                  </a:lnTo>
                  <a:lnTo>
                    <a:pt x="175734" y="35824"/>
                  </a:lnTo>
                  <a:lnTo>
                    <a:pt x="176015" y="25738"/>
                  </a:lnTo>
                  <a:lnTo>
                    <a:pt x="17711" y="25738"/>
                  </a:lnTo>
                  <a:lnTo>
                    <a:pt x="17711" y="51476"/>
                  </a:lnTo>
                  <a:lnTo>
                    <a:pt x="142805" y="51476"/>
                  </a:lnTo>
                  <a:lnTo>
                    <a:pt x="129598" y="94135"/>
                  </a:lnTo>
                  <a:lnTo>
                    <a:pt x="100461" y="131009"/>
                  </a:lnTo>
                  <a:lnTo>
                    <a:pt x="56795" y="161188"/>
                  </a:lnTo>
                  <a:lnTo>
                    <a:pt x="0" y="183765"/>
                  </a:lnTo>
                  <a:lnTo>
                    <a:pt x="12730" y="208119"/>
                  </a:lnTo>
                  <a:lnTo>
                    <a:pt x="64676" y="188187"/>
                  </a:lnTo>
                  <a:lnTo>
                    <a:pt x="107813" y="161573"/>
                  </a:lnTo>
                  <a:lnTo>
                    <a:pt x="141220" y="128550"/>
                  </a:lnTo>
                  <a:lnTo>
                    <a:pt x="163977" y="89391"/>
                  </a:lnTo>
                  <a:lnTo>
                    <a:pt x="252954" y="89391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98733" y="6003955"/>
              <a:ext cx="240212" cy="141410"/>
            </a:xfrm>
            <a:prstGeom prst="rect">
              <a:avLst/>
            </a:prstGeom>
          </p:spPr>
        </p:pic>
      </p:grpSp>
      <p:pic>
        <p:nvPicPr>
          <p:cNvPr id="87" name="object 87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87389" y="5787809"/>
            <a:ext cx="296117" cy="354512"/>
          </a:xfrm>
          <a:prstGeom prst="rect">
            <a:avLst/>
          </a:prstGeom>
        </p:spPr>
      </p:pic>
      <p:sp>
        <p:nvSpPr>
          <p:cNvPr id="88" name="object 88" descr=""/>
          <p:cNvSpPr/>
          <p:nvPr/>
        </p:nvSpPr>
        <p:spPr>
          <a:xfrm>
            <a:off x="9199067" y="5811519"/>
            <a:ext cx="235585" cy="121920"/>
          </a:xfrm>
          <a:custGeom>
            <a:avLst/>
            <a:gdLst/>
            <a:ahLst/>
            <a:cxnLst/>
            <a:rect l="l" t="t" r="r" b="b"/>
            <a:pathLst>
              <a:path w="235584" h="121920">
                <a:moveTo>
                  <a:pt x="235521" y="0"/>
                </a:moveTo>
                <a:lnTo>
                  <a:pt x="205079" y="0"/>
                </a:lnTo>
                <a:lnTo>
                  <a:pt x="205079" y="25400"/>
                </a:lnTo>
                <a:lnTo>
                  <a:pt x="205079" y="96520"/>
                </a:lnTo>
                <a:lnTo>
                  <a:pt x="30162" y="96520"/>
                </a:lnTo>
                <a:lnTo>
                  <a:pt x="30162" y="25400"/>
                </a:lnTo>
                <a:lnTo>
                  <a:pt x="205079" y="25400"/>
                </a:lnTo>
                <a:lnTo>
                  <a:pt x="205079" y="0"/>
                </a:lnTo>
                <a:lnTo>
                  <a:pt x="0" y="0"/>
                </a:lnTo>
                <a:lnTo>
                  <a:pt x="0" y="25400"/>
                </a:lnTo>
                <a:lnTo>
                  <a:pt x="0" y="96520"/>
                </a:lnTo>
                <a:lnTo>
                  <a:pt x="0" y="121920"/>
                </a:lnTo>
                <a:lnTo>
                  <a:pt x="235521" y="121920"/>
                </a:lnTo>
                <a:lnTo>
                  <a:pt x="235521" y="97091"/>
                </a:lnTo>
                <a:lnTo>
                  <a:pt x="235521" y="96520"/>
                </a:lnTo>
                <a:lnTo>
                  <a:pt x="235521" y="25400"/>
                </a:lnTo>
                <a:lnTo>
                  <a:pt x="235521" y="25133"/>
                </a:lnTo>
                <a:lnTo>
                  <a:pt x="2355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9" name="object 89" descr=""/>
          <p:cNvGrpSpPr/>
          <p:nvPr/>
        </p:nvGrpSpPr>
        <p:grpSpPr>
          <a:xfrm>
            <a:off x="9153553" y="5791130"/>
            <a:ext cx="652780" cy="356235"/>
            <a:chOff x="9153553" y="5791130"/>
            <a:chExt cx="652780" cy="356235"/>
          </a:xfrm>
        </p:grpSpPr>
        <p:sp>
          <p:nvSpPr>
            <p:cNvPr id="90" name="object 90" descr=""/>
            <p:cNvSpPr/>
            <p:nvPr/>
          </p:nvSpPr>
          <p:spPr>
            <a:xfrm>
              <a:off x="9157551" y="5973101"/>
              <a:ext cx="318770" cy="162560"/>
            </a:xfrm>
            <a:custGeom>
              <a:avLst/>
              <a:gdLst/>
              <a:ahLst/>
              <a:cxnLst/>
              <a:rect l="l" t="t" r="r" b="b"/>
              <a:pathLst>
                <a:path w="318770" h="162560">
                  <a:moveTo>
                    <a:pt x="283121" y="136867"/>
                  </a:moveTo>
                  <a:lnTo>
                    <a:pt x="71678" y="136867"/>
                  </a:lnTo>
                  <a:lnTo>
                    <a:pt x="71678" y="61937"/>
                  </a:lnTo>
                  <a:lnTo>
                    <a:pt x="40957" y="61937"/>
                  </a:lnTo>
                  <a:lnTo>
                    <a:pt x="40957" y="136867"/>
                  </a:lnTo>
                  <a:lnTo>
                    <a:pt x="40957" y="162267"/>
                  </a:lnTo>
                  <a:lnTo>
                    <a:pt x="283121" y="162267"/>
                  </a:lnTo>
                  <a:lnTo>
                    <a:pt x="283121" y="136867"/>
                  </a:lnTo>
                  <a:close/>
                </a:path>
                <a:path w="318770" h="162560">
                  <a:moveTo>
                    <a:pt x="318554" y="0"/>
                  </a:moveTo>
                  <a:lnTo>
                    <a:pt x="0" y="0"/>
                  </a:lnTo>
                  <a:lnTo>
                    <a:pt x="0" y="25463"/>
                  </a:lnTo>
                  <a:lnTo>
                    <a:pt x="146405" y="25463"/>
                  </a:lnTo>
                  <a:lnTo>
                    <a:pt x="146405" y="96583"/>
                  </a:lnTo>
                  <a:lnTo>
                    <a:pt x="176847" y="96583"/>
                  </a:lnTo>
                  <a:lnTo>
                    <a:pt x="176847" y="25463"/>
                  </a:lnTo>
                  <a:lnTo>
                    <a:pt x="318554" y="25463"/>
                  </a:lnTo>
                  <a:lnTo>
                    <a:pt x="3185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9157561" y="5812020"/>
              <a:ext cx="318770" cy="323850"/>
            </a:xfrm>
            <a:custGeom>
              <a:avLst/>
              <a:gdLst/>
              <a:ahLst/>
              <a:cxnLst/>
              <a:rect l="l" t="t" r="r" b="b"/>
              <a:pathLst>
                <a:path w="318770" h="323850">
                  <a:moveTo>
                    <a:pt x="41513" y="0"/>
                  </a:moveTo>
                  <a:lnTo>
                    <a:pt x="41513" y="121218"/>
                  </a:lnTo>
                  <a:lnTo>
                    <a:pt x="277031" y="121218"/>
                  </a:lnTo>
                  <a:lnTo>
                    <a:pt x="277031" y="0"/>
                  </a:lnTo>
                  <a:lnTo>
                    <a:pt x="41513" y="0"/>
                  </a:lnTo>
                  <a:close/>
                </a:path>
                <a:path w="318770" h="323850">
                  <a:moveTo>
                    <a:pt x="71679" y="96587"/>
                  </a:moveTo>
                  <a:lnTo>
                    <a:pt x="71679" y="24631"/>
                  </a:lnTo>
                  <a:lnTo>
                    <a:pt x="246589" y="24631"/>
                  </a:lnTo>
                  <a:lnTo>
                    <a:pt x="246589" y="96587"/>
                  </a:lnTo>
                  <a:lnTo>
                    <a:pt x="71679" y="96587"/>
                  </a:lnTo>
                  <a:close/>
                </a:path>
                <a:path w="318770" h="323850">
                  <a:moveTo>
                    <a:pt x="0" y="186533"/>
                  </a:moveTo>
                  <a:lnTo>
                    <a:pt x="146403" y="186533"/>
                  </a:lnTo>
                  <a:lnTo>
                    <a:pt x="146403" y="257658"/>
                  </a:lnTo>
                  <a:lnTo>
                    <a:pt x="176846" y="257658"/>
                  </a:lnTo>
                  <a:lnTo>
                    <a:pt x="176846" y="186533"/>
                  </a:lnTo>
                  <a:lnTo>
                    <a:pt x="318545" y="186533"/>
                  </a:lnTo>
                  <a:lnTo>
                    <a:pt x="318545" y="161071"/>
                  </a:lnTo>
                  <a:lnTo>
                    <a:pt x="0" y="161071"/>
                  </a:lnTo>
                  <a:lnTo>
                    <a:pt x="0" y="186533"/>
                  </a:lnTo>
                  <a:close/>
                </a:path>
                <a:path w="318770" h="323850">
                  <a:moveTo>
                    <a:pt x="40959" y="223341"/>
                  </a:moveTo>
                  <a:lnTo>
                    <a:pt x="40959" y="323250"/>
                  </a:lnTo>
                  <a:lnTo>
                    <a:pt x="283120" y="323250"/>
                  </a:lnTo>
                  <a:lnTo>
                    <a:pt x="283120" y="297788"/>
                  </a:lnTo>
                  <a:lnTo>
                    <a:pt x="71679" y="297788"/>
                  </a:lnTo>
                  <a:lnTo>
                    <a:pt x="71679" y="223341"/>
                  </a:lnTo>
                  <a:lnTo>
                    <a:pt x="40959" y="223341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9500461" y="5795137"/>
              <a:ext cx="301625" cy="347980"/>
            </a:xfrm>
            <a:custGeom>
              <a:avLst/>
              <a:gdLst/>
              <a:ahLst/>
              <a:cxnLst/>
              <a:rect l="l" t="t" r="r" b="b"/>
              <a:pathLst>
                <a:path w="301625" h="347979">
                  <a:moveTo>
                    <a:pt x="301386" y="0"/>
                  </a:moveTo>
                  <a:lnTo>
                    <a:pt x="272049" y="0"/>
                  </a:lnTo>
                  <a:lnTo>
                    <a:pt x="272049" y="347881"/>
                  </a:lnTo>
                  <a:lnTo>
                    <a:pt x="301386" y="347881"/>
                  </a:lnTo>
                  <a:lnTo>
                    <a:pt x="301386" y="0"/>
                  </a:lnTo>
                  <a:close/>
                </a:path>
                <a:path w="301625" h="347979">
                  <a:moveTo>
                    <a:pt x="231090" y="8302"/>
                  </a:moveTo>
                  <a:lnTo>
                    <a:pt x="202031" y="8302"/>
                  </a:lnTo>
                  <a:lnTo>
                    <a:pt x="202031" y="125370"/>
                  </a:lnTo>
                  <a:lnTo>
                    <a:pt x="143359" y="125370"/>
                  </a:lnTo>
                  <a:lnTo>
                    <a:pt x="143359" y="150554"/>
                  </a:lnTo>
                  <a:lnTo>
                    <a:pt x="202031" y="150554"/>
                  </a:lnTo>
                  <a:lnTo>
                    <a:pt x="202031" y="329615"/>
                  </a:lnTo>
                  <a:lnTo>
                    <a:pt x="231090" y="329615"/>
                  </a:lnTo>
                  <a:lnTo>
                    <a:pt x="231090" y="8302"/>
                  </a:lnTo>
                  <a:close/>
                </a:path>
                <a:path w="301625" h="347979">
                  <a:moveTo>
                    <a:pt x="106273" y="66421"/>
                  </a:moveTo>
                  <a:lnTo>
                    <a:pt x="76661" y="66421"/>
                  </a:lnTo>
                  <a:lnTo>
                    <a:pt x="76661" y="99078"/>
                  </a:lnTo>
                  <a:lnTo>
                    <a:pt x="71493" y="146118"/>
                  </a:lnTo>
                  <a:lnTo>
                    <a:pt x="56492" y="189992"/>
                  </a:lnTo>
                  <a:lnTo>
                    <a:pt x="32410" y="227432"/>
                  </a:lnTo>
                  <a:lnTo>
                    <a:pt x="0" y="255168"/>
                  </a:lnTo>
                  <a:lnTo>
                    <a:pt x="19372" y="278138"/>
                  </a:lnTo>
                  <a:lnTo>
                    <a:pt x="43662" y="258372"/>
                  </a:lnTo>
                  <a:lnTo>
                    <a:pt x="64034" y="232612"/>
                  </a:lnTo>
                  <a:lnTo>
                    <a:pt x="80202" y="201975"/>
                  </a:lnTo>
                  <a:lnTo>
                    <a:pt x="91882" y="167575"/>
                  </a:lnTo>
                  <a:lnTo>
                    <a:pt x="119593" y="167575"/>
                  </a:lnTo>
                  <a:lnTo>
                    <a:pt x="111259" y="143774"/>
                  </a:lnTo>
                  <a:lnTo>
                    <a:pt x="106273" y="99078"/>
                  </a:lnTo>
                  <a:lnTo>
                    <a:pt x="106273" y="66421"/>
                  </a:lnTo>
                  <a:close/>
                </a:path>
                <a:path w="301625" h="347979">
                  <a:moveTo>
                    <a:pt x="119593" y="167575"/>
                  </a:moveTo>
                  <a:lnTo>
                    <a:pt x="91882" y="167575"/>
                  </a:lnTo>
                  <a:lnTo>
                    <a:pt x="103342" y="199354"/>
                  </a:lnTo>
                  <a:lnTo>
                    <a:pt x="118997" y="227432"/>
                  </a:lnTo>
                  <a:lnTo>
                    <a:pt x="119108" y="227631"/>
                  </a:lnTo>
                  <a:lnTo>
                    <a:pt x="138974" y="251445"/>
                  </a:lnTo>
                  <a:lnTo>
                    <a:pt x="162731" y="269836"/>
                  </a:lnTo>
                  <a:lnTo>
                    <a:pt x="181274" y="247142"/>
                  </a:lnTo>
                  <a:lnTo>
                    <a:pt x="149356" y="220816"/>
                  </a:lnTo>
                  <a:lnTo>
                    <a:pt x="125819" y="185356"/>
                  </a:lnTo>
                  <a:lnTo>
                    <a:pt x="119593" y="167575"/>
                  </a:lnTo>
                  <a:close/>
                </a:path>
                <a:path w="301625" h="347979">
                  <a:moveTo>
                    <a:pt x="169927" y="40959"/>
                  </a:moveTo>
                  <a:lnTo>
                    <a:pt x="9409" y="40959"/>
                  </a:lnTo>
                  <a:lnTo>
                    <a:pt x="9409" y="66421"/>
                  </a:lnTo>
                  <a:lnTo>
                    <a:pt x="169927" y="66421"/>
                  </a:lnTo>
                  <a:lnTo>
                    <a:pt x="169927" y="409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9643820" y="5795138"/>
              <a:ext cx="158115" cy="347980"/>
            </a:xfrm>
            <a:custGeom>
              <a:avLst/>
              <a:gdLst/>
              <a:ahLst/>
              <a:cxnLst/>
              <a:rect l="l" t="t" r="r" b="b"/>
              <a:pathLst>
                <a:path w="158115" h="347979">
                  <a:moveTo>
                    <a:pt x="128690" y="347881"/>
                  </a:moveTo>
                  <a:lnTo>
                    <a:pt x="158026" y="347881"/>
                  </a:lnTo>
                  <a:lnTo>
                    <a:pt x="158026" y="0"/>
                  </a:lnTo>
                  <a:lnTo>
                    <a:pt x="128690" y="0"/>
                  </a:lnTo>
                  <a:lnTo>
                    <a:pt x="128690" y="347881"/>
                  </a:lnTo>
                  <a:close/>
                </a:path>
                <a:path w="158115" h="347979">
                  <a:moveTo>
                    <a:pt x="0" y="125370"/>
                  </a:moveTo>
                  <a:lnTo>
                    <a:pt x="0" y="150554"/>
                  </a:lnTo>
                  <a:lnTo>
                    <a:pt x="58671" y="150554"/>
                  </a:lnTo>
                  <a:lnTo>
                    <a:pt x="58671" y="329615"/>
                  </a:lnTo>
                  <a:lnTo>
                    <a:pt x="87731" y="329615"/>
                  </a:lnTo>
                  <a:lnTo>
                    <a:pt x="87731" y="8302"/>
                  </a:lnTo>
                  <a:lnTo>
                    <a:pt x="58671" y="8302"/>
                  </a:lnTo>
                  <a:lnTo>
                    <a:pt x="58671" y="125370"/>
                  </a:lnTo>
                  <a:lnTo>
                    <a:pt x="0" y="12537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96453" y="5832090"/>
              <a:ext cx="189289" cy="245193"/>
            </a:xfrm>
            <a:prstGeom prst="rect">
              <a:avLst/>
            </a:prstGeom>
          </p:spPr>
        </p:pic>
      </p:grpSp>
      <p:grpSp>
        <p:nvGrpSpPr>
          <p:cNvPr id="95" name="object 95" descr=""/>
          <p:cNvGrpSpPr/>
          <p:nvPr/>
        </p:nvGrpSpPr>
        <p:grpSpPr>
          <a:xfrm>
            <a:off x="9946530" y="5791130"/>
            <a:ext cx="305435" cy="356235"/>
            <a:chOff x="9946530" y="5791130"/>
            <a:chExt cx="305435" cy="356235"/>
          </a:xfrm>
        </p:grpSpPr>
        <p:sp>
          <p:nvSpPr>
            <p:cNvPr id="96" name="object 96" descr=""/>
            <p:cNvSpPr/>
            <p:nvPr/>
          </p:nvSpPr>
          <p:spPr>
            <a:xfrm>
              <a:off x="9950538" y="5795137"/>
              <a:ext cx="297815" cy="347980"/>
            </a:xfrm>
            <a:custGeom>
              <a:avLst/>
              <a:gdLst/>
              <a:ahLst/>
              <a:cxnLst/>
              <a:rect l="l" t="t" r="r" b="b"/>
              <a:pathLst>
                <a:path w="297815" h="347979">
                  <a:moveTo>
                    <a:pt x="297235" y="172141"/>
                  </a:moveTo>
                  <a:lnTo>
                    <a:pt x="267898" y="172141"/>
                  </a:lnTo>
                  <a:lnTo>
                    <a:pt x="267898" y="347881"/>
                  </a:lnTo>
                  <a:lnTo>
                    <a:pt x="297235" y="347881"/>
                  </a:lnTo>
                  <a:lnTo>
                    <a:pt x="297235" y="172141"/>
                  </a:lnTo>
                  <a:close/>
                </a:path>
                <a:path w="297815" h="347979">
                  <a:moveTo>
                    <a:pt x="221680" y="8302"/>
                  </a:moveTo>
                  <a:lnTo>
                    <a:pt x="192621" y="8302"/>
                  </a:lnTo>
                  <a:lnTo>
                    <a:pt x="192621" y="330722"/>
                  </a:lnTo>
                  <a:lnTo>
                    <a:pt x="221680" y="330722"/>
                  </a:lnTo>
                  <a:lnTo>
                    <a:pt x="221680" y="172141"/>
                  </a:lnTo>
                  <a:lnTo>
                    <a:pt x="297235" y="172141"/>
                  </a:lnTo>
                  <a:lnTo>
                    <a:pt x="297235" y="146680"/>
                  </a:lnTo>
                  <a:lnTo>
                    <a:pt x="221680" y="146680"/>
                  </a:lnTo>
                  <a:lnTo>
                    <a:pt x="221680" y="8302"/>
                  </a:lnTo>
                  <a:close/>
                </a:path>
                <a:path w="297815" h="347979">
                  <a:moveTo>
                    <a:pt x="297235" y="0"/>
                  </a:moveTo>
                  <a:lnTo>
                    <a:pt x="267898" y="0"/>
                  </a:lnTo>
                  <a:lnTo>
                    <a:pt x="267898" y="146680"/>
                  </a:lnTo>
                  <a:lnTo>
                    <a:pt x="297235" y="146680"/>
                  </a:lnTo>
                  <a:lnTo>
                    <a:pt x="297235" y="0"/>
                  </a:lnTo>
                  <a:close/>
                </a:path>
                <a:path w="297815" h="347979">
                  <a:moveTo>
                    <a:pt x="174632" y="60055"/>
                  </a:moveTo>
                  <a:lnTo>
                    <a:pt x="0" y="60055"/>
                  </a:lnTo>
                  <a:lnTo>
                    <a:pt x="0" y="85240"/>
                  </a:lnTo>
                  <a:lnTo>
                    <a:pt x="174632" y="85240"/>
                  </a:lnTo>
                  <a:lnTo>
                    <a:pt x="174632" y="60055"/>
                  </a:lnTo>
                  <a:close/>
                </a:path>
                <a:path w="297815" h="347979">
                  <a:moveTo>
                    <a:pt x="102953" y="10516"/>
                  </a:moveTo>
                  <a:lnTo>
                    <a:pt x="72232" y="10516"/>
                  </a:lnTo>
                  <a:lnTo>
                    <a:pt x="72232" y="60055"/>
                  </a:lnTo>
                  <a:lnTo>
                    <a:pt x="102953" y="60055"/>
                  </a:lnTo>
                  <a:lnTo>
                    <a:pt x="102953" y="10516"/>
                  </a:lnTo>
                  <a:close/>
                </a:path>
                <a:path w="297815" h="347979">
                  <a:moveTo>
                    <a:pt x="87455" y="108764"/>
                  </a:moveTo>
                  <a:lnTo>
                    <a:pt x="57409" y="114589"/>
                  </a:lnTo>
                  <a:lnTo>
                    <a:pt x="33695" y="130870"/>
                  </a:lnTo>
                  <a:lnTo>
                    <a:pt x="18179" y="155817"/>
                  </a:lnTo>
                  <a:lnTo>
                    <a:pt x="12730" y="187640"/>
                  </a:lnTo>
                  <a:lnTo>
                    <a:pt x="18179" y="219825"/>
                  </a:lnTo>
                  <a:lnTo>
                    <a:pt x="33695" y="245032"/>
                  </a:lnTo>
                  <a:lnTo>
                    <a:pt x="57409" y="261468"/>
                  </a:lnTo>
                  <a:lnTo>
                    <a:pt x="87455" y="267345"/>
                  </a:lnTo>
                  <a:lnTo>
                    <a:pt x="117625" y="261468"/>
                  </a:lnTo>
                  <a:lnTo>
                    <a:pt x="141387" y="245032"/>
                  </a:lnTo>
                  <a:lnTo>
                    <a:pt x="144195" y="240500"/>
                  </a:lnTo>
                  <a:lnTo>
                    <a:pt x="87455" y="240500"/>
                  </a:lnTo>
                  <a:lnTo>
                    <a:pt x="68341" y="236716"/>
                  </a:lnTo>
                  <a:lnTo>
                    <a:pt x="53275" y="225797"/>
                  </a:lnTo>
                  <a:lnTo>
                    <a:pt x="43399" y="209015"/>
                  </a:lnTo>
                  <a:lnTo>
                    <a:pt x="39853" y="187640"/>
                  </a:lnTo>
                  <a:lnTo>
                    <a:pt x="43399" y="166533"/>
                  </a:lnTo>
                  <a:lnTo>
                    <a:pt x="53275" y="149759"/>
                  </a:lnTo>
                  <a:lnTo>
                    <a:pt x="68341" y="138641"/>
                  </a:lnTo>
                  <a:lnTo>
                    <a:pt x="87455" y="134503"/>
                  </a:lnTo>
                  <a:lnTo>
                    <a:pt x="143661" y="134503"/>
                  </a:lnTo>
                  <a:lnTo>
                    <a:pt x="141387" y="130870"/>
                  </a:lnTo>
                  <a:lnTo>
                    <a:pt x="117625" y="114589"/>
                  </a:lnTo>
                  <a:lnTo>
                    <a:pt x="87455" y="108764"/>
                  </a:lnTo>
                  <a:close/>
                </a:path>
                <a:path w="297815" h="347979">
                  <a:moveTo>
                    <a:pt x="143661" y="134503"/>
                  </a:moveTo>
                  <a:lnTo>
                    <a:pt x="87455" y="134503"/>
                  </a:lnTo>
                  <a:lnTo>
                    <a:pt x="106611" y="138641"/>
                  </a:lnTo>
                  <a:lnTo>
                    <a:pt x="121772" y="149759"/>
                  </a:lnTo>
                  <a:lnTo>
                    <a:pt x="131744" y="166533"/>
                  </a:lnTo>
                  <a:lnTo>
                    <a:pt x="135333" y="187640"/>
                  </a:lnTo>
                  <a:lnTo>
                    <a:pt x="131744" y="209015"/>
                  </a:lnTo>
                  <a:lnTo>
                    <a:pt x="121772" y="225797"/>
                  </a:lnTo>
                  <a:lnTo>
                    <a:pt x="106611" y="236716"/>
                  </a:lnTo>
                  <a:lnTo>
                    <a:pt x="87455" y="240500"/>
                  </a:lnTo>
                  <a:lnTo>
                    <a:pt x="144195" y="240500"/>
                  </a:lnTo>
                  <a:lnTo>
                    <a:pt x="157002" y="219825"/>
                  </a:lnTo>
                  <a:lnTo>
                    <a:pt x="162731" y="187640"/>
                  </a:lnTo>
                  <a:lnTo>
                    <a:pt x="157002" y="155817"/>
                  </a:lnTo>
                  <a:lnTo>
                    <a:pt x="143661" y="1345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0143160" y="5795138"/>
              <a:ext cx="104775" cy="347980"/>
            </a:xfrm>
            <a:custGeom>
              <a:avLst/>
              <a:gdLst/>
              <a:ahLst/>
              <a:cxnLst/>
              <a:rect l="l" t="t" r="r" b="b"/>
              <a:pathLst>
                <a:path w="104775" h="347979">
                  <a:moveTo>
                    <a:pt x="75276" y="146680"/>
                  </a:moveTo>
                  <a:lnTo>
                    <a:pt x="29058" y="146680"/>
                  </a:lnTo>
                  <a:lnTo>
                    <a:pt x="29058" y="8302"/>
                  </a:lnTo>
                  <a:lnTo>
                    <a:pt x="0" y="8302"/>
                  </a:lnTo>
                  <a:lnTo>
                    <a:pt x="0" y="330722"/>
                  </a:lnTo>
                  <a:lnTo>
                    <a:pt x="29058" y="330722"/>
                  </a:lnTo>
                  <a:lnTo>
                    <a:pt x="29058" y="172141"/>
                  </a:lnTo>
                  <a:lnTo>
                    <a:pt x="75276" y="172141"/>
                  </a:lnTo>
                  <a:lnTo>
                    <a:pt x="75276" y="347881"/>
                  </a:lnTo>
                  <a:lnTo>
                    <a:pt x="104613" y="347881"/>
                  </a:lnTo>
                  <a:lnTo>
                    <a:pt x="104613" y="0"/>
                  </a:lnTo>
                  <a:lnTo>
                    <a:pt x="75276" y="0"/>
                  </a:lnTo>
                  <a:lnTo>
                    <a:pt x="75276" y="14668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946530" y="5801647"/>
              <a:ext cx="182647" cy="264843"/>
            </a:xfrm>
            <a:prstGeom prst="rect">
              <a:avLst/>
            </a:prstGeom>
          </p:spPr>
        </p:pic>
      </p:grpSp>
      <p:grpSp>
        <p:nvGrpSpPr>
          <p:cNvPr id="99" name="object 99" descr=""/>
          <p:cNvGrpSpPr/>
          <p:nvPr/>
        </p:nvGrpSpPr>
        <p:grpSpPr>
          <a:xfrm>
            <a:off x="10299670" y="5791130"/>
            <a:ext cx="302895" cy="353060"/>
            <a:chOff x="10299670" y="5791130"/>
            <a:chExt cx="302895" cy="353060"/>
          </a:xfrm>
        </p:grpSpPr>
        <p:sp>
          <p:nvSpPr>
            <p:cNvPr id="100" name="object 100" descr=""/>
            <p:cNvSpPr/>
            <p:nvPr/>
          </p:nvSpPr>
          <p:spPr>
            <a:xfrm>
              <a:off x="10303678" y="5795137"/>
              <a:ext cx="294640" cy="344805"/>
            </a:xfrm>
            <a:custGeom>
              <a:avLst/>
              <a:gdLst/>
              <a:ahLst/>
              <a:cxnLst/>
              <a:rect l="l" t="t" r="r" b="b"/>
              <a:pathLst>
                <a:path w="294640" h="344804">
                  <a:moveTo>
                    <a:pt x="174632" y="17435"/>
                  </a:moveTo>
                  <a:lnTo>
                    <a:pt x="17711" y="17435"/>
                  </a:lnTo>
                  <a:lnTo>
                    <a:pt x="17711" y="42897"/>
                  </a:lnTo>
                  <a:lnTo>
                    <a:pt x="140591" y="42897"/>
                  </a:lnTo>
                  <a:lnTo>
                    <a:pt x="128294" y="82092"/>
                  </a:lnTo>
                  <a:lnTo>
                    <a:pt x="100236" y="115164"/>
                  </a:lnTo>
                  <a:lnTo>
                    <a:pt x="57207" y="141439"/>
                  </a:lnTo>
                  <a:lnTo>
                    <a:pt x="0" y="160241"/>
                  </a:lnTo>
                  <a:lnTo>
                    <a:pt x="11070" y="185702"/>
                  </a:lnTo>
                  <a:lnTo>
                    <a:pt x="64481" y="168390"/>
                  </a:lnTo>
                  <a:lnTo>
                    <a:pt x="108331" y="144137"/>
                  </a:lnTo>
                  <a:lnTo>
                    <a:pt x="141778" y="113060"/>
                  </a:lnTo>
                  <a:lnTo>
                    <a:pt x="163977" y="75277"/>
                  </a:lnTo>
                  <a:lnTo>
                    <a:pt x="282566" y="75277"/>
                  </a:lnTo>
                  <a:lnTo>
                    <a:pt x="282566" y="50646"/>
                  </a:lnTo>
                  <a:lnTo>
                    <a:pt x="171311" y="50646"/>
                  </a:lnTo>
                  <a:lnTo>
                    <a:pt x="172720" y="42897"/>
                  </a:lnTo>
                  <a:lnTo>
                    <a:pt x="172764" y="42654"/>
                  </a:lnTo>
                  <a:lnTo>
                    <a:pt x="173802" y="34456"/>
                  </a:lnTo>
                  <a:lnTo>
                    <a:pt x="174424" y="26049"/>
                  </a:lnTo>
                  <a:lnTo>
                    <a:pt x="174632" y="17435"/>
                  </a:lnTo>
                  <a:close/>
                </a:path>
                <a:path w="294640" h="344804">
                  <a:moveTo>
                    <a:pt x="282566" y="75277"/>
                  </a:moveTo>
                  <a:lnTo>
                    <a:pt x="251847" y="75277"/>
                  </a:lnTo>
                  <a:lnTo>
                    <a:pt x="251847" y="117067"/>
                  </a:lnTo>
                  <a:lnTo>
                    <a:pt x="158857" y="117067"/>
                  </a:lnTo>
                  <a:lnTo>
                    <a:pt x="158857" y="141439"/>
                  </a:lnTo>
                  <a:lnTo>
                    <a:pt x="251847" y="141439"/>
                  </a:lnTo>
                  <a:lnTo>
                    <a:pt x="251847" y="177953"/>
                  </a:lnTo>
                  <a:lnTo>
                    <a:pt x="282566" y="177953"/>
                  </a:lnTo>
                  <a:lnTo>
                    <a:pt x="282566" y="75277"/>
                  </a:lnTo>
                  <a:close/>
                </a:path>
                <a:path w="294640" h="344804">
                  <a:moveTo>
                    <a:pt x="282566" y="0"/>
                  </a:moveTo>
                  <a:lnTo>
                    <a:pt x="251847" y="0"/>
                  </a:lnTo>
                  <a:lnTo>
                    <a:pt x="251847" y="50646"/>
                  </a:lnTo>
                  <a:lnTo>
                    <a:pt x="282566" y="50646"/>
                  </a:lnTo>
                  <a:lnTo>
                    <a:pt x="282566" y="0"/>
                  </a:lnTo>
                  <a:close/>
                </a:path>
                <a:path w="294640" h="344804">
                  <a:moveTo>
                    <a:pt x="282566" y="193728"/>
                  </a:moveTo>
                  <a:lnTo>
                    <a:pt x="57011" y="193728"/>
                  </a:lnTo>
                  <a:lnTo>
                    <a:pt x="57011" y="218636"/>
                  </a:lnTo>
                  <a:lnTo>
                    <a:pt x="251847" y="218636"/>
                  </a:lnTo>
                  <a:lnTo>
                    <a:pt x="251847" y="254891"/>
                  </a:lnTo>
                  <a:lnTo>
                    <a:pt x="57841" y="254891"/>
                  </a:lnTo>
                  <a:lnTo>
                    <a:pt x="57841" y="344560"/>
                  </a:lnTo>
                  <a:lnTo>
                    <a:pt x="294466" y="344560"/>
                  </a:lnTo>
                  <a:lnTo>
                    <a:pt x="294466" y="319375"/>
                  </a:lnTo>
                  <a:lnTo>
                    <a:pt x="88284" y="319375"/>
                  </a:lnTo>
                  <a:lnTo>
                    <a:pt x="88284" y="278415"/>
                  </a:lnTo>
                  <a:lnTo>
                    <a:pt x="282566" y="278415"/>
                  </a:lnTo>
                  <a:lnTo>
                    <a:pt x="282566" y="1937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0303677" y="5795138"/>
              <a:ext cx="294640" cy="344805"/>
            </a:xfrm>
            <a:custGeom>
              <a:avLst/>
              <a:gdLst/>
              <a:ahLst/>
              <a:cxnLst/>
              <a:rect l="l" t="t" r="r" b="b"/>
              <a:pathLst>
                <a:path w="294640" h="344804">
                  <a:moveTo>
                    <a:pt x="251847" y="75277"/>
                  </a:moveTo>
                  <a:lnTo>
                    <a:pt x="251847" y="117067"/>
                  </a:lnTo>
                  <a:lnTo>
                    <a:pt x="158857" y="117067"/>
                  </a:lnTo>
                  <a:lnTo>
                    <a:pt x="158857" y="141421"/>
                  </a:lnTo>
                  <a:lnTo>
                    <a:pt x="251847" y="141421"/>
                  </a:lnTo>
                  <a:lnTo>
                    <a:pt x="251847" y="177953"/>
                  </a:lnTo>
                  <a:lnTo>
                    <a:pt x="282566" y="177953"/>
                  </a:lnTo>
                  <a:lnTo>
                    <a:pt x="282566" y="0"/>
                  </a:lnTo>
                  <a:lnTo>
                    <a:pt x="251847" y="0"/>
                  </a:lnTo>
                  <a:lnTo>
                    <a:pt x="251847" y="50646"/>
                  </a:lnTo>
                  <a:lnTo>
                    <a:pt x="171311" y="50646"/>
                  </a:lnTo>
                  <a:lnTo>
                    <a:pt x="172764" y="42654"/>
                  </a:lnTo>
                  <a:lnTo>
                    <a:pt x="173802" y="34456"/>
                  </a:lnTo>
                  <a:lnTo>
                    <a:pt x="174424" y="26049"/>
                  </a:lnTo>
                  <a:lnTo>
                    <a:pt x="174632" y="17435"/>
                  </a:lnTo>
                  <a:lnTo>
                    <a:pt x="17711" y="17435"/>
                  </a:lnTo>
                  <a:lnTo>
                    <a:pt x="17711" y="42897"/>
                  </a:lnTo>
                  <a:lnTo>
                    <a:pt x="140591" y="42897"/>
                  </a:lnTo>
                  <a:lnTo>
                    <a:pt x="128294" y="82092"/>
                  </a:lnTo>
                  <a:lnTo>
                    <a:pt x="100236" y="115164"/>
                  </a:lnTo>
                  <a:lnTo>
                    <a:pt x="57207" y="141439"/>
                  </a:lnTo>
                  <a:lnTo>
                    <a:pt x="0" y="160241"/>
                  </a:lnTo>
                  <a:lnTo>
                    <a:pt x="11070" y="185702"/>
                  </a:lnTo>
                  <a:lnTo>
                    <a:pt x="64481" y="168390"/>
                  </a:lnTo>
                  <a:lnTo>
                    <a:pt x="108331" y="144137"/>
                  </a:lnTo>
                  <a:lnTo>
                    <a:pt x="141778" y="113060"/>
                  </a:lnTo>
                  <a:lnTo>
                    <a:pt x="163977" y="75277"/>
                  </a:lnTo>
                  <a:lnTo>
                    <a:pt x="251847" y="75277"/>
                  </a:lnTo>
                  <a:close/>
                </a:path>
                <a:path w="294640" h="344804">
                  <a:moveTo>
                    <a:pt x="88284" y="278415"/>
                  </a:moveTo>
                  <a:lnTo>
                    <a:pt x="282566" y="278415"/>
                  </a:lnTo>
                  <a:lnTo>
                    <a:pt x="282566" y="193728"/>
                  </a:lnTo>
                  <a:lnTo>
                    <a:pt x="57011" y="193728"/>
                  </a:lnTo>
                  <a:lnTo>
                    <a:pt x="57011" y="218636"/>
                  </a:lnTo>
                  <a:lnTo>
                    <a:pt x="251847" y="218636"/>
                  </a:lnTo>
                  <a:lnTo>
                    <a:pt x="251847" y="254891"/>
                  </a:lnTo>
                  <a:lnTo>
                    <a:pt x="57841" y="254891"/>
                  </a:lnTo>
                  <a:lnTo>
                    <a:pt x="57841" y="344560"/>
                  </a:lnTo>
                  <a:lnTo>
                    <a:pt x="294466" y="344560"/>
                  </a:lnTo>
                  <a:lnTo>
                    <a:pt x="294466" y="319375"/>
                  </a:lnTo>
                  <a:lnTo>
                    <a:pt x="88284" y="319375"/>
                  </a:lnTo>
                  <a:lnTo>
                    <a:pt x="88284" y="278415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2" name="object 102" descr=""/>
          <p:cNvGrpSpPr/>
          <p:nvPr/>
        </p:nvGrpSpPr>
        <p:grpSpPr>
          <a:xfrm>
            <a:off x="10745320" y="5791407"/>
            <a:ext cx="294005" cy="354330"/>
            <a:chOff x="10745320" y="5791407"/>
            <a:chExt cx="294005" cy="354330"/>
          </a:xfrm>
        </p:grpSpPr>
        <p:sp>
          <p:nvSpPr>
            <p:cNvPr id="103" name="object 103" descr=""/>
            <p:cNvSpPr/>
            <p:nvPr/>
          </p:nvSpPr>
          <p:spPr>
            <a:xfrm>
              <a:off x="10749327" y="5795414"/>
              <a:ext cx="285750" cy="346075"/>
            </a:xfrm>
            <a:custGeom>
              <a:avLst/>
              <a:gdLst/>
              <a:ahLst/>
              <a:cxnLst/>
              <a:rect l="l" t="t" r="r" b="b"/>
              <a:pathLst>
                <a:path w="285750" h="346075">
                  <a:moveTo>
                    <a:pt x="283673" y="89391"/>
                  </a:moveTo>
                  <a:lnTo>
                    <a:pt x="252954" y="89391"/>
                  </a:lnTo>
                  <a:lnTo>
                    <a:pt x="252954" y="136440"/>
                  </a:lnTo>
                  <a:lnTo>
                    <a:pt x="160241" y="136440"/>
                  </a:lnTo>
                  <a:lnTo>
                    <a:pt x="160241" y="161901"/>
                  </a:lnTo>
                  <a:lnTo>
                    <a:pt x="252954" y="161901"/>
                  </a:lnTo>
                  <a:lnTo>
                    <a:pt x="252954" y="208950"/>
                  </a:lnTo>
                  <a:lnTo>
                    <a:pt x="283673" y="208950"/>
                  </a:lnTo>
                  <a:lnTo>
                    <a:pt x="283673" y="89391"/>
                  </a:lnTo>
                  <a:close/>
                </a:path>
                <a:path w="285750" h="346075">
                  <a:moveTo>
                    <a:pt x="176016" y="25738"/>
                  </a:moveTo>
                  <a:lnTo>
                    <a:pt x="17711" y="25738"/>
                  </a:lnTo>
                  <a:lnTo>
                    <a:pt x="17711" y="51476"/>
                  </a:lnTo>
                  <a:lnTo>
                    <a:pt x="142805" y="51476"/>
                  </a:lnTo>
                  <a:lnTo>
                    <a:pt x="129598" y="94135"/>
                  </a:lnTo>
                  <a:lnTo>
                    <a:pt x="100461" y="131009"/>
                  </a:lnTo>
                  <a:lnTo>
                    <a:pt x="56795" y="161188"/>
                  </a:lnTo>
                  <a:lnTo>
                    <a:pt x="0" y="183765"/>
                  </a:lnTo>
                  <a:lnTo>
                    <a:pt x="12730" y="208119"/>
                  </a:lnTo>
                  <a:lnTo>
                    <a:pt x="64676" y="188187"/>
                  </a:lnTo>
                  <a:lnTo>
                    <a:pt x="107813" y="161573"/>
                  </a:lnTo>
                  <a:lnTo>
                    <a:pt x="141220" y="128550"/>
                  </a:lnTo>
                  <a:lnTo>
                    <a:pt x="163977" y="89391"/>
                  </a:lnTo>
                  <a:lnTo>
                    <a:pt x="283673" y="89391"/>
                  </a:lnTo>
                  <a:lnTo>
                    <a:pt x="283673" y="64760"/>
                  </a:lnTo>
                  <a:lnTo>
                    <a:pt x="171726" y="64760"/>
                  </a:lnTo>
                  <a:lnTo>
                    <a:pt x="173564" y="55374"/>
                  </a:lnTo>
                  <a:lnTo>
                    <a:pt x="174909" y="45716"/>
                  </a:lnTo>
                  <a:lnTo>
                    <a:pt x="175734" y="35824"/>
                  </a:lnTo>
                  <a:lnTo>
                    <a:pt x="176016" y="25738"/>
                  </a:lnTo>
                  <a:close/>
                </a:path>
                <a:path w="285750" h="346075">
                  <a:moveTo>
                    <a:pt x="283673" y="0"/>
                  </a:moveTo>
                  <a:lnTo>
                    <a:pt x="252954" y="0"/>
                  </a:lnTo>
                  <a:lnTo>
                    <a:pt x="252954" y="64760"/>
                  </a:lnTo>
                  <a:lnTo>
                    <a:pt x="283673" y="64760"/>
                  </a:lnTo>
                  <a:lnTo>
                    <a:pt x="283673" y="0"/>
                  </a:lnTo>
                  <a:close/>
                </a:path>
                <a:path w="285750" h="346075">
                  <a:moveTo>
                    <a:pt x="169926" y="212548"/>
                  </a:moveTo>
                  <a:lnTo>
                    <a:pt x="121598" y="217088"/>
                  </a:lnTo>
                  <a:lnTo>
                    <a:pt x="84893" y="230191"/>
                  </a:lnTo>
                  <a:lnTo>
                    <a:pt x="61577" y="251077"/>
                  </a:lnTo>
                  <a:lnTo>
                    <a:pt x="53413" y="278969"/>
                  </a:lnTo>
                  <a:lnTo>
                    <a:pt x="61577" y="307064"/>
                  </a:lnTo>
                  <a:lnTo>
                    <a:pt x="84893" y="328127"/>
                  </a:lnTo>
                  <a:lnTo>
                    <a:pt x="121598" y="341355"/>
                  </a:lnTo>
                  <a:lnTo>
                    <a:pt x="169926" y="345944"/>
                  </a:lnTo>
                  <a:lnTo>
                    <a:pt x="217658" y="341355"/>
                  </a:lnTo>
                  <a:lnTo>
                    <a:pt x="254129" y="328127"/>
                  </a:lnTo>
                  <a:lnTo>
                    <a:pt x="261971" y="321035"/>
                  </a:lnTo>
                  <a:lnTo>
                    <a:pt x="169926" y="321035"/>
                  </a:lnTo>
                  <a:lnTo>
                    <a:pt x="134294" y="318160"/>
                  </a:lnTo>
                  <a:lnTo>
                    <a:pt x="107173" y="309862"/>
                  </a:lnTo>
                  <a:lnTo>
                    <a:pt x="89910" y="296634"/>
                  </a:lnTo>
                  <a:lnTo>
                    <a:pt x="83856" y="278969"/>
                  </a:lnTo>
                  <a:lnTo>
                    <a:pt x="89910" y="261308"/>
                  </a:lnTo>
                  <a:lnTo>
                    <a:pt x="107173" y="248111"/>
                  </a:lnTo>
                  <a:lnTo>
                    <a:pt x="134294" y="239894"/>
                  </a:lnTo>
                  <a:lnTo>
                    <a:pt x="169926" y="237179"/>
                  </a:lnTo>
                  <a:lnTo>
                    <a:pt x="261921" y="237179"/>
                  </a:lnTo>
                  <a:lnTo>
                    <a:pt x="254129" y="230191"/>
                  </a:lnTo>
                  <a:lnTo>
                    <a:pt x="217658" y="217088"/>
                  </a:lnTo>
                  <a:lnTo>
                    <a:pt x="169926" y="212548"/>
                  </a:lnTo>
                  <a:close/>
                </a:path>
                <a:path w="285750" h="346075">
                  <a:moveTo>
                    <a:pt x="261921" y="237179"/>
                  </a:moveTo>
                  <a:lnTo>
                    <a:pt x="169926" y="237179"/>
                  </a:lnTo>
                  <a:lnTo>
                    <a:pt x="204923" y="239894"/>
                  </a:lnTo>
                  <a:lnTo>
                    <a:pt x="231747" y="248111"/>
                  </a:lnTo>
                  <a:lnTo>
                    <a:pt x="248971" y="261308"/>
                  </a:lnTo>
                  <a:lnTo>
                    <a:pt x="255168" y="278969"/>
                  </a:lnTo>
                  <a:lnTo>
                    <a:pt x="248971" y="296634"/>
                  </a:lnTo>
                  <a:lnTo>
                    <a:pt x="231747" y="309862"/>
                  </a:lnTo>
                  <a:lnTo>
                    <a:pt x="204923" y="318160"/>
                  </a:lnTo>
                  <a:lnTo>
                    <a:pt x="169926" y="321035"/>
                  </a:lnTo>
                  <a:lnTo>
                    <a:pt x="261971" y="321035"/>
                  </a:lnTo>
                  <a:lnTo>
                    <a:pt x="277420" y="307064"/>
                  </a:lnTo>
                  <a:lnTo>
                    <a:pt x="285610" y="278969"/>
                  </a:lnTo>
                  <a:lnTo>
                    <a:pt x="277420" y="251077"/>
                  </a:lnTo>
                  <a:lnTo>
                    <a:pt x="261921" y="237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0749327" y="5795414"/>
              <a:ext cx="283845" cy="209550"/>
            </a:xfrm>
            <a:custGeom>
              <a:avLst/>
              <a:gdLst/>
              <a:ahLst/>
              <a:cxnLst/>
              <a:rect l="l" t="t" r="r" b="b"/>
              <a:pathLst>
                <a:path w="283845" h="209550">
                  <a:moveTo>
                    <a:pt x="252954" y="89391"/>
                  </a:moveTo>
                  <a:lnTo>
                    <a:pt x="252954" y="136440"/>
                  </a:lnTo>
                  <a:lnTo>
                    <a:pt x="160241" y="136440"/>
                  </a:lnTo>
                  <a:lnTo>
                    <a:pt x="160241" y="161901"/>
                  </a:lnTo>
                  <a:lnTo>
                    <a:pt x="252954" y="161901"/>
                  </a:lnTo>
                  <a:lnTo>
                    <a:pt x="252954" y="208950"/>
                  </a:lnTo>
                  <a:lnTo>
                    <a:pt x="283673" y="208950"/>
                  </a:lnTo>
                  <a:lnTo>
                    <a:pt x="283673" y="0"/>
                  </a:lnTo>
                  <a:lnTo>
                    <a:pt x="252954" y="0"/>
                  </a:lnTo>
                  <a:lnTo>
                    <a:pt x="252954" y="64760"/>
                  </a:lnTo>
                  <a:lnTo>
                    <a:pt x="171726" y="64760"/>
                  </a:lnTo>
                  <a:lnTo>
                    <a:pt x="173564" y="55374"/>
                  </a:lnTo>
                  <a:lnTo>
                    <a:pt x="174909" y="45716"/>
                  </a:lnTo>
                  <a:lnTo>
                    <a:pt x="175734" y="35824"/>
                  </a:lnTo>
                  <a:lnTo>
                    <a:pt x="176015" y="25738"/>
                  </a:lnTo>
                  <a:lnTo>
                    <a:pt x="17711" y="25738"/>
                  </a:lnTo>
                  <a:lnTo>
                    <a:pt x="17711" y="51476"/>
                  </a:lnTo>
                  <a:lnTo>
                    <a:pt x="142805" y="51476"/>
                  </a:lnTo>
                  <a:lnTo>
                    <a:pt x="129598" y="94135"/>
                  </a:lnTo>
                  <a:lnTo>
                    <a:pt x="100461" y="131009"/>
                  </a:lnTo>
                  <a:lnTo>
                    <a:pt x="56795" y="161188"/>
                  </a:lnTo>
                  <a:lnTo>
                    <a:pt x="0" y="183765"/>
                  </a:lnTo>
                  <a:lnTo>
                    <a:pt x="12730" y="208119"/>
                  </a:lnTo>
                  <a:lnTo>
                    <a:pt x="64676" y="188187"/>
                  </a:lnTo>
                  <a:lnTo>
                    <a:pt x="107813" y="161573"/>
                  </a:lnTo>
                  <a:lnTo>
                    <a:pt x="141220" y="128550"/>
                  </a:lnTo>
                  <a:lnTo>
                    <a:pt x="163977" y="89391"/>
                  </a:lnTo>
                  <a:lnTo>
                    <a:pt x="252954" y="89391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798733" y="6003955"/>
              <a:ext cx="240212" cy="141410"/>
            </a:xfrm>
            <a:prstGeom prst="rect">
              <a:avLst/>
            </a:prstGeom>
          </p:spPr>
        </p:pic>
      </p:grpSp>
      <p:grpSp>
        <p:nvGrpSpPr>
          <p:cNvPr id="106" name="object 106" descr=""/>
          <p:cNvGrpSpPr/>
          <p:nvPr/>
        </p:nvGrpSpPr>
        <p:grpSpPr>
          <a:xfrm>
            <a:off x="11087389" y="5787809"/>
            <a:ext cx="296545" cy="354965"/>
            <a:chOff x="11087389" y="5787809"/>
            <a:chExt cx="296545" cy="354965"/>
          </a:xfrm>
        </p:grpSpPr>
        <p:sp>
          <p:nvSpPr>
            <p:cNvPr id="107" name="object 107" descr=""/>
            <p:cNvSpPr/>
            <p:nvPr/>
          </p:nvSpPr>
          <p:spPr>
            <a:xfrm>
              <a:off x="11091396" y="5791817"/>
              <a:ext cx="288290" cy="346710"/>
            </a:xfrm>
            <a:custGeom>
              <a:avLst/>
              <a:gdLst/>
              <a:ahLst/>
              <a:cxnLst/>
              <a:rect l="l" t="t" r="r" b="b"/>
              <a:pathLst>
                <a:path w="288290" h="346710">
                  <a:moveTo>
                    <a:pt x="288102" y="3320"/>
                  </a:moveTo>
                  <a:lnTo>
                    <a:pt x="257383" y="3320"/>
                  </a:lnTo>
                  <a:lnTo>
                    <a:pt x="257383" y="109041"/>
                  </a:lnTo>
                  <a:lnTo>
                    <a:pt x="198156" y="109041"/>
                  </a:lnTo>
                  <a:lnTo>
                    <a:pt x="198156" y="134779"/>
                  </a:lnTo>
                  <a:lnTo>
                    <a:pt x="257383" y="134779"/>
                  </a:lnTo>
                  <a:lnTo>
                    <a:pt x="257383" y="214208"/>
                  </a:lnTo>
                  <a:lnTo>
                    <a:pt x="288102" y="214208"/>
                  </a:lnTo>
                  <a:lnTo>
                    <a:pt x="288102" y="3320"/>
                  </a:lnTo>
                  <a:close/>
                </a:path>
                <a:path w="288290" h="346710">
                  <a:moveTo>
                    <a:pt x="101569" y="83026"/>
                  </a:moveTo>
                  <a:lnTo>
                    <a:pt x="68977" y="87575"/>
                  </a:lnTo>
                  <a:lnTo>
                    <a:pt x="43416" y="100323"/>
                  </a:lnTo>
                  <a:lnTo>
                    <a:pt x="26728" y="119921"/>
                  </a:lnTo>
                  <a:lnTo>
                    <a:pt x="20756" y="145019"/>
                  </a:lnTo>
                  <a:lnTo>
                    <a:pt x="26728" y="170468"/>
                  </a:lnTo>
                  <a:lnTo>
                    <a:pt x="43416" y="190027"/>
                  </a:lnTo>
                  <a:lnTo>
                    <a:pt x="68977" y="202580"/>
                  </a:lnTo>
                  <a:lnTo>
                    <a:pt x="101569" y="207012"/>
                  </a:lnTo>
                  <a:lnTo>
                    <a:pt x="134122" y="202580"/>
                  </a:lnTo>
                  <a:lnTo>
                    <a:pt x="159618" y="190027"/>
                  </a:lnTo>
                  <a:lnTo>
                    <a:pt x="165192" y="183488"/>
                  </a:lnTo>
                  <a:lnTo>
                    <a:pt x="101569" y="183488"/>
                  </a:lnTo>
                  <a:lnTo>
                    <a:pt x="80687" y="180591"/>
                  </a:lnTo>
                  <a:lnTo>
                    <a:pt x="64449" y="172764"/>
                  </a:lnTo>
                  <a:lnTo>
                    <a:pt x="53972" y="160682"/>
                  </a:lnTo>
                  <a:lnTo>
                    <a:pt x="50370" y="145019"/>
                  </a:lnTo>
                  <a:lnTo>
                    <a:pt x="53972" y="129594"/>
                  </a:lnTo>
                  <a:lnTo>
                    <a:pt x="64449" y="117517"/>
                  </a:lnTo>
                  <a:lnTo>
                    <a:pt x="80687" y="109642"/>
                  </a:lnTo>
                  <a:lnTo>
                    <a:pt x="101569" y="106827"/>
                  </a:lnTo>
                  <a:lnTo>
                    <a:pt x="165152" y="106827"/>
                  </a:lnTo>
                  <a:lnTo>
                    <a:pt x="159618" y="100323"/>
                  </a:lnTo>
                  <a:lnTo>
                    <a:pt x="134122" y="87575"/>
                  </a:lnTo>
                  <a:lnTo>
                    <a:pt x="101569" y="83026"/>
                  </a:lnTo>
                  <a:close/>
                </a:path>
                <a:path w="288290" h="346710">
                  <a:moveTo>
                    <a:pt x="165152" y="106827"/>
                  </a:moveTo>
                  <a:lnTo>
                    <a:pt x="101569" y="106827"/>
                  </a:lnTo>
                  <a:lnTo>
                    <a:pt x="122296" y="109642"/>
                  </a:lnTo>
                  <a:lnTo>
                    <a:pt x="138482" y="117517"/>
                  </a:lnTo>
                  <a:lnTo>
                    <a:pt x="149011" y="129594"/>
                  </a:lnTo>
                  <a:lnTo>
                    <a:pt x="152769" y="145019"/>
                  </a:lnTo>
                  <a:lnTo>
                    <a:pt x="149011" y="160682"/>
                  </a:lnTo>
                  <a:lnTo>
                    <a:pt x="138482" y="172764"/>
                  </a:lnTo>
                  <a:lnTo>
                    <a:pt x="122296" y="180591"/>
                  </a:lnTo>
                  <a:lnTo>
                    <a:pt x="101569" y="183488"/>
                  </a:lnTo>
                  <a:lnTo>
                    <a:pt x="165192" y="183488"/>
                  </a:lnTo>
                  <a:lnTo>
                    <a:pt x="176293" y="170468"/>
                  </a:lnTo>
                  <a:lnTo>
                    <a:pt x="182381" y="145019"/>
                  </a:lnTo>
                  <a:lnTo>
                    <a:pt x="176293" y="119921"/>
                  </a:lnTo>
                  <a:lnTo>
                    <a:pt x="165152" y="106827"/>
                  </a:lnTo>
                  <a:close/>
                </a:path>
                <a:path w="288290" h="346710">
                  <a:moveTo>
                    <a:pt x="203138" y="39852"/>
                  </a:moveTo>
                  <a:lnTo>
                    <a:pt x="0" y="39852"/>
                  </a:lnTo>
                  <a:lnTo>
                    <a:pt x="0" y="65037"/>
                  </a:lnTo>
                  <a:lnTo>
                    <a:pt x="203138" y="65037"/>
                  </a:lnTo>
                  <a:lnTo>
                    <a:pt x="203138" y="39852"/>
                  </a:lnTo>
                  <a:close/>
                </a:path>
                <a:path w="288290" h="346710">
                  <a:moveTo>
                    <a:pt x="116790" y="0"/>
                  </a:moveTo>
                  <a:lnTo>
                    <a:pt x="86624" y="0"/>
                  </a:lnTo>
                  <a:lnTo>
                    <a:pt x="86624" y="39852"/>
                  </a:lnTo>
                  <a:lnTo>
                    <a:pt x="116790" y="39852"/>
                  </a:lnTo>
                  <a:lnTo>
                    <a:pt x="116790" y="0"/>
                  </a:lnTo>
                  <a:close/>
                </a:path>
                <a:path w="288290" h="346710">
                  <a:moveTo>
                    <a:pt x="288102" y="232751"/>
                  </a:moveTo>
                  <a:lnTo>
                    <a:pt x="60610" y="232751"/>
                  </a:lnTo>
                  <a:lnTo>
                    <a:pt x="60610" y="346497"/>
                  </a:lnTo>
                  <a:lnTo>
                    <a:pt x="288102" y="346497"/>
                  </a:lnTo>
                  <a:lnTo>
                    <a:pt x="288102" y="321312"/>
                  </a:lnTo>
                  <a:lnTo>
                    <a:pt x="91329" y="321312"/>
                  </a:lnTo>
                  <a:lnTo>
                    <a:pt x="91329" y="257382"/>
                  </a:lnTo>
                  <a:lnTo>
                    <a:pt x="288102" y="257382"/>
                  </a:lnTo>
                  <a:lnTo>
                    <a:pt x="288102" y="232751"/>
                  </a:lnTo>
                  <a:close/>
                </a:path>
                <a:path w="288290" h="346710">
                  <a:moveTo>
                    <a:pt x="288102" y="257382"/>
                  </a:moveTo>
                  <a:lnTo>
                    <a:pt x="257936" y="257382"/>
                  </a:lnTo>
                  <a:lnTo>
                    <a:pt x="257936" y="321312"/>
                  </a:lnTo>
                  <a:lnTo>
                    <a:pt x="288102" y="321312"/>
                  </a:lnTo>
                  <a:lnTo>
                    <a:pt x="288102" y="2573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087389" y="5787809"/>
              <a:ext cx="296117" cy="354512"/>
            </a:xfrm>
            <a:prstGeom prst="rect">
              <a:avLst/>
            </a:prstGeom>
          </p:spPr>
        </p:pic>
      </p:grpSp>
      <p:grpSp>
        <p:nvGrpSpPr>
          <p:cNvPr id="109" name="object 109" descr=""/>
          <p:cNvGrpSpPr/>
          <p:nvPr/>
        </p:nvGrpSpPr>
        <p:grpSpPr>
          <a:xfrm>
            <a:off x="9167442" y="1486163"/>
            <a:ext cx="777240" cy="328930"/>
            <a:chOff x="9167442" y="1486163"/>
            <a:chExt cx="777240" cy="328930"/>
          </a:xfrm>
        </p:grpSpPr>
        <p:sp>
          <p:nvSpPr>
            <p:cNvPr id="110" name="object 110" descr=""/>
            <p:cNvSpPr/>
            <p:nvPr/>
          </p:nvSpPr>
          <p:spPr>
            <a:xfrm>
              <a:off x="9167442" y="1557215"/>
              <a:ext cx="165100" cy="257810"/>
            </a:xfrm>
            <a:custGeom>
              <a:avLst/>
              <a:gdLst/>
              <a:ahLst/>
              <a:cxnLst/>
              <a:rect l="l" t="t" r="r" b="b"/>
              <a:pathLst>
                <a:path w="165100" h="257810">
                  <a:moveTo>
                    <a:pt x="28517" y="2416"/>
                  </a:moveTo>
                  <a:lnTo>
                    <a:pt x="0" y="2416"/>
                  </a:lnTo>
                  <a:lnTo>
                    <a:pt x="0" y="257622"/>
                  </a:lnTo>
                  <a:lnTo>
                    <a:pt x="29484" y="257622"/>
                  </a:lnTo>
                  <a:lnTo>
                    <a:pt x="29484" y="159503"/>
                  </a:lnTo>
                  <a:lnTo>
                    <a:pt x="58048" y="159503"/>
                  </a:lnTo>
                  <a:lnTo>
                    <a:pt x="42564" y="145970"/>
                  </a:lnTo>
                  <a:lnTo>
                    <a:pt x="32440" y="123743"/>
                  </a:lnTo>
                  <a:lnTo>
                    <a:pt x="29058" y="95702"/>
                  </a:lnTo>
                  <a:lnTo>
                    <a:pt x="29000" y="95219"/>
                  </a:lnTo>
                  <a:lnTo>
                    <a:pt x="32250" y="68042"/>
                  </a:lnTo>
                  <a:lnTo>
                    <a:pt x="32372" y="67022"/>
                  </a:lnTo>
                  <a:lnTo>
                    <a:pt x="42383" y="45283"/>
                  </a:lnTo>
                  <a:lnTo>
                    <a:pt x="58157" y="31900"/>
                  </a:lnTo>
                  <a:lnTo>
                    <a:pt x="28517" y="31900"/>
                  </a:lnTo>
                  <a:lnTo>
                    <a:pt x="28517" y="2416"/>
                  </a:lnTo>
                  <a:close/>
                </a:path>
                <a:path w="165100" h="257810">
                  <a:moveTo>
                    <a:pt x="58048" y="159503"/>
                  </a:moveTo>
                  <a:lnTo>
                    <a:pt x="31900" y="159503"/>
                  </a:lnTo>
                  <a:lnTo>
                    <a:pt x="38014" y="168947"/>
                  </a:lnTo>
                  <a:lnTo>
                    <a:pt x="48002" y="179592"/>
                  </a:lnTo>
                  <a:lnTo>
                    <a:pt x="63473" y="188289"/>
                  </a:lnTo>
                  <a:lnTo>
                    <a:pt x="86035" y="191887"/>
                  </a:lnTo>
                  <a:lnTo>
                    <a:pt x="117781" y="185151"/>
                  </a:lnTo>
                  <a:lnTo>
                    <a:pt x="142616" y="165907"/>
                  </a:lnTo>
                  <a:lnTo>
                    <a:pt x="142810" y="165545"/>
                  </a:lnTo>
                  <a:lnTo>
                    <a:pt x="81685" y="165545"/>
                  </a:lnTo>
                  <a:lnTo>
                    <a:pt x="59077" y="160402"/>
                  </a:lnTo>
                  <a:lnTo>
                    <a:pt x="58048" y="159503"/>
                  </a:lnTo>
                  <a:close/>
                </a:path>
                <a:path w="165100" h="257810">
                  <a:moveTo>
                    <a:pt x="142833" y="26342"/>
                  </a:moveTo>
                  <a:lnTo>
                    <a:pt x="81685" y="26342"/>
                  </a:lnTo>
                  <a:lnTo>
                    <a:pt x="105119" y="31632"/>
                  </a:lnTo>
                  <a:lnTo>
                    <a:pt x="121802" y="46189"/>
                  </a:lnTo>
                  <a:lnTo>
                    <a:pt x="131779" y="68042"/>
                  </a:lnTo>
                  <a:lnTo>
                    <a:pt x="135094" y="95219"/>
                  </a:lnTo>
                  <a:lnTo>
                    <a:pt x="131711" y="122826"/>
                  </a:lnTo>
                  <a:lnTo>
                    <a:pt x="121621" y="145154"/>
                  </a:lnTo>
                  <a:lnTo>
                    <a:pt x="104916" y="160096"/>
                  </a:lnTo>
                  <a:lnTo>
                    <a:pt x="81685" y="165545"/>
                  </a:lnTo>
                  <a:lnTo>
                    <a:pt x="142810" y="165545"/>
                  </a:lnTo>
                  <a:lnTo>
                    <a:pt x="158797" y="135608"/>
                  </a:lnTo>
                  <a:lnTo>
                    <a:pt x="164578" y="95702"/>
                  </a:lnTo>
                  <a:lnTo>
                    <a:pt x="158790" y="55973"/>
                  </a:lnTo>
                  <a:lnTo>
                    <a:pt x="142833" y="26342"/>
                  </a:lnTo>
                  <a:close/>
                </a:path>
                <a:path w="165100" h="257810">
                  <a:moveTo>
                    <a:pt x="85551" y="0"/>
                  </a:moveTo>
                  <a:lnTo>
                    <a:pt x="62861" y="3591"/>
                  </a:lnTo>
                  <a:lnTo>
                    <a:pt x="47579" y="12234"/>
                  </a:lnTo>
                  <a:lnTo>
                    <a:pt x="37870" y="22736"/>
                  </a:lnTo>
                  <a:lnTo>
                    <a:pt x="31900" y="31900"/>
                  </a:lnTo>
                  <a:lnTo>
                    <a:pt x="58157" y="31900"/>
                  </a:lnTo>
                  <a:lnTo>
                    <a:pt x="58873" y="31293"/>
                  </a:lnTo>
                  <a:lnTo>
                    <a:pt x="81685" y="26342"/>
                  </a:lnTo>
                  <a:lnTo>
                    <a:pt x="142833" y="26342"/>
                  </a:lnTo>
                  <a:lnTo>
                    <a:pt x="142556" y="25828"/>
                  </a:lnTo>
                  <a:lnTo>
                    <a:pt x="117577" y="6695"/>
                  </a:lnTo>
                  <a:lnTo>
                    <a:pt x="855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70205" y="1556732"/>
              <a:ext cx="93769" cy="188504"/>
            </a:xfrm>
            <a:prstGeom prst="rect">
              <a:avLst/>
            </a:prstGeom>
          </p:spPr>
        </p:pic>
        <p:pic>
          <p:nvPicPr>
            <p:cNvPr id="112" name="object 11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483791" y="1557215"/>
              <a:ext cx="164095" cy="191887"/>
            </a:xfrm>
            <a:prstGeom prst="rect">
              <a:avLst/>
            </a:prstGeom>
          </p:spPr>
        </p:pic>
        <p:sp>
          <p:nvSpPr>
            <p:cNvPr id="113" name="object 113" descr=""/>
            <p:cNvSpPr/>
            <p:nvPr/>
          </p:nvSpPr>
          <p:spPr>
            <a:xfrm>
              <a:off x="9668670" y="1486163"/>
              <a:ext cx="104775" cy="259079"/>
            </a:xfrm>
            <a:custGeom>
              <a:avLst/>
              <a:gdLst/>
              <a:ahLst/>
              <a:cxnLst/>
              <a:rect l="l" t="t" r="r" b="b"/>
              <a:pathLst>
                <a:path w="104775" h="259080">
                  <a:moveTo>
                    <a:pt x="89901" y="0"/>
                  </a:moveTo>
                  <a:lnTo>
                    <a:pt x="82651" y="0"/>
                  </a:lnTo>
                  <a:lnTo>
                    <a:pt x="60655" y="3304"/>
                  </a:lnTo>
                  <a:lnTo>
                    <a:pt x="44074" y="12838"/>
                  </a:lnTo>
                  <a:lnTo>
                    <a:pt x="33611" y="28037"/>
                  </a:lnTo>
                  <a:lnTo>
                    <a:pt x="29967" y="48334"/>
                  </a:lnTo>
                  <a:lnTo>
                    <a:pt x="29967" y="73468"/>
                  </a:lnTo>
                  <a:lnTo>
                    <a:pt x="0" y="73468"/>
                  </a:lnTo>
                  <a:lnTo>
                    <a:pt x="0" y="98119"/>
                  </a:lnTo>
                  <a:lnTo>
                    <a:pt x="29967" y="98119"/>
                  </a:lnTo>
                  <a:lnTo>
                    <a:pt x="29967" y="259072"/>
                  </a:lnTo>
                  <a:lnTo>
                    <a:pt x="59450" y="259072"/>
                  </a:lnTo>
                  <a:lnTo>
                    <a:pt x="59450" y="98119"/>
                  </a:lnTo>
                  <a:lnTo>
                    <a:pt x="100535" y="98119"/>
                  </a:lnTo>
                  <a:lnTo>
                    <a:pt x="100535" y="73468"/>
                  </a:lnTo>
                  <a:lnTo>
                    <a:pt x="59450" y="73468"/>
                  </a:lnTo>
                  <a:lnTo>
                    <a:pt x="59450" y="54859"/>
                  </a:lnTo>
                  <a:lnTo>
                    <a:pt x="61210" y="42360"/>
                  </a:lnTo>
                  <a:lnTo>
                    <a:pt x="66640" y="33713"/>
                  </a:lnTo>
                  <a:lnTo>
                    <a:pt x="75968" y="28691"/>
                  </a:lnTo>
                  <a:lnTo>
                    <a:pt x="89418" y="27067"/>
                  </a:lnTo>
                  <a:lnTo>
                    <a:pt x="93043" y="27067"/>
                  </a:lnTo>
                  <a:lnTo>
                    <a:pt x="98360" y="27309"/>
                  </a:lnTo>
                  <a:lnTo>
                    <a:pt x="104643" y="28275"/>
                  </a:lnTo>
                  <a:lnTo>
                    <a:pt x="104643" y="2175"/>
                  </a:lnTo>
                  <a:lnTo>
                    <a:pt x="98602" y="966"/>
                  </a:lnTo>
                  <a:lnTo>
                    <a:pt x="899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795307" y="1557215"/>
              <a:ext cx="149110" cy="192371"/>
            </a:xfrm>
            <a:prstGeom prst="rect">
              <a:avLst/>
            </a:prstGeom>
          </p:spPr>
        </p:pic>
      </p:grpSp>
      <p:grpSp>
        <p:nvGrpSpPr>
          <p:cNvPr id="115" name="object 115" descr=""/>
          <p:cNvGrpSpPr/>
          <p:nvPr/>
        </p:nvGrpSpPr>
        <p:grpSpPr>
          <a:xfrm>
            <a:off x="9995168" y="1474563"/>
            <a:ext cx="468630" cy="295275"/>
            <a:chOff x="9995168" y="1474563"/>
            <a:chExt cx="468630" cy="295275"/>
          </a:xfrm>
        </p:grpSpPr>
        <p:pic>
          <p:nvPicPr>
            <p:cNvPr id="116" name="object 11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995168" y="1497764"/>
              <a:ext cx="164578" cy="251338"/>
            </a:xfrm>
            <a:prstGeom prst="rect">
              <a:avLst/>
            </a:prstGeom>
          </p:spPr>
        </p:pic>
        <p:sp>
          <p:nvSpPr>
            <p:cNvPr id="117" name="object 117" descr=""/>
            <p:cNvSpPr/>
            <p:nvPr/>
          </p:nvSpPr>
          <p:spPr>
            <a:xfrm>
              <a:off x="10186815" y="1474563"/>
              <a:ext cx="277495" cy="295275"/>
            </a:xfrm>
            <a:custGeom>
              <a:avLst/>
              <a:gdLst/>
              <a:ahLst/>
              <a:cxnLst/>
              <a:rect l="l" t="t" r="r" b="b"/>
              <a:pathLst>
                <a:path w="277495" h="295275">
                  <a:moveTo>
                    <a:pt x="138235" y="0"/>
                  </a:moveTo>
                  <a:lnTo>
                    <a:pt x="92884" y="3436"/>
                  </a:lnTo>
                  <a:lnTo>
                    <a:pt x="59088" y="13533"/>
                  </a:lnTo>
                  <a:lnTo>
                    <a:pt x="37980" y="29974"/>
                  </a:lnTo>
                  <a:lnTo>
                    <a:pt x="30692" y="52442"/>
                  </a:lnTo>
                  <a:lnTo>
                    <a:pt x="37980" y="75193"/>
                  </a:lnTo>
                  <a:lnTo>
                    <a:pt x="59088" y="91804"/>
                  </a:lnTo>
                  <a:lnTo>
                    <a:pt x="92884" y="102026"/>
                  </a:lnTo>
                  <a:lnTo>
                    <a:pt x="138235" y="105610"/>
                  </a:lnTo>
                  <a:lnTo>
                    <a:pt x="183549" y="102026"/>
                  </a:lnTo>
                  <a:lnTo>
                    <a:pt x="217263" y="91804"/>
                  </a:lnTo>
                  <a:lnTo>
                    <a:pt x="225789" y="85068"/>
                  </a:lnTo>
                  <a:lnTo>
                    <a:pt x="138235" y="85068"/>
                  </a:lnTo>
                  <a:lnTo>
                    <a:pt x="104571" y="82927"/>
                  </a:lnTo>
                  <a:lnTo>
                    <a:pt x="79539" y="76639"/>
                  </a:lnTo>
                  <a:lnTo>
                    <a:pt x="63978" y="66410"/>
                  </a:lnTo>
                  <a:lnTo>
                    <a:pt x="58725" y="52442"/>
                  </a:lnTo>
                  <a:lnTo>
                    <a:pt x="63978" y="38958"/>
                  </a:lnTo>
                  <a:lnTo>
                    <a:pt x="79539" y="28849"/>
                  </a:lnTo>
                  <a:lnTo>
                    <a:pt x="104571" y="22501"/>
                  </a:lnTo>
                  <a:lnTo>
                    <a:pt x="138235" y="20299"/>
                  </a:lnTo>
                  <a:lnTo>
                    <a:pt x="225915" y="20299"/>
                  </a:lnTo>
                  <a:lnTo>
                    <a:pt x="217263" y="13533"/>
                  </a:lnTo>
                  <a:lnTo>
                    <a:pt x="183549" y="3436"/>
                  </a:lnTo>
                  <a:lnTo>
                    <a:pt x="138235" y="0"/>
                  </a:lnTo>
                  <a:close/>
                </a:path>
                <a:path w="277495" h="295275">
                  <a:moveTo>
                    <a:pt x="225915" y="20299"/>
                  </a:moveTo>
                  <a:lnTo>
                    <a:pt x="138235" y="20299"/>
                  </a:lnTo>
                  <a:lnTo>
                    <a:pt x="172043" y="22501"/>
                  </a:lnTo>
                  <a:lnTo>
                    <a:pt x="197173" y="28849"/>
                  </a:lnTo>
                  <a:lnTo>
                    <a:pt x="212833" y="38958"/>
                  </a:lnTo>
                  <a:lnTo>
                    <a:pt x="218229" y="52442"/>
                  </a:lnTo>
                  <a:lnTo>
                    <a:pt x="212833" y="66410"/>
                  </a:lnTo>
                  <a:lnTo>
                    <a:pt x="197173" y="76639"/>
                  </a:lnTo>
                  <a:lnTo>
                    <a:pt x="172043" y="82927"/>
                  </a:lnTo>
                  <a:lnTo>
                    <a:pt x="138235" y="85068"/>
                  </a:lnTo>
                  <a:lnTo>
                    <a:pt x="225789" y="85068"/>
                  </a:lnTo>
                  <a:lnTo>
                    <a:pt x="238288" y="75193"/>
                  </a:lnTo>
                  <a:lnTo>
                    <a:pt x="245538" y="52442"/>
                  </a:lnTo>
                  <a:lnTo>
                    <a:pt x="238288" y="29974"/>
                  </a:lnTo>
                  <a:lnTo>
                    <a:pt x="225915" y="20299"/>
                  </a:lnTo>
                  <a:close/>
                </a:path>
                <a:path w="277495" h="295275">
                  <a:moveTo>
                    <a:pt x="276956" y="126152"/>
                  </a:moveTo>
                  <a:lnTo>
                    <a:pt x="0" y="126152"/>
                  </a:lnTo>
                  <a:lnTo>
                    <a:pt x="0" y="147903"/>
                  </a:lnTo>
                  <a:lnTo>
                    <a:pt x="276956" y="147903"/>
                  </a:lnTo>
                  <a:lnTo>
                    <a:pt x="276956" y="126152"/>
                  </a:lnTo>
                  <a:close/>
                </a:path>
                <a:path w="277495" h="295275">
                  <a:moveTo>
                    <a:pt x="241188" y="174245"/>
                  </a:moveTo>
                  <a:lnTo>
                    <a:pt x="33592" y="174245"/>
                  </a:lnTo>
                  <a:lnTo>
                    <a:pt x="33592" y="194787"/>
                  </a:lnTo>
                  <a:lnTo>
                    <a:pt x="214846" y="194787"/>
                  </a:lnTo>
                  <a:lnTo>
                    <a:pt x="214846" y="222338"/>
                  </a:lnTo>
                  <a:lnTo>
                    <a:pt x="34317" y="222338"/>
                  </a:lnTo>
                  <a:lnTo>
                    <a:pt x="34317" y="295081"/>
                  </a:lnTo>
                  <a:lnTo>
                    <a:pt x="250371" y="295081"/>
                  </a:lnTo>
                  <a:lnTo>
                    <a:pt x="250371" y="273814"/>
                  </a:lnTo>
                  <a:lnTo>
                    <a:pt x="60659" y="273814"/>
                  </a:lnTo>
                  <a:lnTo>
                    <a:pt x="60659" y="242154"/>
                  </a:lnTo>
                  <a:lnTo>
                    <a:pt x="241188" y="242154"/>
                  </a:lnTo>
                  <a:lnTo>
                    <a:pt x="241188" y="1742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8" name="object 118" descr=""/>
          <p:cNvSpPr/>
          <p:nvPr/>
        </p:nvSpPr>
        <p:spPr>
          <a:xfrm>
            <a:off x="10587652" y="1469246"/>
            <a:ext cx="239395" cy="304800"/>
          </a:xfrm>
          <a:custGeom>
            <a:avLst/>
            <a:gdLst/>
            <a:ahLst/>
            <a:cxnLst/>
            <a:rect l="l" t="t" r="r" b="b"/>
            <a:pathLst>
              <a:path w="239395" h="304800">
                <a:moveTo>
                  <a:pt x="239014" y="0"/>
                </a:moveTo>
                <a:lnTo>
                  <a:pt x="212188" y="0"/>
                </a:lnTo>
                <a:lnTo>
                  <a:pt x="212188" y="304265"/>
                </a:lnTo>
                <a:lnTo>
                  <a:pt x="239014" y="304265"/>
                </a:lnTo>
                <a:lnTo>
                  <a:pt x="239014" y="0"/>
                </a:lnTo>
                <a:close/>
              </a:path>
              <a:path w="239395" h="304800">
                <a:moveTo>
                  <a:pt x="77576" y="23442"/>
                </a:moveTo>
                <a:lnTo>
                  <a:pt x="46288" y="31009"/>
                </a:lnTo>
                <a:lnTo>
                  <a:pt x="21750" y="52261"/>
                </a:lnTo>
                <a:lnTo>
                  <a:pt x="5732" y="85566"/>
                </a:lnTo>
                <a:lnTo>
                  <a:pt x="0" y="129294"/>
                </a:lnTo>
                <a:lnTo>
                  <a:pt x="5732" y="173157"/>
                </a:lnTo>
                <a:lnTo>
                  <a:pt x="21750" y="206508"/>
                </a:lnTo>
                <a:lnTo>
                  <a:pt x="46288" y="227715"/>
                </a:lnTo>
                <a:lnTo>
                  <a:pt x="77576" y="235147"/>
                </a:lnTo>
                <a:lnTo>
                  <a:pt x="108662" y="227715"/>
                </a:lnTo>
                <a:lnTo>
                  <a:pt x="127764" y="211221"/>
                </a:lnTo>
                <a:lnTo>
                  <a:pt x="77576" y="211221"/>
                </a:lnTo>
                <a:lnTo>
                  <a:pt x="56649" y="205387"/>
                </a:lnTo>
                <a:lnTo>
                  <a:pt x="40298" y="188836"/>
                </a:lnTo>
                <a:lnTo>
                  <a:pt x="29657" y="162996"/>
                </a:lnTo>
                <a:lnTo>
                  <a:pt x="25858" y="129294"/>
                </a:lnTo>
                <a:lnTo>
                  <a:pt x="29657" y="95728"/>
                </a:lnTo>
                <a:lnTo>
                  <a:pt x="40298" y="69933"/>
                </a:lnTo>
                <a:lnTo>
                  <a:pt x="56649" y="53337"/>
                </a:lnTo>
                <a:lnTo>
                  <a:pt x="77576" y="47368"/>
                </a:lnTo>
                <a:lnTo>
                  <a:pt x="127567" y="47368"/>
                </a:lnTo>
                <a:lnTo>
                  <a:pt x="108662" y="31009"/>
                </a:lnTo>
                <a:lnTo>
                  <a:pt x="77576" y="23442"/>
                </a:lnTo>
                <a:close/>
              </a:path>
              <a:path w="239395" h="304800">
                <a:moveTo>
                  <a:pt x="127567" y="47368"/>
                </a:moveTo>
                <a:lnTo>
                  <a:pt x="77576" y="47368"/>
                </a:lnTo>
                <a:lnTo>
                  <a:pt x="98466" y="53337"/>
                </a:lnTo>
                <a:lnTo>
                  <a:pt x="114734" y="69933"/>
                </a:lnTo>
                <a:lnTo>
                  <a:pt x="125292" y="95728"/>
                </a:lnTo>
                <a:lnTo>
                  <a:pt x="129053" y="129294"/>
                </a:lnTo>
                <a:lnTo>
                  <a:pt x="125292" y="162996"/>
                </a:lnTo>
                <a:lnTo>
                  <a:pt x="114734" y="188836"/>
                </a:lnTo>
                <a:lnTo>
                  <a:pt x="98466" y="205387"/>
                </a:lnTo>
                <a:lnTo>
                  <a:pt x="77576" y="211221"/>
                </a:lnTo>
                <a:lnTo>
                  <a:pt x="127764" y="211221"/>
                </a:lnTo>
                <a:lnTo>
                  <a:pt x="133222" y="206508"/>
                </a:lnTo>
                <a:lnTo>
                  <a:pt x="149354" y="173157"/>
                </a:lnTo>
                <a:lnTo>
                  <a:pt x="155154" y="129294"/>
                </a:lnTo>
                <a:lnTo>
                  <a:pt x="149354" y="85566"/>
                </a:lnTo>
                <a:lnTo>
                  <a:pt x="133222" y="52261"/>
                </a:lnTo>
                <a:lnTo>
                  <a:pt x="127567" y="473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 descr=""/>
          <p:cNvSpPr/>
          <p:nvPr/>
        </p:nvSpPr>
        <p:spPr>
          <a:xfrm>
            <a:off x="10878858" y="1469249"/>
            <a:ext cx="857250" cy="304800"/>
          </a:xfrm>
          <a:custGeom>
            <a:avLst/>
            <a:gdLst/>
            <a:ahLst/>
            <a:cxnLst/>
            <a:rect l="l" t="t" r="r" b="b"/>
            <a:pathLst>
              <a:path w="857250" h="304800">
                <a:moveTo>
                  <a:pt x="242887" y="249161"/>
                </a:moveTo>
                <a:lnTo>
                  <a:pt x="235610" y="226212"/>
                </a:lnTo>
                <a:lnTo>
                  <a:pt x="223418" y="216293"/>
                </a:lnTo>
                <a:lnTo>
                  <a:pt x="216052" y="210324"/>
                </a:lnTo>
                <a:lnTo>
                  <a:pt x="216052" y="249161"/>
                </a:lnTo>
                <a:lnTo>
                  <a:pt x="210591" y="263105"/>
                </a:lnTo>
                <a:lnTo>
                  <a:pt x="195186" y="273481"/>
                </a:lnTo>
                <a:lnTo>
                  <a:pt x="170751" y="279920"/>
                </a:lnTo>
                <a:lnTo>
                  <a:pt x="138239" y="282028"/>
                </a:lnTo>
                <a:lnTo>
                  <a:pt x="105587" y="279920"/>
                </a:lnTo>
                <a:lnTo>
                  <a:pt x="81140" y="273481"/>
                </a:lnTo>
                <a:lnTo>
                  <a:pt x="65849" y="263105"/>
                </a:lnTo>
                <a:lnTo>
                  <a:pt x="60667" y="249161"/>
                </a:lnTo>
                <a:lnTo>
                  <a:pt x="65849" y="235394"/>
                </a:lnTo>
                <a:lnTo>
                  <a:pt x="81140" y="225120"/>
                </a:lnTo>
                <a:lnTo>
                  <a:pt x="105587" y="218643"/>
                </a:lnTo>
                <a:lnTo>
                  <a:pt x="138239" y="216293"/>
                </a:lnTo>
                <a:lnTo>
                  <a:pt x="170751" y="218643"/>
                </a:lnTo>
                <a:lnTo>
                  <a:pt x="195186" y="225120"/>
                </a:lnTo>
                <a:lnTo>
                  <a:pt x="210591" y="235394"/>
                </a:lnTo>
                <a:lnTo>
                  <a:pt x="216052" y="249161"/>
                </a:lnTo>
                <a:lnTo>
                  <a:pt x="216052" y="210324"/>
                </a:lnTo>
                <a:lnTo>
                  <a:pt x="214934" y="209410"/>
                </a:lnTo>
                <a:lnTo>
                  <a:pt x="182079" y="199136"/>
                </a:lnTo>
                <a:lnTo>
                  <a:pt x="138239" y="195757"/>
                </a:lnTo>
                <a:lnTo>
                  <a:pt x="94119" y="199136"/>
                </a:lnTo>
                <a:lnTo>
                  <a:pt x="61150" y="209410"/>
                </a:lnTo>
                <a:lnTo>
                  <a:pt x="40500" y="226212"/>
                </a:lnTo>
                <a:lnTo>
                  <a:pt x="33350" y="249161"/>
                </a:lnTo>
                <a:lnTo>
                  <a:pt x="40500" y="272275"/>
                </a:lnTo>
                <a:lnTo>
                  <a:pt x="61150" y="289166"/>
                </a:lnTo>
                <a:lnTo>
                  <a:pt x="94119" y="299529"/>
                </a:lnTo>
                <a:lnTo>
                  <a:pt x="138239" y="303060"/>
                </a:lnTo>
                <a:lnTo>
                  <a:pt x="182079" y="299529"/>
                </a:lnTo>
                <a:lnTo>
                  <a:pt x="214934" y="289166"/>
                </a:lnTo>
                <a:lnTo>
                  <a:pt x="223659" y="282028"/>
                </a:lnTo>
                <a:lnTo>
                  <a:pt x="235610" y="272275"/>
                </a:lnTo>
                <a:lnTo>
                  <a:pt x="242887" y="249161"/>
                </a:lnTo>
                <a:close/>
              </a:path>
              <a:path w="857250" h="304800">
                <a:moveTo>
                  <a:pt x="276961" y="150317"/>
                </a:moveTo>
                <a:lnTo>
                  <a:pt x="208089" y="150317"/>
                </a:lnTo>
                <a:lnTo>
                  <a:pt x="208089" y="114554"/>
                </a:lnTo>
                <a:lnTo>
                  <a:pt x="208089" y="107188"/>
                </a:lnTo>
                <a:lnTo>
                  <a:pt x="224028" y="99072"/>
                </a:lnTo>
                <a:lnTo>
                  <a:pt x="226212" y="97155"/>
                </a:lnTo>
                <a:lnTo>
                  <a:pt x="235648" y="88887"/>
                </a:lnTo>
                <a:lnTo>
                  <a:pt x="236258" y="87972"/>
                </a:lnTo>
                <a:lnTo>
                  <a:pt x="243014" y="76479"/>
                </a:lnTo>
                <a:lnTo>
                  <a:pt x="245541" y="62115"/>
                </a:lnTo>
                <a:lnTo>
                  <a:pt x="238086" y="38227"/>
                </a:lnTo>
                <a:lnTo>
                  <a:pt x="224320" y="26822"/>
                </a:lnTo>
                <a:lnTo>
                  <a:pt x="218236" y="21805"/>
                </a:lnTo>
                <a:lnTo>
                  <a:pt x="218236" y="62115"/>
                </a:lnTo>
                <a:lnTo>
                  <a:pt x="212674" y="76962"/>
                </a:lnTo>
                <a:lnTo>
                  <a:pt x="196723" y="87972"/>
                </a:lnTo>
                <a:lnTo>
                  <a:pt x="181495" y="92113"/>
                </a:lnTo>
                <a:lnTo>
                  <a:pt x="181495" y="114554"/>
                </a:lnTo>
                <a:lnTo>
                  <a:pt x="181495" y="150317"/>
                </a:lnTo>
                <a:lnTo>
                  <a:pt x="95465" y="150317"/>
                </a:lnTo>
                <a:lnTo>
                  <a:pt x="95465" y="114554"/>
                </a:lnTo>
                <a:lnTo>
                  <a:pt x="105295" y="116052"/>
                </a:lnTo>
                <a:lnTo>
                  <a:pt x="115722" y="117106"/>
                </a:lnTo>
                <a:lnTo>
                  <a:pt x="126707" y="117729"/>
                </a:lnTo>
                <a:lnTo>
                  <a:pt x="138239" y="117932"/>
                </a:lnTo>
                <a:lnTo>
                  <a:pt x="148945" y="117729"/>
                </a:lnTo>
                <a:lnTo>
                  <a:pt x="149606" y="117729"/>
                </a:lnTo>
                <a:lnTo>
                  <a:pt x="160032" y="117106"/>
                </a:lnTo>
                <a:lnTo>
                  <a:pt x="160464" y="117106"/>
                </a:lnTo>
                <a:lnTo>
                  <a:pt x="170599" y="116052"/>
                </a:lnTo>
                <a:lnTo>
                  <a:pt x="170916" y="116052"/>
                </a:lnTo>
                <a:lnTo>
                  <a:pt x="180708" y="114554"/>
                </a:lnTo>
                <a:lnTo>
                  <a:pt x="181495" y="114554"/>
                </a:lnTo>
                <a:lnTo>
                  <a:pt x="181495" y="92113"/>
                </a:lnTo>
                <a:lnTo>
                  <a:pt x="171538" y="94805"/>
                </a:lnTo>
                <a:lnTo>
                  <a:pt x="138239" y="97155"/>
                </a:lnTo>
                <a:lnTo>
                  <a:pt x="104838" y="94805"/>
                </a:lnTo>
                <a:lnTo>
                  <a:pt x="79692" y="87972"/>
                </a:lnTo>
                <a:lnTo>
                  <a:pt x="63881" y="76962"/>
                </a:lnTo>
                <a:lnTo>
                  <a:pt x="58483" y="62115"/>
                </a:lnTo>
                <a:lnTo>
                  <a:pt x="63881" y="47320"/>
                </a:lnTo>
                <a:lnTo>
                  <a:pt x="79692" y="36220"/>
                </a:lnTo>
                <a:lnTo>
                  <a:pt x="104838" y="29248"/>
                </a:lnTo>
                <a:lnTo>
                  <a:pt x="138239" y="26822"/>
                </a:lnTo>
                <a:lnTo>
                  <a:pt x="171538" y="29248"/>
                </a:lnTo>
                <a:lnTo>
                  <a:pt x="196723" y="36220"/>
                </a:lnTo>
                <a:lnTo>
                  <a:pt x="212674" y="47320"/>
                </a:lnTo>
                <a:lnTo>
                  <a:pt x="218236" y="62115"/>
                </a:lnTo>
                <a:lnTo>
                  <a:pt x="218236" y="21805"/>
                </a:lnTo>
                <a:lnTo>
                  <a:pt x="216725" y="20548"/>
                </a:lnTo>
                <a:lnTo>
                  <a:pt x="182943" y="9575"/>
                </a:lnTo>
                <a:lnTo>
                  <a:pt x="138239" y="5803"/>
                </a:lnTo>
                <a:lnTo>
                  <a:pt x="93395" y="9575"/>
                </a:lnTo>
                <a:lnTo>
                  <a:pt x="59550" y="20548"/>
                </a:lnTo>
                <a:lnTo>
                  <a:pt x="38150" y="38227"/>
                </a:lnTo>
                <a:lnTo>
                  <a:pt x="30695" y="62115"/>
                </a:lnTo>
                <a:lnTo>
                  <a:pt x="33210" y="76479"/>
                </a:lnTo>
                <a:lnTo>
                  <a:pt x="40563" y="88887"/>
                </a:lnTo>
                <a:lnTo>
                  <a:pt x="52463" y="99237"/>
                </a:lnTo>
                <a:lnTo>
                  <a:pt x="68643" y="107429"/>
                </a:lnTo>
                <a:lnTo>
                  <a:pt x="68643" y="150317"/>
                </a:lnTo>
                <a:lnTo>
                  <a:pt x="0" y="150317"/>
                </a:lnTo>
                <a:lnTo>
                  <a:pt x="0" y="172313"/>
                </a:lnTo>
                <a:lnTo>
                  <a:pt x="276961" y="172313"/>
                </a:lnTo>
                <a:lnTo>
                  <a:pt x="276961" y="150317"/>
                </a:lnTo>
                <a:close/>
              </a:path>
              <a:path w="857250" h="304800">
                <a:moveTo>
                  <a:pt x="467156" y="166027"/>
                </a:moveTo>
                <a:lnTo>
                  <a:pt x="461467" y="137782"/>
                </a:lnTo>
                <a:lnTo>
                  <a:pt x="448056" y="118668"/>
                </a:lnTo>
                <a:lnTo>
                  <a:pt x="445973" y="115697"/>
                </a:lnTo>
                <a:lnTo>
                  <a:pt x="441540" y="112991"/>
                </a:lnTo>
                <a:lnTo>
                  <a:pt x="441540" y="166027"/>
                </a:lnTo>
                <a:lnTo>
                  <a:pt x="437756" y="185013"/>
                </a:lnTo>
                <a:lnTo>
                  <a:pt x="427558" y="199898"/>
                </a:lnTo>
                <a:lnTo>
                  <a:pt x="412140" y="209562"/>
                </a:lnTo>
                <a:lnTo>
                  <a:pt x="392722" y="212915"/>
                </a:lnTo>
                <a:lnTo>
                  <a:pt x="373126" y="209562"/>
                </a:lnTo>
                <a:lnTo>
                  <a:pt x="357619" y="199898"/>
                </a:lnTo>
                <a:lnTo>
                  <a:pt x="347446" y="185013"/>
                </a:lnTo>
                <a:lnTo>
                  <a:pt x="343903" y="166027"/>
                </a:lnTo>
                <a:lnTo>
                  <a:pt x="347446" y="147002"/>
                </a:lnTo>
                <a:lnTo>
                  <a:pt x="357619" y="132016"/>
                </a:lnTo>
                <a:lnTo>
                  <a:pt x="373126" y="122186"/>
                </a:lnTo>
                <a:lnTo>
                  <a:pt x="392722" y="118668"/>
                </a:lnTo>
                <a:lnTo>
                  <a:pt x="412140" y="122186"/>
                </a:lnTo>
                <a:lnTo>
                  <a:pt x="427558" y="132016"/>
                </a:lnTo>
                <a:lnTo>
                  <a:pt x="437756" y="147002"/>
                </a:lnTo>
                <a:lnTo>
                  <a:pt x="441540" y="166027"/>
                </a:lnTo>
                <a:lnTo>
                  <a:pt x="441540" y="112991"/>
                </a:lnTo>
                <a:lnTo>
                  <a:pt x="422465" y="101320"/>
                </a:lnTo>
                <a:lnTo>
                  <a:pt x="392722" y="96189"/>
                </a:lnTo>
                <a:lnTo>
                  <a:pt x="362800" y="101320"/>
                </a:lnTo>
                <a:lnTo>
                  <a:pt x="339191" y="115697"/>
                </a:lnTo>
                <a:lnTo>
                  <a:pt x="323735" y="137782"/>
                </a:lnTo>
                <a:lnTo>
                  <a:pt x="318287" y="166027"/>
                </a:lnTo>
                <a:lnTo>
                  <a:pt x="323735" y="194233"/>
                </a:lnTo>
                <a:lnTo>
                  <a:pt x="339191" y="216242"/>
                </a:lnTo>
                <a:lnTo>
                  <a:pt x="362800" y="230530"/>
                </a:lnTo>
                <a:lnTo>
                  <a:pt x="392722" y="235635"/>
                </a:lnTo>
                <a:lnTo>
                  <a:pt x="422465" y="230530"/>
                </a:lnTo>
                <a:lnTo>
                  <a:pt x="445973" y="216242"/>
                </a:lnTo>
                <a:lnTo>
                  <a:pt x="448322" y="212915"/>
                </a:lnTo>
                <a:lnTo>
                  <a:pt x="461467" y="194233"/>
                </a:lnTo>
                <a:lnTo>
                  <a:pt x="467156" y="166027"/>
                </a:lnTo>
                <a:close/>
              </a:path>
              <a:path w="857250" h="304800">
                <a:moveTo>
                  <a:pt x="481660" y="48818"/>
                </a:moveTo>
                <a:lnTo>
                  <a:pt x="405777" y="48818"/>
                </a:lnTo>
                <a:lnTo>
                  <a:pt x="405777" y="3632"/>
                </a:lnTo>
                <a:lnTo>
                  <a:pt x="378942" y="3632"/>
                </a:lnTo>
                <a:lnTo>
                  <a:pt x="378942" y="48818"/>
                </a:lnTo>
                <a:lnTo>
                  <a:pt x="300888" y="48818"/>
                </a:lnTo>
                <a:lnTo>
                  <a:pt x="300888" y="71056"/>
                </a:lnTo>
                <a:lnTo>
                  <a:pt x="481660" y="71056"/>
                </a:lnTo>
                <a:lnTo>
                  <a:pt x="481660" y="48818"/>
                </a:lnTo>
                <a:close/>
              </a:path>
              <a:path w="857250" h="304800">
                <a:moveTo>
                  <a:pt x="588479" y="125183"/>
                </a:moveTo>
                <a:lnTo>
                  <a:pt x="537718" y="125183"/>
                </a:lnTo>
                <a:lnTo>
                  <a:pt x="537718" y="0"/>
                </a:lnTo>
                <a:lnTo>
                  <a:pt x="511136" y="0"/>
                </a:lnTo>
                <a:lnTo>
                  <a:pt x="511136" y="303784"/>
                </a:lnTo>
                <a:lnTo>
                  <a:pt x="537718" y="303784"/>
                </a:lnTo>
                <a:lnTo>
                  <a:pt x="537718" y="147662"/>
                </a:lnTo>
                <a:lnTo>
                  <a:pt x="588479" y="147662"/>
                </a:lnTo>
                <a:lnTo>
                  <a:pt x="588479" y="125183"/>
                </a:lnTo>
                <a:close/>
              </a:path>
              <a:path w="857250" h="304800">
                <a:moveTo>
                  <a:pt x="856970" y="0"/>
                </a:moveTo>
                <a:lnTo>
                  <a:pt x="830389" y="0"/>
                </a:lnTo>
                <a:lnTo>
                  <a:pt x="830389" y="67906"/>
                </a:lnTo>
                <a:lnTo>
                  <a:pt x="830389" y="90385"/>
                </a:lnTo>
                <a:lnTo>
                  <a:pt x="830389" y="164096"/>
                </a:lnTo>
                <a:lnTo>
                  <a:pt x="759218" y="164096"/>
                </a:lnTo>
                <a:lnTo>
                  <a:pt x="760730" y="155943"/>
                </a:lnTo>
                <a:lnTo>
                  <a:pt x="761834" y="147421"/>
                </a:lnTo>
                <a:lnTo>
                  <a:pt x="762495" y="138544"/>
                </a:lnTo>
                <a:lnTo>
                  <a:pt x="762723" y="129298"/>
                </a:lnTo>
                <a:lnTo>
                  <a:pt x="762431" y="118897"/>
                </a:lnTo>
                <a:lnTo>
                  <a:pt x="761568" y="108940"/>
                </a:lnTo>
                <a:lnTo>
                  <a:pt x="760171" y="99428"/>
                </a:lnTo>
                <a:lnTo>
                  <a:pt x="758253" y="90385"/>
                </a:lnTo>
                <a:lnTo>
                  <a:pt x="830389" y="90385"/>
                </a:lnTo>
                <a:lnTo>
                  <a:pt x="830389" y="67906"/>
                </a:lnTo>
                <a:lnTo>
                  <a:pt x="750519" y="67906"/>
                </a:lnTo>
                <a:lnTo>
                  <a:pt x="738987" y="49149"/>
                </a:lnTo>
                <a:lnTo>
                  <a:pt x="737349" y="47612"/>
                </a:lnTo>
                <a:lnTo>
                  <a:pt x="737349" y="129298"/>
                </a:lnTo>
                <a:lnTo>
                  <a:pt x="733628" y="163004"/>
                </a:lnTo>
                <a:lnTo>
                  <a:pt x="723239" y="188836"/>
                </a:lnTo>
                <a:lnTo>
                  <a:pt x="707263" y="205384"/>
                </a:lnTo>
                <a:lnTo>
                  <a:pt x="686841" y="211226"/>
                </a:lnTo>
                <a:lnTo>
                  <a:pt x="666305" y="205384"/>
                </a:lnTo>
                <a:lnTo>
                  <a:pt x="650341" y="188836"/>
                </a:lnTo>
                <a:lnTo>
                  <a:pt x="640003" y="163004"/>
                </a:lnTo>
                <a:lnTo>
                  <a:pt x="636320" y="129298"/>
                </a:lnTo>
                <a:lnTo>
                  <a:pt x="640003" y="95732"/>
                </a:lnTo>
                <a:lnTo>
                  <a:pt x="650341" y="69938"/>
                </a:lnTo>
                <a:lnTo>
                  <a:pt x="666305" y="53340"/>
                </a:lnTo>
                <a:lnTo>
                  <a:pt x="686841" y="47371"/>
                </a:lnTo>
                <a:lnTo>
                  <a:pt x="707263" y="53340"/>
                </a:lnTo>
                <a:lnTo>
                  <a:pt x="723239" y="69938"/>
                </a:lnTo>
                <a:lnTo>
                  <a:pt x="733628" y="95732"/>
                </a:lnTo>
                <a:lnTo>
                  <a:pt x="737349" y="129298"/>
                </a:lnTo>
                <a:lnTo>
                  <a:pt x="737349" y="47612"/>
                </a:lnTo>
                <a:lnTo>
                  <a:pt x="737095" y="47371"/>
                </a:lnTo>
                <a:lnTo>
                  <a:pt x="724255" y="35217"/>
                </a:lnTo>
                <a:lnTo>
                  <a:pt x="706729" y="26504"/>
                </a:lnTo>
                <a:lnTo>
                  <a:pt x="686841" y="23444"/>
                </a:lnTo>
                <a:lnTo>
                  <a:pt x="655942" y="31013"/>
                </a:lnTo>
                <a:lnTo>
                  <a:pt x="631825" y="52260"/>
                </a:lnTo>
                <a:lnTo>
                  <a:pt x="616178" y="85572"/>
                </a:lnTo>
                <a:lnTo>
                  <a:pt x="610704" y="129298"/>
                </a:lnTo>
                <a:lnTo>
                  <a:pt x="616178" y="173164"/>
                </a:lnTo>
                <a:lnTo>
                  <a:pt x="631825" y="206514"/>
                </a:lnTo>
                <a:lnTo>
                  <a:pt x="655942" y="227723"/>
                </a:lnTo>
                <a:lnTo>
                  <a:pt x="686841" y="235153"/>
                </a:lnTo>
                <a:lnTo>
                  <a:pt x="707694" y="231851"/>
                </a:lnTo>
                <a:lnTo>
                  <a:pt x="725893" y="222300"/>
                </a:lnTo>
                <a:lnTo>
                  <a:pt x="736777" y="211226"/>
                </a:lnTo>
                <a:lnTo>
                  <a:pt x="740968" y="206959"/>
                </a:lnTo>
                <a:lnTo>
                  <a:pt x="752449" y="186334"/>
                </a:lnTo>
                <a:lnTo>
                  <a:pt x="830389" y="186334"/>
                </a:lnTo>
                <a:lnTo>
                  <a:pt x="830389" y="304266"/>
                </a:lnTo>
                <a:lnTo>
                  <a:pt x="856970" y="304266"/>
                </a:lnTo>
                <a:lnTo>
                  <a:pt x="856970" y="186334"/>
                </a:lnTo>
                <a:lnTo>
                  <a:pt x="856970" y="164096"/>
                </a:lnTo>
                <a:lnTo>
                  <a:pt x="856970" y="90385"/>
                </a:lnTo>
                <a:lnTo>
                  <a:pt x="856970" y="67906"/>
                </a:lnTo>
                <a:lnTo>
                  <a:pt x="8569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 descr=""/>
          <p:cNvSpPr/>
          <p:nvPr/>
        </p:nvSpPr>
        <p:spPr>
          <a:xfrm>
            <a:off x="11784655" y="1722036"/>
            <a:ext cx="52069" cy="93345"/>
          </a:xfrm>
          <a:custGeom>
            <a:avLst/>
            <a:gdLst/>
            <a:ahLst/>
            <a:cxnLst/>
            <a:rect l="l" t="t" r="r" b="b"/>
            <a:pathLst>
              <a:path w="52070" h="93344">
                <a:moveTo>
                  <a:pt x="51717" y="0"/>
                </a:moveTo>
                <a:lnTo>
                  <a:pt x="18849" y="0"/>
                </a:lnTo>
                <a:lnTo>
                  <a:pt x="0" y="93043"/>
                </a:lnTo>
                <a:lnTo>
                  <a:pt x="25375" y="93043"/>
                </a:lnTo>
                <a:lnTo>
                  <a:pt x="517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 descr=""/>
          <p:cNvSpPr/>
          <p:nvPr/>
        </p:nvSpPr>
        <p:spPr>
          <a:xfrm>
            <a:off x="11963806" y="1469249"/>
            <a:ext cx="563245" cy="304165"/>
          </a:xfrm>
          <a:custGeom>
            <a:avLst/>
            <a:gdLst/>
            <a:ahLst/>
            <a:cxnLst/>
            <a:rect l="l" t="t" r="r" b="b"/>
            <a:pathLst>
              <a:path w="563245" h="304164">
                <a:moveTo>
                  <a:pt x="263906" y="152984"/>
                </a:moveTo>
                <a:lnTo>
                  <a:pt x="224028" y="139192"/>
                </a:lnTo>
                <a:lnTo>
                  <a:pt x="187871" y="114617"/>
                </a:lnTo>
                <a:lnTo>
                  <a:pt x="161709" y="82219"/>
                </a:lnTo>
                <a:lnTo>
                  <a:pt x="151536" y="44716"/>
                </a:lnTo>
                <a:lnTo>
                  <a:pt x="151536" y="21272"/>
                </a:lnTo>
                <a:lnTo>
                  <a:pt x="123494" y="21272"/>
                </a:lnTo>
                <a:lnTo>
                  <a:pt x="123494" y="44716"/>
                </a:lnTo>
                <a:lnTo>
                  <a:pt x="113322" y="82219"/>
                </a:lnTo>
                <a:lnTo>
                  <a:pt x="87223" y="114617"/>
                </a:lnTo>
                <a:lnTo>
                  <a:pt x="51092" y="139192"/>
                </a:lnTo>
                <a:lnTo>
                  <a:pt x="11607" y="152984"/>
                </a:lnTo>
                <a:lnTo>
                  <a:pt x="23926" y="175450"/>
                </a:lnTo>
                <a:lnTo>
                  <a:pt x="90614" y="144170"/>
                </a:lnTo>
                <a:lnTo>
                  <a:pt x="120535" y="114617"/>
                </a:lnTo>
                <a:lnTo>
                  <a:pt x="137642" y="87604"/>
                </a:lnTo>
                <a:lnTo>
                  <a:pt x="157276" y="118706"/>
                </a:lnTo>
                <a:lnTo>
                  <a:pt x="184708" y="144310"/>
                </a:lnTo>
                <a:lnTo>
                  <a:pt x="217030" y="163537"/>
                </a:lnTo>
                <a:lnTo>
                  <a:pt x="251345" y="175450"/>
                </a:lnTo>
                <a:lnTo>
                  <a:pt x="263906" y="152984"/>
                </a:lnTo>
                <a:close/>
              </a:path>
              <a:path w="563245" h="304164">
                <a:moveTo>
                  <a:pt x="278168" y="239979"/>
                </a:moveTo>
                <a:lnTo>
                  <a:pt x="0" y="239979"/>
                </a:lnTo>
                <a:lnTo>
                  <a:pt x="0" y="262458"/>
                </a:lnTo>
                <a:lnTo>
                  <a:pt x="278168" y="262458"/>
                </a:lnTo>
                <a:lnTo>
                  <a:pt x="278168" y="239979"/>
                </a:lnTo>
                <a:close/>
              </a:path>
              <a:path w="563245" h="304164">
                <a:moveTo>
                  <a:pt x="445897" y="222338"/>
                </a:moveTo>
                <a:lnTo>
                  <a:pt x="444220" y="208559"/>
                </a:lnTo>
                <a:lnTo>
                  <a:pt x="443230" y="200355"/>
                </a:lnTo>
                <a:lnTo>
                  <a:pt x="419442" y="204177"/>
                </a:lnTo>
                <a:lnTo>
                  <a:pt x="395757" y="206629"/>
                </a:lnTo>
                <a:lnTo>
                  <a:pt x="370014" y="208000"/>
                </a:lnTo>
                <a:lnTo>
                  <a:pt x="340042" y="208559"/>
                </a:lnTo>
                <a:lnTo>
                  <a:pt x="340042" y="140169"/>
                </a:lnTo>
                <a:lnTo>
                  <a:pt x="413512" y="140169"/>
                </a:lnTo>
                <a:lnTo>
                  <a:pt x="413512" y="118910"/>
                </a:lnTo>
                <a:lnTo>
                  <a:pt x="340042" y="118910"/>
                </a:lnTo>
                <a:lnTo>
                  <a:pt x="340042" y="58724"/>
                </a:lnTo>
                <a:lnTo>
                  <a:pt x="427761" y="58724"/>
                </a:lnTo>
                <a:lnTo>
                  <a:pt x="427761" y="36982"/>
                </a:lnTo>
                <a:lnTo>
                  <a:pt x="314426" y="36982"/>
                </a:lnTo>
                <a:lnTo>
                  <a:pt x="314426" y="230555"/>
                </a:lnTo>
                <a:lnTo>
                  <a:pt x="333514" y="230555"/>
                </a:lnTo>
                <a:lnTo>
                  <a:pt x="366496" y="230187"/>
                </a:lnTo>
                <a:lnTo>
                  <a:pt x="394601" y="229082"/>
                </a:lnTo>
                <a:lnTo>
                  <a:pt x="420243" y="226644"/>
                </a:lnTo>
                <a:lnTo>
                  <a:pt x="445897" y="222338"/>
                </a:lnTo>
                <a:close/>
              </a:path>
              <a:path w="563245" h="304164">
                <a:moveTo>
                  <a:pt x="500507" y="7251"/>
                </a:moveTo>
                <a:lnTo>
                  <a:pt x="474891" y="7251"/>
                </a:lnTo>
                <a:lnTo>
                  <a:pt x="474891" y="115277"/>
                </a:lnTo>
                <a:lnTo>
                  <a:pt x="430187" y="115277"/>
                </a:lnTo>
                <a:lnTo>
                  <a:pt x="430187" y="137756"/>
                </a:lnTo>
                <a:lnTo>
                  <a:pt x="474891" y="137756"/>
                </a:lnTo>
                <a:lnTo>
                  <a:pt x="474891" y="287832"/>
                </a:lnTo>
                <a:lnTo>
                  <a:pt x="500507" y="287832"/>
                </a:lnTo>
                <a:lnTo>
                  <a:pt x="500507" y="7251"/>
                </a:lnTo>
                <a:close/>
              </a:path>
              <a:path w="563245" h="304164">
                <a:moveTo>
                  <a:pt x="562622" y="0"/>
                </a:moveTo>
                <a:lnTo>
                  <a:pt x="536524" y="0"/>
                </a:lnTo>
                <a:lnTo>
                  <a:pt x="536524" y="303784"/>
                </a:lnTo>
                <a:lnTo>
                  <a:pt x="562622" y="303784"/>
                </a:lnTo>
                <a:lnTo>
                  <a:pt x="5626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 descr=""/>
          <p:cNvSpPr/>
          <p:nvPr/>
        </p:nvSpPr>
        <p:spPr>
          <a:xfrm>
            <a:off x="12580324" y="1469246"/>
            <a:ext cx="239395" cy="304800"/>
          </a:xfrm>
          <a:custGeom>
            <a:avLst/>
            <a:gdLst/>
            <a:ahLst/>
            <a:cxnLst/>
            <a:rect l="l" t="t" r="r" b="b"/>
            <a:pathLst>
              <a:path w="239395" h="304800">
                <a:moveTo>
                  <a:pt x="239014" y="0"/>
                </a:moveTo>
                <a:lnTo>
                  <a:pt x="212188" y="0"/>
                </a:lnTo>
                <a:lnTo>
                  <a:pt x="212188" y="304265"/>
                </a:lnTo>
                <a:lnTo>
                  <a:pt x="239014" y="304265"/>
                </a:lnTo>
                <a:lnTo>
                  <a:pt x="239014" y="0"/>
                </a:lnTo>
                <a:close/>
              </a:path>
              <a:path w="239395" h="304800">
                <a:moveTo>
                  <a:pt x="77577" y="23442"/>
                </a:moveTo>
                <a:lnTo>
                  <a:pt x="46288" y="31009"/>
                </a:lnTo>
                <a:lnTo>
                  <a:pt x="21750" y="52261"/>
                </a:lnTo>
                <a:lnTo>
                  <a:pt x="5732" y="85566"/>
                </a:lnTo>
                <a:lnTo>
                  <a:pt x="0" y="129294"/>
                </a:lnTo>
                <a:lnTo>
                  <a:pt x="5732" y="173157"/>
                </a:lnTo>
                <a:lnTo>
                  <a:pt x="21750" y="206508"/>
                </a:lnTo>
                <a:lnTo>
                  <a:pt x="46288" y="227715"/>
                </a:lnTo>
                <a:lnTo>
                  <a:pt x="77577" y="235147"/>
                </a:lnTo>
                <a:lnTo>
                  <a:pt x="108662" y="227715"/>
                </a:lnTo>
                <a:lnTo>
                  <a:pt x="127765" y="211221"/>
                </a:lnTo>
                <a:lnTo>
                  <a:pt x="77577" y="211221"/>
                </a:lnTo>
                <a:lnTo>
                  <a:pt x="56650" y="205387"/>
                </a:lnTo>
                <a:lnTo>
                  <a:pt x="40299" y="188836"/>
                </a:lnTo>
                <a:lnTo>
                  <a:pt x="29658" y="162996"/>
                </a:lnTo>
                <a:lnTo>
                  <a:pt x="25860" y="129294"/>
                </a:lnTo>
                <a:lnTo>
                  <a:pt x="29658" y="95728"/>
                </a:lnTo>
                <a:lnTo>
                  <a:pt x="40299" y="69933"/>
                </a:lnTo>
                <a:lnTo>
                  <a:pt x="56650" y="53337"/>
                </a:lnTo>
                <a:lnTo>
                  <a:pt x="77577" y="47368"/>
                </a:lnTo>
                <a:lnTo>
                  <a:pt x="127567" y="47368"/>
                </a:lnTo>
                <a:lnTo>
                  <a:pt x="108662" y="31009"/>
                </a:lnTo>
                <a:lnTo>
                  <a:pt x="77577" y="23442"/>
                </a:lnTo>
                <a:close/>
              </a:path>
              <a:path w="239395" h="304800">
                <a:moveTo>
                  <a:pt x="127567" y="47368"/>
                </a:moveTo>
                <a:lnTo>
                  <a:pt x="77577" y="47368"/>
                </a:lnTo>
                <a:lnTo>
                  <a:pt x="98467" y="53337"/>
                </a:lnTo>
                <a:lnTo>
                  <a:pt x="114734" y="69933"/>
                </a:lnTo>
                <a:lnTo>
                  <a:pt x="125292" y="95728"/>
                </a:lnTo>
                <a:lnTo>
                  <a:pt x="129053" y="129294"/>
                </a:lnTo>
                <a:lnTo>
                  <a:pt x="125292" y="162996"/>
                </a:lnTo>
                <a:lnTo>
                  <a:pt x="114734" y="188836"/>
                </a:lnTo>
                <a:lnTo>
                  <a:pt x="98467" y="205387"/>
                </a:lnTo>
                <a:lnTo>
                  <a:pt x="77577" y="211221"/>
                </a:lnTo>
                <a:lnTo>
                  <a:pt x="127765" y="211221"/>
                </a:lnTo>
                <a:lnTo>
                  <a:pt x="133222" y="206508"/>
                </a:lnTo>
                <a:lnTo>
                  <a:pt x="149354" y="173157"/>
                </a:lnTo>
                <a:lnTo>
                  <a:pt x="155154" y="129294"/>
                </a:lnTo>
                <a:lnTo>
                  <a:pt x="149354" y="85566"/>
                </a:lnTo>
                <a:lnTo>
                  <a:pt x="133222" y="52261"/>
                </a:lnTo>
                <a:lnTo>
                  <a:pt x="127567" y="473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 descr=""/>
          <p:cNvSpPr/>
          <p:nvPr/>
        </p:nvSpPr>
        <p:spPr>
          <a:xfrm>
            <a:off x="12871539" y="1469246"/>
            <a:ext cx="250825" cy="304165"/>
          </a:xfrm>
          <a:custGeom>
            <a:avLst/>
            <a:gdLst/>
            <a:ahLst/>
            <a:cxnLst/>
            <a:rect l="l" t="t" r="r" b="b"/>
            <a:pathLst>
              <a:path w="250825" h="304164">
                <a:moveTo>
                  <a:pt x="250371" y="0"/>
                </a:moveTo>
                <a:lnTo>
                  <a:pt x="223545" y="0"/>
                </a:lnTo>
                <a:lnTo>
                  <a:pt x="223545" y="303782"/>
                </a:lnTo>
                <a:lnTo>
                  <a:pt x="250371" y="303782"/>
                </a:lnTo>
                <a:lnTo>
                  <a:pt x="250371" y="0"/>
                </a:lnTo>
                <a:close/>
              </a:path>
              <a:path w="250825" h="304164">
                <a:moveTo>
                  <a:pt x="108751" y="53651"/>
                </a:moveTo>
                <a:lnTo>
                  <a:pt x="81684" y="53651"/>
                </a:lnTo>
                <a:lnTo>
                  <a:pt x="81684" y="93285"/>
                </a:lnTo>
                <a:lnTo>
                  <a:pt x="74936" y="132915"/>
                </a:lnTo>
                <a:lnTo>
                  <a:pt x="57064" y="170529"/>
                </a:lnTo>
                <a:lnTo>
                  <a:pt x="31081" y="202207"/>
                </a:lnTo>
                <a:lnTo>
                  <a:pt x="0" y="224029"/>
                </a:lnTo>
                <a:lnTo>
                  <a:pt x="15950" y="245297"/>
                </a:lnTo>
                <a:lnTo>
                  <a:pt x="41017" y="228501"/>
                </a:lnTo>
                <a:lnTo>
                  <a:pt x="63423" y="205179"/>
                </a:lnTo>
                <a:lnTo>
                  <a:pt x="82000" y="176783"/>
                </a:lnTo>
                <a:lnTo>
                  <a:pt x="95581" y="144761"/>
                </a:lnTo>
                <a:lnTo>
                  <a:pt x="121933" y="144761"/>
                </a:lnTo>
                <a:lnTo>
                  <a:pt x="115303" y="131541"/>
                </a:lnTo>
                <a:lnTo>
                  <a:pt x="108751" y="93285"/>
                </a:lnTo>
                <a:lnTo>
                  <a:pt x="108751" y="53651"/>
                </a:lnTo>
                <a:close/>
              </a:path>
              <a:path w="250825" h="304164">
                <a:moveTo>
                  <a:pt x="121933" y="144761"/>
                </a:moveTo>
                <a:lnTo>
                  <a:pt x="95581" y="144761"/>
                </a:lnTo>
                <a:lnTo>
                  <a:pt x="109156" y="174711"/>
                </a:lnTo>
                <a:lnTo>
                  <a:pt x="127783" y="200935"/>
                </a:lnTo>
                <a:lnTo>
                  <a:pt x="150399" y="222332"/>
                </a:lnTo>
                <a:lnTo>
                  <a:pt x="175936" y="237805"/>
                </a:lnTo>
                <a:lnTo>
                  <a:pt x="190920" y="216538"/>
                </a:lnTo>
                <a:lnTo>
                  <a:pt x="159219" y="196362"/>
                </a:lnTo>
                <a:lnTo>
                  <a:pt x="133069" y="166965"/>
                </a:lnTo>
                <a:lnTo>
                  <a:pt x="121933" y="144761"/>
                </a:lnTo>
                <a:close/>
              </a:path>
              <a:path w="250825" h="304164">
                <a:moveTo>
                  <a:pt x="181012" y="31175"/>
                </a:moveTo>
                <a:lnTo>
                  <a:pt x="9907" y="31175"/>
                </a:lnTo>
                <a:lnTo>
                  <a:pt x="9907" y="53651"/>
                </a:lnTo>
                <a:lnTo>
                  <a:pt x="181012" y="53651"/>
                </a:lnTo>
                <a:lnTo>
                  <a:pt x="181012" y="311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 descr=""/>
          <p:cNvSpPr/>
          <p:nvPr/>
        </p:nvSpPr>
        <p:spPr>
          <a:xfrm>
            <a:off x="13175805" y="1469246"/>
            <a:ext cx="247650" cy="304800"/>
          </a:xfrm>
          <a:custGeom>
            <a:avLst/>
            <a:gdLst/>
            <a:ahLst/>
            <a:cxnLst/>
            <a:rect l="l" t="t" r="r" b="b"/>
            <a:pathLst>
              <a:path w="247650" h="304800">
                <a:moveTo>
                  <a:pt x="247472" y="0"/>
                </a:moveTo>
                <a:lnTo>
                  <a:pt x="220645" y="0"/>
                </a:lnTo>
                <a:lnTo>
                  <a:pt x="220645" y="304265"/>
                </a:lnTo>
                <a:lnTo>
                  <a:pt x="247472" y="304265"/>
                </a:lnTo>
                <a:lnTo>
                  <a:pt x="247472" y="0"/>
                </a:lnTo>
                <a:close/>
              </a:path>
              <a:path w="247650" h="304800">
                <a:moveTo>
                  <a:pt x="97634" y="22234"/>
                </a:moveTo>
                <a:lnTo>
                  <a:pt x="64612" y="27426"/>
                </a:lnTo>
                <a:lnTo>
                  <a:pt x="38636" y="42020"/>
                </a:lnTo>
                <a:lnTo>
                  <a:pt x="21678" y="64545"/>
                </a:lnTo>
                <a:lnTo>
                  <a:pt x="15708" y="93527"/>
                </a:lnTo>
                <a:lnTo>
                  <a:pt x="21678" y="122508"/>
                </a:lnTo>
                <a:lnTo>
                  <a:pt x="38636" y="145033"/>
                </a:lnTo>
                <a:lnTo>
                  <a:pt x="64612" y="159627"/>
                </a:lnTo>
                <a:lnTo>
                  <a:pt x="97634" y="164820"/>
                </a:lnTo>
                <a:lnTo>
                  <a:pt x="130589" y="159627"/>
                </a:lnTo>
                <a:lnTo>
                  <a:pt x="156452" y="145033"/>
                </a:lnTo>
                <a:lnTo>
                  <a:pt x="159200" y="141377"/>
                </a:lnTo>
                <a:lnTo>
                  <a:pt x="97634" y="141377"/>
                </a:lnTo>
                <a:lnTo>
                  <a:pt x="75253" y="137877"/>
                </a:lnTo>
                <a:lnTo>
                  <a:pt x="57608" y="128056"/>
                </a:lnTo>
                <a:lnTo>
                  <a:pt x="46079" y="112932"/>
                </a:lnTo>
                <a:lnTo>
                  <a:pt x="42050" y="93527"/>
                </a:lnTo>
                <a:lnTo>
                  <a:pt x="46079" y="74121"/>
                </a:lnTo>
                <a:lnTo>
                  <a:pt x="57608" y="58998"/>
                </a:lnTo>
                <a:lnTo>
                  <a:pt x="75253" y="49176"/>
                </a:lnTo>
                <a:lnTo>
                  <a:pt x="97634" y="45676"/>
                </a:lnTo>
                <a:lnTo>
                  <a:pt x="159200" y="45676"/>
                </a:lnTo>
                <a:lnTo>
                  <a:pt x="156452" y="42020"/>
                </a:lnTo>
                <a:lnTo>
                  <a:pt x="130589" y="27426"/>
                </a:lnTo>
                <a:lnTo>
                  <a:pt x="97634" y="22234"/>
                </a:lnTo>
                <a:close/>
              </a:path>
              <a:path w="247650" h="304800">
                <a:moveTo>
                  <a:pt x="159200" y="45676"/>
                </a:moveTo>
                <a:lnTo>
                  <a:pt x="97634" y="45676"/>
                </a:lnTo>
                <a:lnTo>
                  <a:pt x="119879" y="49176"/>
                </a:lnTo>
                <a:lnTo>
                  <a:pt x="137480" y="58998"/>
                </a:lnTo>
                <a:lnTo>
                  <a:pt x="149054" y="74121"/>
                </a:lnTo>
                <a:lnTo>
                  <a:pt x="153219" y="93527"/>
                </a:lnTo>
                <a:lnTo>
                  <a:pt x="149054" y="112932"/>
                </a:lnTo>
                <a:lnTo>
                  <a:pt x="137480" y="128056"/>
                </a:lnTo>
                <a:lnTo>
                  <a:pt x="119879" y="137877"/>
                </a:lnTo>
                <a:lnTo>
                  <a:pt x="97634" y="141377"/>
                </a:lnTo>
                <a:lnTo>
                  <a:pt x="159200" y="141377"/>
                </a:lnTo>
                <a:lnTo>
                  <a:pt x="173388" y="122508"/>
                </a:lnTo>
                <a:lnTo>
                  <a:pt x="179562" y="93527"/>
                </a:lnTo>
                <a:lnTo>
                  <a:pt x="173388" y="64545"/>
                </a:lnTo>
                <a:lnTo>
                  <a:pt x="159200" y="45676"/>
                </a:lnTo>
                <a:close/>
              </a:path>
              <a:path w="247650" h="304800">
                <a:moveTo>
                  <a:pt x="200587" y="204213"/>
                </a:moveTo>
                <a:lnTo>
                  <a:pt x="148786" y="210013"/>
                </a:lnTo>
                <a:lnTo>
                  <a:pt x="96124" y="213094"/>
                </a:lnTo>
                <a:lnTo>
                  <a:pt x="41662" y="214363"/>
                </a:lnTo>
                <a:lnTo>
                  <a:pt x="0" y="214363"/>
                </a:lnTo>
                <a:lnTo>
                  <a:pt x="3586" y="237080"/>
                </a:lnTo>
                <a:lnTo>
                  <a:pt x="3624" y="237322"/>
                </a:lnTo>
                <a:lnTo>
                  <a:pt x="48095" y="237080"/>
                </a:lnTo>
                <a:lnTo>
                  <a:pt x="97664" y="235569"/>
                </a:lnTo>
                <a:lnTo>
                  <a:pt x="149998" y="231612"/>
                </a:lnTo>
                <a:lnTo>
                  <a:pt x="202762" y="224029"/>
                </a:lnTo>
                <a:lnTo>
                  <a:pt x="200587" y="2042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 descr=""/>
          <p:cNvSpPr/>
          <p:nvPr/>
        </p:nvSpPr>
        <p:spPr>
          <a:xfrm>
            <a:off x="13564286" y="1466836"/>
            <a:ext cx="554990" cy="306070"/>
          </a:xfrm>
          <a:custGeom>
            <a:avLst/>
            <a:gdLst/>
            <a:ahLst/>
            <a:cxnLst/>
            <a:rect l="l" t="t" r="r" b="b"/>
            <a:pathLst>
              <a:path w="554990" h="306069">
                <a:moveTo>
                  <a:pt x="163614" y="126149"/>
                </a:moveTo>
                <a:lnTo>
                  <a:pt x="158229" y="103924"/>
                </a:lnTo>
                <a:lnTo>
                  <a:pt x="148526" y="92798"/>
                </a:lnTo>
                <a:lnTo>
                  <a:pt x="143344" y="86855"/>
                </a:lnTo>
                <a:lnTo>
                  <a:pt x="138239" y="84429"/>
                </a:lnTo>
                <a:lnTo>
                  <a:pt x="138239" y="126149"/>
                </a:lnTo>
                <a:lnTo>
                  <a:pt x="134683" y="140030"/>
                </a:lnTo>
                <a:lnTo>
                  <a:pt x="124955" y="150558"/>
                </a:lnTo>
                <a:lnTo>
                  <a:pt x="109969" y="157276"/>
                </a:lnTo>
                <a:lnTo>
                  <a:pt x="90627" y="159740"/>
                </a:lnTo>
                <a:lnTo>
                  <a:pt x="71031" y="157276"/>
                </a:lnTo>
                <a:lnTo>
                  <a:pt x="55956" y="150558"/>
                </a:lnTo>
                <a:lnTo>
                  <a:pt x="46316" y="140030"/>
                </a:lnTo>
                <a:lnTo>
                  <a:pt x="43027" y="126149"/>
                </a:lnTo>
                <a:lnTo>
                  <a:pt x="46316" y="112483"/>
                </a:lnTo>
                <a:lnTo>
                  <a:pt x="55956" y="101955"/>
                </a:lnTo>
                <a:lnTo>
                  <a:pt x="71031" y="95186"/>
                </a:lnTo>
                <a:lnTo>
                  <a:pt x="90627" y="92798"/>
                </a:lnTo>
                <a:lnTo>
                  <a:pt x="109969" y="95186"/>
                </a:lnTo>
                <a:lnTo>
                  <a:pt x="124955" y="101955"/>
                </a:lnTo>
                <a:lnTo>
                  <a:pt x="134683" y="112483"/>
                </a:lnTo>
                <a:lnTo>
                  <a:pt x="138239" y="126149"/>
                </a:lnTo>
                <a:lnTo>
                  <a:pt x="138239" y="84429"/>
                </a:lnTo>
                <a:lnTo>
                  <a:pt x="120357" y="75882"/>
                </a:lnTo>
                <a:lnTo>
                  <a:pt x="90627" y="72021"/>
                </a:lnTo>
                <a:lnTo>
                  <a:pt x="60502" y="75882"/>
                </a:lnTo>
                <a:lnTo>
                  <a:pt x="37338" y="86855"/>
                </a:lnTo>
                <a:lnTo>
                  <a:pt x="22529" y="103924"/>
                </a:lnTo>
                <a:lnTo>
                  <a:pt x="17411" y="126149"/>
                </a:lnTo>
                <a:lnTo>
                  <a:pt x="22529" y="148475"/>
                </a:lnTo>
                <a:lnTo>
                  <a:pt x="37338" y="165544"/>
                </a:lnTo>
                <a:lnTo>
                  <a:pt x="60502" y="176453"/>
                </a:lnTo>
                <a:lnTo>
                  <a:pt x="90627" y="180289"/>
                </a:lnTo>
                <a:lnTo>
                  <a:pt x="120357" y="176453"/>
                </a:lnTo>
                <a:lnTo>
                  <a:pt x="143344" y="165544"/>
                </a:lnTo>
                <a:lnTo>
                  <a:pt x="148399" y="159740"/>
                </a:lnTo>
                <a:lnTo>
                  <a:pt x="158229" y="148475"/>
                </a:lnTo>
                <a:lnTo>
                  <a:pt x="163614" y="126149"/>
                </a:lnTo>
                <a:close/>
              </a:path>
              <a:path w="554990" h="306069">
                <a:moveTo>
                  <a:pt x="181013" y="34798"/>
                </a:moveTo>
                <a:lnTo>
                  <a:pt x="103924" y="34798"/>
                </a:lnTo>
                <a:lnTo>
                  <a:pt x="103924" y="0"/>
                </a:lnTo>
                <a:lnTo>
                  <a:pt x="77343" y="0"/>
                </a:lnTo>
                <a:lnTo>
                  <a:pt x="77343" y="34798"/>
                </a:lnTo>
                <a:lnTo>
                  <a:pt x="0" y="34798"/>
                </a:lnTo>
                <a:lnTo>
                  <a:pt x="0" y="56794"/>
                </a:lnTo>
                <a:lnTo>
                  <a:pt x="181013" y="56794"/>
                </a:lnTo>
                <a:lnTo>
                  <a:pt x="181013" y="34798"/>
                </a:lnTo>
                <a:close/>
              </a:path>
              <a:path w="554990" h="306069">
                <a:moveTo>
                  <a:pt x="236842" y="202768"/>
                </a:moveTo>
                <a:lnTo>
                  <a:pt x="210261" y="202768"/>
                </a:lnTo>
                <a:lnTo>
                  <a:pt x="210261" y="224269"/>
                </a:lnTo>
                <a:lnTo>
                  <a:pt x="210261" y="280098"/>
                </a:lnTo>
                <a:lnTo>
                  <a:pt x="71297" y="280098"/>
                </a:lnTo>
                <a:lnTo>
                  <a:pt x="71297" y="224269"/>
                </a:lnTo>
                <a:lnTo>
                  <a:pt x="210261" y="224269"/>
                </a:lnTo>
                <a:lnTo>
                  <a:pt x="210261" y="202768"/>
                </a:lnTo>
                <a:lnTo>
                  <a:pt x="44958" y="202768"/>
                </a:lnTo>
                <a:lnTo>
                  <a:pt x="44958" y="302094"/>
                </a:lnTo>
                <a:lnTo>
                  <a:pt x="236842" y="302094"/>
                </a:lnTo>
                <a:lnTo>
                  <a:pt x="236842" y="280098"/>
                </a:lnTo>
                <a:lnTo>
                  <a:pt x="236842" y="224269"/>
                </a:lnTo>
                <a:lnTo>
                  <a:pt x="236842" y="202768"/>
                </a:lnTo>
                <a:close/>
              </a:path>
              <a:path w="554990" h="306069">
                <a:moveTo>
                  <a:pt x="282524" y="83134"/>
                </a:moveTo>
                <a:lnTo>
                  <a:pt x="236842" y="83134"/>
                </a:lnTo>
                <a:lnTo>
                  <a:pt x="236842" y="2413"/>
                </a:lnTo>
                <a:lnTo>
                  <a:pt x="210019" y="2413"/>
                </a:lnTo>
                <a:lnTo>
                  <a:pt x="210019" y="185356"/>
                </a:lnTo>
                <a:lnTo>
                  <a:pt x="236842" y="185356"/>
                </a:lnTo>
                <a:lnTo>
                  <a:pt x="236842" y="106337"/>
                </a:lnTo>
                <a:lnTo>
                  <a:pt x="282524" y="106337"/>
                </a:lnTo>
                <a:lnTo>
                  <a:pt x="282524" y="83134"/>
                </a:lnTo>
                <a:close/>
              </a:path>
              <a:path w="554990" h="306069">
                <a:moveTo>
                  <a:pt x="482384" y="150558"/>
                </a:moveTo>
                <a:lnTo>
                  <a:pt x="451916" y="135242"/>
                </a:lnTo>
                <a:lnTo>
                  <a:pt x="428244" y="113436"/>
                </a:lnTo>
                <a:lnTo>
                  <a:pt x="422160" y="102946"/>
                </a:lnTo>
                <a:lnTo>
                  <a:pt x="412915" y="87045"/>
                </a:lnTo>
                <a:lnTo>
                  <a:pt x="407504" y="58242"/>
                </a:lnTo>
                <a:lnTo>
                  <a:pt x="407466" y="46888"/>
                </a:lnTo>
                <a:lnTo>
                  <a:pt x="475373" y="46888"/>
                </a:lnTo>
                <a:lnTo>
                  <a:pt x="475373" y="24650"/>
                </a:lnTo>
                <a:lnTo>
                  <a:pt x="311759" y="24650"/>
                </a:lnTo>
                <a:lnTo>
                  <a:pt x="311759" y="46888"/>
                </a:lnTo>
                <a:lnTo>
                  <a:pt x="380403" y="46888"/>
                </a:lnTo>
                <a:lnTo>
                  <a:pt x="380403" y="58242"/>
                </a:lnTo>
                <a:lnTo>
                  <a:pt x="374675" y="90068"/>
                </a:lnTo>
                <a:lnTo>
                  <a:pt x="358673" y="118897"/>
                </a:lnTo>
                <a:lnTo>
                  <a:pt x="334213" y="142659"/>
                </a:lnTo>
                <a:lnTo>
                  <a:pt x="303060" y="159258"/>
                </a:lnTo>
                <a:lnTo>
                  <a:pt x="317080" y="180530"/>
                </a:lnTo>
                <a:lnTo>
                  <a:pt x="342646" y="167640"/>
                </a:lnTo>
                <a:lnTo>
                  <a:pt x="364502" y="149936"/>
                </a:lnTo>
                <a:lnTo>
                  <a:pt x="382028" y="128143"/>
                </a:lnTo>
                <a:lnTo>
                  <a:pt x="394538" y="102946"/>
                </a:lnTo>
                <a:lnTo>
                  <a:pt x="406819" y="125222"/>
                </a:lnTo>
                <a:lnTo>
                  <a:pt x="423570" y="144627"/>
                </a:lnTo>
                <a:lnTo>
                  <a:pt x="444258" y="160477"/>
                </a:lnTo>
                <a:lnTo>
                  <a:pt x="468363" y="172072"/>
                </a:lnTo>
                <a:lnTo>
                  <a:pt x="482384" y="150558"/>
                </a:lnTo>
                <a:close/>
              </a:path>
              <a:path w="554990" h="306069">
                <a:moveTo>
                  <a:pt x="553681" y="2413"/>
                </a:moveTo>
                <a:lnTo>
                  <a:pt x="526846" y="2413"/>
                </a:lnTo>
                <a:lnTo>
                  <a:pt x="526846" y="81686"/>
                </a:lnTo>
                <a:lnTo>
                  <a:pt x="465467" y="81686"/>
                </a:lnTo>
                <a:lnTo>
                  <a:pt x="465467" y="103924"/>
                </a:lnTo>
                <a:lnTo>
                  <a:pt x="526846" y="103924"/>
                </a:lnTo>
                <a:lnTo>
                  <a:pt x="526846" y="183426"/>
                </a:lnTo>
                <a:lnTo>
                  <a:pt x="553681" y="183426"/>
                </a:lnTo>
                <a:lnTo>
                  <a:pt x="553681" y="2413"/>
                </a:lnTo>
                <a:close/>
              </a:path>
              <a:path w="554990" h="306069">
                <a:moveTo>
                  <a:pt x="554647" y="249402"/>
                </a:moveTo>
                <a:lnTo>
                  <a:pt x="547611" y="225475"/>
                </a:lnTo>
                <a:lnTo>
                  <a:pt x="534428" y="213880"/>
                </a:lnTo>
                <a:lnTo>
                  <a:pt x="528066" y="208292"/>
                </a:lnTo>
                <a:lnTo>
                  <a:pt x="528066" y="249402"/>
                </a:lnTo>
                <a:lnTo>
                  <a:pt x="522846" y="264198"/>
                </a:lnTo>
                <a:lnTo>
                  <a:pt x="507885" y="275259"/>
                </a:lnTo>
                <a:lnTo>
                  <a:pt x="484212" y="282168"/>
                </a:lnTo>
                <a:lnTo>
                  <a:pt x="452894" y="284441"/>
                </a:lnTo>
                <a:lnTo>
                  <a:pt x="421449" y="282168"/>
                </a:lnTo>
                <a:lnTo>
                  <a:pt x="397738" y="275259"/>
                </a:lnTo>
                <a:lnTo>
                  <a:pt x="382816" y="264198"/>
                </a:lnTo>
                <a:lnTo>
                  <a:pt x="377736" y="249402"/>
                </a:lnTo>
                <a:lnTo>
                  <a:pt x="382816" y="234480"/>
                </a:lnTo>
                <a:lnTo>
                  <a:pt x="397738" y="223304"/>
                </a:lnTo>
                <a:lnTo>
                  <a:pt x="421449" y="216306"/>
                </a:lnTo>
                <a:lnTo>
                  <a:pt x="452894" y="213880"/>
                </a:lnTo>
                <a:lnTo>
                  <a:pt x="484212" y="216306"/>
                </a:lnTo>
                <a:lnTo>
                  <a:pt x="507885" y="223304"/>
                </a:lnTo>
                <a:lnTo>
                  <a:pt x="522846" y="234480"/>
                </a:lnTo>
                <a:lnTo>
                  <a:pt x="528066" y="249402"/>
                </a:lnTo>
                <a:lnTo>
                  <a:pt x="528066" y="208292"/>
                </a:lnTo>
                <a:lnTo>
                  <a:pt x="527431" y="207721"/>
                </a:lnTo>
                <a:lnTo>
                  <a:pt x="495401" y="196659"/>
                </a:lnTo>
                <a:lnTo>
                  <a:pt x="452894" y="192849"/>
                </a:lnTo>
                <a:lnTo>
                  <a:pt x="410260" y="196659"/>
                </a:lnTo>
                <a:lnTo>
                  <a:pt x="378193" y="207721"/>
                </a:lnTo>
                <a:lnTo>
                  <a:pt x="358051" y="225475"/>
                </a:lnTo>
                <a:lnTo>
                  <a:pt x="351155" y="249402"/>
                </a:lnTo>
                <a:lnTo>
                  <a:pt x="358051" y="273291"/>
                </a:lnTo>
                <a:lnTo>
                  <a:pt x="378193" y="291007"/>
                </a:lnTo>
                <a:lnTo>
                  <a:pt x="410260" y="302044"/>
                </a:lnTo>
                <a:lnTo>
                  <a:pt x="452894" y="305955"/>
                </a:lnTo>
                <a:lnTo>
                  <a:pt x="495401" y="302044"/>
                </a:lnTo>
                <a:lnTo>
                  <a:pt x="527431" y="291007"/>
                </a:lnTo>
                <a:lnTo>
                  <a:pt x="534898" y="284441"/>
                </a:lnTo>
                <a:lnTo>
                  <a:pt x="547611" y="273291"/>
                </a:lnTo>
                <a:lnTo>
                  <a:pt x="554647" y="249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 descr=""/>
          <p:cNvSpPr/>
          <p:nvPr/>
        </p:nvSpPr>
        <p:spPr>
          <a:xfrm>
            <a:off x="14168718" y="1479549"/>
            <a:ext cx="277495" cy="139065"/>
          </a:xfrm>
          <a:custGeom>
            <a:avLst/>
            <a:gdLst/>
            <a:ahLst/>
            <a:cxnLst/>
            <a:rect l="l" t="t" r="r" b="b"/>
            <a:pathLst>
              <a:path w="277494" h="139065">
                <a:moveTo>
                  <a:pt x="244081" y="69850"/>
                </a:moveTo>
                <a:lnTo>
                  <a:pt x="63792" y="69850"/>
                </a:lnTo>
                <a:lnTo>
                  <a:pt x="63792" y="21590"/>
                </a:lnTo>
                <a:lnTo>
                  <a:pt x="240944" y="21590"/>
                </a:lnTo>
                <a:lnTo>
                  <a:pt x="240944" y="0"/>
                </a:lnTo>
                <a:lnTo>
                  <a:pt x="36969" y="0"/>
                </a:lnTo>
                <a:lnTo>
                  <a:pt x="36969" y="21590"/>
                </a:lnTo>
                <a:lnTo>
                  <a:pt x="36969" y="69850"/>
                </a:lnTo>
                <a:lnTo>
                  <a:pt x="36969" y="92710"/>
                </a:lnTo>
                <a:lnTo>
                  <a:pt x="244081" y="92710"/>
                </a:lnTo>
                <a:lnTo>
                  <a:pt x="244081" y="69850"/>
                </a:lnTo>
                <a:close/>
              </a:path>
              <a:path w="277494" h="139065">
                <a:moveTo>
                  <a:pt x="277190" y="117309"/>
                </a:moveTo>
                <a:lnTo>
                  <a:pt x="0" y="117309"/>
                </a:lnTo>
                <a:lnTo>
                  <a:pt x="0" y="139052"/>
                </a:lnTo>
                <a:lnTo>
                  <a:pt x="277190" y="139052"/>
                </a:lnTo>
                <a:lnTo>
                  <a:pt x="277190" y="1173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 descr=""/>
          <p:cNvSpPr/>
          <p:nvPr/>
        </p:nvSpPr>
        <p:spPr>
          <a:xfrm>
            <a:off x="14202308" y="1645919"/>
            <a:ext cx="217170" cy="123189"/>
          </a:xfrm>
          <a:custGeom>
            <a:avLst/>
            <a:gdLst/>
            <a:ahLst/>
            <a:cxnLst/>
            <a:rect l="l" t="t" r="r" b="b"/>
            <a:pathLst>
              <a:path w="217169" h="123189">
                <a:moveTo>
                  <a:pt x="216776" y="101600"/>
                </a:moveTo>
                <a:lnTo>
                  <a:pt x="27063" y="101600"/>
                </a:lnTo>
                <a:lnTo>
                  <a:pt x="27063" y="69850"/>
                </a:lnTo>
                <a:lnTo>
                  <a:pt x="207594" y="69850"/>
                </a:lnTo>
                <a:lnTo>
                  <a:pt x="207594" y="49530"/>
                </a:lnTo>
                <a:lnTo>
                  <a:pt x="207594" y="20320"/>
                </a:lnTo>
                <a:lnTo>
                  <a:pt x="207594" y="0"/>
                </a:lnTo>
                <a:lnTo>
                  <a:pt x="0" y="0"/>
                </a:lnTo>
                <a:lnTo>
                  <a:pt x="0" y="20320"/>
                </a:lnTo>
                <a:lnTo>
                  <a:pt x="181254" y="20320"/>
                </a:lnTo>
                <a:lnTo>
                  <a:pt x="181254" y="49530"/>
                </a:lnTo>
                <a:lnTo>
                  <a:pt x="723" y="49530"/>
                </a:lnTo>
                <a:lnTo>
                  <a:pt x="723" y="69850"/>
                </a:lnTo>
                <a:lnTo>
                  <a:pt x="723" y="101600"/>
                </a:lnTo>
                <a:lnTo>
                  <a:pt x="723" y="123190"/>
                </a:lnTo>
                <a:lnTo>
                  <a:pt x="216776" y="123190"/>
                </a:lnTo>
                <a:lnTo>
                  <a:pt x="216776" y="101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 descr=""/>
          <p:cNvSpPr/>
          <p:nvPr/>
        </p:nvSpPr>
        <p:spPr>
          <a:xfrm>
            <a:off x="14471293" y="1474563"/>
            <a:ext cx="277495" cy="295275"/>
          </a:xfrm>
          <a:custGeom>
            <a:avLst/>
            <a:gdLst/>
            <a:ahLst/>
            <a:cxnLst/>
            <a:rect l="l" t="t" r="r" b="b"/>
            <a:pathLst>
              <a:path w="277494" h="295275">
                <a:moveTo>
                  <a:pt x="138235" y="0"/>
                </a:moveTo>
                <a:lnTo>
                  <a:pt x="92884" y="3436"/>
                </a:lnTo>
                <a:lnTo>
                  <a:pt x="59088" y="13533"/>
                </a:lnTo>
                <a:lnTo>
                  <a:pt x="37980" y="29974"/>
                </a:lnTo>
                <a:lnTo>
                  <a:pt x="30692" y="52442"/>
                </a:lnTo>
                <a:lnTo>
                  <a:pt x="37980" y="75193"/>
                </a:lnTo>
                <a:lnTo>
                  <a:pt x="59088" y="91804"/>
                </a:lnTo>
                <a:lnTo>
                  <a:pt x="92884" y="102026"/>
                </a:lnTo>
                <a:lnTo>
                  <a:pt x="138235" y="105610"/>
                </a:lnTo>
                <a:lnTo>
                  <a:pt x="183549" y="102026"/>
                </a:lnTo>
                <a:lnTo>
                  <a:pt x="217262" y="91804"/>
                </a:lnTo>
                <a:lnTo>
                  <a:pt x="225789" y="85068"/>
                </a:lnTo>
                <a:lnTo>
                  <a:pt x="138235" y="85068"/>
                </a:lnTo>
                <a:lnTo>
                  <a:pt x="104571" y="82927"/>
                </a:lnTo>
                <a:lnTo>
                  <a:pt x="79539" y="76639"/>
                </a:lnTo>
                <a:lnTo>
                  <a:pt x="63977" y="66410"/>
                </a:lnTo>
                <a:lnTo>
                  <a:pt x="58725" y="52442"/>
                </a:lnTo>
                <a:lnTo>
                  <a:pt x="63977" y="38958"/>
                </a:lnTo>
                <a:lnTo>
                  <a:pt x="79539" y="28849"/>
                </a:lnTo>
                <a:lnTo>
                  <a:pt x="104571" y="22501"/>
                </a:lnTo>
                <a:lnTo>
                  <a:pt x="138235" y="20299"/>
                </a:lnTo>
                <a:lnTo>
                  <a:pt x="225915" y="20299"/>
                </a:lnTo>
                <a:lnTo>
                  <a:pt x="217262" y="13533"/>
                </a:lnTo>
                <a:lnTo>
                  <a:pt x="183549" y="3436"/>
                </a:lnTo>
                <a:lnTo>
                  <a:pt x="138235" y="0"/>
                </a:lnTo>
                <a:close/>
              </a:path>
              <a:path w="277494" h="295275">
                <a:moveTo>
                  <a:pt x="225915" y="20299"/>
                </a:moveTo>
                <a:lnTo>
                  <a:pt x="138235" y="20299"/>
                </a:lnTo>
                <a:lnTo>
                  <a:pt x="172043" y="22501"/>
                </a:lnTo>
                <a:lnTo>
                  <a:pt x="197173" y="28849"/>
                </a:lnTo>
                <a:lnTo>
                  <a:pt x="212833" y="38958"/>
                </a:lnTo>
                <a:lnTo>
                  <a:pt x="218229" y="52442"/>
                </a:lnTo>
                <a:lnTo>
                  <a:pt x="212833" y="66410"/>
                </a:lnTo>
                <a:lnTo>
                  <a:pt x="197173" y="76639"/>
                </a:lnTo>
                <a:lnTo>
                  <a:pt x="172043" y="82927"/>
                </a:lnTo>
                <a:lnTo>
                  <a:pt x="138235" y="85068"/>
                </a:lnTo>
                <a:lnTo>
                  <a:pt x="225789" y="85068"/>
                </a:lnTo>
                <a:lnTo>
                  <a:pt x="238288" y="75193"/>
                </a:lnTo>
                <a:lnTo>
                  <a:pt x="245538" y="52442"/>
                </a:lnTo>
                <a:lnTo>
                  <a:pt x="238288" y="29974"/>
                </a:lnTo>
                <a:lnTo>
                  <a:pt x="225915" y="20299"/>
                </a:lnTo>
                <a:close/>
              </a:path>
              <a:path w="277494" h="295275">
                <a:moveTo>
                  <a:pt x="276955" y="126152"/>
                </a:moveTo>
                <a:lnTo>
                  <a:pt x="0" y="126152"/>
                </a:lnTo>
                <a:lnTo>
                  <a:pt x="0" y="147903"/>
                </a:lnTo>
                <a:lnTo>
                  <a:pt x="276955" y="147903"/>
                </a:lnTo>
                <a:lnTo>
                  <a:pt x="276955" y="126152"/>
                </a:lnTo>
                <a:close/>
              </a:path>
              <a:path w="277494" h="295275">
                <a:moveTo>
                  <a:pt x="241188" y="174245"/>
                </a:moveTo>
                <a:lnTo>
                  <a:pt x="33592" y="174245"/>
                </a:lnTo>
                <a:lnTo>
                  <a:pt x="33592" y="194787"/>
                </a:lnTo>
                <a:lnTo>
                  <a:pt x="214846" y="194787"/>
                </a:lnTo>
                <a:lnTo>
                  <a:pt x="214846" y="222338"/>
                </a:lnTo>
                <a:lnTo>
                  <a:pt x="34316" y="222338"/>
                </a:lnTo>
                <a:lnTo>
                  <a:pt x="34316" y="295081"/>
                </a:lnTo>
                <a:lnTo>
                  <a:pt x="250371" y="295081"/>
                </a:lnTo>
                <a:lnTo>
                  <a:pt x="250371" y="273814"/>
                </a:lnTo>
                <a:lnTo>
                  <a:pt x="60659" y="273814"/>
                </a:lnTo>
                <a:lnTo>
                  <a:pt x="60659" y="242154"/>
                </a:lnTo>
                <a:lnTo>
                  <a:pt x="241188" y="242154"/>
                </a:lnTo>
                <a:lnTo>
                  <a:pt x="241188" y="1742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 descr=""/>
          <p:cNvSpPr/>
          <p:nvPr/>
        </p:nvSpPr>
        <p:spPr>
          <a:xfrm>
            <a:off x="14860905" y="1469249"/>
            <a:ext cx="1264920" cy="304800"/>
          </a:xfrm>
          <a:custGeom>
            <a:avLst/>
            <a:gdLst/>
            <a:ahLst/>
            <a:cxnLst/>
            <a:rect l="l" t="t" r="r" b="b"/>
            <a:pathLst>
              <a:path w="1264919" h="304800">
                <a:moveTo>
                  <a:pt x="276948" y="150317"/>
                </a:moveTo>
                <a:lnTo>
                  <a:pt x="231521" y="150317"/>
                </a:lnTo>
                <a:lnTo>
                  <a:pt x="236550" y="119672"/>
                </a:lnTo>
                <a:lnTo>
                  <a:pt x="239128" y="92748"/>
                </a:lnTo>
                <a:lnTo>
                  <a:pt x="240080" y="68618"/>
                </a:lnTo>
                <a:lnTo>
                  <a:pt x="240220" y="19824"/>
                </a:lnTo>
                <a:lnTo>
                  <a:pt x="34798" y="19824"/>
                </a:lnTo>
                <a:lnTo>
                  <a:pt x="34798" y="42049"/>
                </a:lnTo>
                <a:lnTo>
                  <a:pt x="213639" y="42049"/>
                </a:lnTo>
                <a:lnTo>
                  <a:pt x="213487" y="68440"/>
                </a:lnTo>
                <a:lnTo>
                  <a:pt x="212458" y="92608"/>
                </a:lnTo>
                <a:lnTo>
                  <a:pt x="209651" y="119659"/>
                </a:lnTo>
                <a:lnTo>
                  <a:pt x="204203" y="150317"/>
                </a:lnTo>
                <a:lnTo>
                  <a:pt x="0" y="150317"/>
                </a:lnTo>
                <a:lnTo>
                  <a:pt x="0" y="172554"/>
                </a:lnTo>
                <a:lnTo>
                  <a:pt x="124460" y="172554"/>
                </a:lnTo>
                <a:lnTo>
                  <a:pt x="124460" y="304266"/>
                </a:lnTo>
                <a:lnTo>
                  <a:pt x="151282" y="304266"/>
                </a:lnTo>
                <a:lnTo>
                  <a:pt x="151282" y="172554"/>
                </a:lnTo>
                <a:lnTo>
                  <a:pt x="276948" y="172554"/>
                </a:lnTo>
                <a:lnTo>
                  <a:pt x="276948" y="150317"/>
                </a:lnTo>
                <a:close/>
              </a:path>
              <a:path w="1264919" h="304800">
                <a:moveTo>
                  <a:pt x="459168" y="134124"/>
                </a:moveTo>
                <a:lnTo>
                  <a:pt x="453948" y="110388"/>
                </a:lnTo>
                <a:lnTo>
                  <a:pt x="443788" y="97396"/>
                </a:lnTo>
                <a:lnTo>
                  <a:pt x="439623" y="92075"/>
                </a:lnTo>
                <a:lnTo>
                  <a:pt x="433793" y="88950"/>
                </a:lnTo>
                <a:lnTo>
                  <a:pt x="433793" y="134124"/>
                </a:lnTo>
                <a:lnTo>
                  <a:pt x="430453" y="149148"/>
                </a:lnTo>
                <a:lnTo>
                  <a:pt x="421411" y="160743"/>
                </a:lnTo>
                <a:lnTo>
                  <a:pt x="407555" y="168224"/>
                </a:lnTo>
                <a:lnTo>
                  <a:pt x="389813" y="170865"/>
                </a:lnTo>
                <a:lnTo>
                  <a:pt x="371932" y="168224"/>
                </a:lnTo>
                <a:lnTo>
                  <a:pt x="358063" y="160743"/>
                </a:lnTo>
                <a:lnTo>
                  <a:pt x="349135" y="149148"/>
                </a:lnTo>
                <a:lnTo>
                  <a:pt x="346075" y="134124"/>
                </a:lnTo>
                <a:lnTo>
                  <a:pt x="349135" y="119253"/>
                </a:lnTo>
                <a:lnTo>
                  <a:pt x="358063" y="107696"/>
                </a:lnTo>
                <a:lnTo>
                  <a:pt x="371932" y="100177"/>
                </a:lnTo>
                <a:lnTo>
                  <a:pt x="389813" y="97396"/>
                </a:lnTo>
                <a:lnTo>
                  <a:pt x="407555" y="100177"/>
                </a:lnTo>
                <a:lnTo>
                  <a:pt x="421411" y="107696"/>
                </a:lnTo>
                <a:lnTo>
                  <a:pt x="430453" y="119253"/>
                </a:lnTo>
                <a:lnTo>
                  <a:pt x="433793" y="134124"/>
                </a:lnTo>
                <a:lnTo>
                  <a:pt x="433793" y="88950"/>
                </a:lnTo>
                <a:lnTo>
                  <a:pt x="417741" y="80302"/>
                </a:lnTo>
                <a:lnTo>
                  <a:pt x="389813" y="76123"/>
                </a:lnTo>
                <a:lnTo>
                  <a:pt x="361784" y="80302"/>
                </a:lnTo>
                <a:lnTo>
                  <a:pt x="339966" y="92075"/>
                </a:lnTo>
                <a:lnTo>
                  <a:pt x="325856" y="110388"/>
                </a:lnTo>
                <a:lnTo>
                  <a:pt x="320941" y="134124"/>
                </a:lnTo>
                <a:lnTo>
                  <a:pt x="325856" y="157772"/>
                </a:lnTo>
                <a:lnTo>
                  <a:pt x="339966" y="176085"/>
                </a:lnTo>
                <a:lnTo>
                  <a:pt x="361784" y="187934"/>
                </a:lnTo>
                <a:lnTo>
                  <a:pt x="389813" y="192138"/>
                </a:lnTo>
                <a:lnTo>
                  <a:pt x="417741" y="187934"/>
                </a:lnTo>
                <a:lnTo>
                  <a:pt x="439623" y="176085"/>
                </a:lnTo>
                <a:lnTo>
                  <a:pt x="443712" y="170865"/>
                </a:lnTo>
                <a:lnTo>
                  <a:pt x="453948" y="157772"/>
                </a:lnTo>
                <a:lnTo>
                  <a:pt x="459168" y="134124"/>
                </a:lnTo>
                <a:close/>
              </a:path>
              <a:path w="1264919" h="304800">
                <a:moveTo>
                  <a:pt x="474878" y="37465"/>
                </a:moveTo>
                <a:lnTo>
                  <a:pt x="403352" y="37465"/>
                </a:lnTo>
                <a:lnTo>
                  <a:pt x="403352" y="0"/>
                </a:lnTo>
                <a:lnTo>
                  <a:pt x="376758" y="0"/>
                </a:lnTo>
                <a:lnTo>
                  <a:pt x="376758" y="37465"/>
                </a:lnTo>
                <a:lnTo>
                  <a:pt x="302806" y="37465"/>
                </a:lnTo>
                <a:lnTo>
                  <a:pt x="302806" y="59448"/>
                </a:lnTo>
                <a:lnTo>
                  <a:pt x="474878" y="59448"/>
                </a:lnTo>
                <a:lnTo>
                  <a:pt x="474878" y="37465"/>
                </a:lnTo>
                <a:close/>
              </a:path>
              <a:path w="1264919" h="304800">
                <a:moveTo>
                  <a:pt x="554393" y="241"/>
                </a:moveTo>
                <a:lnTo>
                  <a:pt x="527570" y="241"/>
                </a:lnTo>
                <a:lnTo>
                  <a:pt x="527570" y="81203"/>
                </a:lnTo>
                <a:lnTo>
                  <a:pt x="474637" y="81203"/>
                </a:lnTo>
                <a:lnTo>
                  <a:pt x="474637" y="103441"/>
                </a:lnTo>
                <a:lnTo>
                  <a:pt x="527570" y="103441"/>
                </a:lnTo>
                <a:lnTo>
                  <a:pt x="527570" y="144767"/>
                </a:lnTo>
                <a:lnTo>
                  <a:pt x="474637" y="144767"/>
                </a:lnTo>
                <a:lnTo>
                  <a:pt x="474637" y="166509"/>
                </a:lnTo>
                <a:lnTo>
                  <a:pt x="527570" y="166509"/>
                </a:lnTo>
                <a:lnTo>
                  <a:pt x="527570" y="232003"/>
                </a:lnTo>
                <a:lnTo>
                  <a:pt x="554393" y="232003"/>
                </a:lnTo>
                <a:lnTo>
                  <a:pt x="554393" y="241"/>
                </a:lnTo>
                <a:close/>
              </a:path>
              <a:path w="1264919" h="304800">
                <a:moveTo>
                  <a:pt x="561403" y="274789"/>
                </a:moveTo>
                <a:lnTo>
                  <a:pt x="384975" y="274789"/>
                </a:lnTo>
                <a:lnTo>
                  <a:pt x="384975" y="211467"/>
                </a:lnTo>
                <a:lnTo>
                  <a:pt x="357911" y="211467"/>
                </a:lnTo>
                <a:lnTo>
                  <a:pt x="357911" y="297014"/>
                </a:lnTo>
                <a:lnTo>
                  <a:pt x="561403" y="297014"/>
                </a:lnTo>
                <a:lnTo>
                  <a:pt x="561403" y="274789"/>
                </a:lnTo>
                <a:close/>
              </a:path>
              <a:path w="1264919" h="304800">
                <a:moveTo>
                  <a:pt x="747001" y="124218"/>
                </a:moveTo>
                <a:lnTo>
                  <a:pt x="742111" y="102641"/>
                </a:lnTo>
                <a:lnTo>
                  <a:pt x="733628" y="92316"/>
                </a:lnTo>
                <a:lnTo>
                  <a:pt x="728662" y="86283"/>
                </a:lnTo>
                <a:lnTo>
                  <a:pt x="722591" y="83235"/>
                </a:lnTo>
                <a:lnTo>
                  <a:pt x="722591" y="124218"/>
                </a:lnTo>
                <a:lnTo>
                  <a:pt x="719607" y="137223"/>
                </a:lnTo>
                <a:lnTo>
                  <a:pt x="711212" y="147205"/>
                </a:lnTo>
                <a:lnTo>
                  <a:pt x="698233" y="153619"/>
                </a:lnTo>
                <a:lnTo>
                  <a:pt x="681507" y="155879"/>
                </a:lnTo>
                <a:lnTo>
                  <a:pt x="664933" y="153619"/>
                </a:lnTo>
                <a:lnTo>
                  <a:pt x="652030" y="147205"/>
                </a:lnTo>
                <a:lnTo>
                  <a:pt x="643648" y="137223"/>
                </a:lnTo>
                <a:lnTo>
                  <a:pt x="640664" y="124218"/>
                </a:lnTo>
                <a:lnTo>
                  <a:pt x="643648" y="110985"/>
                </a:lnTo>
                <a:lnTo>
                  <a:pt x="652030" y="100926"/>
                </a:lnTo>
                <a:lnTo>
                  <a:pt x="664933" y="94551"/>
                </a:lnTo>
                <a:lnTo>
                  <a:pt x="681507" y="92316"/>
                </a:lnTo>
                <a:lnTo>
                  <a:pt x="698233" y="94551"/>
                </a:lnTo>
                <a:lnTo>
                  <a:pt x="711212" y="100926"/>
                </a:lnTo>
                <a:lnTo>
                  <a:pt x="719607" y="110985"/>
                </a:lnTo>
                <a:lnTo>
                  <a:pt x="722591" y="124218"/>
                </a:lnTo>
                <a:lnTo>
                  <a:pt x="722591" y="83235"/>
                </a:lnTo>
                <a:lnTo>
                  <a:pt x="708025" y="75895"/>
                </a:lnTo>
                <a:lnTo>
                  <a:pt x="681507" y="72263"/>
                </a:lnTo>
                <a:lnTo>
                  <a:pt x="655243" y="75895"/>
                </a:lnTo>
                <a:lnTo>
                  <a:pt x="634720" y="86283"/>
                </a:lnTo>
                <a:lnTo>
                  <a:pt x="621385" y="102641"/>
                </a:lnTo>
                <a:lnTo>
                  <a:pt x="616737" y="124218"/>
                </a:lnTo>
                <a:lnTo>
                  <a:pt x="621385" y="145491"/>
                </a:lnTo>
                <a:lnTo>
                  <a:pt x="634720" y="161886"/>
                </a:lnTo>
                <a:lnTo>
                  <a:pt x="655243" y="172453"/>
                </a:lnTo>
                <a:lnTo>
                  <a:pt x="681507" y="176187"/>
                </a:lnTo>
                <a:lnTo>
                  <a:pt x="708025" y="172453"/>
                </a:lnTo>
                <a:lnTo>
                  <a:pt x="728662" y="161886"/>
                </a:lnTo>
                <a:lnTo>
                  <a:pt x="733590" y="155879"/>
                </a:lnTo>
                <a:lnTo>
                  <a:pt x="742111" y="145491"/>
                </a:lnTo>
                <a:lnTo>
                  <a:pt x="747001" y="124218"/>
                </a:lnTo>
                <a:close/>
              </a:path>
              <a:path w="1264919" h="304800">
                <a:moveTo>
                  <a:pt x="759333" y="34798"/>
                </a:moveTo>
                <a:lnTo>
                  <a:pt x="695045" y="34798"/>
                </a:lnTo>
                <a:lnTo>
                  <a:pt x="695045" y="1206"/>
                </a:lnTo>
                <a:lnTo>
                  <a:pt x="668464" y="1206"/>
                </a:lnTo>
                <a:lnTo>
                  <a:pt x="668464" y="34798"/>
                </a:lnTo>
                <a:lnTo>
                  <a:pt x="603453" y="34798"/>
                </a:lnTo>
                <a:lnTo>
                  <a:pt x="603453" y="56794"/>
                </a:lnTo>
                <a:lnTo>
                  <a:pt x="759333" y="56794"/>
                </a:lnTo>
                <a:lnTo>
                  <a:pt x="759333" y="34798"/>
                </a:lnTo>
                <a:close/>
              </a:path>
              <a:path w="1264919" h="304800">
                <a:moveTo>
                  <a:pt x="863003" y="241"/>
                </a:moveTo>
                <a:lnTo>
                  <a:pt x="837628" y="241"/>
                </a:lnTo>
                <a:lnTo>
                  <a:pt x="837628" y="83858"/>
                </a:lnTo>
                <a:lnTo>
                  <a:pt x="797750" y="83858"/>
                </a:lnTo>
                <a:lnTo>
                  <a:pt x="797750" y="5080"/>
                </a:lnTo>
                <a:lnTo>
                  <a:pt x="772375" y="5080"/>
                </a:lnTo>
                <a:lnTo>
                  <a:pt x="772375" y="183667"/>
                </a:lnTo>
                <a:lnTo>
                  <a:pt x="797750" y="183667"/>
                </a:lnTo>
                <a:lnTo>
                  <a:pt x="797750" y="106095"/>
                </a:lnTo>
                <a:lnTo>
                  <a:pt x="837628" y="106095"/>
                </a:lnTo>
                <a:lnTo>
                  <a:pt x="837628" y="188506"/>
                </a:lnTo>
                <a:lnTo>
                  <a:pt x="863003" y="188506"/>
                </a:lnTo>
                <a:lnTo>
                  <a:pt x="863003" y="106095"/>
                </a:lnTo>
                <a:lnTo>
                  <a:pt x="863003" y="83858"/>
                </a:lnTo>
                <a:lnTo>
                  <a:pt x="863003" y="241"/>
                </a:lnTo>
                <a:close/>
              </a:path>
              <a:path w="1264919" h="304800">
                <a:moveTo>
                  <a:pt x="887412" y="279615"/>
                </a:moveTo>
                <a:lnTo>
                  <a:pt x="861301" y="267589"/>
                </a:lnTo>
                <a:lnTo>
                  <a:pt x="841794" y="250431"/>
                </a:lnTo>
                <a:lnTo>
                  <a:pt x="838161" y="244297"/>
                </a:lnTo>
                <a:lnTo>
                  <a:pt x="838034" y="244094"/>
                </a:lnTo>
                <a:lnTo>
                  <a:pt x="829640" y="229933"/>
                </a:lnTo>
                <a:lnTo>
                  <a:pt x="825550" y="207835"/>
                </a:lnTo>
                <a:lnTo>
                  <a:pt x="825550" y="197205"/>
                </a:lnTo>
                <a:lnTo>
                  <a:pt x="799211" y="197205"/>
                </a:lnTo>
                <a:lnTo>
                  <a:pt x="799211" y="207835"/>
                </a:lnTo>
                <a:lnTo>
                  <a:pt x="796290" y="225691"/>
                </a:lnTo>
                <a:lnTo>
                  <a:pt x="788047" y="244094"/>
                </a:lnTo>
                <a:lnTo>
                  <a:pt x="787958" y="244297"/>
                </a:lnTo>
                <a:lnTo>
                  <a:pt x="774230" y="261886"/>
                </a:lnTo>
                <a:lnTo>
                  <a:pt x="755218" y="276593"/>
                </a:lnTo>
                <a:lnTo>
                  <a:pt x="736460" y="263004"/>
                </a:lnTo>
                <a:lnTo>
                  <a:pt x="723125" y="246202"/>
                </a:lnTo>
                <a:lnTo>
                  <a:pt x="722845" y="245541"/>
                </a:lnTo>
                <a:lnTo>
                  <a:pt x="715200" y="227418"/>
                </a:lnTo>
                <a:lnTo>
                  <a:pt x="712685" y="207835"/>
                </a:lnTo>
                <a:lnTo>
                  <a:pt x="712685" y="197205"/>
                </a:lnTo>
                <a:lnTo>
                  <a:pt x="686346" y="197205"/>
                </a:lnTo>
                <a:lnTo>
                  <a:pt x="686346" y="207835"/>
                </a:lnTo>
                <a:lnTo>
                  <a:pt x="682053" y="228981"/>
                </a:lnTo>
                <a:lnTo>
                  <a:pt x="669734" y="249351"/>
                </a:lnTo>
                <a:lnTo>
                  <a:pt x="650252" y="266903"/>
                </a:lnTo>
                <a:lnTo>
                  <a:pt x="624471" y="279615"/>
                </a:lnTo>
                <a:lnTo>
                  <a:pt x="637527" y="300164"/>
                </a:lnTo>
                <a:lnTo>
                  <a:pt x="657771" y="290512"/>
                </a:lnTo>
                <a:lnTo>
                  <a:pt x="674928" y="277749"/>
                </a:lnTo>
                <a:lnTo>
                  <a:pt x="688708" y="262534"/>
                </a:lnTo>
                <a:lnTo>
                  <a:pt x="698906" y="245541"/>
                </a:lnTo>
                <a:lnTo>
                  <a:pt x="707466" y="263347"/>
                </a:lnTo>
                <a:lnTo>
                  <a:pt x="719772" y="279298"/>
                </a:lnTo>
                <a:lnTo>
                  <a:pt x="735901" y="292696"/>
                </a:lnTo>
                <a:lnTo>
                  <a:pt x="755942" y="302818"/>
                </a:lnTo>
                <a:lnTo>
                  <a:pt x="775449" y="292176"/>
                </a:lnTo>
                <a:lnTo>
                  <a:pt x="791248" y="278168"/>
                </a:lnTo>
                <a:lnTo>
                  <a:pt x="792416" y="276593"/>
                </a:lnTo>
                <a:lnTo>
                  <a:pt x="803376" y="261886"/>
                </a:lnTo>
                <a:lnTo>
                  <a:pt x="812038" y="244297"/>
                </a:lnTo>
                <a:lnTo>
                  <a:pt x="812139" y="244094"/>
                </a:lnTo>
                <a:lnTo>
                  <a:pt x="822045" y="261886"/>
                </a:lnTo>
                <a:lnTo>
                  <a:pt x="835888" y="277558"/>
                </a:lnTo>
                <a:lnTo>
                  <a:pt x="853478" y="290512"/>
                </a:lnTo>
                <a:lnTo>
                  <a:pt x="874610" y="300164"/>
                </a:lnTo>
                <a:lnTo>
                  <a:pt x="887412" y="279615"/>
                </a:lnTo>
                <a:close/>
              </a:path>
              <a:path w="1264919" h="304800">
                <a:moveTo>
                  <a:pt x="1151318" y="30695"/>
                </a:moveTo>
                <a:lnTo>
                  <a:pt x="937196" y="30695"/>
                </a:lnTo>
                <a:lnTo>
                  <a:pt x="937196" y="52933"/>
                </a:lnTo>
                <a:lnTo>
                  <a:pt x="1124496" y="52933"/>
                </a:lnTo>
                <a:lnTo>
                  <a:pt x="1124496" y="60909"/>
                </a:lnTo>
                <a:lnTo>
                  <a:pt x="1124178" y="89547"/>
                </a:lnTo>
                <a:lnTo>
                  <a:pt x="1122870" y="121348"/>
                </a:lnTo>
                <a:lnTo>
                  <a:pt x="1119466" y="157187"/>
                </a:lnTo>
                <a:lnTo>
                  <a:pt x="1112901" y="197929"/>
                </a:lnTo>
                <a:lnTo>
                  <a:pt x="1139964" y="201079"/>
                </a:lnTo>
                <a:lnTo>
                  <a:pt x="1146390" y="158648"/>
                </a:lnTo>
                <a:lnTo>
                  <a:pt x="1149718" y="122110"/>
                </a:lnTo>
                <a:lnTo>
                  <a:pt x="1151013" y="90004"/>
                </a:lnTo>
                <a:lnTo>
                  <a:pt x="1151318" y="60909"/>
                </a:lnTo>
                <a:lnTo>
                  <a:pt x="1151318" y="30695"/>
                </a:lnTo>
                <a:close/>
              </a:path>
              <a:path w="1264919" h="304800">
                <a:moveTo>
                  <a:pt x="1184668" y="238290"/>
                </a:moveTo>
                <a:lnTo>
                  <a:pt x="1042809" y="238290"/>
                </a:lnTo>
                <a:lnTo>
                  <a:pt x="1042809" y="129781"/>
                </a:lnTo>
                <a:lnTo>
                  <a:pt x="1016228" y="129781"/>
                </a:lnTo>
                <a:lnTo>
                  <a:pt x="1016228" y="238290"/>
                </a:lnTo>
                <a:lnTo>
                  <a:pt x="907719" y="238290"/>
                </a:lnTo>
                <a:lnTo>
                  <a:pt x="907719" y="260769"/>
                </a:lnTo>
                <a:lnTo>
                  <a:pt x="1184668" y="260769"/>
                </a:lnTo>
                <a:lnTo>
                  <a:pt x="1184668" y="238290"/>
                </a:lnTo>
                <a:close/>
              </a:path>
              <a:path w="1264919" h="304800">
                <a:moveTo>
                  <a:pt x="1264424" y="255930"/>
                </a:moveTo>
                <a:lnTo>
                  <a:pt x="1262684" y="247396"/>
                </a:lnTo>
                <a:lnTo>
                  <a:pt x="1257960" y="240411"/>
                </a:lnTo>
                <a:lnTo>
                  <a:pt x="1250962" y="235673"/>
                </a:lnTo>
                <a:lnTo>
                  <a:pt x="1242428" y="233946"/>
                </a:lnTo>
                <a:lnTo>
                  <a:pt x="1233868" y="235673"/>
                </a:lnTo>
                <a:lnTo>
                  <a:pt x="1226820" y="240411"/>
                </a:lnTo>
                <a:lnTo>
                  <a:pt x="1222070" y="247396"/>
                </a:lnTo>
                <a:lnTo>
                  <a:pt x="1220444" y="255930"/>
                </a:lnTo>
                <a:lnTo>
                  <a:pt x="1222070" y="264464"/>
                </a:lnTo>
                <a:lnTo>
                  <a:pt x="1226820" y="271462"/>
                </a:lnTo>
                <a:lnTo>
                  <a:pt x="1233868" y="276186"/>
                </a:lnTo>
                <a:lnTo>
                  <a:pt x="1242428" y="277926"/>
                </a:lnTo>
                <a:lnTo>
                  <a:pt x="1250962" y="276186"/>
                </a:lnTo>
                <a:lnTo>
                  <a:pt x="1257960" y="271462"/>
                </a:lnTo>
                <a:lnTo>
                  <a:pt x="1262684" y="264464"/>
                </a:lnTo>
                <a:lnTo>
                  <a:pt x="1264424" y="2559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0" name="object 130" descr=""/>
          <p:cNvGrpSpPr/>
          <p:nvPr/>
        </p:nvGrpSpPr>
        <p:grpSpPr>
          <a:xfrm>
            <a:off x="9161641" y="1984174"/>
            <a:ext cx="476884" cy="255270"/>
            <a:chOff x="9161641" y="1984174"/>
            <a:chExt cx="476884" cy="255270"/>
          </a:xfrm>
        </p:grpSpPr>
        <p:sp>
          <p:nvSpPr>
            <p:cNvPr id="131" name="object 131" descr=""/>
            <p:cNvSpPr/>
            <p:nvPr/>
          </p:nvSpPr>
          <p:spPr>
            <a:xfrm>
              <a:off x="9161641" y="1984174"/>
              <a:ext cx="209550" cy="254635"/>
            </a:xfrm>
            <a:custGeom>
              <a:avLst/>
              <a:gdLst/>
              <a:ahLst/>
              <a:cxnLst/>
              <a:rect l="l" t="t" r="r" b="b"/>
              <a:pathLst>
                <a:path w="209550" h="254635">
                  <a:moveTo>
                    <a:pt x="109477" y="0"/>
                  </a:moveTo>
                  <a:lnTo>
                    <a:pt x="65557" y="8851"/>
                  </a:lnTo>
                  <a:lnTo>
                    <a:pt x="30903" y="34196"/>
                  </a:lnTo>
                  <a:lnTo>
                    <a:pt x="8167" y="74223"/>
                  </a:lnTo>
                  <a:lnTo>
                    <a:pt x="0" y="127119"/>
                  </a:lnTo>
                  <a:lnTo>
                    <a:pt x="8167" y="180015"/>
                  </a:lnTo>
                  <a:lnTo>
                    <a:pt x="30903" y="220042"/>
                  </a:lnTo>
                  <a:lnTo>
                    <a:pt x="65557" y="245387"/>
                  </a:lnTo>
                  <a:lnTo>
                    <a:pt x="109477" y="254239"/>
                  </a:lnTo>
                  <a:lnTo>
                    <a:pt x="145022" y="248692"/>
                  </a:lnTo>
                  <a:lnTo>
                    <a:pt x="174880" y="232700"/>
                  </a:lnTo>
                  <a:lnTo>
                    <a:pt x="196989" y="207237"/>
                  </a:lnTo>
                  <a:lnTo>
                    <a:pt x="209288" y="173278"/>
                  </a:lnTo>
                  <a:lnTo>
                    <a:pt x="178354" y="173278"/>
                  </a:lnTo>
                  <a:lnTo>
                    <a:pt x="169121" y="195709"/>
                  </a:lnTo>
                  <a:lnTo>
                    <a:pt x="153431" y="212067"/>
                  </a:lnTo>
                  <a:lnTo>
                    <a:pt x="132984" y="222081"/>
                  </a:lnTo>
                  <a:lnTo>
                    <a:pt x="109477" y="225479"/>
                  </a:lnTo>
                  <a:lnTo>
                    <a:pt x="78192" y="219083"/>
                  </a:lnTo>
                  <a:lnTo>
                    <a:pt x="52956" y="200225"/>
                  </a:lnTo>
                  <a:lnTo>
                    <a:pt x="36103" y="169404"/>
                  </a:lnTo>
                  <a:lnTo>
                    <a:pt x="29967" y="127119"/>
                  </a:lnTo>
                  <a:lnTo>
                    <a:pt x="36103" y="84834"/>
                  </a:lnTo>
                  <a:lnTo>
                    <a:pt x="52956" y="54013"/>
                  </a:lnTo>
                  <a:lnTo>
                    <a:pt x="78192" y="35155"/>
                  </a:lnTo>
                  <a:lnTo>
                    <a:pt x="109477" y="28759"/>
                  </a:lnTo>
                  <a:lnTo>
                    <a:pt x="133018" y="32161"/>
                  </a:lnTo>
                  <a:lnTo>
                    <a:pt x="153522" y="42202"/>
                  </a:lnTo>
                  <a:lnTo>
                    <a:pt x="169223" y="58632"/>
                  </a:lnTo>
                  <a:lnTo>
                    <a:pt x="178354" y="81201"/>
                  </a:lnTo>
                  <a:lnTo>
                    <a:pt x="209288" y="81201"/>
                  </a:lnTo>
                  <a:lnTo>
                    <a:pt x="196853" y="46899"/>
                  </a:lnTo>
                  <a:lnTo>
                    <a:pt x="174698" y="21388"/>
                  </a:lnTo>
                  <a:lnTo>
                    <a:pt x="144886" y="5482"/>
                  </a:lnTo>
                  <a:lnTo>
                    <a:pt x="109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401380" y="2047008"/>
              <a:ext cx="168928" cy="191887"/>
            </a:xfrm>
            <a:prstGeom prst="rect">
              <a:avLst/>
            </a:prstGeom>
          </p:spPr>
        </p:pic>
        <p:sp>
          <p:nvSpPr>
            <p:cNvPr id="133" name="object 133" descr=""/>
            <p:cNvSpPr/>
            <p:nvPr/>
          </p:nvSpPr>
          <p:spPr>
            <a:xfrm>
              <a:off x="9608493" y="1987557"/>
              <a:ext cx="29845" cy="247650"/>
            </a:xfrm>
            <a:custGeom>
              <a:avLst/>
              <a:gdLst/>
              <a:ahLst/>
              <a:cxnLst/>
              <a:rect l="l" t="t" r="r" b="b"/>
              <a:pathLst>
                <a:path w="29845" h="247650">
                  <a:moveTo>
                    <a:pt x="29484" y="0"/>
                  </a:moveTo>
                  <a:lnTo>
                    <a:pt x="0" y="0"/>
                  </a:lnTo>
                  <a:lnTo>
                    <a:pt x="0" y="247472"/>
                  </a:lnTo>
                  <a:lnTo>
                    <a:pt x="29484" y="247472"/>
                  </a:lnTo>
                  <a:lnTo>
                    <a:pt x="294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4" name="object 134" descr=""/>
          <p:cNvGrpSpPr/>
          <p:nvPr/>
        </p:nvGrpSpPr>
        <p:grpSpPr>
          <a:xfrm>
            <a:off x="9684862" y="1959040"/>
            <a:ext cx="913765" cy="304800"/>
            <a:chOff x="9684862" y="1959040"/>
            <a:chExt cx="913765" cy="304800"/>
          </a:xfrm>
        </p:grpSpPr>
        <p:sp>
          <p:nvSpPr>
            <p:cNvPr id="135" name="object 135" descr=""/>
            <p:cNvSpPr/>
            <p:nvPr/>
          </p:nvSpPr>
          <p:spPr>
            <a:xfrm>
              <a:off x="9684855" y="1979586"/>
              <a:ext cx="112395" cy="255904"/>
            </a:xfrm>
            <a:custGeom>
              <a:avLst/>
              <a:gdLst/>
              <a:ahLst/>
              <a:cxnLst/>
              <a:rect l="l" t="t" r="r" b="b"/>
              <a:pathLst>
                <a:path w="112395" h="255905">
                  <a:moveTo>
                    <a:pt x="29489" y="7975"/>
                  </a:moveTo>
                  <a:lnTo>
                    <a:pt x="0" y="7975"/>
                  </a:lnTo>
                  <a:lnTo>
                    <a:pt x="0" y="255447"/>
                  </a:lnTo>
                  <a:lnTo>
                    <a:pt x="29489" y="255447"/>
                  </a:lnTo>
                  <a:lnTo>
                    <a:pt x="29489" y="7975"/>
                  </a:lnTo>
                  <a:close/>
                </a:path>
                <a:path w="112395" h="255905">
                  <a:moveTo>
                    <a:pt x="105854" y="69850"/>
                  </a:moveTo>
                  <a:lnTo>
                    <a:pt x="76365" y="69850"/>
                  </a:lnTo>
                  <a:lnTo>
                    <a:pt x="76365" y="255447"/>
                  </a:lnTo>
                  <a:lnTo>
                    <a:pt x="105854" y="255447"/>
                  </a:lnTo>
                  <a:lnTo>
                    <a:pt x="105854" y="69850"/>
                  </a:lnTo>
                  <a:close/>
                </a:path>
                <a:path w="112395" h="255905">
                  <a:moveTo>
                    <a:pt x="111899" y="19583"/>
                  </a:moveTo>
                  <a:lnTo>
                    <a:pt x="110248" y="11925"/>
                  </a:lnTo>
                  <a:lnTo>
                    <a:pt x="105791" y="5715"/>
                  </a:lnTo>
                  <a:lnTo>
                    <a:pt x="99250" y="1536"/>
                  </a:lnTo>
                  <a:lnTo>
                    <a:pt x="91351" y="0"/>
                  </a:lnTo>
                  <a:lnTo>
                    <a:pt x="83312" y="1536"/>
                  </a:lnTo>
                  <a:lnTo>
                    <a:pt x="76695" y="5715"/>
                  </a:lnTo>
                  <a:lnTo>
                    <a:pt x="72224" y="11925"/>
                  </a:lnTo>
                  <a:lnTo>
                    <a:pt x="70573" y="19583"/>
                  </a:lnTo>
                  <a:lnTo>
                    <a:pt x="72224" y="27228"/>
                  </a:lnTo>
                  <a:lnTo>
                    <a:pt x="76695" y="33439"/>
                  </a:lnTo>
                  <a:lnTo>
                    <a:pt x="83312" y="37617"/>
                  </a:lnTo>
                  <a:lnTo>
                    <a:pt x="91351" y="39154"/>
                  </a:lnTo>
                  <a:lnTo>
                    <a:pt x="99250" y="37617"/>
                  </a:lnTo>
                  <a:lnTo>
                    <a:pt x="105791" y="33439"/>
                  </a:lnTo>
                  <a:lnTo>
                    <a:pt x="110248" y="27228"/>
                  </a:lnTo>
                  <a:lnTo>
                    <a:pt x="111899" y="195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6" name="object 13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828899" y="1987557"/>
              <a:ext cx="164578" cy="251338"/>
            </a:xfrm>
            <a:prstGeom prst="rect">
              <a:avLst/>
            </a:prstGeom>
          </p:spPr>
        </p:pic>
        <p:pic>
          <p:nvPicPr>
            <p:cNvPr id="137" name="object 13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035528" y="2047008"/>
              <a:ext cx="164095" cy="191887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237807" y="2046525"/>
              <a:ext cx="93768" cy="188504"/>
            </a:xfrm>
            <a:prstGeom prst="rect">
              <a:avLst/>
            </a:prstGeom>
          </p:spPr>
        </p:pic>
        <p:sp>
          <p:nvSpPr>
            <p:cNvPr id="139" name="object 139" descr=""/>
            <p:cNvSpPr/>
            <p:nvPr/>
          </p:nvSpPr>
          <p:spPr>
            <a:xfrm>
              <a:off x="10350668" y="1959040"/>
              <a:ext cx="247650" cy="304800"/>
            </a:xfrm>
            <a:custGeom>
              <a:avLst/>
              <a:gdLst/>
              <a:ahLst/>
              <a:cxnLst/>
              <a:rect l="l" t="t" r="r" b="b"/>
              <a:pathLst>
                <a:path w="247650" h="304800">
                  <a:moveTo>
                    <a:pt x="247473" y="0"/>
                  </a:moveTo>
                  <a:lnTo>
                    <a:pt x="220647" y="0"/>
                  </a:lnTo>
                  <a:lnTo>
                    <a:pt x="220647" y="304265"/>
                  </a:lnTo>
                  <a:lnTo>
                    <a:pt x="247473" y="304265"/>
                  </a:lnTo>
                  <a:lnTo>
                    <a:pt x="247473" y="0"/>
                  </a:lnTo>
                  <a:close/>
                </a:path>
                <a:path w="247650" h="304800">
                  <a:moveTo>
                    <a:pt x="97635" y="22234"/>
                  </a:moveTo>
                  <a:lnTo>
                    <a:pt x="64613" y="27426"/>
                  </a:lnTo>
                  <a:lnTo>
                    <a:pt x="38638" y="42021"/>
                  </a:lnTo>
                  <a:lnTo>
                    <a:pt x="21679" y="64545"/>
                  </a:lnTo>
                  <a:lnTo>
                    <a:pt x="15709" y="93527"/>
                  </a:lnTo>
                  <a:lnTo>
                    <a:pt x="21679" y="122508"/>
                  </a:lnTo>
                  <a:lnTo>
                    <a:pt x="38638" y="145033"/>
                  </a:lnTo>
                  <a:lnTo>
                    <a:pt x="64613" y="159628"/>
                  </a:lnTo>
                  <a:lnTo>
                    <a:pt x="97635" y="164820"/>
                  </a:lnTo>
                  <a:lnTo>
                    <a:pt x="130590" y="159628"/>
                  </a:lnTo>
                  <a:lnTo>
                    <a:pt x="156453" y="145033"/>
                  </a:lnTo>
                  <a:lnTo>
                    <a:pt x="159201" y="141378"/>
                  </a:lnTo>
                  <a:lnTo>
                    <a:pt x="97635" y="141378"/>
                  </a:lnTo>
                  <a:lnTo>
                    <a:pt x="75254" y="137877"/>
                  </a:lnTo>
                  <a:lnTo>
                    <a:pt x="57609" y="128056"/>
                  </a:lnTo>
                  <a:lnTo>
                    <a:pt x="46080" y="112932"/>
                  </a:lnTo>
                  <a:lnTo>
                    <a:pt x="42052" y="93527"/>
                  </a:lnTo>
                  <a:lnTo>
                    <a:pt x="46080" y="74121"/>
                  </a:lnTo>
                  <a:lnTo>
                    <a:pt x="57609" y="58998"/>
                  </a:lnTo>
                  <a:lnTo>
                    <a:pt x="75254" y="49176"/>
                  </a:lnTo>
                  <a:lnTo>
                    <a:pt x="97635" y="45676"/>
                  </a:lnTo>
                  <a:lnTo>
                    <a:pt x="159201" y="45676"/>
                  </a:lnTo>
                  <a:lnTo>
                    <a:pt x="156453" y="42021"/>
                  </a:lnTo>
                  <a:lnTo>
                    <a:pt x="130590" y="27426"/>
                  </a:lnTo>
                  <a:lnTo>
                    <a:pt x="97635" y="22234"/>
                  </a:lnTo>
                  <a:close/>
                </a:path>
                <a:path w="247650" h="304800">
                  <a:moveTo>
                    <a:pt x="159201" y="45676"/>
                  </a:moveTo>
                  <a:lnTo>
                    <a:pt x="97635" y="45676"/>
                  </a:lnTo>
                  <a:lnTo>
                    <a:pt x="119881" y="49176"/>
                  </a:lnTo>
                  <a:lnTo>
                    <a:pt x="137481" y="58998"/>
                  </a:lnTo>
                  <a:lnTo>
                    <a:pt x="149055" y="74121"/>
                  </a:lnTo>
                  <a:lnTo>
                    <a:pt x="153220" y="93527"/>
                  </a:lnTo>
                  <a:lnTo>
                    <a:pt x="149055" y="112932"/>
                  </a:lnTo>
                  <a:lnTo>
                    <a:pt x="137481" y="128056"/>
                  </a:lnTo>
                  <a:lnTo>
                    <a:pt x="119881" y="137877"/>
                  </a:lnTo>
                  <a:lnTo>
                    <a:pt x="97635" y="141378"/>
                  </a:lnTo>
                  <a:lnTo>
                    <a:pt x="159201" y="141378"/>
                  </a:lnTo>
                  <a:lnTo>
                    <a:pt x="173389" y="122508"/>
                  </a:lnTo>
                  <a:lnTo>
                    <a:pt x="179563" y="93527"/>
                  </a:lnTo>
                  <a:lnTo>
                    <a:pt x="173389" y="64545"/>
                  </a:lnTo>
                  <a:lnTo>
                    <a:pt x="159201" y="45676"/>
                  </a:lnTo>
                  <a:close/>
                </a:path>
                <a:path w="247650" h="304800">
                  <a:moveTo>
                    <a:pt x="200588" y="204213"/>
                  </a:moveTo>
                  <a:lnTo>
                    <a:pt x="148787" y="210013"/>
                  </a:lnTo>
                  <a:lnTo>
                    <a:pt x="96125" y="213094"/>
                  </a:lnTo>
                  <a:lnTo>
                    <a:pt x="41662" y="214363"/>
                  </a:lnTo>
                  <a:lnTo>
                    <a:pt x="0" y="214363"/>
                  </a:lnTo>
                  <a:lnTo>
                    <a:pt x="3587" y="237080"/>
                  </a:lnTo>
                  <a:lnTo>
                    <a:pt x="3625" y="237322"/>
                  </a:lnTo>
                  <a:lnTo>
                    <a:pt x="48096" y="237080"/>
                  </a:lnTo>
                  <a:lnTo>
                    <a:pt x="97665" y="235569"/>
                  </a:lnTo>
                  <a:lnTo>
                    <a:pt x="149999" y="231612"/>
                  </a:lnTo>
                  <a:lnTo>
                    <a:pt x="202763" y="224030"/>
                  </a:lnTo>
                  <a:lnTo>
                    <a:pt x="200588" y="2042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0" name="object 140" descr=""/>
          <p:cNvSpPr/>
          <p:nvPr/>
        </p:nvSpPr>
        <p:spPr>
          <a:xfrm>
            <a:off x="10738358" y="1958326"/>
            <a:ext cx="882650" cy="304165"/>
          </a:xfrm>
          <a:custGeom>
            <a:avLst/>
            <a:gdLst/>
            <a:ahLst/>
            <a:cxnLst/>
            <a:rect l="l" t="t" r="r" b="b"/>
            <a:pathLst>
              <a:path w="882650" h="304164">
                <a:moveTo>
                  <a:pt x="260527" y="113817"/>
                </a:moveTo>
                <a:lnTo>
                  <a:pt x="220268" y="106641"/>
                </a:lnTo>
                <a:lnTo>
                  <a:pt x="169926" y="80594"/>
                </a:lnTo>
                <a:lnTo>
                  <a:pt x="153098" y="52197"/>
                </a:lnTo>
                <a:lnTo>
                  <a:pt x="248691" y="52197"/>
                </a:lnTo>
                <a:lnTo>
                  <a:pt x="248691" y="30441"/>
                </a:lnTo>
                <a:lnTo>
                  <a:pt x="151536" y="30441"/>
                </a:lnTo>
                <a:lnTo>
                  <a:pt x="151536" y="0"/>
                </a:lnTo>
                <a:lnTo>
                  <a:pt x="125196" y="0"/>
                </a:lnTo>
                <a:lnTo>
                  <a:pt x="125196" y="30441"/>
                </a:lnTo>
                <a:lnTo>
                  <a:pt x="28524" y="30441"/>
                </a:lnTo>
                <a:lnTo>
                  <a:pt x="28524" y="52197"/>
                </a:lnTo>
                <a:lnTo>
                  <a:pt x="123621" y="52197"/>
                </a:lnTo>
                <a:lnTo>
                  <a:pt x="113499" y="75285"/>
                </a:lnTo>
                <a:lnTo>
                  <a:pt x="89941" y="93611"/>
                </a:lnTo>
                <a:lnTo>
                  <a:pt x="56362" y="106641"/>
                </a:lnTo>
                <a:lnTo>
                  <a:pt x="16192" y="113817"/>
                </a:lnTo>
                <a:lnTo>
                  <a:pt x="24650" y="134607"/>
                </a:lnTo>
                <a:lnTo>
                  <a:pt x="60972" y="128295"/>
                </a:lnTo>
                <a:lnTo>
                  <a:pt x="93383" y="117157"/>
                </a:lnTo>
                <a:lnTo>
                  <a:pt x="119849" y="101244"/>
                </a:lnTo>
                <a:lnTo>
                  <a:pt x="138366" y="80594"/>
                </a:lnTo>
                <a:lnTo>
                  <a:pt x="156806" y="101244"/>
                </a:lnTo>
                <a:lnTo>
                  <a:pt x="183286" y="117157"/>
                </a:lnTo>
                <a:lnTo>
                  <a:pt x="215785" y="128295"/>
                </a:lnTo>
                <a:lnTo>
                  <a:pt x="252310" y="134607"/>
                </a:lnTo>
                <a:lnTo>
                  <a:pt x="260527" y="113817"/>
                </a:lnTo>
                <a:close/>
              </a:path>
              <a:path w="882650" h="304164">
                <a:moveTo>
                  <a:pt x="276961" y="150799"/>
                </a:moveTo>
                <a:lnTo>
                  <a:pt x="0" y="150799"/>
                </a:lnTo>
                <a:lnTo>
                  <a:pt x="0" y="172542"/>
                </a:lnTo>
                <a:lnTo>
                  <a:pt x="125196" y="172542"/>
                </a:lnTo>
                <a:lnTo>
                  <a:pt x="125196" y="203479"/>
                </a:lnTo>
                <a:lnTo>
                  <a:pt x="85775" y="208000"/>
                </a:lnTo>
                <a:lnTo>
                  <a:pt x="86169" y="208000"/>
                </a:lnTo>
                <a:lnTo>
                  <a:pt x="57264" y="217982"/>
                </a:lnTo>
                <a:lnTo>
                  <a:pt x="57416" y="217982"/>
                </a:lnTo>
                <a:lnTo>
                  <a:pt x="41656" y="231368"/>
                </a:lnTo>
                <a:lnTo>
                  <a:pt x="39522" y="233222"/>
                </a:lnTo>
                <a:lnTo>
                  <a:pt x="40462" y="275132"/>
                </a:lnTo>
                <a:lnTo>
                  <a:pt x="94018" y="300507"/>
                </a:lnTo>
                <a:lnTo>
                  <a:pt x="138239" y="303771"/>
                </a:lnTo>
                <a:lnTo>
                  <a:pt x="182384" y="300507"/>
                </a:lnTo>
                <a:lnTo>
                  <a:pt x="215214" y="290880"/>
                </a:lnTo>
                <a:lnTo>
                  <a:pt x="225475" y="282994"/>
                </a:lnTo>
                <a:lnTo>
                  <a:pt x="235712" y="275132"/>
                </a:lnTo>
                <a:lnTo>
                  <a:pt x="242887" y="253504"/>
                </a:lnTo>
                <a:lnTo>
                  <a:pt x="236626" y="233222"/>
                </a:lnTo>
                <a:lnTo>
                  <a:pt x="225285" y="223545"/>
                </a:lnTo>
                <a:lnTo>
                  <a:pt x="218782" y="217982"/>
                </a:lnTo>
                <a:lnTo>
                  <a:pt x="216065" y="217043"/>
                </a:lnTo>
                <a:lnTo>
                  <a:pt x="216065" y="253504"/>
                </a:lnTo>
                <a:lnTo>
                  <a:pt x="210667" y="266204"/>
                </a:lnTo>
                <a:lnTo>
                  <a:pt x="195364" y="275501"/>
                </a:lnTo>
                <a:lnTo>
                  <a:pt x="170954" y="281178"/>
                </a:lnTo>
                <a:lnTo>
                  <a:pt x="138239" y="282994"/>
                </a:lnTo>
                <a:lnTo>
                  <a:pt x="105384" y="281178"/>
                </a:lnTo>
                <a:lnTo>
                  <a:pt x="80962" y="275501"/>
                </a:lnTo>
                <a:lnTo>
                  <a:pt x="65786" y="266204"/>
                </a:lnTo>
                <a:lnTo>
                  <a:pt x="60667" y="253504"/>
                </a:lnTo>
                <a:lnTo>
                  <a:pt x="65786" y="240766"/>
                </a:lnTo>
                <a:lnTo>
                  <a:pt x="80962" y="231368"/>
                </a:lnTo>
                <a:lnTo>
                  <a:pt x="105384" y="225539"/>
                </a:lnTo>
                <a:lnTo>
                  <a:pt x="138239" y="223545"/>
                </a:lnTo>
                <a:lnTo>
                  <a:pt x="170954" y="225539"/>
                </a:lnTo>
                <a:lnTo>
                  <a:pt x="195364" y="231368"/>
                </a:lnTo>
                <a:lnTo>
                  <a:pt x="210667" y="240766"/>
                </a:lnTo>
                <a:lnTo>
                  <a:pt x="216065" y="253504"/>
                </a:lnTo>
                <a:lnTo>
                  <a:pt x="216065" y="217043"/>
                </a:lnTo>
                <a:lnTo>
                  <a:pt x="190144" y="208000"/>
                </a:lnTo>
                <a:lnTo>
                  <a:pt x="151536" y="203479"/>
                </a:lnTo>
                <a:lnTo>
                  <a:pt x="151536" y="172542"/>
                </a:lnTo>
                <a:lnTo>
                  <a:pt x="276961" y="172542"/>
                </a:lnTo>
                <a:lnTo>
                  <a:pt x="276961" y="150799"/>
                </a:lnTo>
                <a:close/>
              </a:path>
              <a:path w="882650" h="304164">
                <a:moveTo>
                  <a:pt x="552945" y="279412"/>
                </a:moveTo>
                <a:lnTo>
                  <a:pt x="363232" y="279412"/>
                </a:lnTo>
                <a:lnTo>
                  <a:pt x="363232" y="248932"/>
                </a:lnTo>
                <a:lnTo>
                  <a:pt x="543763" y="248932"/>
                </a:lnTo>
                <a:lnTo>
                  <a:pt x="543763" y="228612"/>
                </a:lnTo>
                <a:lnTo>
                  <a:pt x="543763" y="201942"/>
                </a:lnTo>
                <a:lnTo>
                  <a:pt x="543763" y="181622"/>
                </a:lnTo>
                <a:lnTo>
                  <a:pt x="336169" y="181622"/>
                </a:lnTo>
                <a:lnTo>
                  <a:pt x="336169" y="201942"/>
                </a:lnTo>
                <a:lnTo>
                  <a:pt x="517423" y="201942"/>
                </a:lnTo>
                <a:lnTo>
                  <a:pt x="517423" y="228612"/>
                </a:lnTo>
                <a:lnTo>
                  <a:pt x="336892" y="228612"/>
                </a:lnTo>
                <a:lnTo>
                  <a:pt x="336892" y="248932"/>
                </a:lnTo>
                <a:lnTo>
                  <a:pt x="336892" y="279412"/>
                </a:lnTo>
                <a:lnTo>
                  <a:pt x="336892" y="301002"/>
                </a:lnTo>
                <a:lnTo>
                  <a:pt x="552945" y="301002"/>
                </a:lnTo>
                <a:lnTo>
                  <a:pt x="552945" y="279412"/>
                </a:lnTo>
                <a:close/>
              </a:path>
              <a:path w="882650" h="304164">
                <a:moveTo>
                  <a:pt x="579539" y="133159"/>
                </a:moveTo>
                <a:lnTo>
                  <a:pt x="454342" y="133159"/>
                </a:lnTo>
                <a:lnTo>
                  <a:pt x="454342" y="104152"/>
                </a:lnTo>
                <a:lnTo>
                  <a:pt x="546671" y="104152"/>
                </a:lnTo>
                <a:lnTo>
                  <a:pt x="546671" y="82562"/>
                </a:lnTo>
                <a:lnTo>
                  <a:pt x="366382" y="82562"/>
                </a:lnTo>
                <a:lnTo>
                  <a:pt x="366382" y="34302"/>
                </a:lnTo>
                <a:lnTo>
                  <a:pt x="543521" y="34302"/>
                </a:lnTo>
                <a:lnTo>
                  <a:pt x="543521" y="12712"/>
                </a:lnTo>
                <a:lnTo>
                  <a:pt x="339559" y="12712"/>
                </a:lnTo>
                <a:lnTo>
                  <a:pt x="339559" y="34302"/>
                </a:lnTo>
                <a:lnTo>
                  <a:pt x="339559" y="82562"/>
                </a:lnTo>
                <a:lnTo>
                  <a:pt x="339559" y="104152"/>
                </a:lnTo>
                <a:lnTo>
                  <a:pt x="427761" y="104152"/>
                </a:lnTo>
                <a:lnTo>
                  <a:pt x="427761" y="133159"/>
                </a:lnTo>
                <a:lnTo>
                  <a:pt x="302577" y="133159"/>
                </a:lnTo>
                <a:lnTo>
                  <a:pt x="302577" y="154901"/>
                </a:lnTo>
                <a:lnTo>
                  <a:pt x="579539" y="154901"/>
                </a:lnTo>
                <a:lnTo>
                  <a:pt x="579539" y="133159"/>
                </a:lnTo>
                <a:close/>
              </a:path>
              <a:path w="882650" h="304164">
                <a:moveTo>
                  <a:pt x="850684" y="58483"/>
                </a:moveTo>
                <a:lnTo>
                  <a:pt x="843445" y="36017"/>
                </a:lnTo>
                <a:lnTo>
                  <a:pt x="831062" y="26339"/>
                </a:lnTo>
                <a:lnTo>
                  <a:pt x="823379" y="20332"/>
                </a:lnTo>
                <a:lnTo>
                  <a:pt x="823379" y="58483"/>
                </a:lnTo>
                <a:lnTo>
                  <a:pt x="817981" y="72440"/>
                </a:lnTo>
                <a:lnTo>
                  <a:pt x="802322" y="82677"/>
                </a:lnTo>
                <a:lnTo>
                  <a:pt x="777189" y="88963"/>
                </a:lnTo>
                <a:lnTo>
                  <a:pt x="743381" y="91109"/>
                </a:lnTo>
                <a:lnTo>
                  <a:pt x="709726" y="88963"/>
                </a:lnTo>
                <a:lnTo>
                  <a:pt x="684695" y="82677"/>
                </a:lnTo>
                <a:lnTo>
                  <a:pt x="669124" y="72440"/>
                </a:lnTo>
                <a:lnTo>
                  <a:pt x="663879" y="58483"/>
                </a:lnTo>
                <a:lnTo>
                  <a:pt x="669124" y="44996"/>
                </a:lnTo>
                <a:lnTo>
                  <a:pt x="709726" y="28536"/>
                </a:lnTo>
                <a:lnTo>
                  <a:pt x="777189" y="28536"/>
                </a:lnTo>
                <a:lnTo>
                  <a:pt x="817981" y="44996"/>
                </a:lnTo>
                <a:lnTo>
                  <a:pt x="823379" y="58483"/>
                </a:lnTo>
                <a:lnTo>
                  <a:pt x="823379" y="20332"/>
                </a:lnTo>
                <a:lnTo>
                  <a:pt x="822413" y="19570"/>
                </a:lnTo>
                <a:lnTo>
                  <a:pt x="788695" y="9474"/>
                </a:lnTo>
                <a:lnTo>
                  <a:pt x="743381" y="6032"/>
                </a:lnTo>
                <a:lnTo>
                  <a:pt x="698030" y="9474"/>
                </a:lnTo>
                <a:lnTo>
                  <a:pt x="664235" y="19570"/>
                </a:lnTo>
                <a:lnTo>
                  <a:pt x="643128" y="36017"/>
                </a:lnTo>
                <a:lnTo>
                  <a:pt x="635838" y="58483"/>
                </a:lnTo>
                <a:lnTo>
                  <a:pt x="643128" y="81229"/>
                </a:lnTo>
                <a:lnTo>
                  <a:pt x="664235" y="97840"/>
                </a:lnTo>
                <a:lnTo>
                  <a:pt x="698030" y="108064"/>
                </a:lnTo>
                <a:lnTo>
                  <a:pt x="743381" y="111645"/>
                </a:lnTo>
                <a:lnTo>
                  <a:pt x="788695" y="108064"/>
                </a:lnTo>
                <a:lnTo>
                  <a:pt x="822413" y="97840"/>
                </a:lnTo>
                <a:lnTo>
                  <a:pt x="830935" y="91109"/>
                </a:lnTo>
                <a:lnTo>
                  <a:pt x="843445" y="81229"/>
                </a:lnTo>
                <a:lnTo>
                  <a:pt x="850684" y="58483"/>
                </a:lnTo>
                <a:close/>
              </a:path>
              <a:path w="882650" h="304164">
                <a:moveTo>
                  <a:pt x="855522" y="279844"/>
                </a:moveTo>
                <a:lnTo>
                  <a:pt x="665810" y="279844"/>
                </a:lnTo>
                <a:lnTo>
                  <a:pt x="665810" y="248196"/>
                </a:lnTo>
                <a:lnTo>
                  <a:pt x="846340" y="248196"/>
                </a:lnTo>
                <a:lnTo>
                  <a:pt x="846340" y="180276"/>
                </a:lnTo>
                <a:lnTo>
                  <a:pt x="638746" y="180276"/>
                </a:lnTo>
                <a:lnTo>
                  <a:pt x="638746" y="200825"/>
                </a:lnTo>
                <a:lnTo>
                  <a:pt x="820000" y="200825"/>
                </a:lnTo>
                <a:lnTo>
                  <a:pt x="820000" y="228371"/>
                </a:lnTo>
                <a:lnTo>
                  <a:pt x="639470" y="228371"/>
                </a:lnTo>
                <a:lnTo>
                  <a:pt x="639470" y="301117"/>
                </a:lnTo>
                <a:lnTo>
                  <a:pt x="855522" y="301117"/>
                </a:lnTo>
                <a:lnTo>
                  <a:pt x="855522" y="279844"/>
                </a:lnTo>
                <a:close/>
              </a:path>
              <a:path w="882650" h="304164">
                <a:moveTo>
                  <a:pt x="882103" y="132194"/>
                </a:moveTo>
                <a:lnTo>
                  <a:pt x="605155" y="132194"/>
                </a:lnTo>
                <a:lnTo>
                  <a:pt x="605155" y="153936"/>
                </a:lnTo>
                <a:lnTo>
                  <a:pt x="882103" y="153936"/>
                </a:lnTo>
                <a:lnTo>
                  <a:pt x="882103" y="1321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 descr=""/>
          <p:cNvSpPr/>
          <p:nvPr/>
        </p:nvSpPr>
        <p:spPr>
          <a:xfrm>
            <a:off x="11732641" y="1959050"/>
            <a:ext cx="857885" cy="304800"/>
          </a:xfrm>
          <a:custGeom>
            <a:avLst/>
            <a:gdLst/>
            <a:ahLst/>
            <a:cxnLst/>
            <a:rect l="l" t="t" r="r" b="b"/>
            <a:pathLst>
              <a:path w="857884" h="304800">
                <a:moveTo>
                  <a:pt x="243370" y="254469"/>
                </a:moveTo>
                <a:lnTo>
                  <a:pt x="236308" y="233540"/>
                </a:lnTo>
                <a:lnTo>
                  <a:pt x="226580" y="226199"/>
                </a:lnTo>
                <a:lnTo>
                  <a:pt x="216547" y="218668"/>
                </a:lnTo>
                <a:lnTo>
                  <a:pt x="216547" y="254469"/>
                </a:lnTo>
                <a:lnTo>
                  <a:pt x="211277" y="266598"/>
                </a:lnTo>
                <a:lnTo>
                  <a:pt x="196215" y="275348"/>
                </a:lnTo>
                <a:lnTo>
                  <a:pt x="171856" y="280606"/>
                </a:lnTo>
                <a:lnTo>
                  <a:pt x="138722" y="282270"/>
                </a:lnTo>
                <a:lnTo>
                  <a:pt x="105422" y="280606"/>
                </a:lnTo>
                <a:lnTo>
                  <a:pt x="80962" y="275348"/>
                </a:lnTo>
                <a:lnTo>
                  <a:pt x="65925" y="266598"/>
                </a:lnTo>
                <a:lnTo>
                  <a:pt x="60909" y="254469"/>
                </a:lnTo>
                <a:lnTo>
                  <a:pt x="65925" y="242417"/>
                </a:lnTo>
                <a:lnTo>
                  <a:pt x="80962" y="233540"/>
                </a:lnTo>
                <a:lnTo>
                  <a:pt x="105422" y="228066"/>
                </a:lnTo>
                <a:lnTo>
                  <a:pt x="138722" y="226199"/>
                </a:lnTo>
                <a:lnTo>
                  <a:pt x="171856" y="228066"/>
                </a:lnTo>
                <a:lnTo>
                  <a:pt x="196215" y="233540"/>
                </a:lnTo>
                <a:lnTo>
                  <a:pt x="211277" y="242417"/>
                </a:lnTo>
                <a:lnTo>
                  <a:pt x="216547" y="254469"/>
                </a:lnTo>
                <a:lnTo>
                  <a:pt x="216547" y="218668"/>
                </a:lnTo>
                <a:lnTo>
                  <a:pt x="215963" y="218224"/>
                </a:lnTo>
                <a:lnTo>
                  <a:pt x="183184" y="208940"/>
                </a:lnTo>
                <a:lnTo>
                  <a:pt x="138722" y="205905"/>
                </a:lnTo>
                <a:lnTo>
                  <a:pt x="93992" y="208940"/>
                </a:lnTo>
                <a:lnTo>
                  <a:pt x="61087" y="218224"/>
                </a:lnTo>
                <a:lnTo>
                  <a:pt x="40767" y="233540"/>
                </a:lnTo>
                <a:lnTo>
                  <a:pt x="33845" y="254469"/>
                </a:lnTo>
                <a:lnTo>
                  <a:pt x="40716" y="275348"/>
                </a:lnTo>
                <a:lnTo>
                  <a:pt x="40779" y="275526"/>
                </a:lnTo>
                <a:lnTo>
                  <a:pt x="61087" y="290728"/>
                </a:lnTo>
                <a:lnTo>
                  <a:pt x="93992" y="299948"/>
                </a:lnTo>
                <a:lnTo>
                  <a:pt x="138722" y="303047"/>
                </a:lnTo>
                <a:lnTo>
                  <a:pt x="183184" y="299948"/>
                </a:lnTo>
                <a:lnTo>
                  <a:pt x="215963" y="290728"/>
                </a:lnTo>
                <a:lnTo>
                  <a:pt x="227279" y="282270"/>
                </a:lnTo>
                <a:lnTo>
                  <a:pt x="236296" y="275526"/>
                </a:lnTo>
                <a:lnTo>
                  <a:pt x="243370" y="254469"/>
                </a:lnTo>
                <a:close/>
              </a:path>
              <a:path w="857884" h="304800">
                <a:moveTo>
                  <a:pt x="277444" y="161188"/>
                </a:moveTo>
                <a:lnTo>
                  <a:pt x="152019" y="161188"/>
                </a:lnTo>
                <a:lnTo>
                  <a:pt x="152019" y="130975"/>
                </a:lnTo>
                <a:lnTo>
                  <a:pt x="244576" y="130975"/>
                </a:lnTo>
                <a:lnTo>
                  <a:pt x="244576" y="109715"/>
                </a:lnTo>
                <a:lnTo>
                  <a:pt x="64046" y="109715"/>
                </a:lnTo>
                <a:lnTo>
                  <a:pt x="64046" y="79502"/>
                </a:lnTo>
                <a:lnTo>
                  <a:pt x="234670" y="79502"/>
                </a:lnTo>
                <a:lnTo>
                  <a:pt x="234670" y="58966"/>
                </a:lnTo>
                <a:lnTo>
                  <a:pt x="64046" y="58966"/>
                </a:lnTo>
                <a:lnTo>
                  <a:pt x="64046" y="30441"/>
                </a:lnTo>
                <a:lnTo>
                  <a:pt x="242887" y="30441"/>
                </a:lnTo>
                <a:lnTo>
                  <a:pt x="242887" y="8699"/>
                </a:lnTo>
                <a:lnTo>
                  <a:pt x="36982" y="8699"/>
                </a:lnTo>
                <a:lnTo>
                  <a:pt x="36982" y="130975"/>
                </a:lnTo>
                <a:lnTo>
                  <a:pt x="125196" y="130975"/>
                </a:lnTo>
                <a:lnTo>
                  <a:pt x="125196" y="161188"/>
                </a:lnTo>
                <a:lnTo>
                  <a:pt x="0" y="161188"/>
                </a:lnTo>
                <a:lnTo>
                  <a:pt x="0" y="182943"/>
                </a:lnTo>
                <a:lnTo>
                  <a:pt x="277444" y="182943"/>
                </a:lnTo>
                <a:lnTo>
                  <a:pt x="277444" y="161188"/>
                </a:lnTo>
                <a:close/>
              </a:path>
              <a:path w="857884" h="304800">
                <a:moveTo>
                  <a:pt x="467639" y="166027"/>
                </a:moveTo>
                <a:lnTo>
                  <a:pt x="461962" y="137782"/>
                </a:lnTo>
                <a:lnTo>
                  <a:pt x="448538" y="118656"/>
                </a:lnTo>
                <a:lnTo>
                  <a:pt x="446468" y="115697"/>
                </a:lnTo>
                <a:lnTo>
                  <a:pt x="442023" y="112991"/>
                </a:lnTo>
                <a:lnTo>
                  <a:pt x="442023" y="166027"/>
                </a:lnTo>
                <a:lnTo>
                  <a:pt x="438238" y="185000"/>
                </a:lnTo>
                <a:lnTo>
                  <a:pt x="428040" y="199885"/>
                </a:lnTo>
                <a:lnTo>
                  <a:pt x="412623" y="209562"/>
                </a:lnTo>
                <a:lnTo>
                  <a:pt x="393204" y="212902"/>
                </a:lnTo>
                <a:lnTo>
                  <a:pt x="373621" y="209562"/>
                </a:lnTo>
                <a:lnTo>
                  <a:pt x="358101" y="199885"/>
                </a:lnTo>
                <a:lnTo>
                  <a:pt x="347941" y="185000"/>
                </a:lnTo>
                <a:lnTo>
                  <a:pt x="344385" y="166027"/>
                </a:lnTo>
                <a:lnTo>
                  <a:pt x="347941" y="147002"/>
                </a:lnTo>
                <a:lnTo>
                  <a:pt x="358101" y="132003"/>
                </a:lnTo>
                <a:lnTo>
                  <a:pt x="373621" y="122186"/>
                </a:lnTo>
                <a:lnTo>
                  <a:pt x="393204" y="118656"/>
                </a:lnTo>
                <a:lnTo>
                  <a:pt x="412623" y="122186"/>
                </a:lnTo>
                <a:lnTo>
                  <a:pt x="428040" y="132003"/>
                </a:lnTo>
                <a:lnTo>
                  <a:pt x="438238" y="147002"/>
                </a:lnTo>
                <a:lnTo>
                  <a:pt x="442023" y="166027"/>
                </a:lnTo>
                <a:lnTo>
                  <a:pt x="442023" y="112991"/>
                </a:lnTo>
                <a:lnTo>
                  <a:pt x="422948" y="101320"/>
                </a:lnTo>
                <a:lnTo>
                  <a:pt x="393204" y="96177"/>
                </a:lnTo>
                <a:lnTo>
                  <a:pt x="363296" y="101320"/>
                </a:lnTo>
                <a:lnTo>
                  <a:pt x="339674" y="115697"/>
                </a:lnTo>
                <a:lnTo>
                  <a:pt x="324218" y="137782"/>
                </a:lnTo>
                <a:lnTo>
                  <a:pt x="318770" y="166027"/>
                </a:lnTo>
                <a:lnTo>
                  <a:pt x="324218" y="194233"/>
                </a:lnTo>
                <a:lnTo>
                  <a:pt x="339674" y="216230"/>
                </a:lnTo>
                <a:lnTo>
                  <a:pt x="363296" y="230530"/>
                </a:lnTo>
                <a:lnTo>
                  <a:pt x="393204" y="235623"/>
                </a:lnTo>
                <a:lnTo>
                  <a:pt x="422948" y="230530"/>
                </a:lnTo>
                <a:lnTo>
                  <a:pt x="446468" y="216230"/>
                </a:lnTo>
                <a:lnTo>
                  <a:pt x="448805" y="212902"/>
                </a:lnTo>
                <a:lnTo>
                  <a:pt x="461962" y="194233"/>
                </a:lnTo>
                <a:lnTo>
                  <a:pt x="467639" y="166027"/>
                </a:lnTo>
                <a:close/>
              </a:path>
              <a:path w="857884" h="304800">
                <a:moveTo>
                  <a:pt x="482142" y="48818"/>
                </a:moveTo>
                <a:lnTo>
                  <a:pt x="406260" y="48818"/>
                </a:lnTo>
                <a:lnTo>
                  <a:pt x="406260" y="3619"/>
                </a:lnTo>
                <a:lnTo>
                  <a:pt x="379425" y="3619"/>
                </a:lnTo>
                <a:lnTo>
                  <a:pt x="379425" y="48818"/>
                </a:lnTo>
                <a:lnTo>
                  <a:pt x="301371" y="48818"/>
                </a:lnTo>
                <a:lnTo>
                  <a:pt x="301371" y="71043"/>
                </a:lnTo>
                <a:lnTo>
                  <a:pt x="482142" y="71043"/>
                </a:lnTo>
                <a:lnTo>
                  <a:pt x="482142" y="48818"/>
                </a:lnTo>
                <a:close/>
              </a:path>
              <a:path w="857884" h="304800">
                <a:moveTo>
                  <a:pt x="588962" y="125183"/>
                </a:moveTo>
                <a:lnTo>
                  <a:pt x="538213" y="125183"/>
                </a:lnTo>
                <a:lnTo>
                  <a:pt x="538213" y="0"/>
                </a:lnTo>
                <a:lnTo>
                  <a:pt x="511619" y="0"/>
                </a:lnTo>
                <a:lnTo>
                  <a:pt x="511619" y="303771"/>
                </a:lnTo>
                <a:lnTo>
                  <a:pt x="538213" y="303771"/>
                </a:lnTo>
                <a:lnTo>
                  <a:pt x="538213" y="147662"/>
                </a:lnTo>
                <a:lnTo>
                  <a:pt x="588962" y="147662"/>
                </a:lnTo>
                <a:lnTo>
                  <a:pt x="588962" y="125183"/>
                </a:lnTo>
                <a:close/>
              </a:path>
              <a:path w="857884" h="304800">
                <a:moveTo>
                  <a:pt x="857453" y="0"/>
                </a:moveTo>
                <a:lnTo>
                  <a:pt x="830872" y="0"/>
                </a:lnTo>
                <a:lnTo>
                  <a:pt x="830872" y="67906"/>
                </a:lnTo>
                <a:lnTo>
                  <a:pt x="830872" y="90385"/>
                </a:lnTo>
                <a:lnTo>
                  <a:pt x="830872" y="164096"/>
                </a:lnTo>
                <a:lnTo>
                  <a:pt x="759701" y="164096"/>
                </a:lnTo>
                <a:lnTo>
                  <a:pt x="761212" y="155930"/>
                </a:lnTo>
                <a:lnTo>
                  <a:pt x="762317" y="147421"/>
                </a:lnTo>
                <a:lnTo>
                  <a:pt x="762977" y="138531"/>
                </a:lnTo>
                <a:lnTo>
                  <a:pt x="763206" y="129286"/>
                </a:lnTo>
                <a:lnTo>
                  <a:pt x="762914" y="118897"/>
                </a:lnTo>
                <a:lnTo>
                  <a:pt x="762063" y="108927"/>
                </a:lnTo>
                <a:lnTo>
                  <a:pt x="760653" y="99415"/>
                </a:lnTo>
                <a:lnTo>
                  <a:pt x="758736" y="90385"/>
                </a:lnTo>
                <a:lnTo>
                  <a:pt x="830872" y="90385"/>
                </a:lnTo>
                <a:lnTo>
                  <a:pt x="830872" y="67906"/>
                </a:lnTo>
                <a:lnTo>
                  <a:pt x="751001" y="67906"/>
                </a:lnTo>
                <a:lnTo>
                  <a:pt x="739470" y="49149"/>
                </a:lnTo>
                <a:lnTo>
                  <a:pt x="737831" y="47599"/>
                </a:lnTo>
                <a:lnTo>
                  <a:pt x="737831" y="129286"/>
                </a:lnTo>
                <a:lnTo>
                  <a:pt x="734123" y="162991"/>
                </a:lnTo>
                <a:lnTo>
                  <a:pt x="723722" y="188836"/>
                </a:lnTo>
                <a:lnTo>
                  <a:pt x="707758" y="205384"/>
                </a:lnTo>
                <a:lnTo>
                  <a:pt x="687324" y="211213"/>
                </a:lnTo>
                <a:lnTo>
                  <a:pt x="666788" y="205384"/>
                </a:lnTo>
                <a:lnTo>
                  <a:pt x="650824" y="188836"/>
                </a:lnTo>
                <a:lnTo>
                  <a:pt x="640486" y="162991"/>
                </a:lnTo>
                <a:lnTo>
                  <a:pt x="636816" y="129286"/>
                </a:lnTo>
                <a:lnTo>
                  <a:pt x="640486" y="95719"/>
                </a:lnTo>
                <a:lnTo>
                  <a:pt x="650824" y="69926"/>
                </a:lnTo>
                <a:lnTo>
                  <a:pt x="666788" y="53327"/>
                </a:lnTo>
                <a:lnTo>
                  <a:pt x="687324" y="47358"/>
                </a:lnTo>
                <a:lnTo>
                  <a:pt x="707758" y="53327"/>
                </a:lnTo>
                <a:lnTo>
                  <a:pt x="723722" y="69926"/>
                </a:lnTo>
                <a:lnTo>
                  <a:pt x="734123" y="95719"/>
                </a:lnTo>
                <a:lnTo>
                  <a:pt x="737831" y="129286"/>
                </a:lnTo>
                <a:lnTo>
                  <a:pt x="737831" y="47599"/>
                </a:lnTo>
                <a:lnTo>
                  <a:pt x="737590" y="47358"/>
                </a:lnTo>
                <a:lnTo>
                  <a:pt x="724738" y="35204"/>
                </a:lnTo>
                <a:lnTo>
                  <a:pt x="707212" y="26492"/>
                </a:lnTo>
                <a:lnTo>
                  <a:pt x="687324" y="23431"/>
                </a:lnTo>
                <a:lnTo>
                  <a:pt x="656424" y="31000"/>
                </a:lnTo>
                <a:lnTo>
                  <a:pt x="632307" y="52260"/>
                </a:lnTo>
                <a:lnTo>
                  <a:pt x="616661" y="85559"/>
                </a:lnTo>
                <a:lnTo>
                  <a:pt x="611187" y="129286"/>
                </a:lnTo>
                <a:lnTo>
                  <a:pt x="616661" y="173151"/>
                </a:lnTo>
                <a:lnTo>
                  <a:pt x="632307" y="206502"/>
                </a:lnTo>
                <a:lnTo>
                  <a:pt x="656424" y="227711"/>
                </a:lnTo>
                <a:lnTo>
                  <a:pt x="687324" y="235140"/>
                </a:lnTo>
                <a:lnTo>
                  <a:pt x="708177" y="231851"/>
                </a:lnTo>
                <a:lnTo>
                  <a:pt x="726376" y="222288"/>
                </a:lnTo>
                <a:lnTo>
                  <a:pt x="737260" y="211213"/>
                </a:lnTo>
                <a:lnTo>
                  <a:pt x="741464" y="206946"/>
                </a:lnTo>
                <a:lnTo>
                  <a:pt x="752932" y="186321"/>
                </a:lnTo>
                <a:lnTo>
                  <a:pt x="830872" y="186321"/>
                </a:lnTo>
                <a:lnTo>
                  <a:pt x="830872" y="304266"/>
                </a:lnTo>
                <a:lnTo>
                  <a:pt x="857453" y="304266"/>
                </a:lnTo>
                <a:lnTo>
                  <a:pt x="857453" y="186321"/>
                </a:lnTo>
                <a:lnTo>
                  <a:pt x="857453" y="164096"/>
                </a:lnTo>
                <a:lnTo>
                  <a:pt x="857453" y="90385"/>
                </a:lnTo>
                <a:lnTo>
                  <a:pt x="857453" y="67906"/>
                </a:lnTo>
                <a:lnTo>
                  <a:pt x="8574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 descr=""/>
          <p:cNvSpPr/>
          <p:nvPr/>
        </p:nvSpPr>
        <p:spPr>
          <a:xfrm>
            <a:off x="12638922" y="2211829"/>
            <a:ext cx="52069" cy="93345"/>
          </a:xfrm>
          <a:custGeom>
            <a:avLst/>
            <a:gdLst/>
            <a:ahLst/>
            <a:cxnLst/>
            <a:rect l="l" t="t" r="r" b="b"/>
            <a:pathLst>
              <a:path w="52070" h="93344">
                <a:moveTo>
                  <a:pt x="51717" y="0"/>
                </a:moveTo>
                <a:lnTo>
                  <a:pt x="18849" y="0"/>
                </a:lnTo>
                <a:lnTo>
                  <a:pt x="0" y="93043"/>
                </a:lnTo>
                <a:lnTo>
                  <a:pt x="25375" y="93043"/>
                </a:lnTo>
                <a:lnTo>
                  <a:pt x="517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 descr=""/>
          <p:cNvSpPr/>
          <p:nvPr/>
        </p:nvSpPr>
        <p:spPr>
          <a:xfrm>
            <a:off x="12821532" y="1959040"/>
            <a:ext cx="281305" cy="304165"/>
          </a:xfrm>
          <a:custGeom>
            <a:avLst/>
            <a:gdLst/>
            <a:ahLst/>
            <a:cxnLst/>
            <a:rect l="l" t="t" r="r" b="b"/>
            <a:pathLst>
              <a:path w="281305" h="304164">
                <a:moveTo>
                  <a:pt x="232005" y="0"/>
                </a:moveTo>
                <a:lnTo>
                  <a:pt x="205180" y="0"/>
                </a:lnTo>
                <a:lnTo>
                  <a:pt x="205180" y="303540"/>
                </a:lnTo>
                <a:lnTo>
                  <a:pt x="232005" y="303540"/>
                </a:lnTo>
                <a:lnTo>
                  <a:pt x="232005" y="145970"/>
                </a:lnTo>
                <a:lnTo>
                  <a:pt x="281307" y="145970"/>
                </a:lnTo>
                <a:lnTo>
                  <a:pt x="281307" y="123736"/>
                </a:lnTo>
                <a:lnTo>
                  <a:pt x="232005" y="123736"/>
                </a:lnTo>
                <a:lnTo>
                  <a:pt x="232005" y="0"/>
                </a:lnTo>
                <a:close/>
              </a:path>
              <a:path w="281305" h="304164">
                <a:moveTo>
                  <a:pt x="136834" y="129174"/>
                </a:moveTo>
                <a:lnTo>
                  <a:pt x="109840" y="129174"/>
                </a:lnTo>
                <a:lnTo>
                  <a:pt x="92848" y="158714"/>
                </a:lnTo>
                <a:lnTo>
                  <a:pt x="69330" y="185966"/>
                </a:lnTo>
                <a:lnTo>
                  <a:pt x="38607" y="210772"/>
                </a:lnTo>
                <a:lnTo>
                  <a:pt x="0" y="232971"/>
                </a:lnTo>
                <a:lnTo>
                  <a:pt x="14983" y="253272"/>
                </a:lnTo>
                <a:lnTo>
                  <a:pt x="63225" y="224319"/>
                </a:lnTo>
                <a:lnTo>
                  <a:pt x="99632" y="191466"/>
                </a:lnTo>
                <a:lnTo>
                  <a:pt x="125579" y="155244"/>
                </a:lnTo>
                <a:lnTo>
                  <a:pt x="136834" y="129174"/>
                </a:lnTo>
                <a:close/>
              </a:path>
              <a:path w="281305" h="304164">
                <a:moveTo>
                  <a:pt x="154428" y="31659"/>
                </a:moveTo>
                <a:lnTo>
                  <a:pt x="16675" y="31659"/>
                </a:lnTo>
                <a:lnTo>
                  <a:pt x="16675" y="53893"/>
                </a:lnTo>
                <a:lnTo>
                  <a:pt x="127724" y="53893"/>
                </a:lnTo>
                <a:lnTo>
                  <a:pt x="126400" y="67711"/>
                </a:lnTo>
                <a:lnTo>
                  <a:pt x="124386" y="81247"/>
                </a:lnTo>
                <a:lnTo>
                  <a:pt x="121623" y="94488"/>
                </a:lnTo>
                <a:lnTo>
                  <a:pt x="118057" y="107423"/>
                </a:lnTo>
                <a:lnTo>
                  <a:pt x="1209" y="115519"/>
                </a:lnTo>
                <a:lnTo>
                  <a:pt x="5558" y="138961"/>
                </a:lnTo>
                <a:lnTo>
                  <a:pt x="109840" y="129174"/>
                </a:lnTo>
                <a:lnTo>
                  <a:pt x="136834" y="129174"/>
                </a:lnTo>
                <a:lnTo>
                  <a:pt x="142443" y="116181"/>
                </a:lnTo>
                <a:lnTo>
                  <a:pt x="151601" y="74809"/>
                </a:lnTo>
                <a:lnTo>
                  <a:pt x="154428" y="316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 descr=""/>
          <p:cNvSpPr/>
          <p:nvPr/>
        </p:nvSpPr>
        <p:spPr>
          <a:xfrm>
            <a:off x="13294475" y="1959050"/>
            <a:ext cx="86995" cy="304165"/>
          </a:xfrm>
          <a:custGeom>
            <a:avLst/>
            <a:gdLst/>
            <a:ahLst/>
            <a:cxnLst/>
            <a:rect l="l" t="t" r="r" b="b"/>
            <a:pathLst>
              <a:path w="86994" h="304164">
                <a:moveTo>
                  <a:pt x="25857" y="137020"/>
                </a:moveTo>
                <a:lnTo>
                  <a:pt x="0" y="137020"/>
                </a:lnTo>
                <a:lnTo>
                  <a:pt x="0" y="288315"/>
                </a:lnTo>
                <a:lnTo>
                  <a:pt x="25857" y="288315"/>
                </a:lnTo>
                <a:lnTo>
                  <a:pt x="25857" y="137020"/>
                </a:lnTo>
                <a:close/>
              </a:path>
              <a:path w="86994" h="304164">
                <a:moveTo>
                  <a:pt x="86766" y="0"/>
                </a:moveTo>
                <a:lnTo>
                  <a:pt x="60909" y="0"/>
                </a:lnTo>
                <a:lnTo>
                  <a:pt x="60909" y="303771"/>
                </a:lnTo>
                <a:lnTo>
                  <a:pt x="86766" y="303771"/>
                </a:lnTo>
                <a:lnTo>
                  <a:pt x="867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 descr=""/>
          <p:cNvSpPr/>
          <p:nvPr/>
        </p:nvSpPr>
        <p:spPr>
          <a:xfrm>
            <a:off x="13132080" y="1965565"/>
            <a:ext cx="188595" cy="215265"/>
          </a:xfrm>
          <a:custGeom>
            <a:avLst/>
            <a:gdLst/>
            <a:ahLst/>
            <a:cxnLst/>
            <a:rect l="l" t="t" r="r" b="b"/>
            <a:pathLst>
              <a:path w="188594" h="215264">
                <a:moveTo>
                  <a:pt x="188252" y="108343"/>
                </a:moveTo>
                <a:lnTo>
                  <a:pt x="116484" y="108343"/>
                </a:lnTo>
                <a:lnTo>
                  <a:pt x="116484" y="49923"/>
                </a:lnTo>
                <a:lnTo>
                  <a:pt x="116484" y="29603"/>
                </a:lnTo>
                <a:lnTo>
                  <a:pt x="91109" y="29603"/>
                </a:lnTo>
                <a:lnTo>
                  <a:pt x="91109" y="49923"/>
                </a:lnTo>
                <a:lnTo>
                  <a:pt x="91109" y="108343"/>
                </a:lnTo>
                <a:lnTo>
                  <a:pt x="91109" y="129933"/>
                </a:lnTo>
                <a:lnTo>
                  <a:pt x="91109" y="193433"/>
                </a:lnTo>
                <a:lnTo>
                  <a:pt x="25374" y="193433"/>
                </a:lnTo>
                <a:lnTo>
                  <a:pt x="25374" y="49923"/>
                </a:lnTo>
                <a:lnTo>
                  <a:pt x="91109" y="49923"/>
                </a:lnTo>
                <a:lnTo>
                  <a:pt x="91109" y="29603"/>
                </a:lnTo>
                <a:lnTo>
                  <a:pt x="0" y="29603"/>
                </a:lnTo>
                <a:lnTo>
                  <a:pt x="0" y="49923"/>
                </a:lnTo>
                <a:lnTo>
                  <a:pt x="0" y="193433"/>
                </a:lnTo>
                <a:lnTo>
                  <a:pt x="0" y="215023"/>
                </a:lnTo>
                <a:lnTo>
                  <a:pt x="116484" y="215023"/>
                </a:lnTo>
                <a:lnTo>
                  <a:pt x="116484" y="193433"/>
                </a:lnTo>
                <a:lnTo>
                  <a:pt x="116484" y="129933"/>
                </a:lnTo>
                <a:lnTo>
                  <a:pt x="188252" y="129933"/>
                </a:lnTo>
                <a:lnTo>
                  <a:pt x="188252" y="108343"/>
                </a:lnTo>
                <a:close/>
              </a:path>
              <a:path w="188594" h="215264">
                <a:moveTo>
                  <a:pt x="188252" y="0"/>
                </a:moveTo>
                <a:lnTo>
                  <a:pt x="162394" y="0"/>
                </a:lnTo>
                <a:lnTo>
                  <a:pt x="162394" y="108038"/>
                </a:lnTo>
                <a:lnTo>
                  <a:pt x="188252" y="108038"/>
                </a:lnTo>
                <a:lnTo>
                  <a:pt x="1882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 descr=""/>
          <p:cNvSpPr/>
          <p:nvPr/>
        </p:nvSpPr>
        <p:spPr>
          <a:xfrm>
            <a:off x="13435369" y="1959050"/>
            <a:ext cx="540385" cy="304800"/>
          </a:xfrm>
          <a:custGeom>
            <a:avLst/>
            <a:gdLst/>
            <a:ahLst/>
            <a:cxnLst/>
            <a:rect l="l" t="t" r="r" b="b"/>
            <a:pathLst>
              <a:path w="540384" h="304800">
                <a:moveTo>
                  <a:pt x="172072" y="219671"/>
                </a:moveTo>
                <a:lnTo>
                  <a:pt x="170688" y="208076"/>
                </a:lnTo>
                <a:lnTo>
                  <a:pt x="169418" y="197446"/>
                </a:lnTo>
                <a:lnTo>
                  <a:pt x="135623" y="202717"/>
                </a:lnTo>
                <a:lnTo>
                  <a:pt x="102171" y="205981"/>
                </a:lnTo>
                <a:lnTo>
                  <a:pt x="66814" y="207619"/>
                </a:lnTo>
                <a:lnTo>
                  <a:pt x="27317" y="208076"/>
                </a:lnTo>
                <a:lnTo>
                  <a:pt x="27317" y="137020"/>
                </a:lnTo>
                <a:lnTo>
                  <a:pt x="138239" y="137020"/>
                </a:lnTo>
                <a:lnTo>
                  <a:pt x="138239" y="28270"/>
                </a:lnTo>
                <a:lnTo>
                  <a:pt x="0" y="28270"/>
                </a:lnTo>
                <a:lnTo>
                  <a:pt x="0" y="50507"/>
                </a:lnTo>
                <a:lnTo>
                  <a:pt x="111417" y="50507"/>
                </a:lnTo>
                <a:lnTo>
                  <a:pt x="111417" y="114795"/>
                </a:lnTo>
                <a:lnTo>
                  <a:pt x="723" y="114795"/>
                </a:lnTo>
                <a:lnTo>
                  <a:pt x="723" y="230797"/>
                </a:lnTo>
                <a:lnTo>
                  <a:pt x="24892" y="230797"/>
                </a:lnTo>
                <a:lnTo>
                  <a:pt x="65938" y="230174"/>
                </a:lnTo>
                <a:lnTo>
                  <a:pt x="102565" y="228409"/>
                </a:lnTo>
                <a:lnTo>
                  <a:pt x="137147" y="225044"/>
                </a:lnTo>
                <a:lnTo>
                  <a:pt x="172072" y="219671"/>
                </a:lnTo>
                <a:close/>
              </a:path>
              <a:path w="540384" h="304800">
                <a:moveTo>
                  <a:pt x="274066" y="120827"/>
                </a:moveTo>
                <a:lnTo>
                  <a:pt x="223304" y="120827"/>
                </a:lnTo>
                <a:lnTo>
                  <a:pt x="223304" y="0"/>
                </a:lnTo>
                <a:lnTo>
                  <a:pt x="196723" y="0"/>
                </a:lnTo>
                <a:lnTo>
                  <a:pt x="196723" y="304266"/>
                </a:lnTo>
                <a:lnTo>
                  <a:pt x="223304" y="304266"/>
                </a:lnTo>
                <a:lnTo>
                  <a:pt x="223304" y="143548"/>
                </a:lnTo>
                <a:lnTo>
                  <a:pt x="274066" y="143548"/>
                </a:lnTo>
                <a:lnTo>
                  <a:pt x="274066" y="120827"/>
                </a:lnTo>
                <a:close/>
              </a:path>
              <a:path w="540384" h="304800">
                <a:moveTo>
                  <a:pt x="471995" y="93522"/>
                </a:moveTo>
                <a:lnTo>
                  <a:pt x="465823" y="64541"/>
                </a:lnTo>
                <a:lnTo>
                  <a:pt x="451624" y="45669"/>
                </a:lnTo>
                <a:lnTo>
                  <a:pt x="448881" y="42011"/>
                </a:lnTo>
                <a:lnTo>
                  <a:pt x="445643" y="40195"/>
                </a:lnTo>
                <a:lnTo>
                  <a:pt x="445643" y="93522"/>
                </a:lnTo>
                <a:lnTo>
                  <a:pt x="441477" y="112928"/>
                </a:lnTo>
                <a:lnTo>
                  <a:pt x="429907" y="128054"/>
                </a:lnTo>
                <a:lnTo>
                  <a:pt x="412305" y="137871"/>
                </a:lnTo>
                <a:lnTo>
                  <a:pt x="390067" y="141376"/>
                </a:lnTo>
                <a:lnTo>
                  <a:pt x="367677" y="137871"/>
                </a:lnTo>
                <a:lnTo>
                  <a:pt x="350037" y="128054"/>
                </a:lnTo>
                <a:lnTo>
                  <a:pt x="338505" y="112928"/>
                </a:lnTo>
                <a:lnTo>
                  <a:pt x="334479" y="93522"/>
                </a:lnTo>
                <a:lnTo>
                  <a:pt x="338505" y="74117"/>
                </a:lnTo>
                <a:lnTo>
                  <a:pt x="350037" y="58991"/>
                </a:lnTo>
                <a:lnTo>
                  <a:pt x="367677" y="49174"/>
                </a:lnTo>
                <a:lnTo>
                  <a:pt x="390067" y="45669"/>
                </a:lnTo>
                <a:lnTo>
                  <a:pt x="412305" y="49174"/>
                </a:lnTo>
                <a:lnTo>
                  <a:pt x="429907" y="58991"/>
                </a:lnTo>
                <a:lnTo>
                  <a:pt x="441477" y="74117"/>
                </a:lnTo>
                <a:lnTo>
                  <a:pt x="445643" y="93522"/>
                </a:lnTo>
                <a:lnTo>
                  <a:pt x="445643" y="40195"/>
                </a:lnTo>
                <a:lnTo>
                  <a:pt x="423024" y="27419"/>
                </a:lnTo>
                <a:lnTo>
                  <a:pt x="390067" y="22225"/>
                </a:lnTo>
                <a:lnTo>
                  <a:pt x="357047" y="27419"/>
                </a:lnTo>
                <a:lnTo>
                  <a:pt x="331063" y="42011"/>
                </a:lnTo>
                <a:lnTo>
                  <a:pt x="314109" y="64541"/>
                </a:lnTo>
                <a:lnTo>
                  <a:pt x="308140" y="93522"/>
                </a:lnTo>
                <a:lnTo>
                  <a:pt x="314109" y="122504"/>
                </a:lnTo>
                <a:lnTo>
                  <a:pt x="331063" y="145034"/>
                </a:lnTo>
                <a:lnTo>
                  <a:pt x="357047" y="159626"/>
                </a:lnTo>
                <a:lnTo>
                  <a:pt x="390067" y="164820"/>
                </a:lnTo>
                <a:lnTo>
                  <a:pt x="423024" y="159626"/>
                </a:lnTo>
                <a:lnTo>
                  <a:pt x="448881" y="145034"/>
                </a:lnTo>
                <a:lnTo>
                  <a:pt x="451624" y="141376"/>
                </a:lnTo>
                <a:lnTo>
                  <a:pt x="465823" y="122504"/>
                </a:lnTo>
                <a:lnTo>
                  <a:pt x="471995" y="93522"/>
                </a:lnTo>
                <a:close/>
              </a:path>
              <a:path w="540384" h="304800">
                <a:moveTo>
                  <a:pt x="495185" y="224028"/>
                </a:moveTo>
                <a:lnTo>
                  <a:pt x="493014" y="204203"/>
                </a:lnTo>
                <a:lnTo>
                  <a:pt x="441210" y="210007"/>
                </a:lnTo>
                <a:lnTo>
                  <a:pt x="388556" y="213093"/>
                </a:lnTo>
                <a:lnTo>
                  <a:pt x="334086" y="214363"/>
                </a:lnTo>
                <a:lnTo>
                  <a:pt x="292430" y="214363"/>
                </a:lnTo>
                <a:lnTo>
                  <a:pt x="296011" y="237070"/>
                </a:lnTo>
                <a:lnTo>
                  <a:pt x="296049" y="237312"/>
                </a:lnTo>
                <a:lnTo>
                  <a:pt x="340525" y="237070"/>
                </a:lnTo>
                <a:lnTo>
                  <a:pt x="390093" y="235559"/>
                </a:lnTo>
                <a:lnTo>
                  <a:pt x="442429" y="231609"/>
                </a:lnTo>
                <a:lnTo>
                  <a:pt x="495185" y="224028"/>
                </a:lnTo>
                <a:close/>
              </a:path>
              <a:path w="540384" h="304800">
                <a:moveTo>
                  <a:pt x="539902" y="0"/>
                </a:moveTo>
                <a:lnTo>
                  <a:pt x="513080" y="0"/>
                </a:lnTo>
                <a:lnTo>
                  <a:pt x="513080" y="304266"/>
                </a:lnTo>
                <a:lnTo>
                  <a:pt x="539902" y="304266"/>
                </a:lnTo>
                <a:lnTo>
                  <a:pt x="5399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 descr=""/>
          <p:cNvSpPr/>
          <p:nvPr/>
        </p:nvSpPr>
        <p:spPr>
          <a:xfrm>
            <a:off x="14114513" y="1959050"/>
            <a:ext cx="589915" cy="304165"/>
          </a:xfrm>
          <a:custGeom>
            <a:avLst/>
            <a:gdLst/>
            <a:ahLst/>
            <a:cxnLst/>
            <a:rect l="l" t="t" r="r" b="b"/>
            <a:pathLst>
              <a:path w="589915" h="304164">
                <a:moveTo>
                  <a:pt x="178104" y="143306"/>
                </a:moveTo>
                <a:lnTo>
                  <a:pt x="123913" y="106057"/>
                </a:lnTo>
                <a:lnTo>
                  <a:pt x="102704" y="49060"/>
                </a:lnTo>
                <a:lnTo>
                  <a:pt x="102704" y="15709"/>
                </a:lnTo>
                <a:lnTo>
                  <a:pt x="76365" y="15709"/>
                </a:lnTo>
                <a:lnTo>
                  <a:pt x="76365" y="47117"/>
                </a:lnTo>
                <a:lnTo>
                  <a:pt x="70751" y="80835"/>
                </a:lnTo>
                <a:lnTo>
                  <a:pt x="55219" y="110566"/>
                </a:lnTo>
                <a:lnTo>
                  <a:pt x="31165" y="134670"/>
                </a:lnTo>
                <a:lnTo>
                  <a:pt x="0" y="151523"/>
                </a:lnTo>
                <a:lnTo>
                  <a:pt x="14503" y="173037"/>
                </a:lnTo>
                <a:lnTo>
                  <a:pt x="39484" y="160197"/>
                </a:lnTo>
                <a:lnTo>
                  <a:pt x="60807" y="142582"/>
                </a:lnTo>
                <a:lnTo>
                  <a:pt x="77914" y="120802"/>
                </a:lnTo>
                <a:lnTo>
                  <a:pt x="90258" y="95453"/>
                </a:lnTo>
                <a:lnTo>
                  <a:pt x="102552" y="117881"/>
                </a:lnTo>
                <a:lnTo>
                  <a:pt x="119278" y="137261"/>
                </a:lnTo>
                <a:lnTo>
                  <a:pt x="139827" y="153022"/>
                </a:lnTo>
                <a:lnTo>
                  <a:pt x="163614" y="164579"/>
                </a:lnTo>
                <a:lnTo>
                  <a:pt x="178104" y="143306"/>
                </a:lnTo>
                <a:close/>
              </a:path>
              <a:path w="589915" h="304164">
                <a:moveTo>
                  <a:pt x="241427" y="247713"/>
                </a:moveTo>
                <a:lnTo>
                  <a:pt x="234569" y="224421"/>
                </a:lnTo>
                <a:lnTo>
                  <a:pt x="222796" y="214122"/>
                </a:lnTo>
                <a:lnTo>
                  <a:pt x="215328" y="207594"/>
                </a:lnTo>
                <a:lnTo>
                  <a:pt x="215328" y="247713"/>
                </a:lnTo>
                <a:lnTo>
                  <a:pt x="210223" y="262077"/>
                </a:lnTo>
                <a:lnTo>
                  <a:pt x="195567" y="272719"/>
                </a:lnTo>
                <a:lnTo>
                  <a:pt x="172300" y="279387"/>
                </a:lnTo>
                <a:lnTo>
                  <a:pt x="141376" y="281787"/>
                </a:lnTo>
                <a:lnTo>
                  <a:pt x="110413" y="279387"/>
                </a:lnTo>
                <a:lnTo>
                  <a:pt x="87083" y="272719"/>
                </a:lnTo>
                <a:lnTo>
                  <a:pt x="72415" y="262077"/>
                </a:lnTo>
                <a:lnTo>
                  <a:pt x="67424" y="247713"/>
                </a:lnTo>
                <a:lnTo>
                  <a:pt x="72415" y="233692"/>
                </a:lnTo>
                <a:lnTo>
                  <a:pt x="87083" y="223113"/>
                </a:lnTo>
                <a:lnTo>
                  <a:pt x="110413" y="216446"/>
                </a:lnTo>
                <a:lnTo>
                  <a:pt x="141376" y="214122"/>
                </a:lnTo>
                <a:lnTo>
                  <a:pt x="172300" y="216446"/>
                </a:lnTo>
                <a:lnTo>
                  <a:pt x="195567" y="223113"/>
                </a:lnTo>
                <a:lnTo>
                  <a:pt x="210223" y="233692"/>
                </a:lnTo>
                <a:lnTo>
                  <a:pt x="215328" y="247713"/>
                </a:lnTo>
                <a:lnTo>
                  <a:pt x="215328" y="207594"/>
                </a:lnTo>
                <a:lnTo>
                  <a:pt x="214782" y="207111"/>
                </a:lnTo>
                <a:lnTo>
                  <a:pt x="183311" y="196329"/>
                </a:lnTo>
                <a:lnTo>
                  <a:pt x="141376" y="192608"/>
                </a:lnTo>
                <a:lnTo>
                  <a:pt x="99225" y="196329"/>
                </a:lnTo>
                <a:lnTo>
                  <a:pt x="67513" y="207111"/>
                </a:lnTo>
                <a:lnTo>
                  <a:pt x="47536" y="224421"/>
                </a:lnTo>
                <a:lnTo>
                  <a:pt x="40601" y="247713"/>
                </a:lnTo>
                <a:lnTo>
                  <a:pt x="47536" y="271246"/>
                </a:lnTo>
                <a:lnTo>
                  <a:pt x="67513" y="288607"/>
                </a:lnTo>
                <a:lnTo>
                  <a:pt x="99225" y="299364"/>
                </a:lnTo>
                <a:lnTo>
                  <a:pt x="141376" y="303047"/>
                </a:lnTo>
                <a:lnTo>
                  <a:pt x="183311" y="299364"/>
                </a:lnTo>
                <a:lnTo>
                  <a:pt x="214782" y="288607"/>
                </a:lnTo>
                <a:lnTo>
                  <a:pt x="222554" y="281787"/>
                </a:lnTo>
                <a:lnTo>
                  <a:pt x="234569" y="271246"/>
                </a:lnTo>
                <a:lnTo>
                  <a:pt x="241427" y="247713"/>
                </a:lnTo>
                <a:close/>
              </a:path>
              <a:path w="589915" h="304164">
                <a:moveTo>
                  <a:pt x="284441" y="79260"/>
                </a:moveTo>
                <a:lnTo>
                  <a:pt x="238772" y="79260"/>
                </a:lnTo>
                <a:lnTo>
                  <a:pt x="238772" y="0"/>
                </a:lnTo>
                <a:lnTo>
                  <a:pt x="211937" y="0"/>
                </a:lnTo>
                <a:lnTo>
                  <a:pt x="211937" y="184873"/>
                </a:lnTo>
                <a:lnTo>
                  <a:pt x="238772" y="184873"/>
                </a:lnTo>
                <a:lnTo>
                  <a:pt x="238772" y="101739"/>
                </a:lnTo>
                <a:lnTo>
                  <a:pt x="284441" y="101739"/>
                </a:lnTo>
                <a:lnTo>
                  <a:pt x="284441" y="79260"/>
                </a:lnTo>
                <a:close/>
              </a:path>
              <a:path w="589915" h="304164">
                <a:moveTo>
                  <a:pt x="468363" y="166027"/>
                </a:moveTo>
                <a:lnTo>
                  <a:pt x="462673" y="137782"/>
                </a:lnTo>
                <a:lnTo>
                  <a:pt x="449262" y="118656"/>
                </a:lnTo>
                <a:lnTo>
                  <a:pt x="447179" y="115697"/>
                </a:lnTo>
                <a:lnTo>
                  <a:pt x="442747" y="112991"/>
                </a:lnTo>
                <a:lnTo>
                  <a:pt x="442747" y="166027"/>
                </a:lnTo>
                <a:lnTo>
                  <a:pt x="438950" y="185000"/>
                </a:lnTo>
                <a:lnTo>
                  <a:pt x="428752" y="199885"/>
                </a:lnTo>
                <a:lnTo>
                  <a:pt x="413346" y="209562"/>
                </a:lnTo>
                <a:lnTo>
                  <a:pt x="393928" y="212902"/>
                </a:lnTo>
                <a:lnTo>
                  <a:pt x="374332" y="209562"/>
                </a:lnTo>
                <a:lnTo>
                  <a:pt x="358825" y="199885"/>
                </a:lnTo>
                <a:lnTo>
                  <a:pt x="348653" y="185000"/>
                </a:lnTo>
                <a:lnTo>
                  <a:pt x="345109" y="166027"/>
                </a:lnTo>
                <a:lnTo>
                  <a:pt x="348653" y="147002"/>
                </a:lnTo>
                <a:lnTo>
                  <a:pt x="358825" y="132003"/>
                </a:lnTo>
                <a:lnTo>
                  <a:pt x="374332" y="122186"/>
                </a:lnTo>
                <a:lnTo>
                  <a:pt x="393928" y="118656"/>
                </a:lnTo>
                <a:lnTo>
                  <a:pt x="413346" y="122186"/>
                </a:lnTo>
                <a:lnTo>
                  <a:pt x="428752" y="132003"/>
                </a:lnTo>
                <a:lnTo>
                  <a:pt x="438950" y="147002"/>
                </a:lnTo>
                <a:lnTo>
                  <a:pt x="442747" y="166027"/>
                </a:lnTo>
                <a:lnTo>
                  <a:pt x="442747" y="112991"/>
                </a:lnTo>
                <a:lnTo>
                  <a:pt x="423672" y="101320"/>
                </a:lnTo>
                <a:lnTo>
                  <a:pt x="393928" y="96177"/>
                </a:lnTo>
                <a:lnTo>
                  <a:pt x="364007" y="101320"/>
                </a:lnTo>
                <a:lnTo>
                  <a:pt x="340398" y="115697"/>
                </a:lnTo>
                <a:lnTo>
                  <a:pt x="324929" y="137782"/>
                </a:lnTo>
                <a:lnTo>
                  <a:pt x="319493" y="166027"/>
                </a:lnTo>
                <a:lnTo>
                  <a:pt x="324929" y="194233"/>
                </a:lnTo>
                <a:lnTo>
                  <a:pt x="340398" y="216230"/>
                </a:lnTo>
                <a:lnTo>
                  <a:pt x="364007" y="230530"/>
                </a:lnTo>
                <a:lnTo>
                  <a:pt x="393928" y="235623"/>
                </a:lnTo>
                <a:lnTo>
                  <a:pt x="423672" y="230530"/>
                </a:lnTo>
                <a:lnTo>
                  <a:pt x="447179" y="216230"/>
                </a:lnTo>
                <a:lnTo>
                  <a:pt x="449516" y="212902"/>
                </a:lnTo>
                <a:lnTo>
                  <a:pt x="462673" y="194233"/>
                </a:lnTo>
                <a:lnTo>
                  <a:pt x="468363" y="166027"/>
                </a:lnTo>
                <a:close/>
              </a:path>
              <a:path w="589915" h="304164">
                <a:moveTo>
                  <a:pt x="482854" y="48818"/>
                </a:moveTo>
                <a:lnTo>
                  <a:pt x="406971" y="48818"/>
                </a:lnTo>
                <a:lnTo>
                  <a:pt x="406971" y="3619"/>
                </a:lnTo>
                <a:lnTo>
                  <a:pt x="380149" y="3619"/>
                </a:lnTo>
                <a:lnTo>
                  <a:pt x="380149" y="48818"/>
                </a:lnTo>
                <a:lnTo>
                  <a:pt x="302082" y="48818"/>
                </a:lnTo>
                <a:lnTo>
                  <a:pt x="302082" y="71043"/>
                </a:lnTo>
                <a:lnTo>
                  <a:pt x="482854" y="71043"/>
                </a:lnTo>
                <a:lnTo>
                  <a:pt x="482854" y="48818"/>
                </a:lnTo>
                <a:close/>
              </a:path>
              <a:path w="589915" h="304164">
                <a:moveTo>
                  <a:pt x="589673" y="125183"/>
                </a:moveTo>
                <a:lnTo>
                  <a:pt x="538924" y="125183"/>
                </a:lnTo>
                <a:lnTo>
                  <a:pt x="538924" y="0"/>
                </a:lnTo>
                <a:lnTo>
                  <a:pt x="512343" y="0"/>
                </a:lnTo>
                <a:lnTo>
                  <a:pt x="512343" y="303771"/>
                </a:lnTo>
                <a:lnTo>
                  <a:pt x="538924" y="303771"/>
                </a:lnTo>
                <a:lnTo>
                  <a:pt x="538924" y="147662"/>
                </a:lnTo>
                <a:lnTo>
                  <a:pt x="589673" y="147662"/>
                </a:lnTo>
                <a:lnTo>
                  <a:pt x="589673" y="125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 descr=""/>
          <p:cNvSpPr/>
          <p:nvPr/>
        </p:nvSpPr>
        <p:spPr>
          <a:xfrm>
            <a:off x="14819580" y="1959040"/>
            <a:ext cx="239395" cy="304800"/>
          </a:xfrm>
          <a:custGeom>
            <a:avLst/>
            <a:gdLst/>
            <a:ahLst/>
            <a:cxnLst/>
            <a:rect l="l" t="t" r="r" b="b"/>
            <a:pathLst>
              <a:path w="239394" h="304800">
                <a:moveTo>
                  <a:pt x="239014" y="0"/>
                </a:moveTo>
                <a:lnTo>
                  <a:pt x="212188" y="0"/>
                </a:lnTo>
                <a:lnTo>
                  <a:pt x="212188" y="304265"/>
                </a:lnTo>
                <a:lnTo>
                  <a:pt x="239014" y="304265"/>
                </a:lnTo>
                <a:lnTo>
                  <a:pt x="239014" y="0"/>
                </a:lnTo>
                <a:close/>
              </a:path>
              <a:path w="239394" h="304800">
                <a:moveTo>
                  <a:pt x="77576" y="23442"/>
                </a:moveTo>
                <a:lnTo>
                  <a:pt x="46288" y="31009"/>
                </a:lnTo>
                <a:lnTo>
                  <a:pt x="21750" y="52261"/>
                </a:lnTo>
                <a:lnTo>
                  <a:pt x="5732" y="85567"/>
                </a:lnTo>
                <a:lnTo>
                  <a:pt x="0" y="129294"/>
                </a:lnTo>
                <a:lnTo>
                  <a:pt x="5732" y="173158"/>
                </a:lnTo>
                <a:lnTo>
                  <a:pt x="21750" y="206508"/>
                </a:lnTo>
                <a:lnTo>
                  <a:pt x="46288" y="227715"/>
                </a:lnTo>
                <a:lnTo>
                  <a:pt x="77576" y="235147"/>
                </a:lnTo>
                <a:lnTo>
                  <a:pt x="108662" y="227715"/>
                </a:lnTo>
                <a:lnTo>
                  <a:pt x="127764" y="211221"/>
                </a:lnTo>
                <a:lnTo>
                  <a:pt x="77576" y="211221"/>
                </a:lnTo>
                <a:lnTo>
                  <a:pt x="56649" y="205387"/>
                </a:lnTo>
                <a:lnTo>
                  <a:pt x="40298" y="188836"/>
                </a:lnTo>
                <a:lnTo>
                  <a:pt x="29657" y="162996"/>
                </a:lnTo>
                <a:lnTo>
                  <a:pt x="25858" y="129294"/>
                </a:lnTo>
                <a:lnTo>
                  <a:pt x="29657" y="95728"/>
                </a:lnTo>
                <a:lnTo>
                  <a:pt x="40298" y="69933"/>
                </a:lnTo>
                <a:lnTo>
                  <a:pt x="56649" y="53337"/>
                </a:lnTo>
                <a:lnTo>
                  <a:pt x="77576" y="47368"/>
                </a:lnTo>
                <a:lnTo>
                  <a:pt x="127567" y="47368"/>
                </a:lnTo>
                <a:lnTo>
                  <a:pt x="108662" y="31009"/>
                </a:lnTo>
                <a:lnTo>
                  <a:pt x="77576" y="23442"/>
                </a:lnTo>
                <a:close/>
              </a:path>
              <a:path w="239394" h="304800">
                <a:moveTo>
                  <a:pt x="127567" y="47368"/>
                </a:moveTo>
                <a:lnTo>
                  <a:pt x="77576" y="47368"/>
                </a:lnTo>
                <a:lnTo>
                  <a:pt x="98466" y="53337"/>
                </a:lnTo>
                <a:lnTo>
                  <a:pt x="114734" y="69933"/>
                </a:lnTo>
                <a:lnTo>
                  <a:pt x="125292" y="95728"/>
                </a:lnTo>
                <a:lnTo>
                  <a:pt x="129053" y="129294"/>
                </a:lnTo>
                <a:lnTo>
                  <a:pt x="125292" y="162996"/>
                </a:lnTo>
                <a:lnTo>
                  <a:pt x="114734" y="188836"/>
                </a:lnTo>
                <a:lnTo>
                  <a:pt x="98466" y="205387"/>
                </a:lnTo>
                <a:lnTo>
                  <a:pt x="77576" y="211221"/>
                </a:lnTo>
                <a:lnTo>
                  <a:pt x="127764" y="211221"/>
                </a:lnTo>
                <a:lnTo>
                  <a:pt x="133222" y="206508"/>
                </a:lnTo>
                <a:lnTo>
                  <a:pt x="149354" y="173158"/>
                </a:lnTo>
                <a:lnTo>
                  <a:pt x="155154" y="129294"/>
                </a:lnTo>
                <a:lnTo>
                  <a:pt x="149354" y="85567"/>
                </a:lnTo>
                <a:lnTo>
                  <a:pt x="133222" y="52261"/>
                </a:lnTo>
                <a:lnTo>
                  <a:pt x="127567" y="473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 descr=""/>
          <p:cNvSpPr/>
          <p:nvPr/>
        </p:nvSpPr>
        <p:spPr>
          <a:xfrm>
            <a:off x="15110790" y="1964359"/>
            <a:ext cx="579755" cy="298450"/>
          </a:xfrm>
          <a:custGeom>
            <a:avLst/>
            <a:gdLst/>
            <a:ahLst/>
            <a:cxnLst/>
            <a:rect l="l" t="t" r="r" b="b"/>
            <a:pathLst>
              <a:path w="579755" h="298450">
                <a:moveTo>
                  <a:pt x="242874" y="243370"/>
                </a:moveTo>
                <a:lnTo>
                  <a:pt x="235597" y="220154"/>
                </a:lnTo>
                <a:lnTo>
                  <a:pt x="223088" y="209778"/>
                </a:lnTo>
                <a:lnTo>
                  <a:pt x="216052" y="203949"/>
                </a:lnTo>
                <a:lnTo>
                  <a:pt x="216052" y="243370"/>
                </a:lnTo>
                <a:lnTo>
                  <a:pt x="210591" y="257581"/>
                </a:lnTo>
                <a:lnTo>
                  <a:pt x="195173" y="268109"/>
                </a:lnTo>
                <a:lnTo>
                  <a:pt x="170751" y="274599"/>
                </a:lnTo>
                <a:lnTo>
                  <a:pt x="138239" y="276720"/>
                </a:lnTo>
                <a:lnTo>
                  <a:pt x="105587" y="274599"/>
                </a:lnTo>
                <a:lnTo>
                  <a:pt x="81140" y="268109"/>
                </a:lnTo>
                <a:lnTo>
                  <a:pt x="65849" y="257581"/>
                </a:lnTo>
                <a:lnTo>
                  <a:pt x="60655" y="243370"/>
                </a:lnTo>
                <a:lnTo>
                  <a:pt x="65849" y="229247"/>
                </a:lnTo>
                <a:lnTo>
                  <a:pt x="81140" y="218681"/>
                </a:lnTo>
                <a:lnTo>
                  <a:pt x="105587" y="212064"/>
                </a:lnTo>
                <a:lnTo>
                  <a:pt x="138239" y="209778"/>
                </a:lnTo>
                <a:lnTo>
                  <a:pt x="170751" y="212064"/>
                </a:lnTo>
                <a:lnTo>
                  <a:pt x="195173" y="218681"/>
                </a:lnTo>
                <a:lnTo>
                  <a:pt x="210591" y="229247"/>
                </a:lnTo>
                <a:lnTo>
                  <a:pt x="216052" y="243370"/>
                </a:lnTo>
                <a:lnTo>
                  <a:pt x="216052" y="203949"/>
                </a:lnTo>
                <a:lnTo>
                  <a:pt x="214934" y="203009"/>
                </a:lnTo>
                <a:lnTo>
                  <a:pt x="182079" y="192392"/>
                </a:lnTo>
                <a:lnTo>
                  <a:pt x="138239" y="188747"/>
                </a:lnTo>
                <a:lnTo>
                  <a:pt x="94221" y="192392"/>
                </a:lnTo>
                <a:lnTo>
                  <a:pt x="61239" y="203009"/>
                </a:lnTo>
                <a:lnTo>
                  <a:pt x="40525" y="220154"/>
                </a:lnTo>
                <a:lnTo>
                  <a:pt x="33350" y="243370"/>
                </a:lnTo>
                <a:lnTo>
                  <a:pt x="40525" y="266687"/>
                </a:lnTo>
                <a:lnTo>
                  <a:pt x="61239" y="283845"/>
                </a:lnTo>
                <a:lnTo>
                  <a:pt x="94221" y="294474"/>
                </a:lnTo>
                <a:lnTo>
                  <a:pt x="138239" y="298221"/>
                </a:lnTo>
                <a:lnTo>
                  <a:pt x="182079" y="294474"/>
                </a:lnTo>
                <a:lnTo>
                  <a:pt x="214934" y="283845"/>
                </a:lnTo>
                <a:lnTo>
                  <a:pt x="223520" y="276720"/>
                </a:lnTo>
                <a:lnTo>
                  <a:pt x="235597" y="266687"/>
                </a:lnTo>
                <a:lnTo>
                  <a:pt x="242874" y="243370"/>
                </a:lnTo>
                <a:close/>
              </a:path>
              <a:path w="579755" h="298450">
                <a:moveTo>
                  <a:pt x="277202" y="144767"/>
                </a:moveTo>
                <a:lnTo>
                  <a:pt x="151523" y="144767"/>
                </a:lnTo>
                <a:lnTo>
                  <a:pt x="151523" y="109245"/>
                </a:lnTo>
                <a:lnTo>
                  <a:pt x="244576" y="109245"/>
                </a:lnTo>
                <a:lnTo>
                  <a:pt x="244576" y="87490"/>
                </a:lnTo>
                <a:lnTo>
                  <a:pt x="61620" y="87490"/>
                </a:lnTo>
                <a:lnTo>
                  <a:pt x="61620" y="30454"/>
                </a:lnTo>
                <a:lnTo>
                  <a:pt x="242633" y="30454"/>
                </a:lnTo>
                <a:lnTo>
                  <a:pt x="242633" y="8940"/>
                </a:lnTo>
                <a:lnTo>
                  <a:pt x="35039" y="8940"/>
                </a:lnTo>
                <a:lnTo>
                  <a:pt x="35039" y="109245"/>
                </a:lnTo>
                <a:lnTo>
                  <a:pt x="125425" y="109245"/>
                </a:lnTo>
                <a:lnTo>
                  <a:pt x="125425" y="144767"/>
                </a:lnTo>
                <a:lnTo>
                  <a:pt x="0" y="144767"/>
                </a:lnTo>
                <a:lnTo>
                  <a:pt x="0" y="166509"/>
                </a:lnTo>
                <a:lnTo>
                  <a:pt x="277202" y="166509"/>
                </a:lnTo>
                <a:lnTo>
                  <a:pt x="277202" y="144767"/>
                </a:lnTo>
                <a:close/>
              </a:path>
              <a:path w="579755" h="298450">
                <a:moveTo>
                  <a:pt x="548106" y="52451"/>
                </a:moveTo>
                <a:lnTo>
                  <a:pt x="540867" y="29984"/>
                </a:lnTo>
                <a:lnTo>
                  <a:pt x="528485" y="20307"/>
                </a:lnTo>
                <a:lnTo>
                  <a:pt x="520801" y="14300"/>
                </a:lnTo>
                <a:lnTo>
                  <a:pt x="520801" y="52451"/>
                </a:lnTo>
                <a:lnTo>
                  <a:pt x="515404" y="66408"/>
                </a:lnTo>
                <a:lnTo>
                  <a:pt x="499745" y="76644"/>
                </a:lnTo>
                <a:lnTo>
                  <a:pt x="474611" y="82931"/>
                </a:lnTo>
                <a:lnTo>
                  <a:pt x="440804" y="85077"/>
                </a:lnTo>
                <a:lnTo>
                  <a:pt x="407149" y="82931"/>
                </a:lnTo>
                <a:lnTo>
                  <a:pt x="382117" y="76644"/>
                </a:lnTo>
                <a:lnTo>
                  <a:pt x="366547" y="66408"/>
                </a:lnTo>
                <a:lnTo>
                  <a:pt x="361302" y="52451"/>
                </a:lnTo>
                <a:lnTo>
                  <a:pt x="366547" y="38963"/>
                </a:lnTo>
                <a:lnTo>
                  <a:pt x="407149" y="22504"/>
                </a:lnTo>
                <a:lnTo>
                  <a:pt x="474611" y="22504"/>
                </a:lnTo>
                <a:lnTo>
                  <a:pt x="515404" y="38963"/>
                </a:lnTo>
                <a:lnTo>
                  <a:pt x="520801" y="52451"/>
                </a:lnTo>
                <a:lnTo>
                  <a:pt x="520801" y="14300"/>
                </a:lnTo>
                <a:lnTo>
                  <a:pt x="519836" y="13538"/>
                </a:lnTo>
                <a:lnTo>
                  <a:pt x="486117" y="3441"/>
                </a:lnTo>
                <a:lnTo>
                  <a:pt x="440804" y="0"/>
                </a:lnTo>
                <a:lnTo>
                  <a:pt x="395452" y="3441"/>
                </a:lnTo>
                <a:lnTo>
                  <a:pt x="361657" y="13538"/>
                </a:lnTo>
                <a:lnTo>
                  <a:pt x="340550" y="29984"/>
                </a:lnTo>
                <a:lnTo>
                  <a:pt x="333260" y="52451"/>
                </a:lnTo>
                <a:lnTo>
                  <a:pt x="340550" y="75196"/>
                </a:lnTo>
                <a:lnTo>
                  <a:pt x="361657" y="91808"/>
                </a:lnTo>
                <a:lnTo>
                  <a:pt x="395452" y="102031"/>
                </a:lnTo>
                <a:lnTo>
                  <a:pt x="440804" y="105613"/>
                </a:lnTo>
                <a:lnTo>
                  <a:pt x="486117" y="102031"/>
                </a:lnTo>
                <a:lnTo>
                  <a:pt x="519836" y="91808"/>
                </a:lnTo>
                <a:lnTo>
                  <a:pt x="528358" y="85077"/>
                </a:lnTo>
                <a:lnTo>
                  <a:pt x="540867" y="75196"/>
                </a:lnTo>
                <a:lnTo>
                  <a:pt x="548106" y="52451"/>
                </a:lnTo>
                <a:close/>
              </a:path>
              <a:path w="579755" h="298450">
                <a:moveTo>
                  <a:pt x="552945" y="273812"/>
                </a:moveTo>
                <a:lnTo>
                  <a:pt x="363232" y="273812"/>
                </a:lnTo>
                <a:lnTo>
                  <a:pt x="363232" y="242163"/>
                </a:lnTo>
                <a:lnTo>
                  <a:pt x="543763" y="242163"/>
                </a:lnTo>
                <a:lnTo>
                  <a:pt x="543763" y="174244"/>
                </a:lnTo>
                <a:lnTo>
                  <a:pt x="336169" y="174244"/>
                </a:lnTo>
                <a:lnTo>
                  <a:pt x="336169" y="194792"/>
                </a:lnTo>
                <a:lnTo>
                  <a:pt x="517423" y="194792"/>
                </a:lnTo>
                <a:lnTo>
                  <a:pt x="517423" y="222338"/>
                </a:lnTo>
                <a:lnTo>
                  <a:pt x="336892" y="222338"/>
                </a:lnTo>
                <a:lnTo>
                  <a:pt x="336892" y="295084"/>
                </a:lnTo>
                <a:lnTo>
                  <a:pt x="552945" y="295084"/>
                </a:lnTo>
                <a:lnTo>
                  <a:pt x="552945" y="273812"/>
                </a:lnTo>
                <a:close/>
              </a:path>
              <a:path w="579755" h="298450">
                <a:moveTo>
                  <a:pt x="579526" y="126161"/>
                </a:moveTo>
                <a:lnTo>
                  <a:pt x="302577" y="126161"/>
                </a:lnTo>
                <a:lnTo>
                  <a:pt x="302577" y="147904"/>
                </a:lnTo>
                <a:lnTo>
                  <a:pt x="579526" y="147904"/>
                </a:lnTo>
                <a:lnTo>
                  <a:pt x="579526" y="1261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 descr=""/>
          <p:cNvSpPr/>
          <p:nvPr/>
        </p:nvSpPr>
        <p:spPr>
          <a:xfrm>
            <a:off x="15803131" y="1959050"/>
            <a:ext cx="561975" cy="304800"/>
          </a:xfrm>
          <a:custGeom>
            <a:avLst/>
            <a:gdLst/>
            <a:ahLst/>
            <a:cxnLst/>
            <a:rect l="l" t="t" r="r" b="b"/>
            <a:pathLst>
              <a:path w="561975" h="304800">
                <a:moveTo>
                  <a:pt x="276961" y="150317"/>
                </a:moveTo>
                <a:lnTo>
                  <a:pt x="231521" y="150317"/>
                </a:lnTo>
                <a:lnTo>
                  <a:pt x="236550" y="119672"/>
                </a:lnTo>
                <a:lnTo>
                  <a:pt x="239141" y="92735"/>
                </a:lnTo>
                <a:lnTo>
                  <a:pt x="240093" y="68618"/>
                </a:lnTo>
                <a:lnTo>
                  <a:pt x="240220" y="19812"/>
                </a:lnTo>
                <a:lnTo>
                  <a:pt x="34798" y="19812"/>
                </a:lnTo>
                <a:lnTo>
                  <a:pt x="34798" y="42049"/>
                </a:lnTo>
                <a:lnTo>
                  <a:pt x="213639" y="42049"/>
                </a:lnTo>
                <a:lnTo>
                  <a:pt x="213487" y="68427"/>
                </a:lnTo>
                <a:lnTo>
                  <a:pt x="212458" y="92595"/>
                </a:lnTo>
                <a:lnTo>
                  <a:pt x="209664" y="119646"/>
                </a:lnTo>
                <a:lnTo>
                  <a:pt x="204216" y="150317"/>
                </a:lnTo>
                <a:lnTo>
                  <a:pt x="0" y="150317"/>
                </a:lnTo>
                <a:lnTo>
                  <a:pt x="0" y="172554"/>
                </a:lnTo>
                <a:lnTo>
                  <a:pt x="124460" y="172554"/>
                </a:lnTo>
                <a:lnTo>
                  <a:pt x="124460" y="304266"/>
                </a:lnTo>
                <a:lnTo>
                  <a:pt x="151282" y="304266"/>
                </a:lnTo>
                <a:lnTo>
                  <a:pt x="151282" y="172554"/>
                </a:lnTo>
                <a:lnTo>
                  <a:pt x="276961" y="172554"/>
                </a:lnTo>
                <a:lnTo>
                  <a:pt x="276961" y="150317"/>
                </a:lnTo>
                <a:close/>
              </a:path>
              <a:path w="561975" h="304800">
                <a:moveTo>
                  <a:pt x="459181" y="134124"/>
                </a:moveTo>
                <a:lnTo>
                  <a:pt x="453948" y="110375"/>
                </a:lnTo>
                <a:lnTo>
                  <a:pt x="443788" y="97383"/>
                </a:lnTo>
                <a:lnTo>
                  <a:pt x="439635" y="92075"/>
                </a:lnTo>
                <a:lnTo>
                  <a:pt x="433806" y="88938"/>
                </a:lnTo>
                <a:lnTo>
                  <a:pt x="433806" y="134124"/>
                </a:lnTo>
                <a:lnTo>
                  <a:pt x="430466" y="149136"/>
                </a:lnTo>
                <a:lnTo>
                  <a:pt x="421411" y="160731"/>
                </a:lnTo>
                <a:lnTo>
                  <a:pt x="407568" y="168211"/>
                </a:lnTo>
                <a:lnTo>
                  <a:pt x="389813" y="170853"/>
                </a:lnTo>
                <a:lnTo>
                  <a:pt x="371944" y="168211"/>
                </a:lnTo>
                <a:lnTo>
                  <a:pt x="358063" y="160731"/>
                </a:lnTo>
                <a:lnTo>
                  <a:pt x="349135" y="149136"/>
                </a:lnTo>
                <a:lnTo>
                  <a:pt x="346075" y="134124"/>
                </a:lnTo>
                <a:lnTo>
                  <a:pt x="349135" y="119240"/>
                </a:lnTo>
                <a:lnTo>
                  <a:pt x="358063" y="107696"/>
                </a:lnTo>
                <a:lnTo>
                  <a:pt x="371944" y="100177"/>
                </a:lnTo>
                <a:lnTo>
                  <a:pt x="389813" y="97383"/>
                </a:lnTo>
                <a:lnTo>
                  <a:pt x="407568" y="100177"/>
                </a:lnTo>
                <a:lnTo>
                  <a:pt x="421411" y="107696"/>
                </a:lnTo>
                <a:lnTo>
                  <a:pt x="430466" y="119240"/>
                </a:lnTo>
                <a:lnTo>
                  <a:pt x="433806" y="134124"/>
                </a:lnTo>
                <a:lnTo>
                  <a:pt x="433806" y="88938"/>
                </a:lnTo>
                <a:lnTo>
                  <a:pt x="417753" y="80289"/>
                </a:lnTo>
                <a:lnTo>
                  <a:pt x="389813" y="76123"/>
                </a:lnTo>
                <a:lnTo>
                  <a:pt x="361797" y="80289"/>
                </a:lnTo>
                <a:lnTo>
                  <a:pt x="339979" y="92075"/>
                </a:lnTo>
                <a:lnTo>
                  <a:pt x="325856" y="110375"/>
                </a:lnTo>
                <a:lnTo>
                  <a:pt x="320941" y="134124"/>
                </a:lnTo>
                <a:lnTo>
                  <a:pt x="325856" y="157759"/>
                </a:lnTo>
                <a:lnTo>
                  <a:pt x="339979" y="176085"/>
                </a:lnTo>
                <a:lnTo>
                  <a:pt x="361797" y="187921"/>
                </a:lnTo>
                <a:lnTo>
                  <a:pt x="389813" y="192125"/>
                </a:lnTo>
                <a:lnTo>
                  <a:pt x="417753" y="187921"/>
                </a:lnTo>
                <a:lnTo>
                  <a:pt x="439635" y="176085"/>
                </a:lnTo>
                <a:lnTo>
                  <a:pt x="443712" y="170853"/>
                </a:lnTo>
                <a:lnTo>
                  <a:pt x="453948" y="157759"/>
                </a:lnTo>
                <a:lnTo>
                  <a:pt x="459181" y="134124"/>
                </a:lnTo>
                <a:close/>
              </a:path>
              <a:path w="561975" h="304800">
                <a:moveTo>
                  <a:pt x="474891" y="37452"/>
                </a:moveTo>
                <a:lnTo>
                  <a:pt x="403352" y="37452"/>
                </a:lnTo>
                <a:lnTo>
                  <a:pt x="403352" y="0"/>
                </a:lnTo>
                <a:lnTo>
                  <a:pt x="376770" y="0"/>
                </a:lnTo>
                <a:lnTo>
                  <a:pt x="376770" y="37452"/>
                </a:lnTo>
                <a:lnTo>
                  <a:pt x="302818" y="37452"/>
                </a:lnTo>
                <a:lnTo>
                  <a:pt x="302818" y="59448"/>
                </a:lnTo>
                <a:lnTo>
                  <a:pt x="474891" y="59448"/>
                </a:lnTo>
                <a:lnTo>
                  <a:pt x="474891" y="37452"/>
                </a:lnTo>
                <a:close/>
              </a:path>
              <a:path w="561975" h="304800">
                <a:moveTo>
                  <a:pt x="554393" y="241"/>
                </a:moveTo>
                <a:lnTo>
                  <a:pt x="527570" y="241"/>
                </a:lnTo>
                <a:lnTo>
                  <a:pt x="527570" y="81191"/>
                </a:lnTo>
                <a:lnTo>
                  <a:pt x="474649" y="81191"/>
                </a:lnTo>
                <a:lnTo>
                  <a:pt x="474649" y="103428"/>
                </a:lnTo>
                <a:lnTo>
                  <a:pt x="527570" y="103428"/>
                </a:lnTo>
                <a:lnTo>
                  <a:pt x="527570" y="144754"/>
                </a:lnTo>
                <a:lnTo>
                  <a:pt x="474649" y="144754"/>
                </a:lnTo>
                <a:lnTo>
                  <a:pt x="474649" y="166509"/>
                </a:lnTo>
                <a:lnTo>
                  <a:pt x="527570" y="166509"/>
                </a:lnTo>
                <a:lnTo>
                  <a:pt x="527570" y="232003"/>
                </a:lnTo>
                <a:lnTo>
                  <a:pt x="554393" y="232003"/>
                </a:lnTo>
                <a:lnTo>
                  <a:pt x="554393" y="241"/>
                </a:lnTo>
                <a:close/>
              </a:path>
              <a:path w="561975" h="304800">
                <a:moveTo>
                  <a:pt x="561403" y="274777"/>
                </a:moveTo>
                <a:lnTo>
                  <a:pt x="384987" y="274777"/>
                </a:lnTo>
                <a:lnTo>
                  <a:pt x="384987" y="211455"/>
                </a:lnTo>
                <a:lnTo>
                  <a:pt x="357911" y="211455"/>
                </a:lnTo>
                <a:lnTo>
                  <a:pt x="357911" y="297014"/>
                </a:lnTo>
                <a:lnTo>
                  <a:pt x="561403" y="297014"/>
                </a:lnTo>
                <a:lnTo>
                  <a:pt x="561403" y="2747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 descr=""/>
          <p:cNvSpPr/>
          <p:nvPr/>
        </p:nvSpPr>
        <p:spPr>
          <a:xfrm>
            <a:off x="16409010" y="1959281"/>
            <a:ext cx="282575" cy="297180"/>
          </a:xfrm>
          <a:custGeom>
            <a:avLst/>
            <a:gdLst/>
            <a:ahLst/>
            <a:cxnLst/>
            <a:rect l="l" t="t" r="r" b="b"/>
            <a:pathLst>
              <a:path w="282575" h="297180">
                <a:moveTo>
                  <a:pt x="181012" y="37217"/>
                </a:moveTo>
                <a:lnTo>
                  <a:pt x="0" y="37217"/>
                </a:lnTo>
                <a:lnTo>
                  <a:pt x="0" y="59209"/>
                </a:lnTo>
                <a:lnTo>
                  <a:pt x="181012" y="59209"/>
                </a:lnTo>
                <a:lnTo>
                  <a:pt x="181012" y="37217"/>
                </a:lnTo>
                <a:close/>
              </a:path>
              <a:path w="282575" h="297180">
                <a:moveTo>
                  <a:pt x="103919" y="0"/>
                </a:moveTo>
                <a:lnTo>
                  <a:pt x="77334" y="0"/>
                </a:lnTo>
                <a:lnTo>
                  <a:pt x="77334" y="37217"/>
                </a:lnTo>
                <a:lnTo>
                  <a:pt x="103919" y="37217"/>
                </a:lnTo>
                <a:lnTo>
                  <a:pt x="103919" y="0"/>
                </a:lnTo>
                <a:close/>
              </a:path>
              <a:path w="282575" h="297180">
                <a:moveTo>
                  <a:pt x="73226" y="209287"/>
                </a:moveTo>
                <a:lnTo>
                  <a:pt x="46642" y="209287"/>
                </a:lnTo>
                <a:lnTo>
                  <a:pt x="46642" y="296773"/>
                </a:lnTo>
                <a:lnTo>
                  <a:pt x="250855" y="296773"/>
                </a:lnTo>
                <a:lnTo>
                  <a:pt x="250855" y="274539"/>
                </a:lnTo>
                <a:lnTo>
                  <a:pt x="73226" y="274539"/>
                </a:lnTo>
                <a:lnTo>
                  <a:pt x="73226" y="209287"/>
                </a:lnTo>
                <a:close/>
              </a:path>
              <a:path w="282575" h="297180">
                <a:moveTo>
                  <a:pt x="236839" y="0"/>
                </a:moveTo>
                <a:lnTo>
                  <a:pt x="210012" y="0"/>
                </a:lnTo>
                <a:lnTo>
                  <a:pt x="210012" y="227655"/>
                </a:lnTo>
                <a:lnTo>
                  <a:pt x="236839" y="227655"/>
                </a:lnTo>
                <a:lnTo>
                  <a:pt x="236839" y="122769"/>
                </a:lnTo>
                <a:lnTo>
                  <a:pt x="282515" y="122769"/>
                </a:lnTo>
                <a:lnTo>
                  <a:pt x="282515" y="100052"/>
                </a:lnTo>
                <a:lnTo>
                  <a:pt x="236839" y="100052"/>
                </a:lnTo>
                <a:lnTo>
                  <a:pt x="236839" y="0"/>
                </a:lnTo>
                <a:close/>
              </a:path>
              <a:path w="282575" h="297180">
                <a:moveTo>
                  <a:pt x="90627" y="75884"/>
                </a:moveTo>
                <a:lnTo>
                  <a:pt x="60595" y="79898"/>
                </a:lnTo>
                <a:lnTo>
                  <a:pt x="37428" y="91321"/>
                </a:lnTo>
                <a:lnTo>
                  <a:pt x="22554" y="109224"/>
                </a:lnTo>
                <a:lnTo>
                  <a:pt x="17400" y="132678"/>
                </a:lnTo>
                <a:lnTo>
                  <a:pt x="22554" y="155814"/>
                </a:lnTo>
                <a:lnTo>
                  <a:pt x="37428" y="173490"/>
                </a:lnTo>
                <a:lnTo>
                  <a:pt x="60595" y="184777"/>
                </a:lnTo>
                <a:lnTo>
                  <a:pt x="90627" y="188746"/>
                </a:lnTo>
                <a:lnTo>
                  <a:pt x="120246" y="184777"/>
                </a:lnTo>
                <a:lnTo>
                  <a:pt x="143251" y="173490"/>
                </a:lnTo>
                <a:lnTo>
                  <a:pt x="148331" y="167478"/>
                </a:lnTo>
                <a:lnTo>
                  <a:pt x="90627" y="167478"/>
                </a:lnTo>
                <a:lnTo>
                  <a:pt x="71021" y="165133"/>
                </a:lnTo>
                <a:lnTo>
                  <a:pt x="55947" y="158144"/>
                </a:lnTo>
                <a:lnTo>
                  <a:pt x="46310" y="147121"/>
                </a:lnTo>
                <a:lnTo>
                  <a:pt x="43017" y="132678"/>
                </a:lnTo>
                <a:lnTo>
                  <a:pt x="46310" y="117913"/>
                </a:lnTo>
                <a:lnTo>
                  <a:pt x="55947" y="106637"/>
                </a:lnTo>
                <a:lnTo>
                  <a:pt x="71021" y="99440"/>
                </a:lnTo>
                <a:lnTo>
                  <a:pt x="90627" y="96910"/>
                </a:lnTo>
                <a:lnTo>
                  <a:pt x="147914" y="96910"/>
                </a:lnTo>
                <a:lnTo>
                  <a:pt x="143251" y="91321"/>
                </a:lnTo>
                <a:lnTo>
                  <a:pt x="120246" y="79898"/>
                </a:lnTo>
                <a:lnTo>
                  <a:pt x="90627" y="75884"/>
                </a:lnTo>
                <a:close/>
              </a:path>
              <a:path w="282575" h="297180">
                <a:moveTo>
                  <a:pt x="147914" y="96910"/>
                </a:moveTo>
                <a:lnTo>
                  <a:pt x="90627" y="96910"/>
                </a:lnTo>
                <a:lnTo>
                  <a:pt x="109961" y="99440"/>
                </a:lnTo>
                <a:lnTo>
                  <a:pt x="124944" y="106637"/>
                </a:lnTo>
                <a:lnTo>
                  <a:pt x="134672" y="117913"/>
                </a:lnTo>
                <a:lnTo>
                  <a:pt x="138236" y="132678"/>
                </a:lnTo>
                <a:lnTo>
                  <a:pt x="134672" y="147121"/>
                </a:lnTo>
                <a:lnTo>
                  <a:pt x="124944" y="158144"/>
                </a:lnTo>
                <a:lnTo>
                  <a:pt x="109961" y="165133"/>
                </a:lnTo>
                <a:lnTo>
                  <a:pt x="90627" y="167478"/>
                </a:lnTo>
                <a:lnTo>
                  <a:pt x="148331" y="167478"/>
                </a:lnTo>
                <a:lnTo>
                  <a:pt x="158189" y="155814"/>
                </a:lnTo>
                <a:lnTo>
                  <a:pt x="163612" y="132678"/>
                </a:lnTo>
                <a:lnTo>
                  <a:pt x="158189" y="109224"/>
                </a:lnTo>
                <a:lnTo>
                  <a:pt x="147914" y="969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 descr=""/>
          <p:cNvSpPr/>
          <p:nvPr/>
        </p:nvSpPr>
        <p:spPr>
          <a:xfrm>
            <a:off x="16798295" y="1959040"/>
            <a:ext cx="260350" cy="304165"/>
          </a:xfrm>
          <a:custGeom>
            <a:avLst/>
            <a:gdLst/>
            <a:ahLst/>
            <a:cxnLst/>
            <a:rect l="l" t="t" r="r" b="b"/>
            <a:pathLst>
              <a:path w="260350" h="304164">
                <a:moveTo>
                  <a:pt x="259798" y="0"/>
                </a:moveTo>
                <a:lnTo>
                  <a:pt x="234180" y="0"/>
                </a:lnTo>
                <a:lnTo>
                  <a:pt x="234180" y="303782"/>
                </a:lnTo>
                <a:lnTo>
                  <a:pt x="259798" y="303782"/>
                </a:lnTo>
                <a:lnTo>
                  <a:pt x="259798" y="0"/>
                </a:lnTo>
                <a:close/>
              </a:path>
              <a:path w="260350" h="304164">
                <a:moveTo>
                  <a:pt x="195996" y="146453"/>
                </a:moveTo>
                <a:lnTo>
                  <a:pt x="170379" y="146453"/>
                </a:lnTo>
                <a:lnTo>
                  <a:pt x="170379" y="288314"/>
                </a:lnTo>
                <a:lnTo>
                  <a:pt x="195996" y="288314"/>
                </a:lnTo>
                <a:lnTo>
                  <a:pt x="195996" y="146453"/>
                </a:lnTo>
                <a:close/>
              </a:path>
              <a:path w="260350" h="304164">
                <a:moveTo>
                  <a:pt x="130986" y="38667"/>
                </a:moveTo>
                <a:lnTo>
                  <a:pt x="13050" y="38667"/>
                </a:lnTo>
                <a:lnTo>
                  <a:pt x="13050" y="61143"/>
                </a:lnTo>
                <a:lnTo>
                  <a:pt x="104161" y="61143"/>
                </a:lnTo>
                <a:lnTo>
                  <a:pt x="95022" y="107072"/>
                </a:lnTo>
                <a:lnTo>
                  <a:pt x="74918" y="149081"/>
                </a:lnTo>
                <a:lnTo>
                  <a:pt x="43395" y="186514"/>
                </a:lnTo>
                <a:lnTo>
                  <a:pt x="0" y="218713"/>
                </a:lnTo>
                <a:lnTo>
                  <a:pt x="15709" y="238047"/>
                </a:lnTo>
                <a:lnTo>
                  <a:pt x="45104" y="218145"/>
                </a:lnTo>
                <a:lnTo>
                  <a:pt x="69798" y="196102"/>
                </a:lnTo>
                <a:lnTo>
                  <a:pt x="89983" y="172133"/>
                </a:lnTo>
                <a:lnTo>
                  <a:pt x="105852" y="146453"/>
                </a:lnTo>
                <a:lnTo>
                  <a:pt x="195996" y="146453"/>
                </a:lnTo>
                <a:lnTo>
                  <a:pt x="195996" y="124702"/>
                </a:lnTo>
                <a:lnTo>
                  <a:pt x="115761" y="124702"/>
                </a:lnTo>
                <a:lnTo>
                  <a:pt x="122507" y="104055"/>
                </a:lnTo>
                <a:lnTo>
                  <a:pt x="127225" y="82772"/>
                </a:lnTo>
                <a:lnTo>
                  <a:pt x="129992" y="61143"/>
                </a:lnTo>
                <a:lnTo>
                  <a:pt x="130017" y="60946"/>
                </a:lnTo>
                <a:lnTo>
                  <a:pt x="130986" y="38667"/>
                </a:lnTo>
                <a:close/>
              </a:path>
              <a:path w="260350" h="304164">
                <a:moveTo>
                  <a:pt x="195996" y="8216"/>
                </a:moveTo>
                <a:lnTo>
                  <a:pt x="170379" y="8216"/>
                </a:lnTo>
                <a:lnTo>
                  <a:pt x="170379" y="124702"/>
                </a:lnTo>
                <a:lnTo>
                  <a:pt x="195996" y="124702"/>
                </a:lnTo>
                <a:lnTo>
                  <a:pt x="195996" y="82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 descr=""/>
          <p:cNvSpPr/>
          <p:nvPr/>
        </p:nvSpPr>
        <p:spPr>
          <a:xfrm>
            <a:off x="17107636" y="1959281"/>
            <a:ext cx="244475" cy="299720"/>
          </a:xfrm>
          <a:custGeom>
            <a:avLst/>
            <a:gdLst/>
            <a:ahLst/>
            <a:cxnLst/>
            <a:rect l="l" t="t" r="r" b="b"/>
            <a:pathLst>
              <a:path w="244475" h="299719">
                <a:moveTo>
                  <a:pt x="243846" y="0"/>
                </a:moveTo>
                <a:lnTo>
                  <a:pt x="217021" y="0"/>
                </a:lnTo>
                <a:lnTo>
                  <a:pt x="217021" y="173520"/>
                </a:lnTo>
                <a:lnTo>
                  <a:pt x="243846" y="173520"/>
                </a:lnTo>
                <a:lnTo>
                  <a:pt x="243846" y="0"/>
                </a:lnTo>
                <a:close/>
              </a:path>
              <a:path w="244475" h="299719">
                <a:moveTo>
                  <a:pt x="79752" y="15950"/>
                </a:moveTo>
                <a:lnTo>
                  <a:pt x="47817" y="21108"/>
                </a:lnTo>
                <a:lnTo>
                  <a:pt x="22566" y="35646"/>
                </a:lnTo>
                <a:lnTo>
                  <a:pt x="5970" y="58159"/>
                </a:lnTo>
                <a:lnTo>
                  <a:pt x="0" y="87243"/>
                </a:lnTo>
                <a:lnTo>
                  <a:pt x="5970" y="115806"/>
                </a:lnTo>
                <a:lnTo>
                  <a:pt x="22566" y="138115"/>
                </a:lnTo>
                <a:lnTo>
                  <a:pt x="47817" y="152631"/>
                </a:lnTo>
                <a:lnTo>
                  <a:pt x="79752" y="157811"/>
                </a:lnTo>
                <a:lnTo>
                  <a:pt x="111648" y="152631"/>
                </a:lnTo>
                <a:lnTo>
                  <a:pt x="136816" y="138115"/>
                </a:lnTo>
                <a:lnTo>
                  <a:pt x="139052" y="135094"/>
                </a:lnTo>
                <a:lnTo>
                  <a:pt x="79752" y="135094"/>
                </a:lnTo>
                <a:lnTo>
                  <a:pt x="58220" y="131560"/>
                </a:lnTo>
                <a:lnTo>
                  <a:pt x="41265" y="121681"/>
                </a:lnTo>
                <a:lnTo>
                  <a:pt x="30201" y="106547"/>
                </a:lnTo>
                <a:lnTo>
                  <a:pt x="26342" y="87243"/>
                </a:lnTo>
                <a:lnTo>
                  <a:pt x="30201" y="67626"/>
                </a:lnTo>
                <a:lnTo>
                  <a:pt x="41265" y="52291"/>
                </a:lnTo>
                <a:lnTo>
                  <a:pt x="58220" y="42349"/>
                </a:lnTo>
                <a:lnTo>
                  <a:pt x="79752" y="38909"/>
                </a:lnTo>
                <a:lnTo>
                  <a:pt x="139209" y="38909"/>
                </a:lnTo>
                <a:lnTo>
                  <a:pt x="136816" y="35646"/>
                </a:lnTo>
                <a:lnTo>
                  <a:pt x="111648" y="21108"/>
                </a:lnTo>
                <a:lnTo>
                  <a:pt x="79752" y="15950"/>
                </a:lnTo>
                <a:close/>
              </a:path>
              <a:path w="244475" h="299719">
                <a:moveTo>
                  <a:pt x="139209" y="38909"/>
                </a:moveTo>
                <a:lnTo>
                  <a:pt x="79752" y="38909"/>
                </a:lnTo>
                <a:lnTo>
                  <a:pt x="101147" y="42349"/>
                </a:lnTo>
                <a:lnTo>
                  <a:pt x="118057" y="52291"/>
                </a:lnTo>
                <a:lnTo>
                  <a:pt x="129166" y="67626"/>
                </a:lnTo>
                <a:lnTo>
                  <a:pt x="133161" y="87243"/>
                </a:lnTo>
                <a:lnTo>
                  <a:pt x="129166" y="106547"/>
                </a:lnTo>
                <a:lnTo>
                  <a:pt x="118057" y="121681"/>
                </a:lnTo>
                <a:lnTo>
                  <a:pt x="101147" y="131560"/>
                </a:lnTo>
                <a:lnTo>
                  <a:pt x="79752" y="135094"/>
                </a:lnTo>
                <a:lnTo>
                  <a:pt x="139052" y="135094"/>
                </a:lnTo>
                <a:lnTo>
                  <a:pt x="153329" y="115806"/>
                </a:lnTo>
                <a:lnTo>
                  <a:pt x="159262" y="87243"/>
                </a:lnTo>
                <a:lnTo>
                  <a:pt x="153329" y="58159"/>
                </a:lnTo>
                <a:lnTo>
                  <a:pt x="139209" y="38909"/>
                </a:lnTo>
                <a:close/>
              </a:path>
              <a:path w="244475" h="299719">
                <a:moveTo>
                  <a:pt x="243846" y="189954"/>
                </a:moveTo>
                <a:lnTo>
                  <a:pt x="46159" y="189954"/>
                </a:lnTo>
                <a:lnTo>
                  <a:pt x="46159" y="299431"/>
                </a:lnTo>
                <a:lnTo>
                  <a:pt x="243846" y="299431"/>
                </a:lnTo>
                <a:lnTo>
                  <a:pt x="243846" y="277439"/>
                </a:lnTo>
                <a:lnTo>
                  <a:pt x="72743" y="277439"/>
                </a:lnTo>
                <a:lnTo>
                  <a:pt x="72743" y="211704"/>
                </a:lnTo>
                <a:lnTo>
                  <a:pt x="243846" y="211704"/>
                </a:lnTo>
                <a:lnTo>
                  <a:pt x="243846" y="189954"/>
                </a:lnTo>
                <a:close/>
              </a:path>
              <a:path w="244475" h="299719">
                <a:moveTo>
                  <a:pt x="243846" y="211704"/>
                </a:moveTo>
                <a:lnTo>
                  <a:pt x="217505" y="211704"/>
                </a:lnTo>
                <a:lnTo>
                  <a:pt x="217505" y="277439"/>
                </a:lnTo>
                <a:lnTo>
                  <a:pt x="243846" y="277439"/>
                </a:lnTo>
                <a:lnTo>
                  <a:pt x="243846" y="2117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4" name="object 154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152170" y="846665"/>
            <a:ext cx="305250" cy="355619"/>
          </a:xfrm>
          <a:prstGeom prst="rect">
            <a:avLst/>
          </a:prstGeom>
        </p:spPr>
      </p:pic>
      <p:grpSp>
        <p:nvGrpSpPr>
          <p:cNvPr id="155" name="object 155" descr=""/>
          <p:cNvGrpSpPr/>
          <p:nvPr/>
        </p:nvGrpSpPr>
        <p:grpSpPr>
          <a:xfrm>
            <a:off x="9503371" y="846665"/>
            <a:ext cx="292735" cy="351155"/>
            <a:chOff x="9503371" y="846665"/>
            <a:chExt cx="292735" cy="351155"/>
          </a:xfrm>
        </p:grpSpPr>
        <p:sp>
          <p:nvSpPr>
            <p:cNvPr id="156" name="object 156" descr=""/>
            <p:cNvSpPr/>
            <p:nvPr/>
          </p:nvSpPr>
          <p:spPr>
            <a:xfrm>
              <a:off x="9761164" y="850672"/>
              <a:ext cx="31115" cy="198120"/>
            </a:xfrm>
            <a:custGeom>
              <a:avLst/>
              <a:gdLst/>
              <a:ahLst/>
              <a:cxnLst/>
              <a:rect l="l" t="t" r="r" b="b"/>
              <a:pathLst>
                <a:path w="31115" h="198119">
                  <a:moveTo>
                    <a:pt x="0" y="197603"/>
                  </a:moveTo>
                  <a:lnTo>
                    <a:pt x="30719" y="197603"/>
                  </a:lnTo>
                  <a:lnTo>
                    <a:pt x="30719" y="0"/>
                  </a:lnTo>
                  <a:lnTo>
                    <a:pt x="0" y="0"/>
                  </a:lnTo>
                  <a:lnTo>
                    <a:pt x="0" y="197603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7" name="object 15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503371" y="860225"/>
              <a:ext cx="216964" cy="183201"/>
            </a:xfrm>
            <a:prstGeom prst="rect">
              <a:avLst/>
            </a:prstGeom>
          </p:spPr>
        </p:pic>
        <p:sp>
          <p:nvSpPr>
            <p:cNvPr id="158" name="object 158" descr=""/>
            <p:cNvSpPr/>
            <p:nvPr/>
          </p:nvSpPr>
          <p:spPr>
            <a:xfrm>
              <a:off x="9565497" y="1068202"/>
              <a:ext cx="226695" cy="125730"/>
            </a:xfrm>
            <a:custGeom>
              <a:avLst/>
              <a:gdLst/>
              <a:ahLst/>
              <a:cxnLst/>
              <a:rect l="l" t="t" r="r" b="b"/>
              <a:pathLst>
                <a:path w="226695" h="125730">
                  <a:moveTo>
                    <a:pt x="226385" y="125369"/>
                  </a:moveTo>
                  <a:lnTo>
                    <a:pt x="226385" y="0"/>
                  </a:lnTo>
                  <a:lnTo>
                    <a:pt x="0" y="0"/>
                  </a:lnTo>
                  <a:lnTo>
                    <a:pt x="0" y="125369"/>
                  </a:lnTo>
                  <a:lnTo>
                    <a:pt x="226385" y="125369"/>
                  </a:lnTo>
                  <a:close/>
                </a:path>
                <a:path w="226695" h="125730">
                  <a:moveTo>
                    <a:pt x="196219" y="24907"/>
                  </a:moveTo>
                  <a:lnTo>
                    <a:pt x="196219" y="100185"/>
                  </a:lnTo>
                  <a:lnTo>
                    <a:pt x="30442" y="100185"/>
                  </a:lnTo>
                  <a:lnTo>
                    <a:pt x="30442" y="24907"/>
                  </a:lnTo>
                  <a:lnTo>
                    <a:pt x="196219" y="24907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9" name="object 159" descr=""/>
          <p:cNvSpPr/>
          <p:nvPr/>
        </p:nvSpPr>
        <p:spPr>
          <a:xfrm>
            <a:off x="10208196" y="850395"/>
            <a:ext cx="31115" cy="347980"/>
          </a:xfrm>
          <a:custGeom>
            <a:avLst/>
            <a:gdLst/>
            <a:ahLst/>
            <a:cxnLst/>
            <a:rect l="l" t="t" r="r" b="b"/>
            <a:pathLst>
              <a:path w="31115" h="347980">
                <a:moveTo>
                  <a:pt x="0" y="347881"/>
                </a:moveTo>
                <a:lnTo>
                  <a:pt x="30720" y="347881"/>
                </a:lnTo>
                <a:lnTo>
                  <a:pt x="30720" y="0"/>
                </a:lnTo>
                <a:lnTo>
                  <a:pt x="0" y="0"/>
                </a:lnTo>
                <a:lnTo>
                  <a:pt x="0" y="347881"/>
                </a:lnTo>
                <a:close/>
              </a:path>
            </a:pathLst>
          </a:custGeom>
          <a:ln w="80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60" name="object 160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951789" y="884303"/>
            <a:ext cx="188181" cy="252666"/>
          </a:xfrm>
          <a:prstGeom prst="rect">
            <a:avLst/>
          </a:prstGeom>
        </p:spPr>
      </p:pic>
      <p:grpSp>
        <p:nvGrpSpPr>
          <p:cNvPr id="161" name="object 161" descr=""/>
          <p:cNvGrpSpPr/>
          <p:nvPr/>
        </p:nvGrpSpPr>
        <p:grpSpPr>
          <a:xfrm>
            <a:off x="10293858" y="853307"/>
            <a:ext cx="325755" cy="347345"/>
            <a:chOff x="10293858" y="853307"/>
            <a:chExt cx="325755" cy="347345"/>
          </a:xfrm>
        </p:grpSpPr>
        <p:sp>
          <p:nvSpPr>
            <p:cNvPr id="162" name="object 162" descr=""/>
            <p:cNvSpPr/>
            <p:nvPr/>
          </p:nvSpPr>
          <p:spPr>
            <a:xfrm>
              <a:off x="10297865" y="857314"/>
              <a:ext cx="317500" cy="182245"/>
            </a:xfrm>
            <a:custGeom>
              <a:avLst/>
              <a:gdLst/>
              <a:ahLst/>
              <a:cxnLst/>
              <a:rect l="l" t="t" r="r" b="b"/>
              <a:pathLst>
                <a:path w="317500" h="182244">
                  <a:moveTo>
                    <a:pt x="73894" y="90499"/>
                  </a:moveTo>
                  <a:lnTo>
                    <a:pt x="73894" y="0"/>
                  </a:lnTo>
                  <a:lnTo>
                    <a:pt x="43450" y="0"/>
                  </a:lnTo>
                  <a:lnTo>
                    <a:pt x="43450" y="115683"/>
                  </a:lnTo>
                  <a:lnTo>
                    <a:pt x="280907" y="115683"/>
                  </a:lnTo>
                  <a:lnTo>
                    <a:pt x="280907" y="90499"/>
                  </a:lnTo>
                  <a:lnTo>
                    <a:pt x="73894" y="90499"/>
                  </a:lnTo>
                  <a:close/>
                </a:path>
                <a:path w="317500" h="182244">
                  <a:moveTo>
                    <a:pt x="0" y="181827"/>
                  </a:moveTo>
                  <a:lnTo>
                    <a:pt x="317438" y="181827"/>
                  </a:lnTo>
                  <a:lnTo>
                    <a:pt x="317438" y="156366"/>
                  </a:lnTo>
                  <a:lnTo>
                    <a:pt x="0" y="156366"/>
                  </a:lnTo>
                  <a:lnTo>
                    <a:pt x="0" y="181827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3" name="object 16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332051" y="1066408"/>
              <a:ext cx="247960" cy="134215"/>
            </a:xfrm>
            <a:prstGeom prst="rect">
              <a:avLst/>
            </a:prstGeom>
          </p:spPr>
        </p:pic>
      </p:grpSp>
      <p:grpSp>
        <p:nvGrpSpPr>
          <p:cNvPr id="164" name="object 164" descr=""/>
          <p:cNvGrpSpPr/>
          <p:nvPr/>
        </p:nvGrpSpPr>
        <p:grpSpPr>
          <a:xfrm>
            <a:off x="9152170" y="846665"/>
            <a:ext cx="305435" cy="356235"/>
            <a:chOff x="9152170" y="846665"/>
            <a:chExt cx="305435" cy="356235"/>
          </a:xfrm>
        </p:grpSpPr>
        <p:sp>
          <p:nvSpPr>
            <p:cNvPr id="165" name="object 165" descr=""/>
            <p:cNvSpPr/>
            <p:nvPr/>
          </p:nvSpPr>
          <p:spPr>
            <a:xfrm>
              <a:off x="9156177" y="850672"/>
              <a:ext cx="297815" cy="347980"/>
            </a:xfrm>
            <a:custGeom>
              <a:avLst/>
              <a:gdLst/>
              <a:ahLst/>
              <a:cxnLst/>
              <a:rect l="l" t="t" r="r" b="b"/>
              <a:pathLst>
                <a:path w="297815" h="347980">
                  <a:moveTo>
                    <a:pt x="297235" y="123155"/>
                  </a:moveTo>
                  <a:lnTo>
                    <a:pt x="268176" y="123155"/>
                  </a:lnTo>
                  <a:lnTo>
                    <a:pt x="268176" y="216145"/>
                  </a:lnTo>
                  <a:lnTo>
                    <a:pt x="297235" y="216145"/>
                  </a:lnTo>
                  <a:lnTo>
                    <a:pt x="297235" y="123155"/>
                  </a:lnTo>
                  <a:close/>
                </a:path>
                <a:path w="297815" h="347980">
                  <a:moveTo>
                    <a:pt x="222788" y="5811"/>
                  </a:moveTo>
                  <a:lnTo>
                    <a:pt x="193452" y="5811"/>
                  </a:lnTo>
                  <a:lnTo>
                    <a:pt x="193452" y="213654"/>
                  </a:lnTo>
                  <a:lnTo>
                    <a:pt x="222788" y="213654"/>
                  </a:lnTo>
                  <a:lnTo>
                    <a:pt x="222788" y="123155"/>
                  </a:lnTo>
                  <a:lnTo>
                    <a:pt x="297235" y="123155"/>
                  </a:lnTo>
                  <a:lnTo>
                    <a:pt x="297235" y="97694"/>
                  </a:lnTo>
                  <a:lnTo>
                    <a:pt x="222788" y="97694"/>
                  </a:lnTo>
                  <a:lnTo>
                    <a:pt x="222788" y="5811"/>
                  </a:lnTo>
                  <a:close/>
                </a:path>
                <a:path w="297815" h="347980">
                  <a:moveTo>
                    <a:pt x="297235" y="0"/>
                  </a:moveTo>
                  <a:lnTo>
                    <a:pt x="268176" y="0"/>
                  </a:lnTo>
                  <a:lnTo>
                    <a:pt x="268176" y="97694"/>
                  </a:lnTo>
                  <a:lnTo>
                    <a:pt x="297235" y="97694"/>
                  </a:lnTo>
                  <a:lnTo>
                    <a:pt x="297235" y="0"/>
                  </a:lnTo>
                  <a:close/>
                </a:path>
                <a:path w="297815" h="347980">
                  <a:moveTo>
                    <a:pt x="178507" y="40682"/>
                  </a:moveTo>
                  <a:lnTo>
                    <a:pt x="0" y="40682"/>
                  </a:lnTo>
                  <a:lnTo>
                    <a:pt x="0" y="65590"/>
                  </a:lnTo>
                  <a:lnTo>
                    <a:pt x="178507" y="65590"/>
                  </a:lnTo>
                  <a:lnTo>
                    <a:pt x="178507" y="40682"/>
                  </a:lnTo>
                  <a:close/>
                </a:path>
                <a:path w="297815" h="347980">
                  <a:moveTo>
                    <a:pt x="104890" y="1383"/>
                  </a:moveTo>
                  <a:lnTo>
                    <a:pt x="74447" y="1383"/>
                  </a:lnTo>
                  <a:lnTo>
                    <a:pt x="74447" y="40682"/>
                  </a:lnTo>
                  <a:lnTo>
                    <a:pt x="104890" y="40682"/>
                  </a:lnTo>
                  <a:lnTo>
                    <a:pt x="104890" y="1383"/>
                  </a:lnTo>
                  <a:close/>
                </a:path>
                <a:path w="297815" h="347980">
                  <a:moveTo>
                    <a:pt x="89392" y="83303"/>
                  </a:moveTo>
                  <a:lnTo>
                    <a:pt x="59316" y="87731"/>
                  </a:lnTo>
                  <a:lnTo>
                    <a:pt x="35805" y="100254"/>
                  </a:lnTo>
                  <a:lnTo>
                    <a:pt x="20544" y="119731"/>
                  </a:lnTo>
                  <a:lnTo>
                    <a:pt x="15221" y="145019"/>
                  </a:lnTo>
                  <a:lnTo>
                    <a:pt x="20544" y="169988"/>
                  </a:lnTo>
                  <a:lnTo>
                    <a:pt x="35805" y="189300"/>
                  </a:lnTo>
                  <a:lnTo>
                    <a:pt x="59316" y="201763"/>
                  </a:lnTo>
                  <a:lnTo>
                    <a:pt x="89392" y="206182"/>
                  </a:lnTo>
                  <a:lnTo>
                    <a:pt x="119752" y="201763"/>
                  </a:lnTo>
                  <a:lnTo>
                    <a:pt x="143393" y="189300"/>
                  </a:lnTo>
                  <a:lnTo>
                    <a:pt x="148687" y="182658"/>
                  </a:lnTo>
                  <a:lnTo>
                    <a:pt x="89392" y="182658"/>
                  </a:lnTo>
                  <a:lnTo>
                    <a:pt x="70408" y="179929"/>
                  </a:lnTo>
                  <a:lnTo>
                    <a:pt x="55628" y="172245"/>
                  </a:lnTo>
                  <a:lnTo>
                    <a:pt x="46036" y="160357"/>
                  </a:lnTo>
                  <a:lnTo>
                    <a:pt x="42620" y="145019"/>
                  </a:lnTo>
                  <a:lnTo>
                    <a:pt x="46036" y="129356"/>
                  </a:lnTo>
                  <a:lnTo>
                    <a:pt x="55628" y="117274"/>
                  </a:lnTo>
                  <a:lnTo>
                    <a:pt x="70408" y="109447"/>
                  </a:lnTo>
                  <a:lnTo>
                    <a:pt x="89392" y="106550"/>
                  </a:lnTo>
                  <a:lnTo>
                    <a:pt x="148368" y="106550"/>
                  </a:lnTo>
                  <a:lnTo>
                    <a:pt x="143393" y="100254"/>
                  </a:lnTo>
                  <a:lnTo>
                    <a:pt x="119752" y="87731"/>
                  </a:lnTo>
                  <a:lnTo>
                    <a:pt x="89392" y="83303"/>
                  </a:lnTo>
                  <a:close/>
                </a:path>
                <a:path w="297815" h="347980">
                  <a:moveTo>
                    <a:pt x="148368" y="106550"/>
                  </a:moveTo>
                  <a:lnTo>
                    <a:pt x="89392" y="106550"/>
                  </a:lnTo>
                  <a:lnTo>
                    <a:pt x="108535" y="109447"/>
                  </a:lnTo>
                  <a:lnTo>
                    <a:pt x="123398" y="117274"/>
                  </a:lnTo>
                  <a:lnTo>
                    <a:pt x="133019" y="129356"/>
                  </a:lnTo>
                  <a:lnTo>
                    <a:pt x="136440" y="145019"/>
                  </a:lnTo>
                  <a:lnTo>
                    <a:pt x="133019" y="160357"/>
                  </a:lnTo>
                  <a:lnTo>
                    <a:pt x="123398" y="172245"/>
                  </a:lnTo>
                  <a:lnTo>
                    <a:pt x="108535" y="179929"/>
                  </a:lnTo>
                  <a:lnTo>
                    <a:pt x="89392" y="182658"/>
                  </a:lnTo>
                  <a:lnTo>
                    <a:pt x="148687" y="182658"/>
                  </a:lnTo>
                  <a:lnTo>
                    <a:pt x="158784" y="169988"/>
                  </a:lnTo>
                  <a:lnTo>
                    <a:pt x="164392" y="145019"/>
                  </a:lnTo>
                  <a:lnTo>
                    <a:pt x="158784" y="119731"/>
                  </a:lnTo>
                  <a:lnTo>
                    <a:pt x="148368" y="106550"/>
                  </a:lnTo>
                  <a:close/>
                </a:path>
                <a:path w="297815" h="347980">
                  <a:moveTo>
                    <a:pt x="297235" y="236902"/>
                  </a:moveTo>
                  <a:lnTo>
                    <a:pt x="62823" y="236902"/>
                  </a:lnTo>
                  <a:lnTo>
                    <a:pt x="62823" y="261810"/>
                  </a:lnTo>
                  <a:lnTo>
                    <a:pt x="267068" y="261810"/>
                  </a:lnTo>
                  <a:lnTo>
                    <a:pt x="267068" y="347604"/>
                  </a:lnTo>
                  <a:lnTo>
                    <a:pt x="297235" y="347604"/>
                  </a:lnTo>
                  <a:lnTo>
                    <a:pt x="297235" y="236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6" name="object 16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152170" y="846665"/>
              <a:ext cx="305250" cy="355619"/>
            </a:xfrm>
            <a:prstGeom prst="rect">
              <a:avLst/>
            </a:prstGeom>
          </p:spPr>
        </p:pic>
      </p:grpSp>
      <p:grpSp>
        <p:nvGrpSpPr>
          <p:cNvPr id="167" name="object 167" descr=""/>
          <p:cNvGrpSpPr/>
          <p:nvPr/>
        </p:nvGrpSpPr>
        <p:grpSpPr>
          <a:xfrm>
            <a:off x="9503371" y="846665"/>
            <a:ext cx="292735" cy="351155"/>
            <a:chOff x="9503371" y="846665"/>
            <a:chExt cx="292735" cy="351155"/>
          </a:xfrm>
        </p:grpSpPr>
        <p:sp>
          <p:nvSpPr>
            <p:cNvPr id="168" name="object 168" descr=""/>
            <p:cNvSpPr/>
            <p:nvPr/>
          </p:nvSpPr>
          <p:spPr>
            <a:xfrm>
              <a:off x="9507379" y="850672"/>
              <a:ext cx="285115" cy="342900"/>
            </a:xfrm>
            <a:custGeom>
              <a:avLst/>
              <a:gdLst/>
              <a:ahLst/>
              <a:cxnLst/>
              <a:rect l="l" t="t" r="r" b="b"/>
              <a:pathLst>
                <a:path w="285115" h="342900">
                  <a:moveTo>
                    <a:pt x="284504" y="0"/>
                  </a:moveTo>
                  <a:lnTo>
                    <a:pt x="253785" y="0"/>
                  </a:lnTo>
                  <a:lnTo>
                    <a:pt x="253785" y="197603"/>
                  </a:lnTo>
                  <a:lnTo>
                    <a:pt x="284504" y="197603"/>
                  </a:lnTo>
                  <a:lnTo>
                    <a:pt x="284504" y="0"/>
                  </a:lnTo>
                  <a:close/>
                </a:path>
                <a:path w="285115" h="342900">
                  <a:moveTo>
                    <a:pt x="120388" y="13560"/>
                  </a:moveTo>
                  <a:lnTo>
                    <a:pt x="89114" y="13560"/>
                  </a:lnTo>
                  <a:lnTo>
                    <a:pt x="89114" y="47601"/>
                  </a:lnTo>
                  <a:lnTo>
                    <a:pt x="82585" y="84842"/>
                  </a:lnTo>
                  <a:lnTo>
                    <a:pt x="64276" y="118243"/>
                  </a:lnTo>
                  <a:lnTo>
                    <a:pt x="36107" y="145521"/>
                  </a:lnTo>
                  <a:lnTo>
                    <a:pt x="0" y="164392"/>
                  </a:lnTo>
                  <a:lnTo>
                    <a:pt x="15775" y="188747"/>
                  </a:lnTo>
                  <a:lnTo>
                    <a:pt x="45074" y="174117"/>
                  </a:lnTo>
                  <a:lnTo>
                    <a:pt x="70209" y="154014"/>
                  </a:lnTo>
                  <a:lnTo>
                    <a:pt x="90440" y="129240"/>
                  </a:lnTo>
                  <a:lnTo>
                    <a:pt x="105028" y="100600"/>
                  </a:lnTo>
                  <a:lnTo>
                    <a:pt x="137123" y="100600"/>
                  </a:lnTo>
                  <a:lnTo>
                    <a:pt x="126909" y="83151"/>
                  </a:lnTo>
                  <a:lnTo>
                    <a:pt x="120388" y="47601"/>
                  </a:lnTo>
                  <a:lnTo>
                    <a:pt x="120388" y="13560"/>
                  </a:lnTo>
                  <a:close/>
                </a:path>
                <a:path w="285115" h="342900">
                  <a:moveTo>
                    <a:pt x="137123" y="100600"/>
                  </a:moveTo>
                  <a:lnTo>
                    <a:pt x="105028" y="100600"/>
                  </a:lnTo>
                  <a:lnTo>
                    <a:pt x="119739" y="127380"/>
                  </a:lnTo>
                  <a:lnTo>
                    <a:pt x="139899" y="150243"/>
                  </a:lnTo>
                  <a:lnTo>
                    <a:pt x="164730" y="168591"/>
                  </a:lnTo>
                  <a:lnTo>
                    <a:pt x="193452" y="181827"/>
                  </a:lnTo>
                  <a:lnTo>
                    <a:pt x="208950" y="158303"/>
                  </a:lnTo>
                  <a:lnTo>
                    <a:pt x="173473" y="140344"/>
                  </a:lnTo>
                  <a:lnTo>
                    <a:pt x="145365" y="114680"/>
                  </a:lnTo>
                  <a:lnTo>
                    <a:pt x="137123" y="100600"/>
                  </a:lnTo>
                  <a:close/>
                </a:path>
                <a:path w="285115" h="342900">
                  <a:moveTo>
                    <a:pt x="284504" y="217529"/>
                  </a:moveTo>
                  <a:lnTo>
                    <a:pt x="58118" y="217529"/>
                  </a:lnTo>
                  <a:lnTo>
                    <a:pt x="58118" y="342899"/>
                  </a:lnTo>
                  <a:lnTo>
                    <a:pt x="284504" y="342899"/>
                  </a:lnTo>
                  <a:lnTo>
                    <a:pt x="284504" y="317714"/>
                  </a:lnTo>
                  <a:lnTo>
                    <a:pt x="88561" y="317714"/>
                  </a:lnTo>
                  <a:lnTo>
                    <a:pt x="88561" y="242437"/>
                  </a:lnTo>
                  <a:lnTo>
                    <a:pt x="284504" y="242437"/>
                  </a:lnTo>
                  <a:lnTo>
                    <a:pt x="284504" y="217529"/>
                  </a:lnTo>
                  <a:close/>
                </a:path>
                <a:path w="285115" h="342900">
                  <a:moveTo>
                    <a:pt x="284504" y="242437"/>
                  </a:moveTo>
                  <a:lnTo>
                    <a:pt x="254338" y="242437"/>
                  </a:lnTo>
                  <a:lnTo>
                    <a:pt x="254338" y="317714"/>
                  </a:lnTo>
                  <a:lnTo>
                    <a:pt x="284504" y="317714"/>
                  </a:lnTo>
                  <a:lnTo>
                    <a:pt x="284504" y="2424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9761164" y="850672"/>
              <a:ext cx="31115" cy="198120"/>
            </a:xfrm>
            <a:custGeom>
              <a:avLst/>
              <a:gdLst/>
              <a:ahLst/>
              <a:cxnLst/>
              <a:rect l="l" t="t" r="r" b="b"/>
              <a:pathLst>
                <a:path w="31115" h="198119">
                  <a:moveTo>
                    <a:pt x="0" y="197603"/>
                  </a:moveTo>
                  <a:lnTo>
                    <a:pt x="30719" y="197603"/>
                  </a:lnTo>
                  <a:lnTo>
                    <a:pt x="30719" y="0"/>
                  </a:lnTo>
                  <a:lnTo>
                    <a:pt x="0" y="0"/>
                  </a:lnTo>
                  <a:lnTo>
                    <a:pt x="0" y="197603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0" name="object 170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503371" y="860225"/>
              <a:ext cx="216964" cy="183201"/>
            </a:xfrm>
            <a:prstGeom prst="rect">
              <a:avLst/>
            </a:prstGeom>
          </p:spPr>
        </p:pic>
        <p:sp>
          <p:nvSpPr>
            <p:cNvPr id="171" name="object 171" descr=""/>
            <p:cNvSpPr/>
            <p:nvPr/>
          </p:nvSpPr>
          <p:spPr>
            <a:xfrm>
              <a:off x="9565497" y="1068202"/>
              <a:ext cx="226695" cy="125730"/>
            </a:xfrm>
            <a:custGeom>
              <a:avLst/>
              <a:gdLst/>
              <a:ahLst/>
              <a:cxnLst/>
              <a:rect l="l" t="t" r="r" b="b"/>
              <a:pathLst>
                <a:path w="226695" h="125730">
                  <a:moveTo>
                    <a:pt x="226385" y="125369"/>
                  </a:moveTo>
                  <a:lnTo>
                    <a:pt x="226385" y="0"/>
                  </a:lnTo>
                  <a:lnTo>
                    <a:pt x="0" y="0"/>
                  </a:lnTo>
                  <a:lnTo>
                    <a:pt x="0" y="125369"/>
                  </a:lnTo>
                  <a:lnTo>
                    <a:pt x="226385" y="125369"/>
                  </a:lnTo>
                  <a:close/>
                </a:path>
                <a:path w="226695" h="125730">
                  <a:moveTo>
                    <a:pt x="196219" y="24907"/>
                  </a:moveTo>
                  <a:lnTo>
                    <a:pt x="196219" y="100185"/>
                  </a:lnTo>
                  <a:lnTo>
                    <a:pt x="30442" y="100185"/>
                  </a:lnTo>
                  <a:lnTo>
                    <a:pt x="30442" y="24907"/>
                  </a:lnTo>
                  <a:lnTo>
                    <a:pt x="196219" y="24907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2" name="object 172" descr=""/>
          <p:cNvGrpSpPr/>
          <p:nvPr/>
        </p:nvGrpSpPr>
        <p:grpSpPr>
          <a:xfrm>
            <a:off x="9951789" y="846388"/>
            <a:ext cx="291465" cy="356235"/>
            <a:chOff x="9951789" y="846388"/>
            <a:chExt cx="291465" cy="356235"/>
          </a:xfrm>
        </p:grpSpPr>
        <p:sp>
          <p:nvSpPr>
            <p:cNvPr id="173" name="object 173" descr=""/>
            <p:cNvSpPr/>
            <p:nvPr/>
          </p:nvSpPr>
          <p:spPr>
            <a:xfrm>
              <a:off x="9955797" y="850395"/>
              <a:ext cx="283210" cy="347980"/>
            </a:xfrm>
            <a:custGeom>
              <a:avLst/>
              <a:gdLst/>
              <a:ahLst/>
              <a:cxnLst/>
              <a:rect l="l" t="t" r="r" b="b"/>
              <a:pathLst>
                <a:path w="283209" h="347980">
                  <a:moveTo>
                    <a:pt x="283119" y="0"/>
                  </a:moveTo>
                  <a:lnTo>
                    <a:pt x="252399" y="0"/>
                  </a:lnTo>
                  <a:lnTo>
                    <a:pt x="252399" y="347881"/>
                  </a:lnTo>
                  <a:lnTo>
                    <a:pt x="283119" y="347881"/>
                  </a:lnTo>
                  <a:lnTo>
                    <a:pt x="283119" y="0"/>
                  </a:lnTo>
                  <a:close/>
                </a:path>
                <a:path w="283209" h="347980">
                  <a:moveTo>
                    <a:pt x="180166" y="37915"/>
                  </a:moveTo>
                  <a:lnTo>
                    <a:pt x="16051" y="37915"/>
                  </a:lnTo>
                  <a:lnTo>
                    <a:pt x="16051" y="62823"/>
                  </a:lnTo>
                  <a:lnTo>
                    <a:pt x="148894" y="62823"/>
                  </a:lnTo>
                  <a:lnTo>
                    <a:pt x="139838" y="110662"/>
                  </a:lnTo>
                  <a:lnTo>
                    <a:pt x="120653" y="154342"/>
                  </a:lnTo>
                  <a:lnTo>
                    <a:pt x="91107" y="193560"/>
                  </a:lnTo>
                  <a:lnTo>
                    <a:pt x="50967" y="228008"/>
                  </a:lnTo>
                  <a:lnTo>
                    <a:pt x="0" y="257381"/>
                  </a:lnTo>
                  <a:lnTo>
                    <a:pt x="16604" y="282567"/>
                  </a:lnTo>
                  <a:lnTo>
                    <a:pt x="69253" y="251875"/>
                  </a:lnTo>
                  <a:lnTo>
                    <a:pt x="110855" y="216371"/>
                  </a:lnTo>
                  <a:lnTo>
                    <a:pt x="142078" y="176638"/>
                  </a:lnTo>
                  <a:lnTo>
                    <a:pt x="163592" y="133262"/>
                  </a:lnTo>
                  <a:lnTo>
                    <a:pt x="176065" y="86826"/>
                  </a:lnTo>
                  <a:lnTo>
                    <a:pt x="180166" y="379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10208196" y="850395"/>
              <a:ext cx="31115" cy="347980"/>
            </a:xfrm>
            <a:custGeom>
              <a:avLst/>
              <a:gdLst/>
              <a:ahLst/>
              <a:cxnLst/>
              <a:rect l="l" t="t" r="r" b="b"/>
              <a:pathLst>
                <a:path w="31115" h="347980">
                  <a:moveTo>
                    <a:pt x="0" y="347881"/>
                  </a:moveTo>
                  <a:lnTo>
                    <a:pt x="30720" y="347881"/>
                  </a:lnTo>
                  <a:lnTo>
                    <a:pt x="30720" y="0"/>
                  </a:lnTo>
                  <a:lnTo>
                    <a:pt x="0" y="0"/>
                  </a:lnTo>
                  <a:lnTo>
                    <a:pt x="0" y="347881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5" name="object 17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951789" y="884303"/>
              <a:ext cx="188181" cy="252666"/>
            </a:xfrm>
            <a:prstGeom prst="rect">
              <a:avLst/>
            </a:prstGeom>
          </p:spPr>
        </p:pic>
      </p:grpSp>
      <p:grpSp>
        <p:nvGrpSpPr>
          <p:cNvPr id="176" name="object 176" descr=""/>
          <p:cNvGrpSpPr/>
          <p:nvPr/>
        </p:nvGrpSpPr>
        <p:grpSpPr>
          <a:xfrm>
            <a:off x="10293858" y="853307"/>
            <a:ext cx="325755" cy="347345"/>
            <a:chOff x="10293858" y="853307"/>
            <a:chExt cx="325755" cy="347345"/>
          </a:xfrm>
        </p:grpSpPr>
        <p:sp>
          <p:nvSpPr>
            <p:cNvPr id="177" name="object 177" descr=""/>
            <p:cNvSpPr/>
            <p:nvPr/>
          </p:nvSpPr>
          <p:spPr>
            <a:xfrm>
              <a:off x="10297866" y="857314"/>
              <a:ext cx="317500" cy="339725"/>
            </a:xfrm>
            <a:custGeom>
              <a:avLst/>
              <a:gdLst/>
              <a:ahLst/>
              <a:cxnLst/>
              <a:rect l="l" t="t" r="r" b="b"/>
              <a:pathLst>
                <a:path w="317500" h="339725">
                  <a:moveTo>
                    <a:pt x="73894" y="0"/>
                  </a:moveTo>
                  <a:lnTo>
                    <a:pt x="43450" y="0"/>
                  </a:lnTo>
                  <a:lnTo>
                    <a:pt x="43450" y="115683"/>
                  </a:lnTo>
                  <a:lnTo>
                    <a:pt x="280907" y="115683"/>
                  </a:lnTo>
                  <a:lnTo>
                    <a:pt x="280907" y="90499"/>
                  </a:lnTo>
                  <a:lnTo>
                    <a:pt x="73894" y="90499"/>
                  </a:lnTo>
                  <a:lnTo>
                    <a:pt x="73894" y="0"/>
                  </a:lnTo>
                  <a:close/>
                </a:path>
                <a:path w="317500" h="339725">
                  <a:moveTo>
                    <a:pt x="317438" y="156366"/>
                  </a:moveTo>
                  <a:lnTo>
                    <a:pt x="0" y="156366"/>
                  </a:lnTo>
                  <a:lnTo>
                    <a:pt x="0" y="181827"/>
                  </a:lnTo>
                  <a:lnTo>
                    <a:pt x="317438" y="181827"/>
                  </a:lnTo>
                  <a:lnTo>
                    <a:pt x="317438" y="156366"/>
                  </a:lnTo>
                  <a:close/>
                </a:path>
                <a:path w="317500" h="339725">
                  <a:moveTo>
                    <a:pt x="158304" y="213101"/>
                  </a:moveTo>
                  <a:lnTo>
                    <a:pt x="107895" y="217278"/>
                  </a:lnTo>
                  <a:lnTo>
                    <a:pt x="70123" y="229499"/>
                  </a:lnTo>
                  <a:lnTo>
                    <a:pt x="46413" y="249296"/>
                  </a:lnTo>
                  <a:lnTo>
                    <a:pt x="38192" y="276201"/>
                  </a:lnTo>
                  <a:lnTo>
                    <a:pt x="46413" y="303107"/>
                  </a:lnTo>
                  <a:lnTo>
                    <a:pt x="70123" y="322904"/>
                  </a:lnTo>
                  <a:lnTo>
                    <a:pt x="107895" y="335124"/>
                  </a:lnTo>
                  <a:lnTo>
                    <a:pt x="158304" y="339302"/>
                  </a:lnTo>
                  <a:lnTo>
                    <a:pt x="208513" y="335124"/>
                  </a:lnTo>
                  <a:lnTo>
                    <a:pt x="246139" y="322904"/>
                  </a:lnTo>
                  <a:lnTo>
                    <a:pt x="255320" y="315224"/>
                  </a:lnTo>
                  <a:lnTo>
                    <a:pt x="158304" y="315224"/>
                  </a:lnTo>
                  <a:lnTo>
                    <a:pt x="120916" y="312551"/>
                  </a:lnTo>
                  <a:lnTo>
                    <a:pt x="92920" y="304846"/>
                  </a:lnTo>
                  <a:lnTo>
                    <a:pt x="75407" y="292573"/>
                  </a:lnTo>
                  <a:lnTo>
                    <a:pt x="69465" y="276201"/>
                  </a:lnTo>
                  <a:lnTo>
                    <a:pt x="75407" y="259795"/>
                  </a:lnTo>
                  <a:lnTo>
                    <a:pt x="92920" y="247696"/>
                  </a:lnTo>
                  <a:lnTo>
                    <a:pt x="120916" y="240162"/>
                  </a:lnTo>
                  <a:lnTo>
                    <a:pt x="158304" y="237455"/>
                  </a:lnTo>
                  <a:lnTo>
                    <a:pt x="255651" y="237455"/>
                  </a:lnTo>
                  <a:lnTo>
                    <a:pt x="246139" y="229499"/>
                  </a:lnTo>
                  <a:lnTo>
                    <a:pt x="208513" y="217278"/>
                  </a:lnTo>
                  <a:lnTo>
                    <a:pt x="158304" y="213101"/>
                  </a:lnTo>
                  <a:close/>
                </a:path>
                <a:path w="317500" h="339725">
                  <a:moveTo>
                    <a:pt x="255651" y="237455"/>
                  </a:moveTo>
                  <a:lnTo>
                    <a:pt x="158304" y="237455"/>
                  </a:lnTo>
                  <a:lnTo>
                    <a:pt x="195540" y="240162"/>
                  </a:lnTo>
                  <a:lnTo>
                    <a:pt x="223514" y="247696"/>
                  </a:lnTo>
                  <a:lnTo>
                    <a:pt x="241162" y="259795"/>
                  </a:lnTo>
                  <a:lnTo>
                    <a:pt x="247419" y="276201"/>
                  </a:lnTo>
                  <a:lnTo>
                    <a:pt x="241162" y="292573"/>
                  </a:lnTo>
                  <a:lnTo>
                    <a:pt x="223514" y="304846"/>
                  </a:lnTo>
                  <a:lnTo>
                    <a:pt x="195540" y="312551"/>
                  </a:lnTo>
                  <a:lnTo>
                    <a:pt x="158304" y="315224"/>
                  </a:lnTo>
                  <a:lnTo>
                    <a:pt x="255320" y="315224"/>
                  </a:lnTo>
                  <a:lnTo>
                    <a:pt x="269805" y="303107"/>
                  </a:lnTo>
                  <a:lnTo>
                    <a:pt x="278138" y="276201"/>
                  </a:lnTo>
                  <a:lnTo>
                    <a:pt x="269805" y="249296"/>
                  </a:lnTo>
                  <a:lnTo>
                    <a:pt x="255651" y="2374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10297865" y="857314"/>
              <a:ext cx="317500" cy="182245"/>
            </a:xfrm>
            <a:custGeom>
              <a:avLst/>
              <a:gdLst/>
              <a:ahLst/>
              <a:cxnLst/>
              <a:rect l="l" t="t" r="r" b="b"/>
              <a:pathLst>
                <a:path w="317500" h="182244">
                  <a:moveTo>
                    <a:pt x="73894" y="90499"/>
                  </a:moveTo>
                  <a:lnTo>
                    <a:pt x="73894" y="0"/>
                  </a:lnTo>
                  <a:lnTo>
                    <a:pt x="43450" y="0"/>
                  </a:lnTo>
                  <a:lnTo>
                    <a:pt x="43450" y="115683"/>
                  </a:lnTo>
                  <a:lnTo>
                    <a:pt x="280907" y="115683"/>
                  </a:lnTo>
                  <a:lnTo>
                    <a:pt x="280907" y="90499"/>
                  </a:lnTo>
                  <a:lnTo>
                    <a:pt x="73894" y="90499"/>
                  </a:lnTo>
                  <a:close/>
                </a:path>
                <a:path w="317500" h="182244">
                  <a:moveTo>
                    <a:pt x="0" y="181827"/>
                  </a:moveTo>
                  <a:lnTo>
                    <a:pt x="317438" y="181827"/>
                  </a:lnTo>
                  <a:lnTo>
                    <a:pt x="317438" y="156366"/>
                  </a:lnTo>
                  <a:lnTo>
                    <a:pt x="0" y="156366"/>
                  </a:lnTo>
                  <a:lnTo>
                    <a:pt x="0" y="181827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9" name="object 179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332051" y="1066408"/>
              <a:ext cx="247960" cy="134215"/>
            </a:xfrm>
            <a:prstGeom prst="rect">
              <a:avLst/>
            </a:prstGeom>
          </p:spPr>
        </p:pic>
      </p:grpSp>
      <p:pic>
        <p:nvPicPr>
          <p:cNvPr id="180" name="object 180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908515" y="943271"/>
            <a:ext cx="11536" cy="6832909"/>
          </a:xfrm>
          <a:prstGeom prst="rect">
            <a:avLst/>
          </a:prstGeom>
        </p:spPr>
      </p:pic>
      <p:sp>
        <p:nvSpPr>
          <p:cNvPr id="181" name="object 181" descr=""/>
          <p:cNvSpPr/>
          <p:nvPr/>
        </p:nvSpPr>
        <p:spPr>
          <a:xfrm>
            <a:off x="9156576" y="3959869"/>
            <a:ext cx="242570" cy="293370"/>
          </a:xfrm>
          <a:custGeom>
            <a:avLst/>
            <a:gdLst/>
            <a:ahLst/>
            <a:cxnLst/>
            <a:rect l="l" t="t" r="r" b="b"/>
            <a:pathLst>
              <a:path w="242570" h="293370">
                <a:moveTo>
                  <a:pt x="241984" y="0"/>
                </a:moveTo>
                <a:lnTo>
                  <a:pt x="216132" y="0"/>
                </a:lnTo>
                <a:lnTo>
                  <a:pt x="216132" y="117615"/>
                </a:lnTo>
                <a:lnTo>
                  <a:pt x="151851" y="117615"/>
                </a:lnTo>
                <a:lnTo>
                  <a:pt x="151851" y="139042"/>
                </a:lnTo>
                <a:lnTo>
                  <a:pt x="216132" y="139042"/>
                </a:lnTo>
                <a:lnTo>
                  <a:pt x="216132" y="293223"/>
                </a:lnTo>
                <a:lnTo>
                  <a:pt x="241984" y="293223"/>
                </a:lnTo>
                <a:lnTo>
                  <a:pt x="241984" y="0"/>
                </a:lnTo>
                <a:close/>
              </a:path>
              <a:path w="242570" h="293370">
                <a:moveTo>
                  <a:pt x="100380" y="71966"/>
                </a:moveTo>
                <a:lnTo>
                  <a:pt x="74994" y="71966"/>
                </a:lnTo>
                <a:lnTo>
                  <a:pt x="74994" y="95257"/>
                </a:lnTo>
                <a:lnTo>
                  <a:pt x="69302" y="132612"/>
                </a:lnTo>
                <a:lnTo>
                  <a:pt x="53567" y="167019"/>
                </a:lnTo>
                <a:lnTo>
                  <a:pt x="29796" y="195706"/>
                </a:lnTo>
                <a:lnTo>
                  <a:pt x="0" y="215899"/>
                </a:lnTo>
                <a:lnTo>
                  <a:pt x="14672" y="235929"/>
                </a:lnTo>
                <a:lnTo>
                  <a:pt x="38450" y="220670"/>
                </a:lnTo>
                <a:lnTo>
                  <a:pt x="59127" y="199713"/>
                </a:lnTo>
                <a:lnTo>
                  <a:pt x="75918" y="174126"/>
                </a:lnTo>
                <a:lnTo>
                  <a:pt x="88037" y="144981"/>
                </a:lnTo>
                <a:lnTo>
                  <a:pt x="113089" y="144981"/>
                </a:lnTo>
                <a:lnTo>
                  <a:pt x="106224" y="130989"/>
                </a:lnTo>
                <a:lnTo>
                  <a:pt x="100380" y="95257"/>
                </a:lnTo>
                <a:lnTo>
                  <a:pt x="100380" y="71966"/>
                </a:lnTo>
                <a:close/>
              </a:path>
              <a:path w="242570" h="293370">
                <a:moveTo>
                  <a:pt x="113089" y="144981"/>
                </a:moveTo>
                <a:lnTo>
                  <a:pt x="88037" y="144981"/>
                </a:lnTo>
                <a:lnTo>
                  <a:pt x="100411" y="172556"/>
                </a:lnTo>
                <a:lnTo>
                  <a:pt x="117426" y="196671"/>
                </a:lnTo>
                <a:lnTo>
                  <a:pt x="138261" y="216396"/>
                </a:lnTo>
                <a:lnTo>
                  <a:pt x="162099" y="230805"/>
                </a:lnTo>
                <a:lnTo>
                  <a:pt x="176772" y="210542"/>
                </a:lnTo>
                <a:lnTo>
                  <a:pt x="146560" y="191186"/>
                </a:lnTo>
                <a:lnTo>
                  <a:pt x="122331" y="163817"/>
                </a:lnTo>
                <a:lnTo>
                  <a:pt x="113089" y="144981"/>
                </a:lnTo>
                <a:close/>
              </a:path>
              <a:path w="242570" h="293370">
                <a:moveTo>
                  <a:pt x="166757" y="51005"/>
                </a:moveTo>
                <a:lnTo>
                  <a:pt x="7685" y="51005"/>
                </a:lnTo>
                <a:lnTo>
                  <a:pt x="7685" y="71966"/>
                </a:lnTo>
                <a:lnTo>
                  <a:pt x="166757" y="71966"/>
                </a:lnTo>
                <a:lnTo>
                  <a:pt x="166757" y="51005"/>
                </a:lnTo>
                <a:close/>
              </a:path>
              <a:path w="242570" h="293370">
                <a:moveTo>
                  <a:pt x="100846" y="5357"/>
                </a:moveTo>
                <a:lnTo>
                  <a:pt x="74994" y="5357"/>
                </a:lnTo>
                <a:lnTo>
                  <a:pt x="74994" y="51005"/>
                </a:lnTo>
                <a:lnTo>
                  <a:pt x="100846" y="51005"/>
                </a:lnTo>
                <a:lnTo>
                  <a:pt x="100846" y="53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 descr=""/>
          <p:cNvSpPr/>
          <p:nvPr/>
        </p:nvSpPr>
        <p:spPr>
          <a:xfrm>
            <a:off x="9447466" y="3966400"/>
            <a:ext cx="851535" cy="282575"/>
          </a:xfrm>
          <a:custGeom>
            <a:avLst/>
            <a:gdLst/>
            <a:ahLst/>
            <a:cxnLst/>
            <a:rect l="l" t="t" r="r" b="b"/>
            <a:pathLst>
              <a:path w="851534" h="282575">
                <a:moveTo>
                  <a:pt x="234061" y="186080"/>
                </a:moveTo>
                <a:lnTo>
                  <a:pt x="208915" y="186080"/>
                </a:lnTo>
                <a:lnTo>
                  <a:pt x="208915" y="206819"/>
                </a:lnTo>
                <a:lnTo>
                  <a:pt x="208915" y="261073"/>
                </a:lnTo>
                <a:lnTo>
                  <a:pt x="58229" y="261073"/>
                </a:lnTo>
                <a:lnTo>
                  <a:pt x="58229" y="206819"/>
                </a:lnTo>
                <a:lnTo>
                  <a:pt x="208915" y="206819"/>
                </a:lnTo>
                <a:lnTo>
                  <a:pt x="208915" y="186080"/>
                </a:lnTo>
                <a:lnTo>
                  <a:pt x="32600" y="186080"/>
                </a:lnTo>
                <a:lnTo>
                  <a:pt x="32600" y="282270"/>
                </a:lnTo>
                <a:lnTo>
                  <a:pt x="234061" y="282270"/>
                </a:lnTo>
                <a:lnTo>
                  <a:pt x="234061" y="261073"/>
                </a:lnTo>
                <a:lnTo>
                  <a:pt x="234061" y="206819"/>
                </a:lnTo>
                <a:lnTo>
                  <a:pt x="234061" y="186080"/>
                </a:lnTo>
                <a:close/>
              </a:path>
              <a:path w="851534" h="282575">
                <a:moveTo>
                  <a:pt x="236626" y="55664"/>
                </a:moveTo>
                <a:lnTo>
                  <a:pt x="229438" y="32131"/>
                </a:lnTo>
                <a:lnTo>
                  <a:pt x="216014" y="20726"/>
                </a:lnTo>
                <a:lnTo>
                  <a:pt x="210312" y="15887"/>
                </a:lnTo>
                <a:lnTo>
                  <a:pt x="210312" y="55664"/>
                </a:lnTo>
                <a:lnTo>
                  <a:pt x="204876" y="69913"/>
                </a:lnTo>
                <a:lnTo>
                  <a:pt x="189407" y="80632"/>
                </a:lnTo>
                <a:lnTo>
                  <a:pt x="165112" y="87426"/>
                </a:lnTo>
                <a:lnTo>
                  <a:pt x="133223" y="89890"/>
                </a:lnTo>
                <a:lnTo>
                  <a:pt x="101231" y="87426"/>
                </a:lnTo>
                <a:lnTo>
                  <a:pt x="76974" y="80632"/>
                </a:lnTo>
                <a:lnTo>
                  <a:pt x="61620" y="69913"/>
                </a:lnTo>
                <a:lnTo>
                  <a:pt x="56362" y="55664"/>
                </a:lnTo>
                <a:lnTo>
                  <a:pt x="61620" y="40970"/>
                </a:lnTo>
                <a:lnTo>
                  <a:pt x="76974" y="29984"/>
                </a:lnTo>
                <a:lnTo>
                  <a:pt x="101231" y="23101"/>
                </a:lnTo>
                <a:lnTo>
                  <a:pt x="133223" y="20726"/>
                </a:lnTo>
                <a:lnTo>
                  <a:pt x="165112" y="23101"/>
                </a:lnTo>
                <a:lnTo>
                  <a:pt x="189407" y="29984"/>
                </a:lnTo>
                <a:lnTo>
                  <a:pt x="204876" y="40970"/>
                </a:lnTo>
                <a:lnTo>
                  <a:pt x="210312" y="55664"/>
                </a:lnTo>
                <a:lnTo>
                  <a:pt x="210312" y="15887"/>
                </a:lnTo>
                <a:lnTo>
                  <a:pt x="208851" y="14643"/>
                </a:lnTo>
                <a:lnTo>
                  <a:pt x="176301" y="3746"/>
                </a:lnTo>
                <a:lnTo>
                  <a:pt x="133223" y="0"/>
                </a:lnTo>
                <a:lnTo>
                  <a:pt x="90195" y="3746"/>
                </a:lnTo>
                <a:lnTo>
                  <a:pt x="57556" y="14643"/>
                </a:lnTo>
                <a:lnTo>
                  <a:pt x="36830" y="32131"/>
                </a:lnTo>
                <a:lnTo>
                  <a:pt x="29578" y="55664"/>
                </a:lnTo>
                <a:lnTo>
                  <a:pt x="36830" y="78752"/>
                </a:lnTo>
                <a:lnTo>
                  <a:pt x="57556" y="95948"/>
                </a:lnTo>
                <a:lnTo>
                  <a:pt x="90195" y="106692"/>
                </a:lnTo>
                <a:lnTo>
                  <a:pt x="133223" y="110388"/>
                </a:lnTo>
                <a:lnTo>
                  <a:pt x="176301" y="106692"/>
                </a:lnTo>
                <a:lnTo>
                  <a:pt x="208851" y="95948"/>
                </a:lnTo>
                <a:lnTo>
                  <a:pt x="216103" y="89890"/>
                </a:lnTo>
                <a:lnTo>
                  <a:pt x="229438" y="78752"/>
                </a:lnTo>
                <a:lnTo>
                  <a:pt x="236626" y="55664"/>
                </a:lnTo>
                <a:close/>
              </a:path>
              <a:path w="851534" h="282575">
                <a:moveTo>
                  <a:pt x="266903" y="135775"/>
                </a:moveTo>
                <a:lnTo>
                  <a:pt x="0" y="135775"/>
                </a:lnTo>
                <a:lnTo>
                  <a:pt x="0" y="156972"/>
                </a:lnTo>
                <a:lnTo>
                  <a:pt x="266903" y="156972"/>
                </a:lnTo>
                <a:lnTo>
                  <a:pt x="266903" y="135775"/>
                </a:lnTo>
                <a:close/>
              </a:path>
              <a:path w="851534" h="282575">
                <a:moveTo>
                  <a:pt x="531939" y="92925"/>
                </a:moveTo>
                <a:lnTo>
                  <a:pt x="523824" y="59931"/>
                </a:lnTo>
                <a:lnTo>
                  <a:pt x="507022" y="40970"/>
                </a:lnTo>
                <a:lnTo>
                  <a:pt x="507022" y="92925"/>
                </a:lnTo>
                <a:lnTo>
                  <a:pt x="500799" y="117106"/>
                </a:lnTo>
                <a:lnTo>
                  <a:pt x="483565" y="135775"/>
                </a:lnTo>
                <a:lnTo>
                  <a:pt x="457504" y="147815"/>
                </a:lnTo>
                <a:lnTo>
                  <a:pt x="424815" y="152082"/>
                </a:lnTo>
                <a:lnTo>
                  <a:pt x="392087" y="147815"/>
                </a:lnTo>
                <a:lnTo>
                  <a:pt x="365975" y="135775"/>
                </a:lnTo>
                <a:lnTo>
                  <a:pt x="348729" y="117106"/>
                </a:lnTo>
                <a:lnTo>
                  <a:pt x="342595" y="92925"/>
                </a:lnTo>
                <a:lnTo>
                  <a:pt x="348729" y="68770"/>
                </a:lnTo>
                <a:lnTo>
                  <a:pt x="365975" y="49949"/>
                </a:lnTo>
                <a:lnTo>
                  <a:pt x="392087" y="37769"/>
                </a:lnTo>
                <a:lnTo>
                  <a:pt x="424815" y="33528"/>
                </a:lnTo>
                <a:lnTo>
                  <a:pt x="457504" y="37769"/>
                </a:lnTo>
                <a:lnTo>
                  <a:pt x="483565" y="49949"/>
                </a:lnTo>
                <a:lnTo>
                  <a:pt x="500799" y="68770"/>
                </a:lnTo>
                <a:lnTo>
                  <a:pt x="507022" y="92925"/>
                </a:lnTo>
                <a:lnTo>
                  <a:pt x="507022" y="40970"/>
                </a:lnTo>
                <a:lnTo>
                  <a:pt x="501345" y="34556"/>
                </a:lnTo>
                <a:lnTo>
                  <a:pt x="499224" y="33528"/>
                </a:lnTo>
                <a:lnTo>
                  <a:pt x="467385" y="18211"/>
                </a:lnTo>
                <a:lnTo>
                  <a:pt x="424815" y="12344"/>
                </a:lnTo>
                <a:lnTo>
                  <a:pt x="382358" y="18211"/>
                </a:lnTo>
                <a:lnTo>
                  <a:pt x="348475" y="34556"/>
                </a:lnTo>
                <a:lnTo>
                  <a:pt x="326034" y="59931"/>
                </a:lnTo>
                <a:lnTo>
                  <a:pt x="317906" y="92925"/>
                </a:lnTo>
                <a:lnTo>
                  <a:pt x="326034" y="126047"/>
                </a:lnTo>
                <a:lnTo>
                  <a:pt x="348475" y="151434"/>
                </a:lnTo>
                <a:lnTo>
                  <a:pt x="382358" y="167665"/>
                </a:lnTo>
                <a:lnTo>
                  <a:pt x="424815" y="173278"/>
                </a:lnTo>
                <a:lnTo>
                  <a:pt x="467385" y="167665"/>
                </a:lnTo>
                <a:lnTo>
                  <a:pt x="500011" y="152082"/>
                </a:lnTo>
                <a:lnTo>
                  <a:pt x="501345" y="151434"/>
                </a:lnTo>
                <a:lnTo>
                  <a:pt x="523824" y="126047"/>
                </a:lnTo>
                <a:lnTo>
                  <a:pt x="531939" y="92925"/>
                </a:lnTo>
                <a:close/>
              </a:path>
              <a:path w="851534" h="282575">
                <a:moveTo>
                  <a:pt x="559663" y="225450"/>
                </a:moveTo>
                <a:lnTo>
                  <a:pt x="291592" y="225450"/>
                </a:lnTo>
                <a:lnTo>
                  <a:pt x="291592" y="247103"/>
                </a:lnTo>
                <a:lnTo>
                  <a:pt x="559663" y="247103"/>
                </a:lnTo>
                <a:lnTo>
                  <a:pt x="559663" y="225450"/>
                </a:lnTo>
                <a:close/>
              </a:path>
              <a:path w="851534" h="282575">
                <a:moveTo>
                  <a:pt x="851255" y="228409"/>
                </a:moveTo>
                <a:lnTo>
                  <a:pt x="729208" y="228409"/>
                </a:lnTo>
                <a:lnTo>
                  <a:pt x="729208" y="172529"/>
                </a:lnTo>
                <a:lnTo>
                  <a:pt x="824230" y="172529"/>
                </a:lnTo>
                <a:lnTo>
                  <a:pt x="824230" y="150939"/>
                </a:lnTo>
                <a:lnTo>
                  <a:pt x="642340" y="150939"/>
                </a:lnTo>
                <a:lnTo>
                  <a:pt x="642340" y="103949"/>
                </a:lnTo>
                <a:lnTo>
                  <a:pt x="817486" y="103949"/>
                </a:lnTo>
                <a:lnTo>
                  <a:pt x="817486" y="82372"/>
                </a:lnTo>
                <a:lnTo>
                  <a:pt x="817486" y="36639"/>
                </a:lnTo>
                <a:lnTo>
                  <a:pt x="817486" y="15049"/>
                </a:lnTo>
                <a:lnTo>
                  <a:pt x="616026" y="15049"/>
                </a:lnTo>
                <a:lnTo>
                  <a:pt x="616026" y="36639"/>
                </a:lnTo>
                <a:lnTo>
                  <a:pt x="791857" y="36639"/>
                </a:lnTo>
                <a:lnTo>
                  <a:pt x="791857" y="82372"/>
                </a:lnTo>
                <a:lnTo>
                  <a:pt x="616724" y="82372"/>
                </a:lnTo>
                <a:lnTo>
                  <a:pt x="616724" y="103949"/>
                </a:lnTo>
                <a:lnTo>
                  <a:pt x="616724" y="150939"/>
                </a:lnTo>
                <a:lnTo>
                  <a:pt x="616724" y="172529"/>
                </a:lnTo>
                <a:lnTo>
                  <a:pt x="703592" y="172529"/>
                </a:lnTo>
                <a:lnTo>
                  <a:pt x="703592" y="228409"/>
                </a:lnTo>
                <a:lnTo>
                  <a:pt x="583184" y="228409"/>
                </a:lnTo>
                <a:lnTo>
                  <a:pt x="583184" y="249999"/>
                </a:lnTo>
                <a:lnTo>
                  <a:pt x="851255" y="249999"/>
                </a:lnTo>
                <a:lnTo>
                  <a:pt x="851255" y="2284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 descr=""/>
          <p:cNvSpPr/>
          <p:nvPr/>
        </p:nvSpPr>
        <p:spPr>
          <a:xfrm>
            <a:off x="10418750" y="3959859"/>
            <a:ext cx="260985" cy="285750"/>
          </a:xfrm>
          <a:custGeom>
            <a:avLst/>
            <a:gdLst/>
            <a:ahLst/>
            <a:cxnLst/>
            <a:rect l="l" t="t" r="r" b="b"/>
            <a:pathLst>
              <a:path w="260984" h="285750">
                <a:moveTo>
                  <a:pt x="135318" y="26670"/>
                </a:moveTo>
                <a:lnTo>
                  <a:pt x="0" y="26670"/>
                </a:lnTo>
                <a:lnTo>
                  <a:pt x="0" y="48260"/>
                </a:lnTo>
                <a:lnTo>
                  <a:pt x="0" y="140970"/>
                </a:lnTo>
                <a:lnTo>
                  <a:pt x="0" y="161290"/>
                </a:lnTo>
                <a:lnTo>
                  <a:pt x="135318" y="161290"/>
                </a:lnTo>
                <a:lnTo>
                  <a:pt x="135318" y="140970"/>
                </a:lnTo>
                <a:lnTo>
                  <a:pt x="25158" y="140970"/>
                </a:lnTo>
                <a:lnTo>
                  <a:pt x="25158" y="48260"/>
                </a:lnTo>
                <a:lnTo>
                  <a:pt x="110172" y="48260"/>
                </a:lnTo>
                <a:lnTo>
                  <a:pt x="110172" y="140449"/>
                </a:lnTo>
                <a:lnTo>
                  <a:pt x="135318" y="140449"/>
                </a:lnTo>
                <a:lnTo>
                  <a:pt x="135318" y="48260"/>
                </a:lnTo>
                <a:lnTo>
                  <a:pt x="135318" y="47764"/>
                </a:lnTo>
                <a:lnTo>
                  <a:pt x="135318" y="26670"/>
                </a:lnTo>
                <a:close/>
              </a:path>
              <a:path w="260984" h="285750">
                <a:moveTo>
                  <a:pt x="229882" y="265430"/>
                </a:moveTo>
                <a:lnTo>
                  <a:pt x="58699" y="265430"/>
                </a:lnTo>
                <a:lnTo>
                  <a:pt x="58699" y="194310"/>
                </a:lnTo>
                <a:lnTo>
                  <a:pt x="33070" y="194310"/>
                </a:lnTo>
                <a:lnTo>
                  <a:pt x="33070" y="265430"/>
                </a:lnTo>
                <a:lnTo>
                  <a:pt x="33070" y="285750"/>
                </a:lnTo>
                <a:lnTo>
                  <a:pt x="229882" y="285750"/>
                </a:lnTo>
                <a:lnTo>
                  <a:pt x="229882" y="265430"/>
                </a:lnTo>
                <a:close/>
              </a:path>
              <a:path w="260984" h="285750">
                <a:moveTo>
                  <a:pt x="260388" y="88912"/>
                </a:moveTo>
                <a:lnTo>
                  <a:pt x="216369" y="88912"/>
                </a:lnTo>
                <a:lnTo>
                  <a:pt x="216369" y="0"/>
                </a:lnTo>
                <a:lnTo>
                  <a:pt x="190512" y="0"/>
                </a:lnTo>
                <a:lnTo>
                  <a:pt x="190512" y="88912"/>
                </a:lnTo>
                <a:lnTo>
                  <a:pt x="190512" y="110490"/>
                </a:lnTo>
                <a:lnTo>
                  <a:pt x="190512" y="214630"/>
                </a:lnTo>
                <a:lnTo>
                  <a:pt x="216369" y="214630"/>
                </a:lnTo>
                <a:lnTo>
                  <a:pt x="216369" y="110490"/>
                </a:lnTo>
                <a:lnTo>
                  <a:pt x="260388" y="110490"/>
                </a:lnTo>
                <a:lnTo>
                  <a:pt x="260388" y="88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 descr=""/>
          <p:cNvSpPr/>
          <p:nvPr/>
        </p:nvSpPr>
        <p:spPr>
          <a:xfrm>
            <a:off x="10697769" y="3970019"/>
            <a:ext cx="267335" cy="133985"/>
          </a:xfrm>
          <a:custGeom>
            <a:avLst/>
            <a:gdLst/>
            <a:ahLst/>
            <a:cxnLst/>
            <a:rect l="l" t="t" r="r" b="b"/>
            <a:pathLst>
              <a:path w="267334" h="133985">
                <a:moveTo>
                  <a:pt x="235229" y="67310"/>
                </a:moveTo>
                <a:lnTo>
                  <a:pt x="61493" y="67310"/>
                </a:lnTo>
                <a:lnTo>
                  <a:pt x="61493" y="20332"/>
                </a:lnTo>
                <a:lnTo>
                  <a:pt x="232206" y="20332"/>
                </a:lnTo>
                <a:lnTo>
                  <a:pt x="232206" y="0"/>
                </a:lnTo>
                <a:lnTo>
                  <a:pt x="35636" y="0"/>
                </a:lnTo>
                <a:lnTo>
                  <a:pt x="35636" y="20332"/>
                </a:lnTo>
                <a:lnTo>
                  <a:pt x="35636" y="67310"/>
                </a:lnTo>
                <a:lnTo>
                  <a:pt x="35636" y="88900"/>
                </a:lnTo>
                <a:lnTo>
                  <a:pt x="235229" y="88900"/>
                </a:lnTo>
                <a:lnTo>
                  <a:pt x="235229" y="67310"/>
                </a:lnTo>
                <a:close/>
              </a:path>
              <a:path w="267334" h="133985">
                <a:moveTo>
                  <a:pt x="267144" y="112826"/>
                </a:moveTo>
                <a:lnTo>
                  <a:pt x="0" y="112826"/>
                </a:lnTo>
                <a:lnTo>
                  <a:pt x="0" y="133794"/>
                </a:lnTo>
                <a:lnTo>
                  <a:pt x="267144" y="133794"/>
                </a:lnTo>
                <a:lnTo>
                  <a:pt x="267144" y="1128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 descr=""/>
          <p:cNvSpPr/>
          <p:nvPr/>
        </p:nvSpPr>
        <p:spPr>
          <a:xfrm>
            <a:off x="10730141" y="4130039"/>
            <a:ext cx="208915" cy="119380"/>
          </a:xfrm>
          <a:custGeom>
            <a:avLst/>
            <a:gdLst/>
            <a:ahLst/>
            <a:cxnLst/>
            <a:rect l="l" t="t" r="r" b="b"/>
            <a:pathLst>
              <a:path w="208915" h="119379">
                <a:moveTo>
                  <a:pt x="208915" y="97790"/>
                </a:moveTo>
                <a:lnTo>
                  <a:pt x="26085" y="97790"/>
                </a:lnTo>
                <a:lnTo>
                  <a:pt x="26085" y="67310"/>
                </a:lnTo>
                <a:lnTo>
                  <a:pt x="200063" y="67310"/>
                </a:lnTo>
                <a:lnTo>
                  <a:pt x="200063" y="48260"/>
                </a:lnTo>
                <a:lnTo>
                  <a:pt x="200063" y="20320"/>
                </a:lnTo>
                <a:lnTo>
                  <a:pt x="200063" y="0"/>
                </a:lnTo>
                <a:lnTo>
                  <a:pt x="0" y="0"/>
                </a:lnTo>
                <a:lnTo>
                  <a:pt x="0" y="20320"/>
                </a:lnTo>
                <a:lnTo>
                  <a:pt x="174675" y="20320"/>
                </a:lnTo>
                <a:lnTo>
                  <a:pt x="174675" y="48260"/>
                </a:lnTo>
                <a:lnTo>
                  <a:pt x="698" y="48260"/>
                </a:lnTo>
                <a:lnTo>
                  <a:pt x="698" y="67310"/>
                </a:lnTo>
                <a:lnTo>
                  <a:pt x="698" y="97790"/>
                </a:lnTo>
                <a:lnTo>
                  <a:pt x="698" y="119380"/>
                </a:lnTo>
                <a:lnTo>
                  <a:pt x="208915" y="119380"/>
                </a:lnTo>
                <a:lnTo>
                  <a:pt x="208915" y="977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 descr=""/>
          <p:cNvSpPr/>
          <p:nvPr/>
        </p:nvSpPr>
        <p:spPr>
          <a:xfrm>
            <a:off x="10994725" y="3959869"/>
            <a:ext cx="237490" cy="293370"/>
          </a:xfrm>
          <a:custGeom>
            <a:avLst/>
            <a:gdLst/>
            <a:ahLst/>
            <a:cxnLst/>
            <a:rect l="l" t="t" r="r" b="b"/>
            <a:pathLst>
              <a:path w="237490" h="293370">
                <a:moveTo>
                  <a:pt x="237326" y="133219"/>
                </a:moveTo>
                <a:lnTo>
                  <a:pt x="211706" y="133219"/>
                </a:lnTo>
                <a:lnTo>
                  <a:pt x="211706" y="293223"/>
                </a:lnTo>
                <a:lnTo>
                  <a:pt x="237326" y="293223"/>
                </a:lnTo>
                <a:lnTo>
                  <a:pt x="237326" y="133219"/>
                </a:lnTo>
                <a:close/>
              </a:path>
              <a:path w="237490" h="293370">
                <a:moveTo>
                  <a:pt x="73362" y="22591"/>
                </a:moveTo>
                <a:lnTo>
                  <a:pt x="43591" y="29884"/>
                </a:lnTo>
                <a:lnTo>
                  <a:pt x="20349" y="50365"/>
                </a:lnTo>
                <a:lnTo>
                  <a:pt x="5272" y="82461"/>
                </a:lnTo>
                <a:lnTo>
                  <a:pt x="0" y="124602"/>
                </a:lnTo>
                <a:lnTo>
                  <a:pt x="5272" y="166874"/>
                </a:lnTo>
                <a:lnTo>
                  <a:pt x="20349" y="199014"/>
                </a:lnTo>
                <a:lnTo>
                  <a:pt x="43591" y="219451"/>
                </a:lnTo>
                <a:lnTo>
                  <a:pt x="73362" y="226613"/>
                </a:lnTo>
                <a:lnTo>
                  <a:pt x="101604" y="220094"/>
                </a:lnTo>
                <a:lnTo>
                  <a:pt x="121547" y="203556"/>
                </a:lnTo>
                <a:lnTo>
                  <a:pt x="73362" y="203556"/>
                </a:lnTo>
                <a:lnTo>
                  <a:pt x="53573" y="197933"/>
                </a:lnTo>
                <a:lnTo>
                  <a:pt x="38195" y="181983"/>
                </a:lnTo>
                <a:lnTo>
                  <a:pt x="28231" y="157081"/>
                </a:lnTo>
                <a:lnTo>
                  <a:pt x="24686" y="124602"/>
                </a:lnTo>
                <a:lnTo>
                  <a:pt x="28231" y="92254"/>
                </a:lnTo>
                <a:lnTo>
                  <a:pt x="38195" y="67396"/>
                </a:lnTo>
                <a:lnTo>
                  <a:pt x="53573" y="51402"/>
                </a:lnTo>
                <a:lnTo>
                  <a:pt x="73362" y="45649"/>
                </a:lnTo>
                <a:lnTo>
                  <a:pt x="121727" y="45649"/>
                </a:lnTo>
                <a:lnTo>
                  <a:pt x="100945" y="28931"/>
                </a:lnTo>
                <a:lnTo>
                  <a:pt x="73362" y="22591"/>
                </a:lnTo>
                <a:close/>
              </a:path>
              <a:path w="237490" h="293370">
                <a:moveTo>
                  <a:pt x="121727" y="45649"/>
                </a:moveTo>
                <a:lnTo>
                  <a:pt x="73362" y="45649"/>
                </a:lnTo>
                <a:lnTo>
                  <a:pt x="93054" y="51402"/>
                </a:lnTo>
                <a:lnTo>
                  <a:pt x="108444" y="67396"/>
                </a:lnTo>
                <a:lnTo>
                  <a:pt x="118462" y="92254"/>
                </a:lnTo>
                <a:lnTo>
                  <a:pt x="122040" y="124602"/>
                </a:lnTo>
                <a:lnTo>
                  <a:pt x="118462" y="157081"/>
                </a:lnTo>
                <a:lnTo>
                  <a:pt x="108444" y="181983"/>
                </a:lnTo>
                <a:lnTo>
                  <a:pt x="93054" y="197933"/>
                </a:lnTo>
                <a:lnTo>
                  <a:pt x="73362" y="203556"/>
                </a:lnTo>
                <a:lnTo>
                  <a:pt x="121547" y="203556"/>
                </a:lnTo>
                <a:lnTo>
                  <a:pt x="124092" y="201445"/>
                </a:lnTo>
                <a:lnTo>
                  <a:pt x="139440" y="172032"/>
                </a:lnTo>
                <a:lnTo>
                  <a:pt x="146261" y="133219"/>
                </a:lnTo>
                <a:lnTo>
                  <a:pt x="237326" y="133219"/>
                </a:lnTo>
                <a:lnTo>
                  <a:pt x="237326" y="111793"/>
                </a:lnTo>
                <a:lnTo>
                  <a:pt x="146028" y="111793"/>
                </a:lnTo>
                <a:lnTo>
                  <a:pt x="138555" y="74798"/>
                </a:lnTo>
                <a:lnTo>
                  <a:pt x="123102" y="46755"/>
                </a:lnTo>
                <a:lnTo>
                  <a:pt x="121727" y="45649"/>
                </a:lnTo>
                <a:close/>
              </a:path>
              <a:path w="237490" h="293370">
                <a:moveTo>
                  <a:pt x="237326" y="0"/>
                </a:moveTo>
                <a:lnTo>
                  <a:pt x="211706" y="0"/>
                </a:lnTo>
                <a:lnTo>
                  <a:pt x="211706" y="111793"/>
                </a:lnTo>
                <a:lnTo>
                  <a:pt x="237326" y="111793"/>
                </a:lnTo>
                <a:lnTo>
                  <a:pt x="2373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 descr=""/>
          <p:cNvSpPr/>
          <p:nvPr/>
        </p:nvSpPr>
        <p:spPr>
          <a:xfrm>
            <a:off x="11280953" y="3971302"/>
            <a:ext cx="267335" cy="170180"/>
          </a:xfrm>
          <a:custGeom>
            <a:avLst/>
            <a:gdLst/>
            <a:ahLst/>
            <a:cxnLst/>
            <a:rect l="l" t="t" r="r" b="b"/>
            <a:pathLst>
              <a:path w="267334" h="170179">
                <a:moveTo>
                  <a:pt x="231978" y="38100"/>
                </a:moveTo>
                <a:lnTo>
                  <a:pt x="61252" y="38100"/>
                </a:lnTo>
                <a:lnTo>
                  <a:pt x="61252" y="0"/>
                </a:lnTo>
                <a:lnTo>
                  <a:pt x="35407" y="0"/>
                </a:lnTo>
                <a:lnTo>
                  <a:pt x="35407" y="38100"/>
                </a:lnTo>
                <a:lnTo>
                  <a:pt x="35407" y="58420"/>
                </a:lnTo>
                <a:lnTo>
                  <a:pt x="35407" y="96520"/>
                </a:lnTo>
                <a:lnTo>
                  <a:pt x="35407" y="116840"/>
                </a:lnTo>
                <a:lnTo>
                  <a:pt x="231978" y="116840"/>
                </a:lnTo>
                <a:lnTo>
                  <a:pt x="231978" y="96520"/>
                </a:lnTo>
                <a:lnTo>
                  <a:pt x="61252" y="96520"/>
                </a:lnTo>
                <a:lnTo>
                  <a:pt x="61252" y="58420"/>
                </a:lnTo>
                <a:lnTo>
                  <a:pt x="206121" y="58420"/>
                </a:lnTo>
                <a:lnTo>
                  <a:pt x="206121" y="96405"/>
                </a:lnTo>
                <a:lnTo>
                  <a:pt x="231978" y="96405"/>
                </a:lnTo>
                <a:lnTo>
                  <a:pt x="231978" y="58420"/>
                </a:lnTo>
                <a:lnTo>
                  <a:pt x="231978" y="57975"/>
                </a:lnTo>
                <a:lnTo>
                  <a:pt x="231978" y="38100"/>
                </a:lnTo>
                <a:close/>
              </a:path>
              <a:path w="267334" h="170179">
                <a:moveTo>
                  <a:pt x="231978" y="215"/>
                </a:moveTo>
                <a:lnTo>
                  <a:pt x="206121" y="215"/>
                </a:lnTo>
                <a:lnTo>
                  <a:pt x="206121" y="37477"/>
                </a:lnTo>
                <a:lnTo>
                  <a:pt x="231978" y="37477"/>
                </a:lnTo>
                <a:lnTo>
                  <a:pt x="231978" y="215"/>
                </a:lnTo>
                <a:close/>
              </a:path>
              <a:path w="267334" h="170179">
                <a:moveTo>
                  <a:pt x="266903" y="148577"/>
                </a:moveTo>
                <a:lnTo>
                  <a:pt x="146265" y="148577"/>
                </a:lnTo>
                <a:lnTo>
                  <a:pt x="146265" y="117373"/>
                </a:lnTo>
                <a:lnTo>
                  <a:pt x="120650" y="117373"/>
                </a:lnTo>
                <a:lnTo>
                  <a:pt x="120650" y="148577"/>
                </a:lnTo>
                <a:lnTo>
                  <a:pt x="0" y="148577"/>
                </a:lnTo>
                <a:lnTo>
                  <a:pt x="0" y="170002"/>
                </a:lnTo>
                <a:lnTo>
                  <a:pt x="266903" y="170002"/>
                </a:lnTo>
                <a:lnTo>
                  <a:pt x="266903" y="1485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 descr=""/>
          <p:cNvSpPr/>
          <p:nvPr/>
        </p:nvSpPr>
        <p:spPr>
          <a:xfrm>
            <a:off x="11315420" y="4164342"/>
            <a:ext cx="203200" cy="81280"/>
          </a:xfrm>
          <a:custGeom>
            <a:avLst/>
            <a:gdLst/>
            <a:ahLst/>
            <a:cxnLst/>
            <a:rect l="l" t="t" r="r" b="b"/>
            <a:pathLst>
              <a:path w="203200" h="81279">
                <a:moveTo>
                  <a:pt x="202628" y="60947"/>
                </a:moveTo>
                <a:lnTo>
                  <a:pt x="26085" y="60947"/>
                </a:lnTo>
                <a:lnTo>
                  <a:pt x="26085" y="0"/>
                </a:lnTo>
                <a:lnTo>
                  <a:pt x="0" y="0"/>
                </a:lnTo>
                <a:lnTo>
                  <a:pt x="0" y="60947"/>
                </a:lnTo>
                <a:lnTo>
                  <a:pt x="0" y="81267"/>
                </a:lnTo>
                <a:lnTo>
                  <a:pt x="202628" y="81267"/>
                </a:lnTo>
                <a:lnTo>
                  <a:pt x="202628" y="609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 descr=""/>
          <p:cNvSpPr/>
          <p:nvPr/>
        </p:nvSpPr>
        <p:spPr>
          <a:xfrm>
            <a:off x="11656869" y="3959869"/>
            <a:ext cx="250825" cy="293370"/>
          </a:xfrm>
          <a:custGeom>
            <a:avLst/>
            <a:gdLst/>
            <a:ahLst/>
            <a:cxnLst/>
            <a:rect l="l" t="t" r="r" b="b"/>
            <a:pathLst>
              <a:path w="250825" h="293370">
                <a:moveTo>
                  <a:pt x="250368" y="0"/>
                </a:moveTo>
                <a:lnTo>
                  <a:pt x="225681" y="0"/>
                </a:lnTo>
                <a:lnTo>
                  <a:pt x="225681" y="292757"/>
                </a:lnTo>
                <a:lnTo>
                  <a:pt x="250368" y="292757"/>
                </a:lnTo>
                <a:lnTo>
                  <a:pt x="250368" y="0"/>
                </a:lnTo>
                <a:close/>
              </a:path>
              <a:path w="250825" h="293370">
                <a:moveTo>
                  <a:pt x="188882" y="141138"/>
                </a:moveTo>
                <a:lnTo>
                  <a:pt x="164195" y="141138"/>
                </a:lnTo>
                <a:lnTo>
                  <a:pt x="164195" y="277851"/>
                </a:lnTo>
                <a:lnTo>
                  <a:pt x="188882" y="277851"/>
                </a:lnTo>
                <a:lnTo>
                  <a:pt x="188882" y="141138"/>
                </a:lnTo>
                <a:close/>
              </a:path>
              <a:path w="250825" h="293370">
                <a:moveTo>
                  <a:pt x="126233" y="37264"/>
                </a:moveTo>
                <a:lnTo>
                  <a:pt x="12577" y="37264"/>
                </a:lnTo>
                <a:lnTo>
                  <a:pt x="12577" y="58924"/>
                </a:lnTo>
                <a:lnTo>
                  <a:pt x="100379" y="58924"/>
                </a:lnTo>
                <a:lnTo>
                  <a:pt x="91573" y="103186"/>
                </a:lnTo>
                <a:lnTo>
                  <a:pt x="72199" y="143671"/>
                </a:lnTo>
                <a:lnTo>
                  <a:pt x="41820" y="179745"/>
                </a:lnTo>
                <a:lnTo>
                  <a:pt x="0" y="210776"/>
                </a:lnTo>
                <a:lnTo>
                  <a:pt x="15138" y="229408"/>
                </a:lnTo>
                <a:lnTo>
                  <a:pt x="43466" y="210228"/>
                </a:lnTo>
                <a:lnTo>
                  <a:pt x="67264" y="188985"/>
                </a:lnTo>
                <a:lnTo>
                  <a:pt x="86717" y="165886"/>
                </a:lnTo>
                <a:lnTo>
                  <a:pt x="102011" y="141138"/>
                </a:lnTo>
                <a:lnTo>
                  <a:pt x="188882" y="141138"/>
                </a:lnTo>
                <a:lnTo>
                  <a:pt x="188882" y="120177"/>
                </a:lnTo>
                <a:lnTo>
                  <a:pt x="111559" y="120177"/>
                </a:lnTo>
                <a:lnTo>
                  <a:pt x="118060" y="100279"/>
                </a:lnTo>
                <a:lnTo>
                  <a:pt x="122607" y="79769"/>
                </a:lnTo>
                <a:lnTo>
                  <a:pt x="125274" y="58924"/>
                </a:lnTo>
                <a:lnTo>
                  <a:pt x="125299" y="58735"/>
                </a:lnTo>
                <a:lnTo>
                  <a:pt x="126233" y="37264"/>
                </a:lnTo>
                <a:close/>
              </a:path>
              <a:path w="250825" h="293370">
                <a:moveTo>
                  <a:pt x="188882" y="7918"/>
                </a:moveTo>
                <a:lnTo>
                  <a:pt x="164195" y="7918"/>
                </a:lnTo>
                <a:lnTo>
                  <a:pt x="164195" y="120177"/>
                </a:lnTo>
                <a:lnTo>
                  <a:pt x="188882" y="120177"/>
                </a:lnTo>
                <a:lnTo>
                  <a:pt x="188882" y="79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 descr=""/>
          <p:cNvSpPr/>
          <p:nvPr/>
        </p:nvSpPr>
        <p:spPr>
          <a:xfrm>
            <a:off x="11954983" y="3960102"/>
            <a:ext cx="235585" cy="288925"/>
          </a:xfrm>
          <a:custGeom>
            <a:avLst/>
            <a:gdLst/>
            <a:ahLst/>
            <a:cxnLst/>
            <a:rect l="l" t="t" r="r" b="b"/>
            <a:pathLst>
              <a:path w="235584" h="288925">
                <a:moveTo>
                  <a:pt x="234998" y="0"/>
                </a:moveTo>
                <a:lnTo>
                  <a:pt x="209146" y="0"/>
                </a:lnTo>
                <a:lnTo>
                  <a:pt x="209146" y="167223"/>
                </a:lnTo>
                <a:lnTo>
                  <a:pt x="234998" y="167223"/>
                </a:lnTo>
                <a:lnTo>
                  <a:pt x="234998" y="0"/>
                </a:lnTo>
                <a:close/>
              </a:path>
              <a:path w="235584" h="288925">
                <a:moveTo>
                  <a:pt x="76858" y="15371"/>
                </a:moveTo>
                <a:lnTo>
                  <a:pt x="46082" y="20342"/>
                </a:lnTo>
                <a:lnTo>
                  <a:pt x="21747" y="34353"/>
                </a:lnTo>
                <a:lnTo>
                  <a:pt x="5753" y="56049"/>
                </a:lnTo>
                <a:lnTo>
                  <a:pt x="0" y="84077"/>
                </a:lnTo>
                <a:lnTo>
                  <a:pt x="5753" y="111603"/>
                </a:lnTo>
                <a:lnTo>
                  <a:pt x="21747" y="133103"/>
                </a:lnTo>
                <a:lnTo>
                  <a:pt x="46082" y="147092"/>
                </a:lnTo>
                <a:lnTo>
                  <a:pt x="76858" y="152084"/>
                </a:lnTo>
                <a:lnTo>
                  <a:pt x="107597" y="147092"/>
                </a:lnTo>
                <a:lnTo>
                  <a:pt x="131851" y="133103"/>
                </a:lnTo>
                <a:lnTo>
                  <a:pt x="134006" y="130192"/>
                </a:lnTo>
                <a:lnTo>
                  <a:pt x="76858" y="130192"/>
                </a:lnTo>
                <a:lnTo>
                  <a:pt x="56107" y="126785"/>
                </a:lnTo>
                <a:lnTo>
                  <a:pt x="39768" y="117265"/>
                </a:lnTo>
                <a:lnTo>
                  <a:pt x="29106" y="102680"/>
                </a:lnTo>
                <a:lnTo>
                  <a:pt x="25386" y="84077"/>
                </a:lnTo>
                <a:lnTo>
                  <a:pt x="29106" y="65172"/>
                </a:lnTo>
                <a:lnTo>
                  <a:pt x="39768" y="50394"/>
                </a:lnTo>
                <a:lnTo>
                  <a:pt x="56107" y="40812"/>
                </a:lnTo>
                <a:lnTo>
                  <a:pt x="76858" y="37497"/>
                </a:lnTo>
                <a:lnTo>
                  <a:pt x="134158" y="37497"/>
                </a:lnTo>
                <a:lnTo>
                  <a:pt x="131851" y="34353"/>
                </a:lnTo>
                <a:lnTo>
                  <a:pt x="107597" y="20342"/>
                </a:lnTo>
                <a:lnTo>
                  <a:pt x="76858" y="15371"/>
                </a:lnTo>
                <a:close/>
              </a:path>
              <a:path w="235584" h="288925">
                <a:moveTo>
                  <a:pt x="134158" y="37497"/>
                </a:moveTo>
                <a:lnTo>
                  <a:pt x="76858" y="37497"/>
                </a:lnTo>
                <a:lnTo>
                  <a:pt x="97477" y="40812"/>
                </a:lnTo>
                <a:lnTo>
                  <a:pt x="113772" y="50394"/>
                </a:lnTo>
                <a:lnTo>
                  <a:pt x="124479" y="65172"/>
                </a:lnTo>
                <a:lnTo>
                  <a:pt x="128329" y="84077"/>
                </a:lnTo>
                <a:lnTo>
                  <a:pt x="124479" y="102680"/>
                </a:lnTo>
                <a:lnTo>
                  <a:pt x="113772" y="117265"/>
                </a:lnTo>
                <a:lnTo>
                  <a:pt x="97477" y="126785"/>
                </a:lnTo>
                <a:lnTo>
                  <a:pt x="76858" y="130192"/>
                </a:lnTo>
                <a:lnTo>
                  <a:pt x="134006" y="130192"/>
                </a:lnTo>
                <a:lnTo>
                  <a:pt x="147765" y="111603"/>
                </a:lnTo>
                <a:lnTo>
                  <a:pt x="153482" y="84077"/>
                </a:lnTo>
                <a:lnTo>
                  <a:pt x="147765" y="56049"/>
                </a:lnTo>
                <a:lnTo>
                  <a:pt x="134158" y="37497"/>
                </a:lnTo>
                <a:close/>
              </a:path>
              <a:path w="235584" h="288925">
                <a:moveTo>
                  <a:pt x="234998" y="183060"/>
                </a:moveTo>
                <a:lnTo>
                  <a:pt x="44484" y="183060"/>
                </a:lnTo>
                <a:lnTo>
                  <a:pt x="44484" y="288564"/>
                </a:lnTo>
                <a:lnTo>
                  <a:pt x="234998" y="288564"/>
                </a:lnTo>
                <a:lnTo>
                  <a:pt x="234998" y="267370"/>
                </a:lnTo>
                <a:lnTo>
                  <a:pt x="70103" y="267370"/>
                </a:lnTo>
                <a:lnTo>
                  <a:pt x="70103" y="204021"/>
                </a:lnTo>
                <a:lnTo>
                  <a:pt x="234998" y="204021"/>
                </a:lnTo>
                <a:lnTo>
                  <a:pt x="234998" y="183060"/>
                </a:lnTo>
                <a:close/>
              </a:path>
              <a:path w="235584" h="288925">
                <a:moveTo>
                  <a:pt x="234998" y="204021"/>
                </a:moveTo>
                <a:lnTo>
                  <a:pt x="209611" y="204021"/>
                </a:lnTo>
                <a:lnTo>
                  <a:pt x="209611" y="267370"/>
                </a:lnTo>
                <a:lnTo>
                  <a:pt x="234998" y="267370"/>
                </a:lnTo>
                <a:lnTo>
                  <a:pt x="234998" y="2040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 descr=""/>
          <p:cNvSpPr/>
          <p:nvPr/>
        </p:nvSpPr>
        <p:spPr>
          <a:xfrm>
            <a:off x="12239816" y="3978744"/>
            <a:ext cx="631190" cy="314960"/>
          </a:xfrm>
          <a:custGeom>
            <a:avLst/>
            <a:gdLst/>
            <a:ahLst/>
            <a:cxnLst/>
            <a:rect l="l" t="t" r="r" b="b"/>
            <a:pathLst>
              <a:path w="631190" h="314960">
                <a:moveTo>
                  <a:pt x="240360" y="80581"/>
                </a:moveTo>
                <a:lnTo>
                  <a:pt x="232232" y="47586"/>
                </a:lnTo>
                <a:lnTo>
                  <a:pt x="215430" y="28625"/>
                </a:lnTo>
                <a:lnTo>
                  <a:pt x="215430" y="80581"/>
                </a:lnTo>
                <a:lnTo>
                  <a:pt x="209207" y="104762"/>
                </a:lnTo>
                <a:lnTo>
                  <a:pt x="191973" y="123431"/>
                </a:lnTo>
                <a:lnTo>
                  <a:pt x="165912" y="135470"/>
                </a:lnTo>
                <a:lnTo>
                  <a:pt x="133223" y="139738"/>
                </a:lnTo>
                <a:lnTo>
                  <a:pt x="100495" y="135470"/>
                </a:lnTo>
                <a:lnTo>
                  <a:pt x="74383" y="123431"/>
                </a:lnTo>
                <a:lnTo>
                  <a:pt x="57137" y="104762"/>
                </a:lnTo>
                <a:lnTo>
                  <a:pt x="51003" y="80581"/>
                </a:lnTo>
                <a:lnTo>
                  <a:pt x="57137" y="56426"/>
                </a:lnTo>
                <a:lnTo>
                  <a:pt x="74383" y="37604"/>
                </a:lnTo>
                <a:lnTo>
                  <a:pt x="100495" y="25425"/>
                </a:lnTo>
                <a:lnTo>
                  <a:pt x="133223" y="21183"/>
                </a:lnTo>
                <a:lnTo>
                  <a:pt x="165912" y="25425"/>
                </a:lnTo>
                <a:lnTo>
                  <a:pt x="191973" y="37604"/>
                </a:lnTo>
                <a:lnTo>
                  <a:pt x="209207" y="56426"/>
                </a:lnTo>
                <a:lnTo>
                  <a:pt x="215430" y="80581"/>
                </a:lnTo>
                <a:lnTo>
                  <a:pt x="215430" y="28625"/>
                </a:lnTo>
                <a:lnTo>
                  <a:pt x="209753" y="22212"/>
                </a:lnTo>
                <a:lnTo>
                  <a:pt x="207645" y="21183"/>
                </a:lnTo>
                <a:lnTo>
                  <a:pt x="175806" y="5867"/>
                </a:lnTo>
                <a:lnTo>
                  <a:pt x="133223" y="0"/>
                </a:lnTo>
                <a:lnTo>
                  <a:pt x="90779" y="5867"/>
                </a:lnTo>
                <a:lnTo>
                  <a:pt x="56883" y="22212"/>
                </a:lnTo>
                <a:lnTo>
                  <a:pt x="34442" y="47586"/>
                </a:lnTo>
                <a:lnTo>
                  <a:pt x="26314" y="80581"/>
                </a:lnTo>
                <a:lnTo>
                  <a:pt x="34442" y="113703"/>
                </a:lnTo>
                <a:lnTo>
                  <a:pt x="56883" y="139090"/>
                </a:lnTo>
                <a:lnTo>
                  <a:pt x="90779" y="155321"/>
                </a:lnTo>
                <a:lnTo>
                  <a:pt x="133223" y="160934"/>
                </a:lnTo>
                <a:lnTo>
                  <a:pt x="175806" y="155321"/>
                </a:lnTo>
                <a:lnTo>
                  <a:pt x="208419" y="139738"/>
                </a:lnTo>
                <a:lnTo>
                  <a:pt x="209753" y="139090"/>
                </a:lnTo>
                <a:lnTo>
                  <a:pt x="232232" y="113703"/>
                </a:lnTo>
                <a:lnTo>
                  <a:pt x="240360" y="80581"/>
                </a:lnTo>
                <a:close/>
              </a:path>
              <a:path w="631190" h="314960">
                <a:moveTo>
                  <a:pt x="268071" y="213106"/>
                </a:moveTo>
                <a:lnTo>
                  <a:pt x="0" y="213106"/>
                </a:lnTo>
                <a:lnTo>
                  <a:pt x="0" y="234759"/>
                </a:lnTo>
                <a:lnTo>
                  <a:pt x="268071" y="234759"/>
                </a:lnTo>
                <a:lnTo>
                  <a:pt x="268071" y="213106"/>
                </a:lnTo>
                <a:close/>
              </a:path>
              <a:path w="631190" h="314960">
                <a:moveTo>
                  <a:pt x="559663" y="216065"/>
                </a:moveTo>
                <a:lnTo>
                  <a:pt x="437616" y="216065"/>
                </a:lnTo>
                <a:lnTo>
                  <a:pt x="437616" y="160185"/>
                </a:lnTo>
                <a:lnTo>
                  <a:pt x="532650" y="160185"/>
                </a:lnTo>
                <a:lnTo>
                  <a:pt x="532650" y="138595"/>
                </a:lnTo>
                <a:lnTo>
                  <a:pt x="350748" y="138595"/>
                </a:lnTo>
                <a:lnTo>
                  <a:pt x="350748" y="91605"/>
                </a:lnTo>
                <a:lnTo>
                  <a:pt x="525894" y="91605"/>
                </a:lnTo>
                <a:lnTo>
                  <a:pt x="525894" y="70027"/>
                </a:lnTo>
                <a:lnTo>
                  <a:pt x="525894" y="24295"/>
                </a:lnTo>
                <a:lnTo>
                  <a:pt x="525894" y="2705"/>
                </a:lnTo>
                <a:lnTo>
                  <a:pt x="324434" y="2705"/>
                </a:lnTo>
                <a:lnTo>
                  <a:pt x="324434" y="24295"/>
                </a:lnTo>
                <a:lnTo>
                  <a:pt x="500278" y="24295"/>
                </a:lnTo>
                <a:lnTo>
                  <a:pt x="500278" y="70027"/>
                </a:lnTo>
                <a:lnTo>
                  <a:pt x="325132" y="70027"/>
                </a:lnTo>
                <a:lnTo>
                  <a:pt x="325132" y="91605"/>
                </a:lnTo>
                <a:lnTo>
                  <a:pt x="325132" y="138595"/>
                </a:lnTo>
                <a:lnTo>
                  <a:pt x="325132" y="160185"/>
                </a:lnTo>
                <a:lnTo>
                  <a:pt x="412000" y="160185"/>
                </a:lnTo>
                <a:lnTo>
                  <a:pt x="412000" y="216065"/>
                </a:lnTo>
                <a:lnTo>
                  <a:pt x="291592" y="216065"/>
                </a:lnTo>
                <a:lnTo>
                  <a:pt x="291592" y="237655"/>
                </a:lnTo>
                <a:lnTo>
                  <a:pt x="559663" y="237655"/>
                </a:lnTo>
                <a:lnTo>
                  <a:pt x="559663" y="216065"/>
                </a:lnTo>
                <a:close/>
              </a:path>
              <a:path w="631190" h="314960">
                <a:moveTo>
                  <a:pt x="631164" y="224751"/>
                </a:moveTo>
                <a:lnTo>
                  <a:pt x="599490" y="224751"/>
                </a:lnTo>
                <a:lnTo>
                  <a:pt x="581317" y="314413"/>
                </a:lnTo>
                <a:lnTo>
                  <a:pt x="605777" y="314413"/>
                </a:lnTo>
                <a:lnTo>
                  <a:pt x="631164" y="2247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2" name="object 192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2999596" y="3987351"/>
            <a:ext cx="89201" cy="238491"/>
          </a:xfrm>
          <a:prstGeom prst="rect">
            <a:avLst/>
          </a:prstGeom>
        </p:spPr>
      </p:pic>
      <p:sp>
        <p:nvSpPr>
          <p:cNvPr id="193" name="object 193" descr=""/>
          <p:cNvSpPr/>
          <p:nvPr/>
        </p:nvSpPr>
        <p:spPr>
          <a:xfrm>
            <a:off x="13142596" y="3958475"/>
            <a:ext cx="541655" cy="294640"/>
          </a:xfrm>
          <a:custGeom>
            <a:avLst/>
            <a:gdLst/>
            <a:ahLst/>
            <a:cxnLst/>
            <a:rect l="l" t="t" r="r" b="b"/>
            <a:pathLst>
              <a:path w="541655" h="294639">
                <a:moveTo>
                  <a:pt x="157670" y="122047"/>
                </a:moveTo>
                <a:lnTo>
                  <a:pt x="152476" y="100253"/>
                </a:lnTo>
                <a:lnTo>
                  <a:pt x="142938" y="89204"/>
                </a:lnTo>
                <a:lnTo>
                  <a:pt x="138137" y="83642"/>
                </a:lnTo>
                <a:lnTo>
                  <a:pt x="133210" y="81280"/>
                </a:lnTo>
                <a:lnTo>
                  <a:pt x="133210" y="122047"/>
                </a:lnTo>
                <a:lnTo>
                  <a:pt x="129781" y="135318"/>
                </a:lnTo>
                <a:lnTo>
                  <a:pt x="120408" y="145453"/>
                </a:lnTo>
                <a:lnTo>
                  <a:pt x="105968" y="151917"/>
                </a:lnTo>
                <a:lnTo>
                  <a:pt x="87337" y="154178"/>
                </a:lnTo>
                <a:lnTo>
                  <a:pt x="68440" y="151917"/>
                </a:lnTo>
                <a:lnTo>
                  <a:pt x="53911" y="145453"/>
                </a:lnTo>
                <a:lnTo>
                  <a:pt x="44627" y="135318"/>
                </a:lnTo>
                <a:lnTo>
                  <a:pt x="41452" y="122047"/>
                </a:lnTo>
                <a:lnTo>
                  <a:pt x="44627" y="108597"/>
                </a:lnTo>
                <a:lnTo>
                  <a:pt x="53911" y="98285"/>
                </a:lnTo>
                <a:lnTo>
                  <a:pt x="68440" y="91643"/>
                </a:lnTo>
                <a:lnTo>
                  <a:pt x="87337" y="89204"/>
                </a:lnTo>
                <a:lnTo>
                  <a:pt x="105968" y="91643"/>
                </a:lnTo>
                <a:lnTo>
                  <a:pt x="120408" y="98285"/>
                </a:lnTo>
                <a:lnTo>
                  <a:pt x="129781" y="108597"/>
                </a:lnTo>
                <a:lnTo>
                  <a:pt x="133210" y="122047"/>
                </a:lnTo>
                <a:lnTo>
                  <a:pt x="133210" y="81280"/>
                </a:lnTo>
                <a:lnTo>
                  <a:pt x="115976" y="73012"/>
                </a:lnTo>
                <a:lnTo>
                  <a:pt x="87337" y="69176"/>
                </a:lnTo>
                <a:lnTo>
                  <a:pt x="58394" y="73012"/>
                </a:lnTo>
                <a:lnTo>
                  <a:pt x="36068" y="83642"/>
                </a:lnTo>
                <a:lnTo>
                  <a:pt x="21729" y="100253"/>
                </a:lnTo>
                <a:lnTo>
                  <a:pt x="16764" y="122047"/>
                </a:lnTo>
                <a:lnTo>
                  <a:pt x="21729" y="143725"/>
                </a:lnTo>
                <a:lnTo>
                  <a:pt x="36068" y="160324"/>
                </a:lnTo>
                <a:lnTo>
                  <a:pt x="58394" y="170942"/>
                </a:lnTo>
                <a:lnTo>
                  <a:pt x="87337" y="174675"/>
                </a:lnTo>
                <a:lnTo>
                  <a:pt x="115976" y="170942"/>
                </a:lnTo>
                <a:lnTo>
                  <a:pt x="138137" y="160324"/>
                </a:lnTo>
                <a:lnTo>
                  <a:pt x="143446" y="154178"/>
                </a:lnTo>
                <a:lnTo>
                  <a:pt x="152476" y="143725"/>
                </a:lnTo>
                <a:lnTo>
                  <a:pt x="157670" y="122047"/>
                </a:lnTo>
                <a:close/>
              </a:path>
              <a:path w="541655" h="294639">
                <a:moveTo>
                  <a:pt x="174434" y="32842"/>
                </a:moveTo>
                <a:lnTo>
                  <a:pt x="100139" y="32842"/>
                </a:lnTo>
                <a:lnTo>
                  <a:pt x="100139" y="0"/>
                </a:lnTo>
                <a:lnTo>
                  <a:pt x="74523" y="0"/>
                </a:lnTo>
                <a:lnTo>
                  <a:pt x="74523" y="32842"/>
                </a:lnTo>
                <a:lnTo>
                  <a:pt x="0" y="32842"/>
                </a:lnTo>
                <a:lnTo>
                  <a:pt x="0" y="53797"/>
                </a:lnTo>
                <a:lnTo>
                  <a:pt x="174434" y="53797"/>
                </a:lnTo>
                <a:lnTo>
                  <a:pt x="174434" y="32842"/>
                </a:lnTo>
                <a:close/>
              </a:path>
              <a:path w="541655" h="294639">
                <a:moveTo>
                  <a:pt x="228244" y="200533"/>
                </a:moveTo>
                <a:lnTo>
                  <a:pt x="36563" y="200533"/>
                </a:lnTo>
                <a:lnTo>
                  <a:pt x="36563" y="221729"/>
                </a:lnTo>
                <a:lnTo>
                  <a:pt x="202387" y="221729"/>
                </a:lnTo>
                <a:lnTo>
                  <a:pt x="202387" y="294157"/>
                </a:lnTo>
                <a:lnTo>
                  <a:pt x="228244" y="294157"/>
                </a:lnTo>
                <a:lnTo>
                  <a:pt x="228244" y="200533"/>
                </a:lnTo>
                <a:close/>
              </a:path>
              <a:path w="541655" h="294639">
                <a:moveTo>
                  <a:pt x="272262" y="82677"/>
                </a:moveTo>
                <a:lnTo>
                  <a:pt x="228244" y="82677"/>
                </a:lnTo>
                <a:lnTo>
                  <a:pt x="228244" y="1397"/>
                </a:lnTo>
                <a:lnTo>
                  <a:pt x="202387" y="1397"/>
                </a:lnTo>
                <a:lnTo>
                  <a:pt x="202387" y="184226"/>
                </a:lnTo>
                <a:lnTo>
                  <a:pt x="228244" y="184226"/>
                </a:lnTo>
                <a:lnTo>
                  <a:pt x="228244" y="104343"/>
                </a:lnTo>
                <a:lnTo>
                  <a:pt x="272262" y="104343"/>
                </a:lnTo>
                <a:lnTo>
                  <a:pt x="272262" y="82677"/>
                </a:lnTo>
                <a:close/>
              </a:path>
              <a:path w="541655" h="294639">
                <a:moveTo>
                  <a:pt x="460908" y="163728"/>
                </a:moveTo>
                <a:lnTo>
                  <a:pt x="459498" y="152781"/>
                </a:lnTo>
                <a:lnTo>
                  <a:pt x="458114" y="142074"/>
                </a:lnTo>
                <a:lnTo>
                  <a:pt x="425551" y="147269"/>
                </a:lnTo>
                <a:lnTo>
                  <a:pt x="394500" y="150533"/>
                </a:lnTo>
                <a:lnTo>
                  <a:pt x="364274" y="152247"/>
                </a:lnTo>
                <a:lnTo>
                  <a:pt x="334213" y="152781"/>
                </a:lnTo>
                <a:lnTo>
                  <a:pt x="334213" y="22821"/>
                </a:lnTo>
                <a:lnTo>
                  <a:pt x="308356" y="22821"/>
                </a:lnTo>
                <a:lnTo>
                  <a:pt x="308356" y="174675"/>
                </a:lnTo>
                <a:lnTo>
                  <a:pt x="330479" y="174675"/>
                </a:lnTo>
                <a:lnTo>
                  <a:pt x="362229" y="174117"/>
                </a:lnTo>
                <a:lnTo>
                  <a:pt x="393865" y="172440"/>
                </a:lnTo>
                <a:lnTo>
                  <a:pt x="426415" y="169138"/>
                </a:lnTo>
                <a:lnTo>
                  <a:pt x="460908" y="163728"/>
                </a:lnTo>
                <a:close/>
              </a:path>
              <a:path w="541655" h="294639">
                <a:moveTo>
                  <a:pt x="533577" y="1638"/>
                </a:moveTo>
                <a:lnTo>
                  <a:pt x="507720" y="1638"/>
                </a:lnTo>
                <a:lnTo>
                  <a:pt x="507720" y="40055"/>
                </a:lnTo>
                <a:lnTo>
                  <a:pt x="423176" y="40055"/>
                </a:lnTo>
                <a:lnTo>
                  <a:pt x="423176" y="61023"/>
                </a:lnTo>
                <a:lnTo>
                  <a:pt x="507720" y="61023"/>
                </a:lnTo>
                <a:lnTo>
                  <a:pt x="507720" y="95961"/>
                </a:lnTo>
                <a:lnTo>
                  <a:pt x="423176" y="95961"/>
                </a:lnTo>
                <a:lnTo>
                  <a:pt x="423176" y="116916"/>
                </a:lnTo>
                <a:lnTo>
                  <a:pt x="507720" y="116916"/>
                </a:lnTo>
                <a:lnTo>
                  <a:pt x="507720" y="218465"/>
                </a:lnTo>
                <a:lnTo>
                  <a:pt x="533577" y="218465"/>
                </a:lnTo>
                <a:lnTo>
                  <a:pt x="533577" y="1638"/>
                </a:lnTo>
                <a:close/>
              </a:path>
              <a:path w="541655" h="294639">
                <a:moveTo>
                  <a:pt x="541489" y="266204"/>
                </a:moveTo>
                <a:lnTo>
                  <a:pt x="371005" y="266204"/>
                </a:lnTo>
                <a:lnTo>
                  <a:pt x="371005" y="199834"/>
                </a:lnTo>
                <a:lnTo>
                  <a:pt x="344919" y="199834"/>
                </a:lnTo>
                <a:lnTo>
                  <a:pt x="344919" y="287629"/>
                </a:lnTo>
                <a:lnTo>
                  <a:pt x="541489" y="287629"/>
                </a:lnTo>
                <a:lnTo>
                  <a:pt x="541489" y="266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 descr=""/>
          <p:cNvSpPr/>
          <p:nvPr/>
        </p:nvSpPr>
        <p:spPr>
          <a:xfrm>
            <a:off x="13822795" y="3959872"/>
            <a:ext cx="519430" cy="293370"/>
          </a:xfrm>
          <a:custGeom>
            <a:avLst/>
            <a:gdLst/>
            <a:ahLst/>
            <a:cxnLst/>
            <a:rect l="l" t="t" r="r" b="b"/>
            <a:pathLst>
              <a:path w="519430" h="293370">
                <a:moveTo>
                  <a:pt x="160693" y="140906"/>
                </a:moveTo>
                <a:lnTo>
                  <a:pt x="159207" y="129501"/>
                </a:lnTo>
                <a:lnTo>
                  <a:pt x="157899" y="119481"/>
                </a:lnTo>
                <a:lnTo>
                  <a:pt x="128981" y="124409"/>
                </a:lnTo>
                <a:lnTo>
                  <a:pt x="99148" y="127419"/>
                </a:lnTo>
                <a:lnTo>
                  <a:pt x="65570" y="128968"/>
                </a:lnTo>
                <a:lnTo>
                  <a:pt x="25387" y="129501"/>
                </a:lnTo>
                <a:lnTo>
                  <a:pt x="25387" y="43789"/>
                </a:lnTo>
                <a:lnTo>
                  <a:pt x="129959" y="43789"/>
                </a:lnTo>
                <a:lnTo>
                  <a:pt x="129959" y="22364"/>
                </a:lnTo>
                <a:lnTo>
                  <a:pt x="0" y="22364"/>
                </a:lnTo>
                <a:lnTo>
                  <a:pt x="0" y="150685"/>
                </a:lnTo>
                <a:lnTo>
                  <a:pt x="22580" y="150685"/>
                </a:lnTo>
                <a:lnTo>
                  <a:pt x="64541" y="150304"/>
                </a:lnTo>
                <a:lnTo>
                  <a:pt x="99504" y="148856"/>
                </a:lnTo>
                <a:lnTo>
                  <a:pt x="130530" y="145872"/>
                </a:lnTo>
                <a:lnTo>
                  <a:pt x="160693" y="140906"/>
                </a:lnTo>
                <a:close/>
              </a:path>
              <a:path w="519430" h="293370">
                <a:moveTo>
                  <a:pt x="217995" y="236169"/>
                </a:moveTo>
                <a:lnTo>
                  <a:pt x="211315" y="212623"/>
                </a:lnTo>
                <a:lnTo>
                  <a:pt x="199339" y="201701"/>
                </a:lnTo>
                <a:lnTo>
                  <a:pt x="193065" y="195961"/>
                </a:lnTo>
                <a:lnTo>
                  <a:pt x="193065" y="236169"/>
                </a:lnTo>
                <a:lnTo>
                  <a:pt x="188061" y="250761"/>
                </a:lnTo>
                <a:lnTo>
                  <a:pt x="173736" y="261759"/>
                </a:lnTo>
                <a:lnTo>
                  <a:pt x="151218" y="268681"/>
                </a:lnTo>
                <a:lnTo>
                  <a:pt x="121564" y="271094"/>
                </a:lnTo>
                <a:lnTo>
                  <a:pt x="91694" y="268681"/>
                </a:lnTo>
                <a:lnTo>
                  <a:pt x="69113" y="261759"/>
                </a:lnTo>
                <a:lnTo>
                  <a:pt x="54825" y="250761"/>
                </a:lnTo>
                <a:lnTo>
                  <a:pt x="49834" y="236169"/>
                </a:lnTo>
                <a:lnTo>
                  <a:pt x="54825" y="221615"/>
                </a:lnTo>
                <a:lnTo>
                  <a:pt x="91694" y="203936"/>
                </a:lnTo>
                <a:lnTo>
                  <a:pt x="151218" y="203936"/>
                </a:lnTo>
                <a:lnTo>
                  <a:pt x="188061" y="221615"/>
                </a:lnTo>
                <a:lnTo>
                  <a:pt x="193065" y="236169"/>
                </a:lnTo>
                <a:lnTo>
                  <a:pt x="193065" y="195961"/>
                </a:lnTo>
                <a:lnTo>
                  <a:pt x="192138" y="195110"/>
                </a:lnTo>
                <a:lnTo>
                  <a:pt x="161785" y="184150"/>
                </a:lnTo>
                <a:lnTo>
                  <a:pt x="121564" y="180263"/>
                </a:lnTo>
                <a:lnTo>
                  <a:pt x="81140" y="184150"/>
                </a:lnTo>
                <a:lnTo>
                  <a:pt x="50558" y="195110"/>
                </a:lnTo>
                <a:lnTo>
                  <a:pt x="31203" y="212623"/>
                </a:lnTo>
                <a:lnTo>
                  <a:pt x="24447" y="236169"/>
                </a:lnTo>
                <a:lnTo>
                  <a:pt x="31203" y="259829"/>
                </a:lnTo>
                <a:lnTo>
                  <a:pt x="50558" y="277393"/>
                </a:lnTo>
                <a:lnTo>
                  <a:pt x="81140" y="288302"/>
                </a:lnTo>
                <a:lnTo>
                  <a:pt x="121564" y="292061"/>
                </a:lnTo>
                <a:lnTo>
                  <a:pt x="161785" y="288302"/>
                </a:lnTo>
                <a:lnTo>
                  <a:pt x="192138" y="277393"/>
                </a:lnTo>
                <a:lnTo>
                  <a:pt x="199009" y="271094"/>
                </a:lnTo>
                <a:lnTo>
                  <a:pt x="211315" y="259829"/>
                </a:lnTo>
                <a:lnTo>
                  <a:pt x="217995" y="236169"/>
                </a:lnTo>
                <a:close/>
              </a:path>
              <a:path w="519430" h="293370">
                <a:moveTo>
                  <a:pt x="259448" y="76390"/>
                </a:moveTo>
                <a:lnTo>
                  <a:pt x="215658" y="76390"/>
                </a:lnTo>
                <a:lnTo>
                  <a:pt x="215658" y="0"/>
                </a:lnTo>
                <a:lnTo>
                  <a:pt x="189572" y="0"/>
                </a:lnTo>
                <a:lnTo>
                  <a:pt x="189572" y="174675"/>
                </a:lnTo>
                <a:lnTo>
                  <a:pt x="215658" y="174675"/>
                </a:lnTo>
                <a:lnTo>
                  <a:pt x="215658" y="98056"/>
                </a:lnTo>
                <a:lnTo>
                  <a:pt x="259448" y="98056"/>
                </a:lnTo>
                <a:lnTo>
                  <a:pt x="259448" y="76390"/>
                </a:lnTo>
                <a:close/>
              </a:path>
              <a:path w="519430" h="293370">
                <a:moveTo>
                  <a:pt x="461378" y="205422"/>
                </a:moveTo>
                <a:lnTo>
                  <a:pt x="405536" y="154736"/>
                </a:lnTo>
                <a:lnTo>
                  <a:pt x="388404" y="118275"/>
                </a:lnTo>
                <a:lnTo>
                  <a:pt x="382181" y="78727"/>
                </a:lnTo>
                <a:lnTo>
                  <a:pt x="382181" y="25387"/>
                </a:lnTo>
                <a:lnTo>
                  <a:pt x="356336" y="25387"/>
                </a:lnTo>
                <a:lnTo>
                  <a:pt x="356336" y="78727"/>
                </a:lnTo>
                <a:lnTo>
                  <a:pt x="349885" y="119811"/>
                </a:lnTo>
                <a:lnTo>
                  <a:pt x="332638" y="157683"/>
                </a:lnTo>
                <a:lnTo>
                  <a:pt x="307276" y="188899"/>
                </a:lnTo>
                <a:lnTo>
                  <a:pt x="276453" y="210083"/>
                </a:lnTo>
                <a:lnTo>
                  <a:pt x="292747" y="231736"/>
                </a:lnTo>
                <a:lnTo>
                  <a:pt x="317334" y="215277"/>
                </a:lnTo>
                <a:lnTo>
                  <a:pt x="338937" y="192570"/>
                </a:lnTo>
                <a:lnTo>
                  <a:pt x="356628" y="164807"/>
                </a:lnTo>
                <a:lnTo>
                  <a:pt x="369493" y="133223"/>
                </a:lnTo>
                <a:lnTo>
                  <a:pt x="382587" y="163004"/>
                </a:lnTo>
                <a:lnTo>
                  <a:pt x="400265" y="189090"/>
                </a:lnTo>
                <a:lnTo>
                  <a:pt x="421563" y="210413"/>
                </a:lnTo>
                <a:lnTo>
                  <a:pt x="445541" y="225920"/>
                </a:lnTo>
                <a:lnTo>
                  <a:pt x="461378" y="205422"/>
                </a:lnTo>
                <a:close/>
              </a:path>
              <a:path w="519430" h="293370">
                <a:moveTo>
                  <a:pt x="519366" y="0"/>
                </a:moveTo>
                <a:lnTo>
                  <a:pt x="493509" y="0"/>
                </a:lnTo>
                <a:lnTo>
                  <a:pt x="493509" y="293230"/>
                </a:lnTo>
                <a:lnTo>
                  <a:pt x="519366" y="293230"/>
                </a:lnTo>
                <a:lnTo>
                  <a:pt x="5193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 descr=""/>
          <p:cNvSpPr/>
          <p:nvPr/>
        </p:nvSpPr>
        <p:spPr>
          <a:xfrm>
            <a:off x="14487487" y="3959872"/>
            <a:ext cx="1715770" cy="293370"/>
          </a:xfrm>
          <a:custGeom>
            <a:avLst/>
            <a:gdLst/>
            <a:ahLst/>
            <a:cxnLst/>
            <a:rect l="l" t="t" r="r" b="b"/>
            <a:pathLst>
              <a:path w="1715769" h="293370">
                <a:moveTo>
                  <a:pt x="112496" y="27952"/>
                </a:moveTo>
                <a:lnTo>
                  <a:pt x="88506" y="27952"/>
                </a:lnTo>
                <a:lnTo>
                  <a:pt x="88506" y="99047"/>
                </a:lnTo>
                <a:lnTo>
                  <a:pt x="24688" y="99047"/>
                </a:lnTo>
                <a:lnTo>
                  <a:pt x="24688" y="27927"/>
                </a:lnTo>
                <a:lnTo>
                  <a:pt x="0" y="27927"/>
                </a:lnTo>
                <a:lnTo>
                  <a:pt x="0" y="99047"/>
                </a:lnTo>
                <a:lnTo>
                  <a:pt x="0" y="120637"/>
                </a:lnTo>
                <a:lnTo>
                  <a:pt x="0" y="198107"/>
                </a:lnTo>
                <a:lnTo>
                  <a:pt x="0" y="219697"/>
                </a:lnTo>
                <a:lnTo>
                  <a:pt x="112496" y="219697"/>
                </a:lnTo>
                <a:lnTo>
                  <a:pt x="112496" y="198107"/>
                </a:lnTo>
                <a:lnTo>
                  <a:pt x="24688" y="198107"/>
                </a:lnTo>
                <a:lnTo>
                  <a:pt x="24688" y="120637"/>
                </a:lnTo>
                <a:lnTo>
                  <a:pt x="88506" y="120637"/>
                </a:lnTo>
                <a:lnTo>
                  <a:pt x="88506" y="197967"/>
                </a:lnTo>
                <a:lnTo>
                  <a:pt x="112496" y="197967"/>
                </a:lnTo>
                <a:lnTo>
                  <a:pt x="112496" y="120637"/>
                </a:lnTo>
                <a:lnTo>
                  <a:pt x="112496" y="120408"/>
                </a:lnTo>
                <a:lnTo>
                  <a:pt x="112496" y="99453"/>
                </a:lnTo>
                <a:lnTo>
                  <a:pt x="112496" y="99047"/>
                </a:lnTo>
                <a:lnTo>
                  <a:pt x="112496" y="27952"/>
                </a:lnTo>
                <a:close/>
              </a:path>
              <a:path w="1715769" h="293370">
                <a:moveTo>
                  <a:pt x="240118" y="137642"/>
                </a:moveTo>
                <a:lnTo>
                  <a:pt x="215201" y="137642"/>
                </a:lnTo>
                <a:lnTo>
                  <a:pt x="215201" y="292760"/>
                </a:lnTo>
                <a:lnTo>
                  <a:pt x="240118" y="292760"/>
                </a:lnTo>
                <a:lnTo>
                  <a:pt x="240118" y="137642"/>
                </a:lnTo>
                <a:close/>
              </a:path>
              <a:path w="1715769" h="293370">
                <a:moveTo>
                  <a:pt x="240118" y="0"/>
                </a:moveTo>
                <a:lnTo>
                  <a:pt x="215201" y="0"/>
                </a:lnTo>
                <a:lnTo>
                  <a:pt x="215201" y="115557"/>
                </a:lnTo>
                <a:lnTo>
                  <a:pt x="174205" y="115557"/>
                </a:lnTo>
                <a:lnTo>
                  <a:pt x="174205" y="6337"/>
                </a:lnTo>
                <a:lnTo>
                  <a:pt x="149529" y="6337"/>
                </a:lnTo>
                <a:lnTo>
                  <a:pt x="149529" y="115557"/>
                </a:lnTo>
                <a:lnTo>
                  <a:pt x="149529" y="137147"/>
                </a:lnTo>
                <a:lnTo>
                  <a:pt x="149529" y="278130"/>
                </a:lnTo>
                <a:lnTo>
                  <a:pt x="174205" y="278130"/>
                </a:lnTo>
                <a:lnTo>
                  <a:pt x="174205" y="137147"/>
                </a:lnTo>
                <a:lnTo>
                  <a:pt x="240118" y="137147"/>
                </a:lnTo>
                <a:lnTo>
                  <a:pt x="240118" y="115989"/>
                </a:lnTo>
                <a:lnTo>
                  <a:pt x="240118" y="115557"/>
                </a:lnTo>
                <a:lnTo>
                  <a:pt x="240118" y="0"/>
                </a:lnTo>
                <a:close/>
              </a:path>
              <a:path w="1715769" h="293370">
                <a:moveTo>
                  <a:pt x="517271" y="66382"/>
                </a:moveTo>
                <a:lnTo>
                  <a:pt x="509968" y="41871"/>
                </a:lnTo>
                <a:lnTo>
                  <a:pt x="495096" y="28651"/>
                </a:lnTo>
                <a:lnTo>
                  <a:pt x="490029" y="24142"/>
                </a:lnTo>
                <a:lnTo>
                  <a:pt x="490029" y="66382"/>
                </a:lnTo>
                <a:lnTo>
                  <a:pt x="484581" y="81826"/>
                </a:lnTo>
                <a:lnTo>
                  <a:pt x="469176" y="93573"/>
                </a:lnTo>
                <a:lnTo>
                  <a:pt x="445223" y="101028"/>
                </a:lnTo>
                <a:lnTo>
                  <a:pt x="414096" y="103644"/>
                </a:lnTo>
                <a:lnTo>
                  <a:pt x="383082" y="101028"/>
                </a:lnTo>
                <a:lnTo>
                  <a:pt x="359130" y="93573"/>
                </a:lnTo>
                <a:lnTo>
                  <a:pt x="343750" y="81826"/>
                </a:lnTo>
                <a:lnTo>
                  <a:pt x="338404" y="66382"/>
                </a:lnTo>
                <a:lnTo>
                  <a:pt x="343750" y="50660"/>
                </a:lnTo>
                <a:lnTo>
                  <a:pt x="383082" y="31267"/>
                </a:lnTo>
                <a:lnTo>
                  <a:pt x="445223" y="31267"/>
                </a:lnTo>
                <a:lnTo>
                  <a:pt x="484581" y="50660"/>
                </a:lnTo>
                <a:lnTo>
                  <a:pt x="490029" y="66382"/>
                </a:lnTo>
                <a:lnTo>
                  <a:pt x="490029" y="24142"/>
                </a:lnTo>
                <a:lnTo>
                  <a:pt x="489178" y="23380"/>
                </a:lnTo>
                <a:lnTo>
                  <a:pt x="456653" y="11645"/>
                </a:lnTo>
                <a:lnTo>
                  <a:pt x="414096" y="7454"/>
                </a:lnTo>
                <a:lnTo>
                  <a:pt x="371614" y="11645"/>
                </a:lnTo>
                <a:lnTo>
                  <a:pt x="339013" y="23380"/>
                </a:lnTo>
                <a:lnTo>
                  <a:pt x="318173" y="41871"/>
                </a:lnTo>
                <a:lnTo>
                  <a:pt x="310921" y="66382"/>
                </a:lnTo>
                <a:lnTo>
                  <a:pt x="318173" y="90741"/>
                </a:lnTo>
                <a:lnTo>
                  <a:pt x="339013" y="109143"/>
                </a:lnTo>
                <a:lnTo>
                  <a:pt x="371614" y="120777"/>
                </a:lnTo>
                <a:lnTo>
                  <a:pt x="414096" y="124841"/>
                </a:lnTo>
                <a:lnTo>
                  <a:pt x="456653" y="120777"/>
                </a:lnTo>
                <a:lnTo>
                  <a:pt x="489178" y="109143"/>
                </a:lnTo>
                <a:lnTo>
                  <a:pt x="495401" y="103644"/>
                </a:lnTo>
                <a:lnTo>
                  <a:pt x="509968" y="90741"/>
                </a:lnTo>
                <a:lnTo>
                  <a:pt x="517271" y="66382"/>
                </a:lnTo>
                <a:close/>
              </a:path>
              <a:path w="1715769" h="293370">
                <a:moveTo>
                  <a:pt x="518668" y="264350"/>
                </a:moveTo>
                <a:lnTo>
                  <a:pt x="340969" y="264350"/>
                </a:lnTo>
                <a:lnTo>
                  <a:pt x="340969" y="200761"/>
                </a:lnTo>
                <a:lnTo>
                  <a:pt x="315112" y="200761"/>
                </a:lnTo>
                <a:lnTo>
                  <a:pt x="315112" y="286232"/>
                </a:lnTo>
                <a:lnTo>
                  <a:pt x="518668" y="286232"/>
                </a:lnTo>
                <a:lnTo>
                  <a:pt x="518668" y="264350"/>
                </a:lnTo>
                <a:close/>
              </a:path>
              <a:path w="1715769" h="293370">
                <a:moveTo>
                  <a:pt x="548487" y="148831"/>
                </a:moveTo>
                <a:lnTo>
                  <a:pt x="280416" y="148831"/>
                </a:lnTo>
                <a:lnTo>
                  <a:pt x="280416" y="170256"/>
                </a:lnTo>
                <a:lnTo>
                  <a:pt x="403618" y="170256"/>
                </a:lnTo>
                <a:lnTo>
                  <a:pt x="403618" y="230111"/>
                </a:lnTo>
                <a:lnTo>
                  <a:pt x="429704" y="230111"/>
                </a:lnTo>
                <a:lnTo>
                  <a:pt x="429704" y="170256"/>
                </a:lnTo>
                <a:lnTo>
                  <a:pt x="548487" y="170256"/>
                </a:lnTo>
                <a:lnTo>
                  <a:pt x="548487" y="148831"/>
                </a:lnTo>
                <a:close/>
              </a:path>
              <a:path w="1715769" h="293370">
                <a:moveTo>
                  <a:pt x="711987" y="207289"/>
                </a:moveTo>
                <a:lnTo>
                  <a:pt x="710184" y="193776"/>
                </a:lnTo>
                <a:lnTo>
                  <a:pt x="708952" y="184454"/>
                </a:lnTo>
                <a:lnTo>
                  <a:pt x="682942" y="188899"/>
                </a:lnTo>
                <a:lnTo>
                  <a:pt x="658393" y="191744"/>
                </a:lnTo>
                <a:lnTo>
                  <a:pt x="635152" y="193268"/>
                </a:lnTo>
                <a:lnTo>
                  <a:pt x="613003" y="193776"/>
                </a:lnTo>
                <a:lnTo>
                  <a:pt x="613003" y="35636"/>
                </a:lnTo>
                <a:lnTo>
                  <a:pt x="587146" y="35636"/>
                </a:lnTo>
                <a:lnTo>
                  <a:pt x="587146" y="216839"/>
                </a:lnTo>
                <a:lnTo>
                  <a:pt x="605548" y="216839"/>
                </a:lnTo>
                <a:lnTo>
                  <a:pt x="630008" y="216395"/>
                </a:lnTo>
                <a:lnTo>
                  <a:pt x="655535" y="214858"/>
                </a:lnTo>
                <a:lnTo>
                  <a:pt x="682675" y="211924"/>
                </a:lnTo>
                <a:lnTo>
                  <a:pt x="711987" y="207289"/>
                </a:lnTo>
                <a:close/>
              </a:path>
              <a:path w="1715769" h="293370">
                <a:moveTo>
                  <a:pt x="822375" y="0"/>
                </a:moveTo>
                <a:lnTo>
                  <a:pt x="797217" y="0"/>
                </a:lnTo>
                <a:lnTo>
                  <a:pt x="797217" y="119253"/>
                </a:lnTo>
                <a:lnTo>
                  <a:pt x="754837" y="119253"/>
                </a:lnTo>
                <a:lnTo>
                  <a:pt x="754837" y="6527"/>
                </a:lnTo>
                <a:lnTo>
                  <a:pt x="730377" y="6527"/>
                </a:lnTo>
                <a:lnTo>
                  <a:pt x="730377" y="277393"/>
                </a:lnTo>
                <a:lnTo>
                  <a:pt x="754837" y="277393"/>
                </a:lnTo>
                <a:lnTo>
                  <a:pt x="754837" y="141135"/>
                </a:lnTo>
                <a:lnTo>
                  <a:pt x="797217" y="141135"/>
                </a:lnTo>
                <a:lnTo>
                  <a:pt x="797217" y="292760"/>
                </a:lnTo>
                <a:lnTo>
                  <a:pt x="822375" y="292760"/>
                </a:lnTo>
                <a:lnTo>
                  <a:pt x="822375" y="141135"/>
                </a:lnTo>
                <a:lnTo>
                  <a:pt x="822375" y="119253"/>
                </a:lnTo>
                <a:lnTo>
                  <a:pt x="822375" y="0"/>
                </a:lnTo>
                <a:close/>
              </a:path>
              <a:path w="1715769" h="293370">
                <a:moveTo>
                  <a:pt x="1098130" y="240118"/>
                </a:moveTo>
                <a:lnTo>
                  <a:pt x="1091120" y="217995"/>
                </a:lnTo>
                <a:lnTo>
                  <a:pt x="1079373" y="208445"/>
                </a:lnTo>
                <a:lnTo>
                  <a:pt x="1072273" y="202692"/>
                </a:lnTo>
                <a:lnTo>
                  <a:pt x="1072273" y="240118"/>
                </a:lnTo>
                <a:lnTo>
                  <a:pt x="1067015" y="253555"/>
                </a:lnTo>
                <a:lnTo>
                  <a:pt x="1052156" y="263563"/>
                </a:lnTo>
                <a:lnTo>
                  <a:pt x="1028623" y="269760"/>
                </a:lnTo>
                <a:lnTo>
                  <a:pt x="997280" y="271792"/>
                </a:lnTo>
                <a:lnTo>
                  <a:pt x="965822" y="269760"/>
                </a:lnTo>
                <a:lnTo>
                  <a:pt x="942263" y="263563"/>
                </a:lnTo>
                <a:lnTo>
                  <a:pt x="927519" y="253555"/>
                </a:lnTo>
                <a:lnTo>
                  <a:pt x="922528" y="240118"/>
                </a:lnTo>
                <a:lnTo>
                  <a:pt x="927519" y="226860"/>
                </a:lnTo>
                <a:lnTo>
                  <a:pt x="942263" y="216954"/>
                </a:lnTo>
                <a:lnTo>
                  <a:pt x="965822" y="210718"/>
                </a:lnTo>
                <a:lnTo>
                  <a:pt x="997280" y="208445"/>
                </a:lnTo>
                <a:lnTo>
                  <a:pt x="1028623" y="210718"/>
                </a:lnTo>
                <a:lnTo>
                  <a:pt x="1052156" y="216954"/>
                </a:lnTo>
                <a:lnTo>
                  <a:pt x="1067015" y="226860"/>
                </a:lnTo>
                <a:lnTo>
                  <a:pt x="1072273" y="240118"/>
                </a:lnTo>
                <a:lnTo>
                  <a:pt x="1072273" y="202692"/>
                </a:lnTo>
                <a:lnTo>
                  <a:pt x="1071206" y="201815"/>
                </a:lnTo>
                <a:lnTo>
                  <a:pt x="1039533" y="191909"/>
                </a:lnTo>
                <a:lnTo>
                  <a:pt x="997280" y="188658"/>
                </a:lnTo>
                <a:lnTo>
                  <a:pt x="954760" y="191909"/>
                </a:lnTo>
                <a:lnTo>
                  <a:pt x="922985" y="201815"/>
                </a:lnTo>
                <a:lnTo>
                  <a:pt x="903097" y="217995"/>
                </a:lnTo>
                <a:lnTo>
                  <a:pt x="896200" y="240118"/>
                </a:lnTo>
                <a:lnTo>
                  <a:pt x="903097" y="262382"/>
                </a:lnTo>
                <a:lnTo>
                  <a:pt x="922985" y="278663"/>
                </a:lnTo>
                <a:lnTo>
                  <a:pt x="954760" y="288658"/>
                </a:lnTo>
                <a:lnTo>
                  <a:pt x="997280" y="292061"/>
                </a:lnTo>
                <a:lnTo>
                  <a:pt x="1039533" y="288658"/>
                </a:lnTo>
                <a:lnTo>
                  <a:pt x="1071206" y="278663"/>
                </a:lnTo>
                <a:lnTo>
                  <a:pt x="1079601" y="271792"/>
                </a:lnTo>
                <a:lnTo>
                  <a:pt x="1091120" y="262382"/>
                </a:lnTo>
                <a:lnTo>
                  <a:pt x="1098130" y="240118"/>
                </a:lnTo>
                <a:close/>
              </a:path>
              <a:path w="1715769" h="293370">
                <a:moveTo>
                  <a:pt x="1130973" y="144868"/>
                </a:moveTo>
                <a:lnTo>
                  <a:pt x="1064590" y="144868"/>
                </a:lnTo>
                <a:lnTo>
                  <a:pt x="1064590" y="110401"/>
                </a:lnTo>
                <a:lnTo>
                  <a:pt x="1064590" y="103289"/>
                </a:lnTo>
                <a:lnTo>
                  <a:pt x="1079957" y="95478"/>
                </a:lnTo>
                <a:lnTo>
                  <a:pt x="1082065" y="93624"/>
                </a:lnTo>
                <a:lnTo>
                  <a:pt x="1091158" y="85661"/>
                </a:lnTo>
                <a:lnTo>
                  <a:pt x="1091742" y="84785"/>
                </a:lnTo>
                <a:lnTo>
                  <a:pt x="1098257" y="73710"/>
                </a:lnTo>
                <a:lnTo>
                  <a:pt x="1100696" y="59855"/>
                </a:lnTo>
                <a:lnTo>
                  <a:pt x="1093508" y="36842"/>
                </a:lnTo>
                <a:lnTo>
                  <a:pt x="1080236" y="25857"/>
                </a:lnTo>
                <a:lnTo>
                  <a:pt x="1074381" y="21018"/>
                </a:lnTo>
                <a:lnTo>
                  <a:pt x="1074381" y="59855"/>
                </a:lnTo>
                <a:lnTo>
                  <a:pt x="1069009" y="74180"/>
                </a:lnTo>
                <a:lnTo>
                  <a:pt x="1053642" y="84785"/>
                </a:lnTo>
                <a:lnTo>
                  <a:pt x="1038974" y="88773"/>
                </a:lnTo>
                <a:lnTo>
                  <a:pt x="1038974" y="110401"/>
                </a:lnTo>
                <a:lnTo>
                  <a:pt x="1038974" y="144868"/>
                </a:lnTo>
                <a:lnTo>
                  <a:pt x="956056" y="144868"/>
                </a:lnTo>
                <a:lnTo>
                  <a:pt x="956056" y="110401"/>
                </a:lnTo>
                <a:lnTo>
                  <a:pt x="965530" y="111836"/>
                </a:lnTo>
                <a:lnTo>
                  <a:pt x="975575" y="112864"/>
                </a:lnTo>
                <a:lnTo>
                  <a:pt x="986180" y="113461"/>
                </a:lnTo>
                <a:lnTo>
                  <a:pt x="997280" y="113665"/>
                </a:lnTo>
                <a:lnTo>
                  <a:pt x="1007605" y="113461"/>
                </a:lnTo>
                <a:lnTo>
                  <a:pt x="1008240" y="113461"/>
                </a:lnTo>
                <a:lnTo>
                  <a:pt x="1018286" y="112864"/>
                </a:lnTo>
                <a:lnTo>
                  <a:pt x="1018705" y="112864"/>
                </a:lnTo>
                <a:lnTo>
                  <a:pt x="1028471" y="111836"/>
                </a:lnTo>
                <a:lnTo>
                  <a:pt x="1028776" y="111836"/>
                </a:lnTo>
                <a:lnTo>
                  <a:pt x="1038212" y="110401"/>
                </a:lnTo>
                <a:lnTo>
                  <a:pt x="1038974" y="110401"/>
                </a:lnTo>
                <a:lnTo>
                  <a:pt x="1038974" y="88773"/>
                </a:lnTo>
                <a:lnTo>
                  <a:pt x="1029373" y="91363"/>
                </a:lnTo>
                <a:lnTo>
                  <a:pt x="997280" y="93624"/>
                </a:lnTo>
                <a:lnTo>
                  <a:pt x="965098" y="91363"/>
                </a:lnTo>
                <a:lnTo>
                  <a:pt x="940866" y="84785"/>
                </a:lnTo>
                <a:lnTo>
                  <a:pt x="925626" y="74180"/>
                </a:lnTo>
                <a:lnTo>
                  <a:pt x="920432" y="59855"/>
                </a:lnTo>
                <a:lnTo>
                  <a:pt x="925626" y="45605"/>
                </a:lnTo>
                <a:lnTo>
                  <a:pt x="940866" y="34912"/>
                </a:lnTo>
                <a:lnTo>
                  <a:pt x="965098" y="28194"/>
                </a:lnTo>
                <a:lnTo>
                  <a:pt x="997280" y="25857"/>
                </a:lnTo>
                <a:lnTo>
                  <a:pt x="1029373" y="28194"/>
                </a:lnTo>
                <a:lnTo>
                  <a:pt x="1053642" y="34912"/>
                </a:lnTo>
                <a:lnTo>
                  <a:pt x="1069009" y="45605"/>
                </a:lnTo>
                <a:lnTo>
                  <a:pt x="1074381" y="59855"/>
                </a:lnTo>
                <a:lnTo>
                  <a:pt x="1074381" y="21018"/>
                </a:lnTo>
                <a:lnTo>
                  <a:pt x="1072921" y="19799"/>
                </a:lnTo>
                <a:lnTo>
                  <a:pt x="1040358" y="9220"/>
                </a:lnTo>
                <a:lnTo>
                  <a:pt x="997280" y="5588"/>
                </a:lnTo>
                <a:lnTo>
                  <a:pt x="954074" y="9220"/>
                </a:lnTo>
                <a:lnTo>
                  <a:pt x="921448" y="19799"/>
                </a:lnTo>
                <a:lnTo>
                  <a:pt x="900836" y="36842"/>
                </a:lnTo>
                <a:lnTo>
                  <a:pt x="893648" y="59855"/>
                </a:lnTo>
                <a:lnTo>
                  <a:pt x="896061" y="73710"/>
                </a:lnTo>
                <a:lnTo>
                  <a:pt x="903147" y="85661"/>
                </a:lnTo>
                <a:lnTo>
                  <a:pt x="914615" y="95643"/>
                </a:lnTo>
                <a:lnTo>
                  <a:pt x="930211" y="103530"/>
                </a:lnTo>
                <a:lnTo>
                  <a:pt x="930211" y="144868"/>
                </a:lnTo>
                <a:lnTo>
                  <a:pt x="864069" y="144868"/>
                </a:lnTo>
                <a:lnTo>
                  <a:pt x="864069" y="166065"/>
                </a:lnTo>
                <a:lnTo>
                  <a:pt x="1130973" y="166065"/>
                </a:lnTo>
                <a:lnTo>
                  <a:pt x="1130973" y="144868"/>
                </a:lnTo>
                <a:close/>
              </a:path>
              <a:path w="1715769" h="293370">
                <a:moveTo>
                  <a:pt x="1396009" y="99453"/>
                </a:moveTo>
                <a:lnTo>
                  <a:pt x="1387881" y="66459"/>
                </a:lnTo>
                <a:lnTo>
                  <a:pt x="1371092" y="47498"/>
                </a:lnTo>
                <a:lnTo>
                  <a:pt x="1371092" y="99453"/>
                </a:lnTo>
                <a:lnTo>
                  <a:pt x="1364856" y="123634"/>
                </a:lnTo>
                <a:lnTo>
                  <a:pt x="1347622" y="142303"/>
                </a:lnTo>
                <a:lnTo>
                  <a:pt x="1321574" y="154343"/>
                </a:lnTo>
                <a:lnTo>
                  <a:pt x="1288872" y="158610"/>
                </a:lnTo>
                <a:lnTo>
                  <a:pt x="1256157" y="154343"/>
                </a:lnTo>
                <a:lnTo>
                  <a:pt x="1230045" y="142303"/>
                </a:lnTo>
                <a:lnTo>
                  <a:pt x="1212799" y="123634"/>
                </a:lnTo>
                <a:lnTo>
                  <a:pt x="1206665" y="99453"/>
                </a:lnTo>
                <a:lnTo>
                  <a:pt x="1212799" y="75298"/>
                </a:lnTo>
                <a:lnTo>
                  <a:pt x="1230045" y="56476"/>
                </a:lnTo>
                <a:lnTo>
                  <a:pt x="1256157" y="44297"/>
                </a:lnTo>
                <a:lnTo>
                  <a:pt x="1288872" y="40055"/>
                </a:lnTo>
                <a:lnTo>
                  <a:pt x="1321574" y="44297"/>
                </a:lnTo>
                <a:lnTo>
                  <a:pt x="1347622" y="56476"/>
                </a:lnTo>
                <a:lnTo>
                  <a:pt x="1364856" y="75298"/>
                </a:lnTo>
                <a:lnTo>
                  <a:pt x="1371092" y="99453"/>
                </a:lnTo>
                <a:lnTo>
                  <a:pt x="1371092" y="47498"/>
                </a:lnTo>
                <a:lnTo>
                  <a:pt x="1365415" y="41084"/>
                </a:lnTo>
                <a:lnTo>
                  <a:pt x="1363294" y="40055"/>
                </a:lnTo>
                <a:lnTo>
                  <a:pt x="1331455" y="24739"/>
                </a:lnTo>
                <a:lnTo>
                  <a:pt x="1288872" y="18872"/>
                </a:lnTo>
                <a:lnTo>
                  <a:pt x="1246428" y="24739"/>
                </a:lnTo>
                <a:lnTo>
                  <a:pt x="1212545" y="41084"/>
                </a:lnTo>
                <a:lnTo>
                  <a:pt x="1190104" y="66459"/>
                </a:lnTo>
                <a:lnTo>
                  <a:pt x="1181976" y="99453"/>
                </a:lnTo>
                <a:lnTo>
                  <a:pt x="1190104" y="132575"/>
                </a:lnTo>
                <a:lnTo>
                  <a:pt x="1212545" y="157962"/>
                </a:lnTo>
                <a:lnTo>
                  <a:pt x="1246428" y="174193"/>
                </a:lnTo>
                <a:lnTo>
                  <a:pt x="1288872" y="179806"/>
                </a:lnTo>
                <a:lnTo>
                  <a:pt x="1331455" y="174193"/>
                </a:lnTo>
                <a:lnTo>
                  <a:pt x="1364068" y="158610"/>
                </a:lnTo>
                <a:lnTo>
                  <a:pt x="1365415" y="157962"/>
                </a:lnTo>
                <a:lnTo>
                  <a:pt x="1387881" y="132575"/>
                </a:lnTo>
                <a:lnTo>
                  <a:pt x="1396009" y="99453"/>
                </a:lnTo>
                <a:close/>
              </a:path>
              <a:path w="1715769" h="293370">
                <a:moveTo>
                  <a:pt x="1423733" y="231978"/>
                </a:moveTo>
                <a:lnTo>
                  <a:pt x="1155661" y="231978"/>
                </a:lnTo>
                <a:lnTo>
                  <a:pt x="1155661" y="253631"/>
                </a:lnTo>
                <a:lnTo>
                  <a:pt x="1423733" y="253631"/>
                </a:lnTo>
                <a:lnTo>
                  <a:pt x="1423733" y="231978"/>
                </a:lnTo>
                <a:close/>
              </a:path>
              <a:path w="1715769" h="293370">
                <a:moveTo>
                  <a:pt x="1715325" y="234937"/>
                </a:moveTo>
                <a:lnTo>
                  <a:pt x="1593278" y="234937"/>
                </a:lnTo>
                <a:lnTo>
                  <a:pt x="1593278" y="179057"/>
                </a:lnTo>
                <a:lnTo>
                  <a:pt x="1688299" y="179057"/>
                </a:lnTo>
                <a:lnTo>
                  <a:pt x="1688299" y="157467"/>
                </a:lnTo>
                <a:lnTo>
                  <a:pt x="1506410" y="157467"/>
                </a:lnTo>
                <a:lnTo>
                  <a:pt x="1506410" y="110477"/>
                </a:lnTo>
                <a:lnTo>
                  <a:pt x="1681543" y="110477"/>
                </a:lnTo>
                <a:lnTo>
                  <a:pt x="1681543" y="88900"/>
                </a:lnTo>
                <a:lnTo>
                  <a:pt x="1681543" y="43167"/>
                </a:lnTo>
                <a:lnTo>
                  <a:pt x="1681543" y="21577"/>
                </a:lnTo>
                <a:lnTo>
                  <a:pt x="1480083" y="21577"/>
                </a:lnTo>
                <a:lnTo>
                  <a:pt x="1480083" y="43167"/>
                </a:lnTo>
                <a:lnTo>
                  <a:pt x="1655927" y="43167"/>
                </a:lnTo>
                <a:lnTo>
                  <a:pt x="1655927" y="88900"/>
                </a:lnTo>
                <a:lnTo>
                  <a:pt x="1480781" y="88900"/>
                </a:lnTo>
                <a:lnTo>
                  <a:pt x="1480781" y="110477"/>
                </a:lnTo>
                <a:lnTo>
                  <a:pt x="1480781" y="157467"/>
                </a:lnTo>
                <a:lnTo>
                  <a:pt x="1480781" y="179057"/>
                </a:lnTo>
                <a:lnTo>
                  <a:pt x="1567662" y="179057"/>
                </a:lnTo>
                <a:lnTo>
                  <a:pt x="1567662" y="234937"/>
                </a:lnTo>
                <a:lnTo>
                  <a:pt x="1447253" y="234937"/>
                </a:lnTo>
                <a:lnTo>
                  <a:pt x="1447253" y="256527"/>
                </a:lnTo>
                <a:lnTo>
                  <a:pt x="1715325" y="256527"/>
                </a:lnTo>
                <a:lnTo>
                  <a:pt x="1715325" y="2349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 descr=""/>
          <p:cNvSpPr/>
          <p:nvPr/>
        </p:nvSpPr>
        <p:spPr>
          <a:xfrm>
            <a:off x="9155875" y="4427067"/>
            <a:ext cx="560070" cy="294640"/>
          </a:xfrm>
          <a:custGeom>
            <a:avLst/>
            <a:gdLst/>
            <a:ahLst/>
            <a:cxnLst/>
            <a:rect l="l" t="t" r="r" b="b"/>
            <a:pathLst>
              <a:path w="560070" h="294639">
                <a:moveTo>
                  <a:pt x="241287" y="275056"/>
                </a:moveTo>
                <a:lnTo>
                  <a:pt x="59156" y="275056"/>
                </a:lnTo>
                <a:lnTo>
                  <a:pt x="59156" y="250596"/>
                </a:lnTo>
                <a:lnTo>
                  <a:pt x="232435" y="250596"/>
                </a:lnTo>
                <a:lnTo>
                  <a:pt x="232435" y="191439"/>
                </a:lnTo>
                <a:lnTo>
                  <a:pt x="32372" y="191439"/>
                </a:lnTo>
                <a:lnTo>
                  <a:pt x="32372" y="210312"/>
                </a:lnTo>
                <a:lnTo>
                  <a:pt x="206349" y="210312"/>
                </a:lnTo>
                <a:lnTo>
                  <a:pt x="206349" y="232206"/>
                </a:lnTo>
                <a:lnTo>
                  <a:pt x="33070" y="232206"/>
                </a:lnTo>
                <a:lnTo>
                  <a:pt x="33070" y="294386"/>
                </a:lnTo>
                <a:lnTo>
                  <a:pt x="241287" y="294386"/>
                </a:lnTo>
                <a:lnTo>
                  <a:pt x="241287" y="275056"/>
                </a:lnTo>
                <a:close/>
              </a:path>
              <a:path w="560070" h="294639">
                <a:moveTo>
                  <a:pt x="251294" y="25387"/>
                </a:moveTo>
                <a:lnTo>
                  <a:pt x="146253" y="25387"/>
                </a:lnTo>
                <a:lnTo>
                  <a:pt x="146253" y="0"/>
                </a:lnTo>
                <a:lnTo>
                  <a:pt x="120637" y="0"/>
                </a:lnTo>
                <a:lnTo>
                  <a:pt x="120637" y="25387"/>
                </a:lnTo>
                <a:lnTo>
                  <a:pt x="13970" y="25387"/>
                </a:lnTo>
                <a:lnTo>
                  <a:pt x="13970" y="44716"/>
                </a:lnTo>
                <a:lnTo>
                  <a:pt x="251294" y="44716"/>
                </a:lnTo>
                <a:lnTo>
                  <a:pt x="251294" y="25387"/>
                </a:lnTo>
                <a:close/>
              </a:path>
              <a:path w="560070" h="294639">
                <a:moveTo>
                  <a:pt x="266903" y="153022"/>
                </a:moveTo>
                <a:lnTo>
                  <a:pt x="146253" y="153022"/>
                </a:lnTo>
                <a:lnTo>
                  <a:pt x="146253" y="132524"/>
                </a:lnTo>
                <a:lnTo>
                  <a:pt x="180886" y="129209"/>
                </a:lnTo>
                <a:lnTo>
                  <a:pt x="181343" y="129209"/>
                </a:lnTo>
                <a:lnTo>
                  <a:pt x="206946" y="121831"/>
                </a:lnTo>
                <a:lnTo>
                  <a:pt x="207137" y="121831"/>
                </a:lnTo>
                <a:lnTo>
                  <a:pt x="216065" y="115290"/>
                </a:lnTo>
                <a:lnTo>
                  <a:pt x="222846" y="110312"/>
                </a:lnTo>
                <a:lnTo>
                  <a:pt x="223024" y="109982"/>
                </a:lnTo>
                <a:lnTo>
                  <a:pt x="228244" y="94564"/>
                </a:lnTo>
                <a:lnTo>
                  <a:pt x="222072" y="77952"/>
                </a:lnTo>
                <a:lnTo>
                  <a:pt x="216776" y="74523"/>
                </a:lnTo>
                <a:lnTo>
                  <a:pt x="203873" y="66167"/>
                </a:lnTo>
                <a:lnTo>
                  <a:pt x="201218" y="65544"/>
                </a:lnTo>
                <a:lnTo>
                  <a:pt x="201218" y="94564"/>
                </a:lnTo>
                <a:lnTo>
                  <a:pt x="196723" y="103492"/>
                </a:lnTo>
                <a:lnTo>
                  <a:pt x="183730" y="109982"/>
                </a:lnTo>
                <a:lnTo>
                  <a:pt x="162483" y="113944"/>
                </a:lnTo>
                <a:lnTo>
                  <a:pt x="133223" y="115290"/>
                </a:lnTo>
                <a:lnTo>
                  <a:pt x="103898" y="113944"/>
                </a:lnTo>
                <a:lnTo>
                  <a:pt x="82791" y="109982"/>
                </a:lnTo>
                <a:lnTo>
                  <a:pt x="70065" y="103492"/>
                </a:lnTo>
                <a:lnTo>
                  <a:pt x="65913" y="94564"/>
                </a:lnTo>
                <a:lnTo>
                  <a:pt x="70065" y="85928"/>
                </a:lnTo>
                <a:lnTo>
                  <a:pt x="82791" y="79654"/>
                </a:lnTo>
                <a:lnTo>
                  <a:pt x="103898" y="75819"/>
                </a:lnTo>
                <a:lnTo>
                  <a:pt x="133223" y="74523"/>
                </a:lnTo>
                <a:lnTo>
                  <a:pt x="162483" y="75819"/>
                </a:lnTo>
                <a:lnTo>
                  <a:pt x="183730" y="79654"/>
                </a:lnTo>
                <a:lnTo>
                  <a:pt x="196723" y="85928"/>
                </a:lnTo>
                <a:lnTo>
                  <a:pt x="201218" y="94564"/>
                </a:lnTo>
                <a:lnTo>
                  <a:pt x="201218" y="65544"/>
                </a:lnTo>
                <a:lnTo>
                  <a:pt x="174104" y="59156"/>
                </a:lnTo>
                <a:lnTo>
                  <a:pt x="133223" y="56832"/>
                </a:lnTo>
                <a:lnTo>
                  <a:pt x="92227" y="59156"/>
                </a:lnTo>
                <a:lnTo>
                  <a:pt x="62471" y="66167"/>
                </a:lnTo>
                <a:lnTo>
                  <a:pt x="44323" y="77952"/>
                </a:lnTo>
                <a:lnTo>
                  <a:pt x="38188" y="94564"/>
                </a:lnTo>
                <a:lnTo>
                  <a:pt x="43395" y="109982"/>
                </a:lnTo>
                <a:lnTo>
                  <a:pt x="43510" y="110312"/>
                </a:lnTo>
                <a:lnTo>
                  <a:pt x="59245" y="121831"/>
                </a:lnTo>
                <a:lnTo>
                  <a:pt x="85064" y="129209"/>
                </a:lnTo>
                <a:lnTo>
                  <a:pt x="120637" y="132524"/>
                </a:lnTo>
                <a:lnTo>
                  <a:pt x="120637" y="153022"/>
                </a:lnTo>
                <a:lnTo>
                  <a:pt x="0" y="153022"/>
                </a:lnTo>
                <a:lnTo>
                  <a:pt x="0" y="172351"/>
                </a:lnTo>
                <a:lnTo>
                  <a:pt x="266903" y="172351"/>
                </a:lnTo>
                <a:lnTo>
                  <a:pt x="266903" y="153022"/>
                </a:lnTo>
                <a:close/>
              </a:path>
              <a:path w="560070" h="294639">
                <a:moveTo>
                  <a:pt x="559663" y="238912"/>
                </a:moveTo>
                <a:lnTo>
                  <a:pt x="437616" y="238912"/>
                </a:lnTo>
                <a:lnTo>
                  <a:pt x="437616" y="184302"/>
                </a:lnTo>
                <a:lnTo>
                  <a:pt x="532638" y="184302"/>
                </a:lnTo>
                <a:lnTo>
                  <a:pt x="532638" y="162712"/>
                </a:lnTo>
                <a:lnTo>
                  <a:pt x="350748" y="162712"/>
                </a:lnTo>
                <a:lnTo>
                  <a:pt x="350748" y="114452"/>
                </a:lnTo>
                <a:lnTo>
                  <a:pt x="525894" y="114452"/>
                </a:lnTo>
                <a:lnTo>
                  <a:pt x="525894" y="94132"/>
                </a:lnTo>
                <a:lnTo>
                  <a:pt x="525894" y="48412"/>
                </a:lnTo>
                <a:lnTo>
                  <a:pt x="525894" y="26822"/>
                </a:lnTo>
                <a:lnTo>
                  <a:pt x="324434" y="26822"/>
                </a:lnTo>
                <a:lnTo>
                  <a:pt x="324434" y="48412"/>
                </a:lnTo>
                <a:lnTo>
                  <a:pt x="500265" y="48412"/>
                </a:lnTo>
                <a:lnTo>
                  <a:pt x="500265" y="94132"/>
                </a:lnTo>
                <a:lnTo>
                  <a:pt x="325132" y="94132"/>
                </a:lnTo>
                <a:lnTo>
                  <a:pt x="325132" y="114452"/>
                </a:lnTo>
                <a:lnTo>
                  <a:pt x="325132" y="162712"/>
                </a:lnTo>
                <a:lnTo>
                  <a:pt x="325132" y="184302"/>
                </a:lnTo>
                <a:lnTo>
                  <a:pt x="412000" y="184302"/>
                </a:lnTo>
                <a:lnTo>
                  <a:pt x="412000" y="238912"/>
                </a:lnTo>
                <a:lnTo>
                  <a:pt x="291592" y="238912"/>
                </a:lnTo>
                <a:lnTo>
                  <a:pt x="291592" y="261772"/>
                </a:lnTo>
                <a:lnTo>
                  <a:pt x="559663" y="261772"/>
                </a:lnTo>
                <a:lnTo>
                  <a:pt x="559663" y="238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 descr=""/>
          <p:cNvSpPr/>
          <p:nvPr/>
        </p:nvSpPr>
        <p:spPr>
          <a:xfrm>
            <a:off x="9835794" y="4432299"/>
            <a:ext cx="260985" cy="285750"/>
          </a:xfrm>
          <a:custGeom>
            <a:avLst/>
            <a:gdLst/>
            <a:ahLst/>
            <a:cxnLst/>
            <a:rect l="l" t="t" r="r" b="b"/>
            <a:pathLst>
              <a:path w="260984" h="285750">
                <a:moveTo>
                  <a:pt x="135318" y="26670"/>
                </a:moveTo>
                <a:lnTo>
                  <a:pt x="0" y="26670"/>
                </a:lnTo>
                <a:lnTo>
                  <a:pt x="0" y="46990"/>
                </a:lnTo>
                <a:lnTo>
                  <a:pt x="0" y="139700"/>
                </a:lnTo>
                <a:lnTo>
                  <a:pt x="0" y="161290"/>
                </a:lnTo>
                <a:lnTo>
                  <a:pt x="135318" y="161290"/>
                </a:lnTo>
                <a:lnTo>
                  <a:pt x="135318" y="140093"/>
                </a:lnTo>
                <a:lnTo>
                  <a:pt x="135318" y="139700"/>
                </a:lnTo>
                <a:lnTo>
                  <a:pt x="135318" y="47409"/>
                </a:lnTo>
                <a:lnTo>
                  <a:pt x="110159" y="47409"/>
                </a:lnTo>
                <a:lnTo>
                  <a:pt x="110159" y="139700"/>
                </a:lnTo>
                <a:lnTo>
                  <a:pt x="25146" y="139700"/>
                </a:lnTo>
                <a:lnTo>
                  <a:pt x="25146" y="46990"/>
                </a:lnTo>
                <a:lnTo>
                  <a:pt x="135318" y="46990"/>
                </a:lnTo>
                <a:lnTo>
                  <a:pt x="135318" y="26670"/>
                </a:lnTo>
                <a:close/>
              </a:path>
              <a:path w="260984" h="285750">
                <a:moveTo>
                  <a:pt x="229870" y="264172"/>
                </a:moveTo>
                <a:lnTo>
                  <a:pt x="58686" y="264172"/>
                </a:lnTo>
                <a:lnTo>
                  <a:pt x="58686" y="194310"/>
                </a:lnTo>
                <a:lnTo>
                  <a:pt x="33070" y="194310"/>
                </a:lnTo>
                <a:lnTo>
                  <a:pt x="33070" y="264172"/>
                </a:lnTo>
                <a:lnTo>
                  <a:pt x="33070" y="285750"/>
                </a:lnTo>
                <a:lnTo>
                  <a:pt x="229870" y="285750"/>
                </a:lnTo>
                <a:lnTo>
                  <a:pt x="229870" y="264172"/>
                </a:lnTo>
                <a:close/>
              </a:path>
              <a:path w="260984" h="285750">
                <a:moveTo>
                  <a:pt x="260388" y="88900"/>
                </a:moveTo>
                <a:lnTo>
                  <a:pt x="216369" y="88900"/>
                </a:lnTo>
                <a:lnTo>
                  <a:pt x="216369" y="0"/>
                </a:lnTo>
                <a:lnTo>
                  <a:pt x="190512" y="0"/>
                </a:lnTo>
                <a:lnTo>
                  <a:pt x="190512" y="88900"/>
                </a:lnTo>
                <a:lnTo>
                  <a:pt x="190512" y="110502"/>
                </a:lnTo>
                <a:lnTo>
                  <a:pt x="190512" y="214630"/>
                </a:lnTo>
                <a:lnTo>
                  <a:pt x="216369" y="214630"/>
                </a:lnTo>
                <a:lnTo>
                  <a:pt x="216369" y="110502"/>
                </a:lnTo>
                <a:lnTo>
                  <a:pt x="260388" y="110502"/>
                </a:lnTo>
                <a:lnTo>
                  <a:pt x="260388" y="88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 descr=""/>
          <p:cNvSpPr/>
          <p:nvPr/>
        </p:nvSpPr>
        <p:spPr>
          <a:xfrm>
            <a:off x="10114813" y="4442459"/>
            <a:ext cx="267335" cy="133985"/>
          </a:xfrm>
          <a:custGeom>
            <a:avLst/>
            <a:gdLst/>
            <a:ahLst/>
            <a:cxnLst/>
            <a:rect l="l" t="t" r="r" b="b"/>
            <a:pathLst>
              <a:path w="267334" h="133985">
                <a:moveTo>
                  <a:pt x="235229" y="67310"/>
                </a:moveTo>
                <a:lnTo>
                  <a:pt x="61480" y="67310"/>
                </a:lnTo>
                <a:lnTo>
                  <a:pt x="61480" y="20320"/>
                </a:lnTo>
                <a:lnTo>
                  <a:pt x="232194" y="20320"/>
                </a:lnTo>
                <a:lnTo>
                  <a:pt x="232194" y="0"/>
                </a:lnTo>
                <a:lnTo>
                  <a:pt x="35636" y="0"/>
                </a:lnTo>
                <a:lnTo>
                  <a:pt x="35636" y="20320"/>
                </a:lnTo>
                <a:lnTo>
                  <a:pt x="35636" y="67310"/>
                </a:lnTo>
                <a:lnTo>
                  <a:pt x="35636" y="88900"/>
                </a:lnTo>
                <a:lnTo>
                  <a:pt x="235229" y="88900"/>
                </a:lnTo>
                <a:lnTo>
                  <a:pt x="235229" y="67310"/>
                </a:lnTo>
                <a:close/>
              </a:path>
              <a:path w="267334" h="133985">
                <a:moveTo>
                  <a:pt x="267131" y="112471"/>
                </a:moveTo>
                <a:lnTo>
                  <a:pt x="0" y="112471"/>
                </a:lnTo>
                <a:lnTo>
                  <a:pt x="0" y="133426"/>
                </a:lnTo>
                <a:lnTo>
                  <a:pt x="267131" y="133426"/>
                </a:lnTo>
                <a:lnTo>
                  <a:pt x="267131" y="1124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 descr=""/>
          <p:cNvSpPr/>
          <p:nvPr/>
        </p:nvSpPr>
        <p:spPr>
          <a:xfrm>
            <a:off x="10147186" y="4602492"/>
            <a:ext cx="208915" cy="118110"/>
          </a:xfrm>
          <a:custGeom>
            <a:avLst/>
            <a:gdLst/>
            <a:ahLst/>
            <a:cxnLst/>
            <a:rect l="l" t="t" r="r" b="b"/>
            <a:pathLst>
              <a:path w="208915" h="118110">
                <a:moveTo>
                  <a:pt x="208915" y="97777"/>
                </a:moveTo>
                <a:lnTo>
                  <a:pt x="26085" y="97777"/>
                </a:lnTo>
                <a:lnTo>
                  <a:pt x="26085" y="67297"/>
                </a:lnTo>
                <a:lnTo>
                  <a:pt x="200063" y="67297"/>
                </a:lnTo>
                <a:lnTo>
                  <a:pt x="200063" y="48247"/>
                </a:lnTo>
                <a:lnTo>
                  <a:pt x="200063" y="20307"/>
                </a:lnTo>
                <a:lnTo>
                  <a:pt x="200063" y="0"/>
                </a:lnTo>
                <a:lnTo>
                  <a:pt x="0" y="0"/>
                </a:lnTo>
                <a:lnTo>
                  <a:pt x="0" y="20307"/>
                </a:lnTo>
                <a:lnTo>
                  <a:pt x="174675" y="20307"/>
                </a:lnTo>
                <a:lnTo>
                  <a:pt x="174675" y="48247"/>
                </a:lnTo>
                <a:lnTo>
                  <a:pt x="698" y="48247"/>
                </a:lnTo>
                <a:lnTo>
                  <a:pt x="698" y="67297"/>
                </a:lnTo>
                <a:lnTo>
                  <a:pt x="698" y="97777"/>
                </a:lnTo>
                <a:lnTo>
                  <a:pt x="698" y="118097"/>
                </a:lnTo>
                <a:lnTo>
                  <a:pt x="208915" y="118097"/>
                </a:lnTo>
                <a:lnTo>
                  <a:pt x="208915" y="977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" name="object 200" descr=""/>
          <p:cNvSpPr/>
          <p:nvPr/>
        </p:nvSpPr>
        <p:spPr>
          <a:xfrm>
            <a:off x="10411295" y="4431956"/>
            <a:ext cx="630555" cy="293370"/>
          </a:xfrm>
          <a:custGeom>
            <a:avLst/>
            <a:gdLst/>
            <a:ahLst/>
            <a:cxnLst/>
            <a:rect l="l" t="t" r="r" b="b"/>
            <a:pathLst>
              <a:path w="630554" h="293370">
                <a:moveTo>
                  <a:pt x="237794" y="0"/>
                </a:moveTo>
                <a:lnTo>
                  <a:pt x="211937" y="0"/>
                </a:lnTo>
                <a:lnTo>
                  <a:pt x="211937" y="73596"/>
                </a:lnTo>
                <a:lnTo>
                  <a:pt x="150101" y="73596"/>
                </a:lnTo>
                <a:lnTo>
                  <a:pt x="141490" y="50342"/>
                </a:lnTo>
                <a:lnTo>
                  <a:pt x="130924" y="38658"/>
                </a:lnTo>
                <a:lnTo>
                  <a:pt x="126225" y="33477"/>
                </a:lnTo>
                <a:lnTo>
                  <a:pt x="126225" y="85242"/>
                </a:lnTo>
                <a:lnTo>
                  <a:pt x="122389" y="103962"/>
                </a:lnTo>
                <a:lnTo>
                  <a:pt x="111785" y="118808"/>
                </a:lnTo>
                <a:lnTo>
                  <a:pt x="95770" y="128638"/>
                </a:lnTo>
                <a:lnTo>
                  <a:pt x="75692" y="132295"/>
                </a:lnTo>
                <a:lnTo>
                  <a:pt x="55346" y="128638"/>
                </a:lnTo>
                <a:lnTo>
                  <a:pt x="39217" y="118808"/>
                </a:lnTo>
                <a:lnTo>
                  <a:pt x="28625" y="103962"/>
                </a:lnTo>
                <a:lnTo>
                  <a:pt x="24917" y="85242"/>
                </a:lnTo>
                <a:lnTo>
                  <a:pt x="28625" y="66433"/>
                </a:lnTo>
                <a:lnTo>
                  <a:pt x="39217" y="51650"/>
                </a:lnTo>
                <a:lnTo>
                  <a:pt x="55346" y="42011"/>
                </a:lnTo>
                <a:lnTo>
                  <a:pt x="75692" y="38658"/>
                </a:lnTo>
                <a:lnTo>
                  <a:pt x="95770" y="42011"/>
                </a:lnTo>
                <a:lnTo>
                  <a:pt x="111785" y="51650"/>
                </a:lnTo>
                <a:lnTo>
                  <a:pt x="122389" y="66433"/>
                </a:lnTo>
                <a:lnTo>
                  <a:pt x="126225" y="85242"/>
                </a:lnTo>
                <a:lnTo>
                  <a:pt x="126225" y="33477"/>
                </a:lnTo>
                <a:lnTo>
                  <a:pt x="125209" y="32346"/>
                </a:lnTo>
                <a:lnTo>
                  <a:pt x="102781" y="20764"/>
                </a:lnTo>
                <a:lnTo>
                  <a:pt x="75692" y="16776"/>
                </a:lnTo>
                <a:lnTo>
                  <a:pt x="45389" y="21704"/>
                </a:lnTo>
                <a:lnTo>
                  <a:pt x="21424" y="35814"/>
                </a:lnTo>
                <a:lnTo>
                  <a:pt x="5664" y="57518"/>
                </a:lnTo>
                <a:lnTo>
                  <a:pt x="0" y="85242"/>
                </a:lnTo>
                <a:lnTo>
                  <a:pt x="5664" y="112941"/>
                </a:lnTo>
                <a:lnTo>
                  <a:pt x="21424" y="134594"/>
                </a:lnTo>
                <a:lnTo>
                  <a:pt x="45389" y="148678"/>
                </a:lnTo>
                <a:lnTo>
                  <a:pt x="75692" y="153720"/>
                </a:lnTo>
                <a:lnTo>
                  <a:pt x="103225" y="149479"/>
                </a:lnTo>
                <a:lnTo>
                  <a:pt x="125907" y="137515"/>
                </a:lnTo>
                <a:lnTo>
                  <a:pt x="130492" y="132295"/>
                </a:lnTo>
                <a:lnTo>
                  <a:pt x="142176" y="118986"/>
                </a:lnTo>
                <a:lnTo>
                  <a:pt x="150456" y="95021"/>
                </a:lnTo>
                <a:lnTo>
                  <a:pt x="211937" y="95021"/>
                </a:lnTo>
                <a:lnTo>
                  <a:pt x="211937" y="167220"/>
                </a:lnTo>
                <a:lnTo>
                  <a:pt x="237794" y="167220"/>
                </a:lnTo>
                <a:lnTo>
                  <a:pt x="237794" y="95021"/>
                </a:lnTo>
                <a:lnTo>
                  <a:pt x="237794" y="73596"/>
                </a:lnTo>
                <a:lnTo>
                  <a:pt x="237794" y="0"/>
                </a:lnTo>
                <a:close/>
              </a:path>
              <a:path w="630554" h="293370">
                <a:moveTo>
                  <a:pt x="265506" y="269468"/>
                </a:moveTo>
                <a:lnTo>
                  <a:pt x="240004" y="256959"/>
                </a:lnTo>
                <a:lnTo>
                  <a:pt x="221132" y="239420"/>
                </a:lnTo>
                <a:lnTo>
                  <a:pt x="217678" y="233248"/>
                </a:lnTo>
                <a:lnTo>
                  <a:pt x="209435" y="218567"/>
                </a:lnTo>
                <a:lnTo>
                  <a:pt x="205422" y="196100"/>
                </a:lnTo>
                <a:lnTo>
                  <a:pt x="205422" y="178409"/>
                </a:lnTo>
                <a:lnTo>
                  <a:pt x="180263" y="178409"/>
                </a:lnTo>
                <a:lnTo>
                  <a:pt x="180263" y="196100"/>
                </a:lnTo>
                <a:lnTo>
                  <a:pt x="177457" y="214147"/>
                </a:lnTo>
                <a:lnTo>
                  <a:pt x="169392" y="233019"/>
                </a:lnTo>
                <a:lnTo>
                  <a:pt x="156235" y="250761"/>
                </a:lnTo>
                <a:lnTo>
                  <a:pt x="156108" y="250926"/>
                </a:lnTo>
                <a:lnTo>
                  <a:pt x="137642" y="266090"/>
                </a:lnTo>
                <a:lnTo>
                  <a:pt x="119341" y="252107"/>
                </a:lnTo>
                <a:lnTo>
                  <a:pt x="106235" y="234937"/>
                </a:lnTo>
                <a:lnTo>
                  <a:pt x="105968" y="234302"/>
                </a:lnTo>
                <a:lnTo>
                  <a:pt x="98437" y="215887"/>
                </a:lnTo>
                <a:lnTo>
                  <a:pt x="95948" y="196100"/>
                </a:lnTo>
                <a:lnTo>
                  <a:pt x="95948" y="178409"/>
                </a:lnTo>
                <a:lnTo>
                  <a:pt x="71031" y="178409"/>
                </a:lnTo>
                <a:lnTo>
                  <a:pt x="71031" y="196100"/>
                </a:lnTo>
                <a:lnTo>
                  <a:pt x="66865" y="217690"/>
                </a:lnTo>
                <a:lnTo>
                  <a:pt x="55143" y="238467"/>
                </a:lnTo>
                <a:lnTo>
                  <a:pt x="36512" y="256400"/>
                </a:lnTo>
                <a:lnTo>
                  <a:pt x="11645" y="269468"/>
                </a:lnTo>
                <a:lnTo>
                  <a:pt x="24447" y="289026"/>
                </a:lnTo>
                <a:lnTo>
                  <a:pt x="43827" y="279323"/>
                </a:lnTo>
                <a:lnTo>
                  <a:pt x="60286" y="266471"/>
                </a:lnTo>
                <a:lnTo>
                  <a:pt x="73380" y="251269"/>
                </a:lnTo>
                <a:lnTo>
                  <a:pt x="83032" y="234302"/>
                </a:lnTo>
                <a:lnTo>
                  <a:pt x="91414" y="252107"/>
                </a:lnTo>
                <a:lnTo>
                  <a:pt x="103365" y="268033"/>
                </a:lnTo>
                <a:lnTo>
                  <a:pt x="118910" y="281343"/>
                </a:lnTo>
                <a:lnTo>
                  <a:pt x="138112" y="291363"/>
                </a:lnTo>
                <a:lnTo>
                  <a:pt x="156857" y="280720"/>
                </a:lnTo>
                <a:lnTo>
                  <a:pt x="172110" y="266890"/>
                </a:lnTo>
                <a:lnTo>
                  <a:pt x="172694" y="266090"/>
                </a:lnTo>
                <a:lnTo>
                  <a:pt x="183845" y="250926"/>
                </a:lnTo>
                <a:lnTo>
                  <a:pt x="183959" y="250761"/>
                </a:lnTo>
                <a:lnTo>
                  <a:pt x="192493" y="233248"/>
                </a:lnTo>
                <a:lnTo>
                  <a:pt x="201853" y="250761"/>
                </a:lnTo>
                <a:lnTo>
                  <a:pt x="231825" y="279323"/>
                </a:lnTo>
                <a:lnTo>
                  <a:pt x="251993" y="289026"/>
                </a:lnTo>
                <a:lnTo>
                  <a:pt x="265506" y="269468"/>
                </a:lnTo>
                <a:close/>
              </a:path>
              <a:path w="630554" h="293370">
                <a:moveTo>
                  <a:pt x="462534" y="210083"/>
                </a:moveTo>
                <a:lnTo>
                  <a:pt x="460768" y="197967"/>
                </a:lnTo>
                <a:lnTo>
                  <a:pt x="459282" y="187718"/>
                </a:lnTo>
                <a:lnTo>
                  <a:pt x="427482" y="192697"/>
                </a:lnTo>
                <a:lnTo>
                  <a:pt x="395897" y="195808"/>
                </a:lnTo>
                <a:lnTo>
                  <a:pt x="362534" y="197446"/>
                </a:lnTo>
                <a:lnTo>
                  <a:pt x="325361" y="197967"/>
                </a:lnTo>
                <a:lnTo>
                  <a:pt x="325361" y="49847"/>
                </a:lnTo>
                <a:lnTo>
                  <a:pt x="436219" y="49847"/>
                </a:lnTo>
                <a:lnTo>
                  <a:pt x="436219" y="28651"/>
                </a:lnTo>
                <a:lnTo>
                  <a:pt x="299504" y="28651"/>
                </a:lnTo>
                <a:lnTo>
                  <a:pt x="299504" y="219862"/>
                </a:lnTo>
                <a:lnTo>
                  <a:pt x="322567" y="219862"/>
                </a:lnTo>
                <a:lnTo>
                  <a:pt x="361467" y="219481"/>
                </a:lnTo>
                <a:lnTo>
                  <a:pt x="396227" y="218020"/>
                </a:lnTo>
                <a:lnTo>
                  <a:pt x="429145" y="215049"/>
                </a:lnTo>
                <a:lnTo>
                  <a:pt x="462534" y="210083"/>
                </a:lnTo>
                <a:close/>
              </a:path>
              <a:path w="630554" h="293370">
                <a:moveTo>
                  <a:pt x="562216" y="115747"/>
                </a:moveTo>
                <a:lnTo>
                  <a:pt x="513308" y="115747"/>
                </a:lnTo>
                <a:lnTo>
                  <a:pt x="513308" y="0"/>
                </a:lnTo>
                <a:lnTo>
                  <a:pt x="487464" y="0"/>
                </a:lnTo>
                <a:lnTo>
                  <a:pt x="487464" y="293230"/>
                </a:lnTo>
                <a:lnTo>
                  <a:pt x="513308" y="293230"/>
                </a:lnTo>
                <a:lnTo>
                  <a:pt x="513308" y="137414"/>
                </a:lnTo>
                <a:lnTo>
                  <a:pt x="562216" y="137414"/>
                </a:lnTo>
                <a:lnTo>
                  <a:pt x="562216" y="115747"/>
                </a:lnTo>
                <a:close/>
              </a:path>
              <a:path w="630554" h="293370">
                <a:moveTo>
                  <a:pt x="630466" y="246646"/>
                </a:moveTo>
                <a:lnTo>
                  <a:pt x="628789" y="238417"/>
                </a:lnTo>
                <a:lnTo>
                  <a:pt x="624230" y="231686"/>
                </a:lnTo>
                <a:lnTo>
                  <a:pt x="617486" y="227126"/>
                </a:lnTo>
                <a:lnTo>
                  <a:pt x="609269" y="225450"/>
                </a:lnTo>
                <a:lnTo>
                  <a:pt x="601014" y="227126"/>
                </a:lnTo>
                <a:lnTo>
                  <a:pt x="594220" y="231686"/>
                </a:lnTo>
                <a:lnTo>
                  <a:pt x="589648" y="238417"/>
                </a:lnTo>
                <a:lnTo>
                  <a:pt x="588073" y="246646"/>
                </a:lnTo>
                <a:lnTo>
                  <a:pt x="589648" y="254863"/>
                </a:lnTo>
                <a:lnTo>
                  <a:pt x="594220" y="261607"/>
                </a:lnTo>
                <a:lnTo>
                  <a:pt x="601014" y="266166"/>
                </a:lnTo>
                <a:lnTo>
                  <a:pt x="609269" y="267843"/>
                </a:lnTo>
                <a:lnTo>
                  <a:pt x="617486" y="266166"/>
                </a:lnTo>
                <a:lnTo>
                  <a:pt x="624230" y="261607"/>
                </a:lnTo>
                <a:lnTo>
                  <a:pt x="628789" y="254863"/>
                </a:lnTo>
                <a:lnTo>
                  <a:pt x="630466" y="2466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1" name="object 201" descr=""/>
          <p:cNvGrpSpPr/>
          <p:nvPr/>
        </p:nvGrpSpPr>
        <p:grpSpPr>
          <a:xfrm>
            <a:off x="9168498" y="3336519"/>
            <a:ext cx="319405" cy="356235"/>
            <a:chOff x="9168498" y="3336519"/>
            <a:chExt cx="319405" cy="356235"/>
          </a:xfrm>
        </p:grpSpPr>
        <p:sp>
          <p:nvSpPr>
            <p:cNvPr id="202" name="object 202" descr=""/>
            <p:cNvSpPr/>
            <p:nvPr/>
          </p:nvSpPr>
          <p:spPr>
            <a:xfrm>
              <a:off x="9396677" y="3340527"/>
              <a:ext cx="87630" cy="347980"/>
            </a:xfrm>
            <a:custGeom>
              <a:avLst/>
              <a:gdLst/>
              <a:ahLst/>
              <a:cxnLst/>
              <a:rect l="l" t="t" r="r" b="b"/>
              <a:pathLst>
                <a:path w="87629" h="347979">
                  <a:moveTo>
                    <a:pt x="30719" y="138930"/>
                  </a:moveTo>
                  <a:lnTo>
                    <a:pt x="30719" y="0"/>
                  </a:lnTo>
                  <a:lnTo>
                    <a:pt x="0" y="0"/>
                  </a:lnTo>
                  <a:lnTo>
                    <a:pt x="0" y="347604"/>
                  </a:lnTo>
                  <a:lnTo>
                    <a:pt x="30719" y="347604"/>
                  </a:lnTo>
                  <a:lnTo>
                    <a:pt x="30719" y="164669"/>
                  </a:lnTo>
                  <a:lnTo>
                    <a:pt x="87177" y="164669"/>
                  </a:lnTo>
                  <a:lnTo>
                    <a:pt x="87177" y="138930"/>
                  </a:lnTo>
                  <a:lnTo>
                    <a:pt x="30719" y="13893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3" name="object 203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168498" y="3370837"/>
              <a:ext cx="202573" cy="233016"/>
            </a:xfrm>
            <a:prstGeom prst="rect">
              <a:avLst/>
            </a:prstGeom>
          </p:spPr>
        </p:pic>
      </p:grpSp>
      <p:grpSp>
        <p:nvGrpSpPr>
          <p:cNvPr id="204" name="object 204" descr=""/>
          <p:cNvGrpSpPr/>
          <p:nvPr/>
        </p:nvGrpSpPr>
        <p:grpSpPr>
          <a:xfrm>
            <a:off x="9502541" y="3336519"/>
            <a:ext cx="291465" cy="356870"/>
            <a:chOff x="9502541" y="3336519"/>
            <a:chExt cx="291465" cy="356870"/>
          </a:xfrm>
        </p:grpSpPr>
        <p:sp>
          <p:nvSpPr>
            <p:cNvPr id="205" name="object 205" descr=""/>
            <p:cNvSpPr/>
            <p:nvPr/>
          </p:nvSpPr>
          <p:spPr>
            <a:xfrm>
              <a:off x="9759226" y="3340527"/>
              <a:ext cx="31115" cy="348615"/>
            </a:xfrm>
            <a:custGeom>
              <a:avLst/>
              <a:gdLst/>
              <a:ahLst/>
              <a:cxnLst/>
              <a:rect l="l" t="t" r="r" b="b"/>
              <a:pathLst>
                <a:path w="31115" h="348614">
                  <a:moveTo>
                    <a:pt x="0" y="0"/>
                  </a:moveTo>
                  <a:lnTo>
                    <a:pt x="0" y="348435"/>
                  </a:lnTo>
                  <a:lnTo>
                    <a:pt x="30720" y="348435"/>
                  </a:lnTo>
                  <a:lnTo>
                    <a:pt x="30720" y="0"/>
                  </a:lnTo>
                  <a:lnTo>
                    <a:pt x="0" y="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6" name="object 206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520530" y="3361981"/>
              <a:ext cx="195655" cy="171300"/>
            </a:xfrm>
            <a:prstGeom prst="rect">
              <a:avLst/>
            </a:prstGeom>
          </p:spPr>
        </p:pic>
        <p:sp>
          <p:nvSpPr>
            <p:cNvPr id="207" name="object 207" descr=""/>
            <p:cNvSpPr/>
            <p:nvPr/>
          </p:nvSpPr>
          <p:spPr>
            <a:xfrm>
              <a:off x="9506549" y="3574385"/>
              <a:ext cx="232410" cy="38100"/>
            </a:xfrm>
            <a:custGeom>
              <a:avLst/>
              <a:gdLst/>
              <a:ahLst/>
              <a:cxnLst/>
              <a:rect l="l" t="t" r="r" b="b"/>
              <a:pathLst>
                <a:path w="232409" h="38100">
                  <a:moveTo>
                    <a:pt x="4151" y="37915"/>
                  </a:moveTo>
                  <a:lnTo>
                    <a:pt x="44340" y="37766"/>
                  </a:lnTo>
                  <a:lnTo>
                    <a:pt x="88607" y="36861"/>
                  </a:lnTo>
                  <a:lnTo>
                    <a:pt x="135585" y="34507"/>
                  </a:lnTo>
                  <a:lnTo>
                    <a:pt x="183904" y="30015"/>
                  </a:lnTo>
                  <a:lnTo>
                    <a:pt x="232197" y="22693"/>
                  </a:lnTo>
                  <a:lnTo>
                    <a:pt x="229706" y="0"/>
                  </a:lnTo>
                  <a:lnTo>
                    <a:pt x="182436" y="5592"/>
                  </a:lnTo>
                  <a:lnTo>
                    <a:pt x="134104" y="9073"/>
                  </a:lnTo>
                  <a:lnTo>
                    <a:pt x="86436" y="10919"/>
                  </a:lnTo>
                  <a:lnTo>
                    <a:pt x="41158" y="11610"/>
                  </a:lnTo>
                  <a:lnTo>
                    <a:pt x="0" y="11623"/>
                  </a:lnTo>
                  <a:lnTo>
                    <a:pt x="4151" y="37915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8" name="object 208" descr=""/>
          <p:cNvGrpSpPr/>
          <p:nvPr/>
        </p:nvGrpSpPr>
        <p:grpSpPr>
          <a:xfrm>
            <a:off x="9952896" y="3336519"/>
            <a:ext cx="291465" cy="356235"/>
            <a:chOff x="9952896" y="3336519"/>
            <a:chExt cx="291465" cy="356235"/>
          </a:xfrm>
        </p:grpSpPr>
        <p:sp>
          <p:nvSpPr>
            <p:cNvPr id="209" name="object 209" descr=""/>
            <p:cNvSpPr/>
            <p:nvPr/>
          </p:nvSpPr>
          <p:spPr>
            <a:xfrm>
              <a:off x="9956903" y="3340527"/>
              <a:ext cx="283210" cy="205104"/>
            </a:xfrm>
            <a:custGeom>
              <a:avLst/>
              <a:gdLst/>
              <a:ahLst/>
              <a:cxnLst/>
              <a:rect l="l" t="t" r="r" b="b"/>
              <a:pathLst>
                <a:path w="283209" h="205104">
                  <a:moveTo>
                    <a:pt x="252124" y="51199"/>
                  </a:moveTo>
                  <a:lnTo>
                    <a:pt x="162040" y="51199"/>
                  </a:lnTo>
                  <a:lnTo>
                    <a:pt x="148288" y="38004"/>
                  </a:lnTo>
                  <a:lnTo>
                    <a:pt x="131423" y="28142"/>
                  </a:lnTo>
                  <a:lnTo>
                    <a:pt x="111912" y="21991"/>
                  </a:lnTo>
                  <a:lnTo>
                    <a:pt x="90222" y="19926"/>
                  </a:lnTo>
                  <a:lnTo>
                    <a:pt x="54135" y="25933"/>
                  </a:lnTo>
                  <a:lnTo>
                    <a:pt x="25495" y="43070"/>
                  </a:lnTo>
                  <a:lnTo>
                    <a:pt x="6663" y="69392"/>
                  </a:lnTo>
                  <a:lnTo>
                    <a:pt x="0" y="102952"/>
                  </a:lnTo>
                  <a:lnTo>
                    <a:pt x="6663" y="136790"/>
                  </a:lnTo>
                  <a:lnTo>
                    <a:pt x="25495" y="163182"/>
                  </a:lnTo>
                  <a:lnTo>
                    <a:pt x="54135" y="180284"/>
                  </a:lnTo>
                  <a:lnTo>
                    <a:pt x="90222" y="186256"/>
                  </a:lnTo>
                  <a:lnTo>
                    <a:pt x="111914" y="184191"/>
                  </a:lnTo>
                  <a:lnTo>
                    <a:pt x="131440" y="178040"/>
                  </a:lnTo>
                  <a:lnTo>
                    <a:pt x="148346" y="168178"/>
                  </a:lnTo>
                  <a:lnTo>
                    <a:pt x="162178" y="154982"/>
                  </a:lnTo>
                  <a:lnTo>
                    <a:pt x="252124" y="154982"/>
                  </a:lnTo>
                  <a:lnTo>
                    <a:pt x="252124" y="204799"/>
                  </a:lnTo>
                  <a:lnTo>
                    <a:pt x="282843" y="204799"/>
                  </a:lnTo>
                  <a:lnTo>
                    <a:pt x="282843" y="0"/>
                  </a:lnTo>
                  <a:lnTo>
                    <a:pt x="252124" y="0"/>
                  </a:lnTo>
                  <a:lnTo>
                    <a:pt x="252124" y="51199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0" name="object 210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982231" y="3382460"/>
              <a:ext cx="230803" cy="122314"/>
            </a:xfrm>
            <a:prstGeom prst="rect">
              <a:avLst/>
            </a:prstGeom>
          </p:spPr>
        </p:pic>
        <p:sp>
          <p:nvSpPr>
            <p:cNvPr id="211" name="object 211" descr=""/>
            <p:cNvSpPr/>
            <p:nvPr/>
          </p:nvSpPr>
          <p:spPr>
            <a:xfrm>
              <a:off x="10005612" y="3564698"/>
              <a:ext cx="234315" cy="123825"/>
            </a:xfrm>
            <a:custGeom>
              <a:avLst/>
              <a:gdLst/>
              <a:ahLst/>
              <a:cxnLst/>
              <a:rect l="l" t="t" r="r" b="b"/>
              <a:pathLst>
                <a:path w="234315" h="123825">
                  <a:moveTo>
                    <a:pt x="203415" y="24631"/>
                  </a:moveTo>
                  <a:lnTo>
                    <a:pt x="203415" y="123709"/>
                  </a:lnTo>
                  <a:lnTo>
                    <a:pt x="234134" y="123709"/>
                  </a:lnTo>
                  <a:lnTo>
                    <a:pt x="234134" y="0"/>
                  </a:lnTo>
                  <a:lnTo>
                    <a:pt x="0" y="0"/>
                  </a:lnTo>
                  <a:lnTo>
                    <a:pt x="0" y="24631"/>
                  </a:lnTo>
                  <a:lnTo>
                    <a:pt x="203415" y="24631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2" name="object 212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0294688" y="3332922"/>
            <a:ext cx="331818" cy="355619"/>
          </a:xfrm>
          <a:prstGeom prst="rect">
            <a:avLst/>
          </a:prstGeom>
        </p:spPr>
      </p:pic>
      <p:grpSp>
        <p:nvGrpSpPr>
          <p:cNvPr id="213" name="object 213" descr=""/>
          <p:cNvGrpSpPr/>
          <p:nvPr/>
        </p:nvGrpSpPr>
        <p:grpSpPr>
          <a:xfrm>
            <a:off x="9168498" y="3336519"/>
            <a:ext cx="625475" cy="356870"/>
            <a:chOff x="9168498" y="3336519"/>
            <a:chExt cx="625475" cy="356870"/>
          </a:xfrm>
        </p:grpSpPr>
        <p:sp>
          <p:nvSpPr>
            <p:cNvPr id="214" name="object 214" descr=""/>
            <p:cNvSpPr/>
            <p:nvPr/>
          </p:nvSpPr>
          <p:spPr>
            <a:xfrm>
              <a:off x="9172506" y="3340526"/>
              <a:ext cx="311785" cy="347980"/>
            </a:xfrm>
            <a:custGeom>
              <a:avLst/>
              <a:gdLst/>
              <a:ahLst/>
              <a:cxnLst/>
              <a:rect l="l" t="t" r="r" b="b"/>
              <a:pathLst>
                <a:path w="311784" h="347979">
                  <a:moveTo>
                    <a:pt x="254891" y="0"/>
                  </a:moveTo>
                  <a:lnTo>
                    <a:pt x="224171" y="0"/>
                  </a:lnTo>
                  <a:lnTo>
                    <a:pt x="224171" y="347604"/>
                  </a:lnTo>
                  <a:lnTo>
                    <a:pt x="254891" y="347604"/>
                  </a:lnTo>
                  <a:lnTo>
                    <a:pt x="254891" y="164669"/>
                  </a:lnTo>
                  <a:lnTo>
                    <a:pt x="311349" y="164669"/>
                  </a:lnTo>
                  <a:lnTo>
                    <a:pt x="311349" y="138930"/>
                  </a:lnTo>
                  <a:lnTo>
                    <a:pt x="254891" y="138930"/>
                  </a:lnTo>
                  <a:lnTo>
                    <a:pt x="254891" y="0"/>
                  </a:lnTo>
                  <a:close/>
                </a:path>
                <a:path w="311784" h="347979">
                  <a:moveTo>
                    <a:pt x="30442" y="34317"/>
                  </a:moveTo>
                  <a:lnTo>
                    <a:pt x="0" y="34317"/>
                  </a:lnTo>
                  <a:lnTo>
                    <a:pt x="0" y="259319"/>
                  </a:lnTo>
                  <a:lnTo>
                    <a:pt x="27675" y="259319"/>
                  </a:lnTo>
                  <a:lnTo>
                    <a:pt x="67606" y="258571"/>
                  </a:lnTo>
                  <a:lnTo>
                    <a:pt x="108418" y="256033"/>
                  </a:lnTo>
                  <a:lnTo>
                    <a:pt x="150580" y="251263"/>
                  </a:lnTo>
                  <a:lnTo>
                    <a:pt x="194558" y="243821"/>
                  </a:lnTo>
                  <a:lnTo>
                    <a:pt x="193049" y="233581"/>
                  </a:lnTo>
                  <a:lnTo>
                    <a:pt x="30442" y="233581"/>
                  </a:lnTo>
                  <a:lnTo>
                    <a:pt x="30442" y="34317"/>
                  </a:lnTo>
                  <a:close/>
                </a:path>
                <a:path w="311784" h="347979">
                  <a:moveTo>
                    <a:pt x="190684" y="217529"/>
                  </a:moveTo>
                  <a:lnTo>
                    <a:pt x="148639" y="225038"/>
                  </a:lnTo>
                  <a:lnTo>
                    <a:pt x="108176" y="229966"/>
                  </a:lnTo>
                  <a:lnTo>
                    <a:pt x="68907" y="232688"/>
                  </a:lnTo>
                  <a:lnTo>
                    <a:pt x="30442" y="233581"/>
                  </a:lnTo>
                  <a:lnTo>
                    <a:pt x="193049" y="233581"/>
                  </a:lnTo>
                  <a:lnTo>
                    <a:pt x="190684" y="2175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9396677" y="3340527"/>
              <a:ext cx="87630" cy="347980"/>
            </a:xfrm>
            <a:custGeom>
              <a:avLst/>
              <a:gdLst/>
              <a:ahLst/>
              <a:cxnLst/>
              <a:rect l="l" t="t" r="r" b="b"/>
              <a:pathLst>
                <a:path w="87629" h="347979">
                  <a:moveTo>
                    <a:pt x="30719" y="138930"/>
                  </a:moveTo>
                  <a:lnTo>
                    <a:pt x="30719" y="0"/>
                  </a:lnTo>
                  <a:lnTo>
                    <a:pt x="0" y="0"/>
                  </a:lnTo>
                  <a:lnTo>
                    <a:pt x="0" y="347604"/>
                  </a:lnTo>
                  <a:lnTo>
                    <a:pt x="30719" y="347604"/>
                  </a:lnTo>
                  <a:lnTo>
                    <a:pt x="30719" y="164669"/>
                  </a:lnTo>
                  <a:lnTo>
                    <a:pt x="87177" y="164669"/>
                  </a:lnTo>
                  <a:lnTo>
                    <a:pt x="87177" y="138930"/>
                  </a:lnTo>
                  <a:lnTo>
                    <a:pt x="30719" y="13893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6" name="object 216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168498" y="3370837"/>
              <a:ext cx="202573" cy="233016"/>
            </a:xfrm>
            <a:prstGeom prst="rect">
              <a:avLst/>
            </a:prstGeom>
          </p:spPr>
        </p:pic>
        <p:sp>
          <p:nvSpPr>
            <p:cNvPr id="217" name="object 217" descr=""/>
            <p:cNvSpPr/>
            <p:nvPr/>
          </p:nvSpPr>
          <p:spPr>
            <a:xfrm>
              <a:off x="9506549" y="3340526"/>
              <a:ext cx="283845" cy="348615"/>
            </a:xfrm>
            <a:custGeom>
              <a:avLst/>
              <a:gdLst/>
              <a:ahLst/>
              <a:cxnLst/>
              <a:rect l="l" t="t" r="r" b="b"/>
              <a:pathLst>
                <a:path w="283845" h="348614">
                  <a:moveTo>
                    <a:pt x="283397" y="0"/>
                  </a:moveTo>
                  <a:lnTo>
                    <a:pt x="252677" y="0"/>
                  </a:lnTo>
                  <a:lnTo>
                    <a:pt x="252677" y="348435"/>
                  </a:lnTo>
                  <a:lnTo>
                    <a:pt x="283397" y="348435"/>
                  </a:lnTo>
                  <a:lnTo>
                    <a:pt x="283397" y="0"/>
                  </a:lnTo>
                  <a:close/>
                </a:path>
                <a:path w="283845" h="348614">
                  <a:moveTo>
                    <a:pt x="111808" y="25461"/>
                  </a:moveTo>
                  <a:lnTo>
                    <a:pt x="73992" y="31407"/>
                  </a:lnTo>
                  <a:lnTo>
                    <a:pt x="44246" y="48120"/>
                  </a:lnTo>
                  <a:lnTo>
                    <a:pt x="24825" y="73915"/>
                  </a:lnTo>
                  <a:lnTo>
                    <a:pt x="17989" y="107104"/>
                  </a:lnTo>
                  <a:lnTo>
                    <a:pt x="24825" y="140293"/>
                  </a:lnTo>
                  <a:lnTo>
                    <a:pt x="44246" y="166087"/>
                  </a:lnTo>
                  <a:lnTo>
                    <a:pt x="73992" y="182801"/>
                  </a:lnTo>
                  <a:lnTo>
                    <a:pt x="111808" y="188747"/>
                  </a:lnTo>
                  <a:lnTo>
                    <a:pt x="149547" y="182801"/>
                  </a:lnTo>
                  <a:lnTo>
                    <a:pt x="179164" y="166087"/>
                  </a:lnTo>
                  <a:lnTo>
                    <a:pt x="182311" y="161901"/>
                  </a:lnTo>
                  <a:lnTo>
                    <a:pt x="111808" y="161901"/>
                  </a:lnTo>
                  <a:lnTo>
                    <a:pt x="86178" y="157893"/>
                  </a:lnTo>
                  <a:lnTo>
                    <a:pt x="65971" y="146645"/>
                  </a:lnTo>
                  <a:lnTo>
                    <a:pt x="52769" y="129326"/>
                  </a:lnTo>
                  <a:lnTo>
                    <a:pt x="48155" y="107104"/>
                  </a:lnTo>
                  <a:lnTo>
                    <a:pt x="52769" y="84881"/>
                  </a:lnTo>
                  <a:lnTo>
                    <a:pt x="65971" y="67562"/>
                  </a:lnTo>
                  <a:lnTo>
                    <a:pt x="86178" y="56315"/>
                  </a:lnTo>
                  <a:lnTo>
                    <a:pt x="111808" y="52306"/>
                  </a:lnTo>
                  <a:lnTo>
                    <a:pt x="182311" y="52306"/>
                  </a:lnTo>
                  <a:lnTo>
                    <a:pt x="179164" y="48120"/>
                  </a:lnTo>
                  <a:lnTo>
                    <a:pt x="149547" y="31407"/>
                  </a:lnTo>
                  <a:lnTo>
                    <a:pt x="111808" y="25461"/>
                  </a:lnTo>
                  <a:close/>
                </a:path>
                <a:path w="283845" h="348614">
                  <a:moveTo>
                    <a:pt x="182311" y="52306"/>
                  </a:moveTo>
                  <a:lnTo>
                    <a:pt x="111808" y="52306"/>
                  </a:lnTo>
                  <a:lnTo>
                    <a:pt x="137283" y="56315"/>
                  </a:lnTo>
                  <a:lnTo>
                    <a:pt x="157438" y="67562"/>
                  </a:lnTo>
                  <a:lnTo>
                    <a:pt x="170692" y="84881"/>
                  </a:lnTo>
                  <a:lnTo>
                    <a:pt x="175462" y="107104"/>
                  </a:lnTo>
                  <a:lnTo>
                    <a:pt x="170692" y="129326"/>
                  </a:lnTo>
                  <a:lnTo>
                    <a:pt x="157438" y="146645"/>
                  </a:lnTo>
                  <a:lnTo>
                    <a:pt x="137283" y="157893"/>
                  </a:lnTo>
                  <a:lnTo>
                    <a:pt x="111808" y="161901"/>
                  </a:lnTo>
                  <a:lnTo>
                    <a:pt x="182311" y="161901"/>
                  </a:lnTo>
                  <a:lnTo>
                    <a:pt x="198558" y="140293"/>
                  </a:lnTo>
                  <a:lnTo>
                    <a:pt x="205629" y="107104"/>
                  </a:lnTo>
                  <a:lnTo>
                    <a:pt x="198558" y="73915"/>
                  </a:lnTo>
                  <a:lnTo>
                    <a:pt x="182311" y="52306"/>
                  </a:lnTo>
                  <a:close/>
                </a:path>
                <a:path w="283845" h="348614">
                  <a:moveTo>
                    <a:pt x="229706" y="233858"/>
                  </a:moveTo>
                  <a:lnTo>
                    <a:pt x="182436" y="239451"/>
                  </a:lnTo>
                  <a:lnTo>
                    <a:pt x="134104" y="242931"/>
                  </a:lnTo>
                  <a:lnTo>
                    <a:pt x="86436" y="244778"/>
                  </a:lnTo>
                  <a:lnTo>
                    <a:pt x="40286" y="245482"/>
                  </a:lnTo>
                  <a:lnTo>
                    <a:pt x="0" y="245482"/>
                  </a:lnTo>
                  <a:lnTo>
                    <a:pt x="4128" y="271625"/>
                  </a:lnTo>
                  <a:lnTo>
                    <a:pt x="4151" y="271773"/>
                  </a:lnTo>
                  <a:lnTo>
                    <a:pt x="44340" y="271625"/>
                  </a:lnTo>
                  <a:lnTo>
                    <a:pt x="88607" y="270719"/>
                  </a:lnTo>
                  <a:lnTo>
                    <a:pt x="135585" y="268366"/>
                  </a:lnTo>
                  <a:lnTo>
                    <a:pt x="183904" y="263874"/>
                  </a:lnTo>
                  <a:lnTo>
                    <a:pt x="232197" y="256552"/>
                  </a:lnTo>
                  <a:lnTo>
                    <a:pt x="229706" y="233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9759226" y="3340527"/>
              <a:ext cx="31115" cy="348615"/>
            </a:xfrm>
            <a:custGeom>
              <a:avLst/>
              <a:gdLst/>
              <a:ahLst/>
              <a:cxnLst/>
              <a:rect l="l" t="t" r="r" b="b"/>
              <a:pathLst>
                <a:path w="31115" h="348614">
                  <a:moveTo>
                    <a:pt x="0" y="0"/>
                  </a:moveTo>
                  <a:lnTo>
                    <a:pt x="0" y="348435"/>
                  </a:lnTo>
                  <a:lnTo>
                    <a:pt x="30720" y="348435"/>
                  </a:lnTo>
                  <a:lnTo>
                    <a:pt x="30720" y="0"/>
                  </a:lnTo>
                  <a:lnTo>
                    <a:pt x="0" y="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9" name="object 219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520531" y="3361981"/>
              <a:ext cx="195655" cy="171300"/>
            </a:xfrm>
            <a:prstGeom prst="rect">
              <a:avLst/>
            </a:prstGeom>
          </p:spPr>
        </p:pic>
        <p:sp>
          <p:nvSpPr>
            <p:cNvPr id="220" name="object 220" descr=""/>
            <p:cNvSpPr/>
            <p:nvPr/>
          </p:nvSpPr>
          <p:spPr>
            <a:xfrm>
              <a:off x="9506549" y="3574385"/>
              <a:ext cx="232410" cy="38100"/>
            </a:xfrm>
            <a:custGeom>
              <a:avLst/>
              <a:gdLst/>
              <a:ahLst/>
              <a:cxnLst/>
              <a:rect l="l" t="t" r="r" b="b"/>
              <a:pathLst>
                <a:path w="232409" h="38100">
                  <a:moveTo>
                    <a:pt x="4151" y="37915"/>
                  </a:moveTo>
                  <a:lnTo>
                    <a:pt x="44340" y="37766"/>
                  </a:lnTo>
                  <a:lnTo>
                    <a:pt x="88607" y="36861"/>
                  </a:lnTo>
                  <a:lnTo>
                    <a:pt x="135585" y="34507"/>
                  </a:lnTo>
                  <a:lnTo>
                    <a:pt x="183904" y="30015"/>
                  </a:lnTo>
                  <a:lnTo>
                    <a:pt x="232197" y="22693"/>
                  </a:lnTo>
                  <a:lnTo>
                    <a:pt x="229706" y="0"/>
                  </a:lnTo>
                  <a:lnTo>
                    <a:pt x="182436" y="5592"/>
                  </a:lnTo>
                  <a:lnTo>
                    <a:pt x="134104" y="9073"/>
                  </a:lnTo>
                  <a:lnTo>
                    <a:pt x="86436" y="10919"/>
                  </a:lnTo>
                  <a:lnTo>
                    <a:pt x="41158" y="11610"/>
                  </a:lnTo>
                  <a:lnTo>
                    <a:pt x="0" y="11623"/>
                  </a:lnTo>
                  <a:lnTo>
                    <a:pt x="4151" y="37915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1" name="object 221" descr=""/>
          <p:cNvGrpSpPr/>
          <p:nvPr/>
        </p:nvGrpSpPr>
        <p:grpSpPr>
          <a:xfrm>
            <a:off x="9952896" y="3336519"/>
            <a:ext cx="291465" cy="356235"/>
            <a:chOff x="9952896" y="3336519"/>
            <a:chExt cx="291465" cy="356235"/>
          </a:xfrm>
        </p:grpSpPr>
        <p:sp>
          <p:nvSpPr>
            <p:cNvPr id="222" name="object 222" descr=""/>
            <p:cNvSpPr/>
            <p:nvPr/>
          </p:nvSpPr>
          <p:spPr>
            <a:xfrm>
              <a:off x="9956904" y="3340526"/>
              <a:ext cx="283210" cy="347980"/>
            </a:xfrm>
            <a:custGeom>
              <a:avLst/>
              <a:gdLst/>
              <a:ahLst/>
              <a:cxnLst/>
              <a:rect l="l" t="t" r="r" b="b"/>
              <a:pathLst>
                <a:path w="283209" h="347979">
                  <a:moveTo>
                    <a:pt x="282843" y="154982"/>
                  </a:moveTo>
                  <a:lnTo>
                    <a:pt x="252124" y="154982"/>
                  </a:lnTo>
                  <a:lnTo>
                    <a:pt x="252124" y="204799"/>
                  </a:lnTo>
                  <a:lnTo>
                    <a:pt x="282843" y="204799"/>
                  </a:lnTo>
                  <a:lnTo>
                    <a:pt x="282843" y="154982"/>
                  </a:lnTo>
                  <a:close/>
                </a:path>
                <a:path w="283209" h="347979">
                  <a:moveTo>
                    <a:pt x="90222" y="19926"/>
                  </a:moveTo>
                  <a:lnTo>
                    <a:pt x="54135" y="25933"/>
                  </a:lnTo>
                  <a:lnTo>
                    <a:pt x="25495" y="43070"/>
                  </a:lnTo>
                  <a:lnTo>
                    <a:pt x="6663" y="69392"/>
                  </a:lnTo>
                  <a:lnTo>
                    <a:pt x="0" y="102952"/>
                  </a:lnTo>
                  <a:lnTo>
                    <a:pt x="6663" y="136790"/>
                  </a:lnTo>
                  <a:lnTo>
                    <a:pt x="25495" y="163182"/>
                  </a:lnTo>
                  <a:lnTo>
                    <a:pt x="54135" y="180284"/>
                  </a:lnTo>
                  <a:lnTo>
                    <a:pt x="90222" y="186256"/>
                  </a:lnTo>
                  <a:lnTo>
                    <a:pt x="111914" y="184191"/>
                  </a:lnTo>
                  <a:lnTo>
                    <a:pt x="131440" y="178040"/>
                  </a:lnTo>
                  <a:lnTo>
                    <a:pt x="148346" y="168178"/>
                  </a:lnTo>
                  <a:lnTo>
                    <a:pt x="156666" y="160241"/>
                  </a:lnTo>
                  <a:lnTo>
                    <a:pt x="90222" y="160241"/>
                  </a:lnTo>
                  <a:lnTo>
                    <a:pt x="65763" y="156038"/>
                  </a:lnTo>
                  <a:lnTo>
                    <a:pt x="46494" y="144258"/>
                  </a:lnTo>
                  <a:lnTo>
                    <a:pt x="33867" y="126148"/>
                  </a:lnTo>
                  <a:lnTo>
                    <a:pt x="29335" y="102952"/>
                  </a:lnTo>
                  <a:lnTo>
                    <a:pt x="33867" y="80150"/>
                  </a:lnTo>
                  <a:lnTo>
                    <a:pt x="46494" y="62096"/>
                  </a:lnTo>
                  <a:lnTo>
                    <a:pt x="65763" y="50218"/>
                  </a:lnTo>
                  <a:lnTo>
                    <a:pt x="90222" y="45941"/>
                  </a:lnTo>
                  <a:lnTo>
                    <a:pt x="156560" y="45941"/>
                  </a:lnTo>
                  <a:lnTo>
                    <a:pt x="148288" y="38004"/>
                  </a:lnTo>
                  <a:lnTo>
                    <a:pt x="131423" y="28142"/>
                  </a:lnTo>
                  <a:lnTo>
                    <a:pt x="111912" y="21991"/>
                  </a:lnTo>
                  <a:lnTo>
                    <a:pt x="90222" y="19926"/>
                  </a:lnTo>
                  <a:close/>
                </a:path>
                <a:path w="283209" h="347979">
                  <a:moveTo>
                    <a:pt x="156560" y="45941"/>
                  </a:moveTo>
                  <a:lnTo>
                    <a:pt x="90222" y="45941"/>
                  </a:lnTo>
                  <a:lnTo>
                    <a:pt x="114126" y="50218"/>
                  </a:lnTo>
                  <a:lnTo>
                    <a:pt x="133257" y="62096"/>
                  </a:lnTo>
                  <a:lnTo>
                    <a:pt x="145953" y="80150"/>
                  </a:lnTo>
                  <a:lnTo>
                    <a:pt x="150554" y="102952"/>
                  </a:lnTo>
                  <a:lnTo>
                    <a:pt x="145953" y="126148"/>
                  </a:lnTo>
                  <a:lnTo>
                    <a:pt x="133257" y="144258"/>
                  </a:lnTo>
                  <a:lnTo>
                    <a:pt x="114126" y="156038"/>
                  </a:lnTo>
                  <a:lnTo>
                    <a:pt x="90222" y="160241"/>
                  </a:lnTo>
                  <a:lnTo>
                    <a:pt x="156666" y="160241"/>
                  </a:lnTo>
                  <a:lnTo>
                    <a:pt x="162178" y="154982"/>
                  </a:lnTo>
                  <a:lnTo>
                    <a:pt x="282843" y="154982"/>
                  </a:lnTo>
                  <a:lnTo>
                    <a:pt x="282843" y="129521"/>
                  </a:lnTo>
                  <a:lnTo>
                    <a:pt x="176016" y="129521"/>
                  </a:lnTo>
                  <a:lnTo>
                    <a:pt x="177773" y="123249"/>
                  </a:lnTo>
                  <a:lnTo>
                    <a:pt x="179077" y="116704"/>
                  </a:lnTo>
                  <a:lnTo>
                    <a:pt x="179888" y="109925"/>
                  </a:lnTo>
                  <a:lnTo>
                    <a:pt x="180166" y="102952"/>
                  </a:lnTo>
                  <a:lnTo>
                    <a:pt x="179888" y="96081"/>
                  </a:lnTo>
                  <a:lnTo>
                    <a:pt x="179077" y="89392"/>
                  </a:lnTo>
                  <a:lnTo>
                    <a:pt x="177773" y="82910"/>
                  </a:lnTo>
                  <a:lnTo>
                    <a:pt x="176016" y="76661"/>
                  </a:lnTo>
                  <a:lnTo>
                    <a:pt x="282843" y="76661"/>
                  </a:lnTo>
                  <a:lnTo>
                    <a:pt x="282843" y="51199"/>
                  </a:lnTo>
                  <a:lnTo>
                    <a:pt x="162040" y="51199"/>
                  </a:lnTo>
                  <a:lnTo>
                    <a:pt x="156560" y="45941"/>
                  </a:lnTo>
                  <a:close/>
                </a:path>
                <a:path w="283209" h="347979">
                  <a:moveTo>
                    <a:pt x="282843" y="76661"/>
                  </a:moveTo>
                  <a:lnTo>
                    <a:pt x="252124" y="76661"/>
                  </a:lnTo>
                  <a:lnTo>
                    <a:pt x="252124" y="129521"/>
                  </a:lnTo>
                  <a:lnTo>
                    <a:pt x="282843" y="129521"/>
                  </a:lnTo>
                  <a:lnTo>
                    <a:pt x="282843" y="76661"/>
                  </a:lnTo>
                  <a:close/>
                </a:path>
                <a:path w="283209" h="347979">
                  <a:moveTo>
                    <a:pt x="282843" y="0"/>
                  </a:moveTo>
                  <a:lnTo>
                    <a:pt x="252124" y="0"/>
                  </a:lnTo>
                  <a:lnTo>
                    <a:pt x="252124" y="51199"/>
                  </a:lnTo>
                  <a:lnTo>
                    <a:pt x="282843" y="51199"/>
                  </a:lnTo>
                  <a:lnTo>
                    <a:pt x="282843" y="0"/>
                  </a:lnTo>
                  <a:close/>
                </a:path>
                <a:path w="283209" h="347979">
                  <a:moveTo>
                    <a:pt x="282843" y="224171"/>
                  </a:moveTo>
                  <a:lnTo>
                    <a:pt x="48708" y="224171"/>
                  </a:lnTo>
                  <a:lnTo>
                    <a:pt x="48708" y="248802"/>
                  </a:lnTo>
                  <a:lnTo>
                    <a:pt x="252124" y="248802"/>
                  </a:lnTo>
                  <a:lnTo>
                    <a:pt x="252124" y="347881"/>
                  </a:lnTo>
                  <a:lnTo>
                    <a:pt x="282843" y="347881"/>
                  </a:lnTo>
                  <a:lnTo>
                    <a:pt x="282843" y="2241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9956903" y="3340527"/>
              <a:ext cx="283210" cy="205104"/>
            </a:xfrm>
            <a:custGeom>
              <a:avLst/>
              <a:gdLst/>
              <a:ahLst/>
              <a:cxnLst/>
              <a:rect l="l" t="t" r="r" b="b"/>
              <a:pathLst>
                <a:path w="283209" h="205104">
                  <a:moveTo>
                    <a:pt x="252124" y="51199"/>
                  </a:moveTo>
                  <a:lnTo>
                    <a:pt x="162040" y="51199"/>
                  </a:lnTo>
                  <a:lnTo>
                    <a:pt x="148288" y="38004"/>
                  </a:lnTo>
                  <a:lnTo>
                    <a:pt x="131423" y="28142"/>
                  </a:lnTo>
                  <a:lnTo>
                    <a:pt x="111912" y="21991"/>
                  </a:lnTo>
                  <a:lnTo>
                    <a:pt x="90222" y="19926"/>
                  </a:lnTo>
                  <a:lnTo>
                    <a:pt x="54135" y="25933"/>
                  </a:lnTo>
                  <a:lnTo>
                    <a:pt x="25495" y="43070"/>
                  </a:lnTo>
                  <a:lnTo>
                    <a:pt x="6663" y="69392"/>
                  </a:lnTo>
                  <a:lnTo>
                    <a:pt x="0" y="102952"/>
                  </a:lnTo>
                  <a:lnTo>
                    <a:pt x="6663" y="136790"/>
                  </a:lnTo>
                  <a:lnTo>
                    <a:pt x="25495" y="163182"/>
                  </a:lnTo>
                  <a:lnTo>
                    <a:pt x="54135" y="180284"/>
                  </a:lnTo>
                  <a:lnTo>
                    <a:pt x="90222" y="186256"/>
                  </a:lnTo>
                  <a:lnTo>
                    <a:pt x="111914" y="184191"/>
                  </a:lnTo>
                  <a:lnTo>
                    <a:pt x="131440" y="178040"/>
                  </a:lnTo>
                  <a:lnTo>
                    <a:pt x="148346" y="168178"/>
                  </a:lnTo>
                  <a:lnTo>
                    <a:pt x="162178" y="154982"/>
                  </a:lnTo>
                  <a:lnTo>
                    <a:pt x="252124" y="154982"/>
                  </a:lnTo>
                  <a:lnTo>
                    <a:pt x="252124" y="204799"/>
                  </a:lnTo>
                  <a:lnTo>
                    <a:pt x="282843" y="204799"/>
                  </a:lnTo>
                  <a:lnTo>
                    <a:pt x="282843" y="0"/>
                  </a:lnTo>
                  <a:lnTo>
                    <a:pt x="252124" y="0"/>
                  </a:lnTo>
                  <a:lnTo>
                    <a:pt x="252124" y="51199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4" name="object 224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982231" y="3382460"/>
              <a:ext cx="230803" cy="122314"/>
            </a:xfrm>
            <a:prstGeom prst="rect">
              <a:avLst/>
            </a:prstGeom>
          </p:spPr>
        </p:pic>
        <p:sp>
          <p:nvSpPr>
            <p:cNvPr id="225" name="object 225" descr=""/>
            <p:cNvSpPr/>
            <p:nvPr/>
          </p:nvSpPr>
          <p:spPr>
            <a:xfrm>
              <a:off x="10005612" y="3564698"/>
              <a:ext cx="234315" cy="123825"/>
            </a:xfrm>
            <a:custGeom>
              <a:avLst/>
              <a:gdLst/>
              <a:ahLst/>
              <a:cxnLst/>
              <a:rect l="l" t="t" r="r" b="b"/>
              <a:pathLst>
                <a:path w="234315" h="123825">
                  <a:moveTo>
                    <a:pt x="203415" y="24631"/>
                  </a:moveTo>
                  <a:lnTo>
                    <a:pt x="203415" y="123709"/>
                  </a:lnTo>
                  <a:lnTo>
                    <a:pt x="234134" y="123709"/>
                  </a:lnTo>
                  <a:lnTo>
                    <a:pt x="234134" y="0"/>
                  </a:lnTo>
                  <a:lnTo>
                    <a:pt x="0" y="0"/>
                  </a:lnTo>
                  <a:lnTo>
                    <a:pt x="0" y="24631"/>
                  </a:lnTo>
                  <a:lnTo>
                    <a:pt x="203415" y="24631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6" name="object 226" descr=""/>
          <p:cNvGrpSpPr/>
          <p:nvPr/>
        </p:nvGrpSpPr>
        <p:grpSpPr>
          <a:xfrm>
            <a:off x="10294688" y="3332922"/>
            <a:ext cx="332105" cy="356235"/>
            <a:chOff x="10294688" y="3332922"/>
            <a:chExt cx="332105" cy="356235"/>
          </a:xfrm>
        </p:grpSpPr>
        <p:sp>
          <p:nvSpPr>
            <p:cNvPr id="227" name="object 227" descr=""/>
            <p:cNvSpPr/>
            <p:nvPr/>
          </p:nvSpPr>
          <p:spPr>
            <a:xfrm>
              <a:off x="10298696" y="3336929"/>
              <a:ext cx="323850" cy="347980"/>
            </a:xfrm>
            <a:custGeom>
              <a:avLst/>
              <a:gdLst/>
              <a:ahLst/>
              <a:cxnLst/>
              <a:rect l="l" t="t" r="r" b="b"/>
              <a:pathLst>
                <a:path w="323850" h="347979">
                  <a:moveTo>
                    <a:pt x="207289" y="35147"/>
                  </a:moveTo>
                  <a:lnTo>
                    <a:pt x="0" y="35147"/>
                  </a:lnTo>
                  <a:lnTo>
                    <a:pt x="0" y="59778"/>
                  </a:lnTo>
                  <a:lnTo>
                    <a:pt x="207289" y="59778"/>
                  </a:lnTo>
                  <a:lnTo>
                    <a:pt x="207289" y="35147"/>
                  </a:lnTo>
                  <a:close/>
                </a:path>
                <a:path w="323850" h="347979">
                  <a:moveTo>
                    <a:pt x="119005" y="0"/>
                  </a:moveTo>
                  <a:lnTo>
                    <a:pt x="88562" y="0"/>
                  </a:lnTo>
                  <a:lnTo>
                    <a:pt x="88562" y="35147"/>
                  </a:lnTo>
                  <a:lnTo>
                    <a:pt x="119005" y="35147"/>
                  </a:lnTo>
                  <a:lnTo>
                    <a:pt x="119005" y="0"/>
                  </a:lnTo>
                  <a:close/>
                </a:path>
                <a:path w="323850" h="347979">
                  <a:moveTo>
                    <a:pt x="271220" y="2213"/>
                  </a:moveTo>
                  <a:lnTo>
                    <a:pt x="240500" y="2213"/>
                  </a:lnTo>
                  <a:lnTo>
                    <a:pt x="240500" y="194835"/>
                  </a:lnTo>
                  <a:lnTo>
                    <a:pt x="271220" y="194835"/>
                  </a:lnTo>
                  <a:lnTo>
                    <a:pt x="271220" y="112362"/>
                  </a:lnTo>
                  <a:lnTo>
                    <a:pt x="323803" y="112362"/>
                  </a:lnTo>
                  <a:lnTo>
                    <a:pt x="323803" y="86901"/>
                  </a:lnTo>
                  <a:lnTo>
                    <a:pt x="271220" y="86901"/>
                  </a:lnTo>
                  <a:lnTo>
                    <a:pt x="271220" y="2213"/>
                  </a:lnTo>
                  <a:close/>
                </a:path>
                <a:path w="323850" h="347979">
                  <a:moveTo>
                    <a:pt x="103783" y="75554"/>
                  </a:moveTo>
                  <a:lnTo>
                    <a:pt x="69158" y="79519"/>
                  </a:lnTo>
                  <a:lnTo>
                    <a:pt x="42655" y="90879"/>
                  </a:lnTo>
                  <a:lnTo>
                    <a:pt x="25751" y="108829"/>
                  </a:lnTo>
                  <a:lnTo>
                    <a:pt x="19926" y="132565"/>
                  </a:lnTo>
                  <a:lnTo>
                    <a:pt x="25751" y="156418"/>
                  </a:lnTo>
                  <a:lnTo>
                    <a:pt x="42655" y="174355"/>
                  </a:lnTo>
                  <a:lnTo>
                    <a:pt x="69158" y="185650"/>
                  </a:lnTo>
                  <a:lnTo>
                    <a:pt x="103783" y="189577"/>
                  </a:lnTo>
                  <a:lnTo>
                    <a:pt x="138053" y="185650"/>
                  </a:lnTo>
                  <a:lnTo>
                    <a:pt x="164358" y="174355"/>
                  </a:lnTo>
                  <a:lnTo>
                    <a:pt x="171665" y="166606"/>
                  </a:lnTo>
                  <a:lnTo>
                    <a:pt x="103783" y="166606"/>
                  </a:lnTo>
                  <a:lnTo>
                    <a:pt x="81214" y="164245"/>
                  </a:lnTo>
                  <a:lnTo>
                    <a:pt x="63965" y="157473"/>
                  </a:lnTo>
                  <a:lnTo>
                    <a:pt x="52994" y="146757"/>
                  </a:lnTo>
                  <a:lnTo>
                    <a:pt x="49263" y="132565"/>
                  </a:lnTo>
                  <a:lnTo>
                    <a:pt x="52994" y="118446"/>
                  </a:lnTo>
                  <a:lnTo>
                    <a:pt x="63965" y="107623"/>
                  </a:lnTo>
                  <a:lnTo>
                    <a:pt x="81214" y="100691"/>
                  </a:lnTo>
                  <a:lnTo>
                    <a:pt x="103783" y="98248"/>
                  </a:lnTo>
                  <a:lnTo>
                    <a:pt x="171301" y="98248"/>
                  </a:lnTo>
                  <a:lnTo>
                    <a:pt x="164358" y="90879"/>
                  </a:lnTo>
                  <a:lnTo>
                    <a:pt x="138053" y="79519"/>
                  </a:lnTo>
                  <a:lnTo>
                    <a:pt x="103783" y="75554"/>
                  </a:lnTo>
                  <a:close/>
                </a:path>
                <a:path w="323850" h="347979">
                  <a:moveTo>
                    <a:pt x="171301" y="98248"/>
                  </a:moveTo>
                  <a:lnTo>
                    <a:pt x="103783" y="98248"/>
                  </a:lnTo>
                  <a:lnTo>
                    <a:pt x="126040" y="100691"/>
                  </a:lnTo>
                  <a:lnTo>
                    <a:pt x="143186" y="107623"/>
                  </a:lnTo>
                  <a:lnTo>
                    <a:pt x="154261" y="118446"/>
                  </a:lnTo>
                  <a:lnTo>
                    <a:pt x="158304" y="132565"/>
                  </a:lnTo>
                  <a:lnTo>
                    <a:pt x="154261" y="146757"/>
                  </a:lnTo>
                  <a:lnTo>
                    <a:pt x="143186" y="157473"/>
                  </a:lnTo>
                  <a:lnTo>
                    <a:pt x="126040" y="164245"/>
                  </a:lnTo>
                  <a:lnTo>
                    <a:pt x="103783" y="166606"/>
                  </a:lnTo>
                  <a:lnTo>
                    <a:pt x="171665" y="166606"/>
                  </a:lnTo>
                  <a:lnTo>
                    <a:pt x="181271" y="156418"/>
                  </a:lnTo>
                  <a:lnTo>
                    <a:pt x="187364" y="132565"/>
                  </a:lnTo>
                  <a:lnTo>
                    <a:pt x="181271" y="108829"/>
                  </a:lnTo>
                  <a:lnTo>
                    <a:pt x="171301" y="98248"/>
                  </a:lnTo>
                  <a:close/>
                </a:path>
                <a:path w="323850" h="347979">
                  <a:moveTo>
                    <a:pt x="271220" y="212824"/>
                  </a:moveTo>
                  <a:lnTo>
                    <a:pt x="49263" y="212824"/>
                  </a:lnTo>
                  <a:lnTo>
                    <a:pt x="49263" y="236072"/>
                  </a:lnTo>
                  <a:lnTo>
                    <a:pt x="240777" y="236072"/>
                  </a:lnTo>
                  <a:lnTo>
                    <a:pt x="240777" y="267345"/>
                  </a:lnTo>
                  <a:lnTo>
                    <a:pt x="50093" y="267345"/>
                  </a:lnTo>
                  <a:lnTo>
                    <a:pt x="50093" y="347604"/>
                  </a:lnTo>
                  <a:lnTo>
                    <a:pt x="283951" y="347604"/>
                  </a:lnTo>
                  <a:lnTo>
                    <a:pt x="283951" y="323803"/>
                  </a:lnTo>
                  <a:lnTo>
                    <a:pt x="80258" y="323803"/>
                  </a:lnTo>
                  <a:lnTo>
                    <a:pt x="80258" y="290039"/>
                  </a:lnTo>
                  <a:lnTo>
                    <a:pt x="271220" y="290039"/>
                  </a:lnTo>
                  <a:lnTo>
                    <a:pt x="271220" y="2128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8" name="object 228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294688" y="3332922"/>
              <a:ext cx="331818" cy="355619"/>
            </a:xfrm>
            <a:prstGeom prst="rect">
              <a:avLst/>
            </a:prstGeom>
          </p:spPr>
        </p:pic>
      </p:grpSp>
      <p:pic>
        <p:nvPicPr>
          <p:cNvPr id="229" name="object 229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582311" y="1308333"/>
            <a:ext cx="5756120" cy="65909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1178" y="231340"/>
            <a:ext cx="430530" cy="489584"/>
          </a:xfrm>
          <a:custGeom>
            <a:avLst/>
            <a:gdLst/>
            <a:ahLst/>
            <a:cxnLst/>
            <a:rect l="l" t="t" r="r" b="b"/>
            <a:pathLst>
              <a:path w="430530" h="489584">
                <a:moveTo>
                  <a:pt x="222205" y="0"/>
                </a:moveTo>
                <a:lnTo>
                  <a:pt x="176583" y="4200"/>
                </a:lnTo>
                <a:lnTo>
                  <a:pt x="134479" y="16592"/>
                </a:lnTo>
                <a:lnTo>
                  <a:pt x="96683" y="36859"/>
                </a:lnTo>
                <a:lnTo>
                  <a:pt x="63985" y="64683"/>
                </a:lnTo>
                <a:lnTo>
                  <a:pt x="37178" y="99750"/>
                </a:lnTo>
                <a:lnTo>
                  <a:pt x="17050" y="141742"/>
                </a:lnTo>
                <a:lnTo>
                  <a:pt x="4394" y="190344"/>
                </a:lnTo>
                <a:lnTo>
                  <a:pt x="0" y="245239"/>
                </a:lnTo>
                <a:lnTo>
                  <a:pt x="4150" y="299025"/>
                </a:lnTo>
                <a:lnTo>
                  <a:pt x="16232" y="347020"/>
                </a:lnTo>
                <a:lnTo>
                  <a:pt x="35693" y="388798"/>
                </a:lnTo>
                <a:lnTo>
                  <a:pt x="61978" y="423934"/>
                </a:lnTo>
                <a:lnTo>
                  <a:pt x="94535" y="452002"/>
                </a:lnTo>
                <a:lnTo>
                  <a:pt x="132810" y="472578"/>
                </a:lnTo>
                <a:lnTo>
                  <a:pt x="176249" y="485235"/>
                </a:lnTo>
                <a:lnTo>
                  <a:pt x="224299" y="489549"/>
                </a:lnTo>
                <a:lnTo>
                  <a:pt x="273508" y="484969"/>
                </a:lnTo>
                <a:lnTo>
                  <a:pt x="317627" y="471545"/>
                </a:lnTo>
                <a:lnTo>
                  <a:pt x="355749" y="449749"/>
                </a:lnTo>
                <a:lnTo>
                  <a:pt x="386973" y="420053"/>
                </a:lnTo>
                <a:lnTo>
                  <a:pt x="410395" y="382928"/>
                </a:lnTo>
                <a:lnTo>
                  <a:pt x="425110" y="338848"/>
                </a:lnTo>
                <a:lnTo>
                  <a:pt x="430216" y="288284"/>
                </a:lnTo>
                <a:lnTo>
                  <a:pt x="430216" y="228719"/>
                </a:lnTo>
                <a:lnTo>
                  <a:pt x="231512" y="228719"/>
                </a:lnTo>
                <a:lnTo>
                  <a:pt x="231512" y="303641"/>
                </a:lnTo>
                <a:lnTo>
                  <a:pt x="334587" y="303641"/>
                </a:lnTo>
                <a:lnTo>
                  <a:pt x="326363" y="344309"/>
                </a:lnTo>
                <a:lnTo>
                  <a:pt x="304572" y="375247"/>
                </a:lnTo>
                <a:lnTo>
                  <a:pt x="270390" y="394930"/>
                </a:lnTo>
                <a:lnTo>
                  <a:pt x="224997" y="401830"/>
                </a:lnTo>
                <a:lnTo>
                  <a:pt x="182810" y="395120"/>
                </a:lnTo>
                <a:lnTo>
                  <a:pt x="148229" y="375398"/>
                </a:lnTo>
                <a:lnTo>
                  <a:pt x="122270" y="343280"/>
                </a:lnTo>
                <a:lnTo>
                  <a:pt x="105949" y="299379"/>
                </a:lnTo>
                <a:lnTo>
                  <a:pt x="100283" y="244309"/>
                </a:lnTo>
                <a:lnTo>
                  <a:pt x="106073" y="189604"/>
                </a:lnTo>
                <a:lnTo>
                  <a:pt x="122597" y="145967"/>
                </a:lnTo>
                <a:lnTo>
                  <a:pt x="148580" y="114024"/>
                </a:lnTo>
                <a:lnTo>
                  <a:pt x="182750" y="94399"/>
                </a:lnTo>
                <a:lnTo>
                  <a:pt x="223833" y="87719"/>
                </a:lnTo>
                <a:lnTo>
                  <a:pt x="259902" y="92710"/>
                </a:lnTo>
                <a:lnTo>
                  <a:pt x="289186" y="107060"/>
                </a:lnTo>
                <a:lnTo>
                  <a:pt x="311097" y="129829"/>
                </a:lnTo>
                <a:lnTo>
                  <a:pt x="325047" y="160080"/>
                </a:lnTo>
                <a:lnTo>
                  <a:pt x="425796" y="160080"/>
                </a:lnTo>
                <a:lnTo>
                  <a:pt x="413575" y="115583"/>
                </a:lnTo>
                <a:lnTo>
                  <a:pt x="391006" y="76800"/>
                </a:lnTo>
                <a:lnTo>
                  <a:pt x="359338" y="44790"/>
                </a:lnTo>
                <a:lnTo>
                  <a:pt x="319816" y="20613"/>
                </a:lnTo>
                <a:lnTo>
                  <a:pt x="273689" y="5329"/>
                </a:lnTo>
                <a:lnTo>
                  <a:pt x="2222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17004" y="352331"/>
            <a:ext cx="351155" cy="369570"/>
          </a:xfrm>
          <a:custGeom>
            <a:avLst/>
            <a:gdLst/>
            <a:ahLst/>
            <a:cxnLst/>
            <a:rect l="l" t="t" r="r" b="b"/>
            <a:pathLst>
              <a:path w="351155" h="369570">
                <a:moveTo>
                  <a:pt x="175669" y="0"/>
                </a:moveTo>
                <a:lnTo>
                  <a:pt x="125089" y="5993"/>
                </a:lnTo>
                <a:lnTo>
                  <a:pt x="82039" y="23284"/>
                </a:lnTo>
                <a:lnTo>
                  <a:pt x="47262" y="50839"/>
                </a:lnTo>
                <a:lnTo>
                  <a:pt x="21500" y="87623"/>
                </a:lnTo>
                <a:lnTo>
                  <a:pt x="5499" y="132603"/>
                </a:lnTo>
                <a:lnTo>
                  <a:pt x="73" y="184046"/>
                </a:lnTo>
                <a:lnTo>
                  <a:pt x="0" y="184744"/>
                </a:lnTo>
                <a:lnTo>
                  <a:pt x="5499" y="236608"/>
                </a:lnTo>
                <a:lnTo>
                  <a:pt x="21500" y="281434"/>
                </a:lnTo>
                <a:lnTo>
                  <a:pt x="47262" y="318154"/>
                </a:lnTo>
                <a:lnTo>
                  <a:pt x="82039" y="345704"/>
                </a:lnTo>
                <a:lnTo>
                  <a:pt x="125089" y="363015"/>
                </a:lnTo>
                <a:lnTo>
                  <a:pt x="175669" y="369023"/>
                </a:lnTo>
                <a:lnTo>
                  <a:pt x="226134" y="363015"/>
                </a:lnTo>
                <a:lnTo>
                  <a:pt x="269076" y="345704"/>
                </a:lnTo>
                <a:lnTo>
                  <a:pt x="303757" y="318154"/>
                </a:lnTo>
                <a:lnTo>
                  <a:pt x="321070" y="293403"/>
                </a:lnTo>
                <a:lnTo>
                  <a:pt x="176135" y="293403"/>
                </a:lnTo>
                <a:lnTo>
                  <a:pt x="142604" y="285150"/>
                </a:lnTo>
                <a:lnTo>
                  <a:pt x="118519" y="262283"/>
                </a:lnTo>
                <a:lnTo>
                  <a:pt x="103987" y="227636"/>
                </a:lnTo>
                <a:lnTo>
                  <a:pt x="99197" y="184744"/>
                </a:lnTo>
                <a:lnTo>
                  <a:pt x="99119" y="184046"/>
                </a:lnTo>
                <a:lnTo>
                  <a:pt x="103987" y="140517"/>
                </a:lnTo>
                <a:lnTo>
                  <a:pt x="118519" y="105780"/>
                </a:lnTo>
                <a:lnTo>
                  <a:pt x="142604" y="82777"/>
                </a:lnTo>
                <a:lnTo>
                  <a:pt x="176135" y="74455"/>
                </a:lnTo>
                <a:lnTo>
                  <a:pt x="320247" y="74455"/>
                </a:lnTo>
                <a:lnTo>
                  <a:pt x="303757" y="50839"/>
                </a:lnTo>
                <a:lnTo>
                  <a:pt x="269076" y="23284"/>
                </a:lnTo>
                <a:lnTo>
                  <a:pt x="226134" y="5993"/>
                </a:lnTo>
                <a:lnTo>
                  <a:pt x="175669" y="0"/>
                </a:lnTo>
                <a:close/>
              </a:path>
              <a:path w="351155" h="369570">
                <a:moveTo>
                  <a:pt x="320247" y="74455"/>
                </a:moveTo>
                <a:lnTo>
                  <a:pt x="176135" y="74455"/>
                </a:lnTo>
                <a:lnTo>
                  <a:pt x="208993" y="82777"/>
                </a:lnTo>
                <a:lnTo>
                  <a:pt x="232733" y="105780"/>
                </a:lnTo>
                <a:lnTo>
                  <a:pt x="247137" y="140517"/>
                </a:lnTo>
                <a:lnTo>
                  <a:pt x="251987" y="184046"/>
                </a:lnTo>
                <a:lnTo>
                  <a:pt x="247137" y="227636"/>
                </a:lnTo>
                <a:lnTo>
                  <a:pt x="232733" y="262283"/>
                </a:lnTo>
                <a:lnTo>
                  <a:pt x="208993" y="285150"/>
                </a:lnTo>
                <a:lnTo>
                  <a:pt x="176135" y="293403"/>
                </a:lnTo>
                <a:lnTo>
                  <a:pt x="321070" y="293403"/>
                </a:lnTo>
                <a:lnTo>
                  <a:pt x="329442" y="281434"/>
                </a:lnTo>
                <a:lnTo>
                  <a:pt x="345393" y="236608"/>
                </a:lnTo>
                <a:lnTo>
                  <a:pt x="350874" y="184744"/>
                </a:lnTo>
                <a:lnTo>
                  <a:pt x="345393" y="132603"/>
                </a:lnTo>
                <a:lnTo>
                  <a:pt x="329442" y="87623"/>
                </a:lnTo>
                <a:lnTo>
                  <a:pt x="320247" y="744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931632" y="237854"/>
            <a:ext cx="347345" cy="482600"/>
          </a:xfrm>
          <a:custGeom>
            <a:avLst/>
            <a:gdLst/>
            <a:ahLst/>
            <a:cxnLst/>
            <a:rect l="l" t="t" r="r" b="b"/>
            <a:pathLst>
              <a:path w="347344" h="482600">
                <a:moveTo>
                  <a:pt x="314872" y="419514"/>
                </a:moveTo>
                <a:lnTo>
                  <a:pt x="100050" y="419514"/>
                </a:lnTo>
                <a:lnTo>
                  <a:pt x="113647" y="441698"/>
                </a:lnTo>
                <a:lnTo>
                  <a:pt x="134311" y="461919"/>
                </a:lnTo>
                <a:lnTo>
                  <a:pt x="163265" y="476643"/>
                </a:lnTo>
                <a:lnTo>
                  <a:pt x="201729" y="482336"/>
                </a:lnTo>
                <a:lnTo>
                  <a:pt x="240939" y="476992"/>
                </a:lnTo>
                <a:lnTo>
                  <a:pt x="275832" y="461146"/>
                </a:lnTo>
                <a:lnTo>
                  <a:pt x="305153" y="435074"/>
                </a:lnTo>
                <a:lnTo>
                  <a:pt x="314872" y="419514"/>
                </a:lnTo>
                <a:close/>
              </a:path>
              <a:path w="347344" h="482600">
                <a:moveTo>
                  <a:pt x="97258" y="0"/>
                </a:moveTo>
                <a:lnTo>
                  <a:pt x="0" y="0"/>
                </a:lnTo>
                <a:lnTo>
                  <a:pt x="0" y="476643"/>
                </a:lnTo>
                <a:lnTo>
                  <a:pt x="95862" y="476643"/>
                </a:lnTo>
                <a:lnTo>
                  <a:pt x="95862" y="419514"/>
                </a:lnTo>
                <a:lnTo>
                  <a:pt x="314872" y="419514"/>
                </a:lnTo>
                <a:lnTo>
                  <a:pt x="324173" y="404622"/>
                </a:lnTo>
                <a:lnTo>
                  <a:pt x="171249" y="404622"/>
                </a:lnTo>
                <a:lnTo>
                  <a:pt x="139041" y="396966"/>
                </a:lnTo>
                <a:lnTo>
                  <a:pt x="115145" y="375305"/>
                </a:lnTo>
                <a:lnTo>
                  <a:pt x="100279" y="341604"/>
                </a:lnTo>
                <a:lnTo>
                  <a:pt x="95218" y="298290"/>
                </a:lnTo>
                <a:lnTo>
                  <a:pt x="95164" y="297824"/>
                </a:lnTo>
                <a:lnTo>
                  <a:pt x="100123" y="254950"/>
                </a:lnTo>
                <a:lnTo>
                  <a:pt x="100214" y="254165"/>
                </a:lnTo>
                <a:lnTo>
                  <a:pt x="114970" y="220954"/>
                </a:lnTo>
                <a:lnTo>
                  <a:pt x="138845" y="199828"/>
                </a:lnTo>
                <a:lnTo>
                  <a:pt x="171249" y="192423"/>
                </a:lnTo>
                <a:lnTo>
                  <a:pt x="324592" y="192423"/>
                </a:lnTo>
                <a:lnTo>
                  <a:pt x="316096" y="179160"/>
                </a:lnTo>
                <a:lnTo>
                  <a:pt x="97258" y="179160"/>
                </a:lnTo>
                <a:lnTo>
                  <a:pt x="97258" y="0"/>
                </a:lnTo>
                <a:close/>
              </a:path>
              <a:path w="347344" h="482600">
                <a:moveTo>
                  <a:pt x="324592" y="192423"/>
                </a:moveTo>
                <a:lnTo>
                  <a:pt x="171249" y="192423"/>
                </a:lnTo>
                <a:lnTo>
                  <a:pt x="204278" y="200090"/>
                </a:lnTo>
                <a:lnTo>
                  <a:pt x="228167" y="221653"/>
                </a:lnTo>
                <a:lnTo>
                  <a:pt x="242676" y="254950"/>
                </a:lnTo>
                <a:lnTo>
                  <a:pt x="247566" y="297824"/>
                </a:lnTo>
                <a:lnTo>
                  <a:pt x="242611" y="341113"/>
                </a:lnTo>
                <a:lnTo>
                  <a:pt x="227992" y="374869"/>
                </a:lnTo>
                <a:lnTo>
                  <a:pt x="204081" y="396802"/>
                </a:lnTo>
                <a:lnTo>
                  <a:pt x="171249" y="404622"/>
                </a:lnTo>
                <a:lnTo>
                  <a:pt x="324173" y="404622"/>
                </a:lnTo>
                <a:lnTo>
                  <a:pt x="327650" y="399056"/>
                </a:lnTo>
                <a:lnTo>
                  <a:pt x="342067" y="353368"/>
                </a:lnTo>
                <a:lnTo>
                  <a:pt x="347151" y="298290"/>
                </a:lnTo>
                <a:lnTo>
                  <a:pt x="341874" y="242179"/>
                </a:lnTo>
                <a:lnTo>
                  <a:pt x="327038" y="196240"/>
                </a:lnTo>
                <a:lnTo>
                  <a:pt x="324592" y="192423"/>
                </a:lnTo>
                <a:close/>
              </a:path>
              <a:path w="347344" h="482600">
                <a:moveTo>
                  <a:pt x="201962" y="114476"/>
                </a:moveTo>
                <a:lnTo>
                  <a:pt x="162512" y="120526"/>
                </a:lnTo>
                <a:lnTo>
                  <a:pt x="133468" y="135998"/>
                </a:lnTo>
                <a:lnTo>
                  <a:pt x="113193" y="156881"/>
                </a:lnTo>
                <a:lnTo>
                  <a:pt x="100050" y="179160"/>
                </a:lnTo>
                <a:lnTo>
                  <a:pt x="316096" y="179160"/>
                </a:lnTo>
                <a:lnTo>
                  <a:pt x="304135" y="160488"/>
                </a:lnTo>
                <a:lnTo>
                  <a:pt x="274660" y="134934"/>
                </a:lnTo>
                <a:lnTo>
                  <a:pt x="240104" y="119593"/>
                </a:lnTo>
                <a:lnTo>
                  <a:pt x="201962" y="1144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341141" y="237855"/>
            <a:ext cx="97790" cy="476884"/>
          </a:xfrm>
          <a:custGeom>
            <a:avLst/>
            <a:gdLst/>
            <a:ahLst/>
            <a:cxnLst/>
            <a:rect l="l" t="t" r="r" b="b"/>
            <a:pathLst>
              <a:path w="97790" h="476884">
                <a:moveTo>
                  <a:pt x="97490" y="0"/>
                </a:moveTo>
                <a:lnTo>
                  <a:pt x="0" y="0"/>
                </a:lnTo>
                <a:lnTo>
                  <a:pt x="0" y="476519"/>
                </a:lnTo>
                <a:lnTo>
                  <a:pt x="97490" y="476519"/>
                </a:lnTo>
                <a:lnTo>
                  <a:pt x="974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499825" y="352331"/>
            <a:ext cx="340995" cy="369570"/>
          </a:xfrm>
          <a:custGeom>
            <a:avLst/>
            <a:gdLst/>
            <a:ahLst/>
            <a:cxnLst/>
            <a:rect l="l" t="t" r="r" b="b"/>
            <a:pathLst>
              <a:path w="340994" h="369570">
                <a:moveTo>
                  <a:pt x="172877" y="0"/>
                </a:moveTo>
                <a:lnTo>
                  <a:pt x="123716" y="6043"/>
                </a:lnTo>
                <a:lnTo>
                  <a:pt x="81522" y="23448"/>
                </a:lnTo>
                <a:lnTo>
                  <a:pt x="47174" y="51130"/>
                </a:lnTo>
                <a:lnTo>
                  <a:pt x="21552" y="88002"/>
                </a:lnTo>
                <a:lnTo>
                  <a:pt x="5534" y="132980"/>
                </a:lnTo>
                <a:lnTo>
                  <a:pt x="0" y="184977"/>
                </a:lnTo>
                <a:lnTo>
                  <a:pt x="5488" y="237954"/>
                </a:lnTo>
                <a:lnTo>
                  <a:pt x="21492" y="283054"/>
                </a:lnTo>
                <a:lnTo>
                  <a:pt x="47320" y="319492"/>
                </a:lnTo>
                <a:lnTo>
                  <a:pt x="82280" y="346488"/>
                </a:lnTo>
                <a:lnTo>
                  <a:pt x="125682" y="363259"/>
                </a:lnTo>
                <a:lnTo>
                  <a:pt x="176833" y="369023"/>
                </a:lnTo>
                <a:lnTo>
                  <a:pt x="237267" y="361305"/>
                </a:lnTo>
                <a:lnTo>
                  <a:pt x="285289" y="339386"/>
                </a:lnTo>
                <a:lnTo>
                  <a:pt x="319394" y="305121"/>
                </a:lnTo>
                <a:lnTo>
                  <a:pt x="323217" y="295963"/>
                </a:lnTo>
                <a:lnTo>
                  <a:pt x="178462" y="295963"/>
                </a:lnTo>
                <a:lnTo>
                  <a:pt x="144524" y="289917"/>
                </a:lnTo>
                <a:lnTo>
                  <a:pt x="118635" y="272550"/>
                </a:lnTo>
                <a:lnTo>
                  <a:pt x="102126" y="245018"/>
                </a:lnTo>
                <a:lnTo>
                  <a:pt x="96327" y="208477"/>
                </a:lnTo>
                <a:lnTo>
                  <a:pt x="340636" y="208477"/>
                </a:lnTo>
                <a:lnTo>
                  <a:pt x="340636" y="181254"/>
                </a:lnTo>
                <a:lnTo>
                  <a:pt x="337058" y="147516"/>
                </a:lnTo>
                <a:lnTo>
                  <a:pt x="96327" y="147516"/>
                </a:lnTo>
                <a:lnTo>
                  <a:pt x="103246" y="118570"/>
                </a:lnTo>
                <a:lnTo>
                  <a:pt x="119566" y="94815"/>
                </a:lnTo>
                <a:lnTo>
                  <a:pt x="143869" y="78738"/>
                </a:lnTo>
                <a:lnTo>
                  <a:pt x="174739" y="72827"/>
                </a:lnTo>
                <a:lnTo>
                  <a:pt x="312610" y="72827"/>
                </a:lnTo>
                <a:lnTo>
                  <a:pt x="291920" y="44906"/>
                </a:lnTo>
                <a:lnTo>
                  <a:pt x="258045" y="19898"/>
                </a:lnTo>
                <a:lnTo>
                  <a:pt x="217862" y="4959"/>
                </a:lnTo>
                <a:lnTo>
                  <a:pt x="172877" y="0"/>
                </a:lnTo>
                <a:close/>
              </a:path>
              <a:path w="340994" h="369570">
                <a:moveTo>
                  <a:pt x="338077" y="260363"/>
                </a:moveTo>
                <a:lnTo>
                  <a:pt x="245472" y="260363"/>
                </a:lnTo>
                <a:lnTo>
                  <a:pt x="235591" y="274858"/>
                </a:lnTo>
                <a:lnTo>
                  <a:pt x="220867" y="286103"/>
                </a:lnTo>
                <a:lnTo>
                  <a:pt x="201693" y="293378"/>
                </a:lnTo>
                <a:lnTo>
                  <a:pt x="178462" y="295963"/>
                </a:lnTo>
                <a:lnTo>
                  <a:pt x="323217" y="295963"/>
                </a:lnTo>
                <a:lnTo>
                  <a:pt x="338077" y="260363"/>
                </a:lnTo>
                <a:close/>
              </a:path>
              <a:path w="340994" h="369570">
                <a:moveTo>
                  <a:pt x="312610" y="72827"/>
                </a:moveTo>
                <a:lnTo>
                  <a:pt x="174739" y="72827"/>
                </a:lnTo>
                <a:lnTo>
                  <a:pt x="204590" y="78411"/>
                </a:lnTo>
                <a:lnTo>
                  <a:pt x="227876" y="93942"/>
                </a:lnTo>
                <a:lnTo>
                  <a:pt x="243091" y="117588"/>
                </a:lnTo>
                <a:lnTo>
                  <a:pt x="248730" y="147516"/>
                </a:lnTo>
                <a:lnTo>
                  <a:pt x="337058" y="147516"/>
                </a:lnTo>
                <a:lnTo>
                  <a:pt x="334722" y="125493"/>
                </a:lnTo>
                <a:lnTo>
                  <a:pt x="317981" y="80074"/>
                </a:lnTo>
                <a:lnTo>
                  <a:pt x="312610" y="728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078418" y="228316"/>
            <a:ext cx="187325" cy="589915"/>
          </a:xfrm>
          <a:custGeom>
            <a:avLst/>
            <a:gdLst/>
            <a:ahLst/>
            <a:cxnLst/>
            <a:rect l="l" t="t" r="r" b="b"/>
            <a:pathLst>
              <a:path w="187325" h="589915">
                <a:moveTo>
                  <a:pt x="186838" y="0"/>
                </a:moveTo>
                <a:lnTo>
                  <a:pt x="94000" y="0"/>
                </a:lnTo>
                <a:lnTo>
                  <a:pt x="65062" y="42551"/>
                </a:lnTo>
                <a:lnTo>
                  <a:pt x="41502" y="87494"/>
                </a:lnTo>
                <a:lnTo>
                  <a:pt x="23267" y="135009"/>
                </a:lnTo>
                <a:lnTo>
                  <a:pt x="10306" y="185278"/>
                </a:lnTo>
                <a:lnTo>
                  <a:pt x="2568" y="238481"/>
                </a:lnTo>
                <a:lnTo>
                  <a:pt x="0" y="294799"/>
                </a:lnTo>
                <a:lnTo>
                  <a:pt x="2568" y="351019"/>
                </a:lnTo>
                <a:lnTo>
                  <a:pt x="10306" y="404156"/>
                </a:lnTo>
                <a:lnTo>
                  <a:pt x="23267" y="454385"/>
                </a:lnTo>
                <a:lnTo>
                  <a:pt x="41502" y="501880"/>
                </a:lnTo>
                <a:lnTo>
                  <a:pt x="65062" y="546815"/>
                </a:lnTo>
                <a:lnTo>
                  <a:pt x="94000" y="589366"/>
                </a:lnTo>
                <a:lnTo>
                  <a:pt x="186838" y="589366"/>
                </a:lnTo>
                <a:lnTo>
                  <a:pt x="163789" y="553860"/>
                </a:lnTo>
                <a:lnTo>
                  <a:pt x="143293" y="510153"/>
                </a:lnTo>
                <a:lnTo>
                  <a:pt x="126080" y="460319"/>
                </a:lnTo>
                <a:lnTo>
                  <a:pt x="112881" y="406432"/>
                </a:lnTo>
                <a:lnTo>
                  <a:pt x="104427" y="350567"/>
                </a:lnTo>
                <a:lnTo>
                  <a:pt x="101446" y="294799"/>
                </a:lnTo>
                <a:lnTo>
                  <a:pt x="104427" y="238933"/>
                </a:lnTo>
                <a:lnTo>
                  <a:pt x="112881" y="183003"/>
                </a:lnTo>
                <a:lnTo>
                  <a:pt x="126080" y="129076"/>
                </a:lnTo>
                <a:lnTo>
                  <a:pt x="143293" y="79221"/>
                </a:lnTo>
                <a:lnTo>
                  <a:pt x="163789" y="35506"/>
                </a:lnTo>
                <a:lnTo>
                  <a:pt x="1868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314584" y="231340"/>
            <a:ext cx="346075" cy="483234"/>
          </a:xfrm>
          <a:custGeom>
            <a:avLst/>
            <a:gdLst/>
            <a:ahLst/>
            <a:cxnLst/>
            <a:rect l="l" t="t" r="r" b="b"/>
            <a:pathLst>
              <a:path w="346075" h="483234">
                <a:moveTo>
                  <a:pt x="168922" y="0"/>
                </a:moveTo>
                <a:lnTo>
                  <a:pt x="121653" y="4844"/>
                </a:lnTo>
                <a:lnTo>
                  <a:pt x="80609" y="18898"/>
                </a:lnTo>
                <a:lnTo>
                  <a:pt x="46854" y="41445"/>
                </a:lnTo>
                <a:lnTo>
                  <a:pt x="21457" y="71767"/>
                </a:lnTo>
                <a:lnTo>
                  <a:pt x="5484" y="109147"/>
                </a:lnTo>
                <a:lnTo>
                  <a:pt x="0" y="152868"/>
                </a:lnTo>
                <a:lnTo>
                  <a:pt x="94000" y="152868"/>
                </a:lnTo>
                <a:lnTo>
                  <a:pt x="99185" y="121969"/>
                </a:lnTo>
                <a:lnTo>
                  <a:pt x="114185" y="98683"/>
                </a:lnTo>
                <a:lnTo>
                  <a:pt x="137649" y="83992"/>
                </a:lnTo>
                <a:lnTo>
                  <a:pt x="168224" y="78877"/>
                </a:lnTo>
                <a:lnTo>
                  <a:pt x="198264" y="83607"/>
                </a:lnTo>
                <a:lnTo>
                  <a:pt x="222175" y="97171"/>
                </a:lnTo>
                <a:lnTo>
                  <a:pt x="238015" y="118632"/>
                </a:lnTo>
                <a:lnTo>
                  <a:pt x="243843" y="147051"/>
                </a:lnTo>
                <a:lnTo>
                  <a:pt x="239273" y="173885"/>
                </a:lnTo>
                <a:lnTo>
                  <a:pt x="226131" y="198908"/>
                </a:lnTo>
                <a:lnTo>
                  <a:pt x="204743" y="224761"/>
                </a:lnTo>
                <a:lnTo>
                  <a:pt x="175437" y="254082"/>
                </a:lnTo>
                <a:lnTo>
                  <a:pt x="4188" y="411603"/>
                </a:lnTo>
                <a:lnTo>
                  <a:pt x="4420" y="483034"/>
                </a:lnTo>
                <a:lnTo>
                  <a:pt x="345755" y="483034"/>
                </a:lnTo>
                <a:lnTo>
                  <a:pt x="345755" y="401830"/>
                </a:lnTo>
                <a:lnTo>
                  <a:pt x="141932" y="401830"/>
                </a:lnTo>
                <a:lnTo>
                  <a:pt x="141932" y="398573"/>
                </a:lnTo>
                <a:lnTo>
                  <a:pt x="214526" y="328538"/>
                </a:lnTo>
                <a:lnTo>
                  <a:pt x="265179" y="280083"/>
                </a:lnTo>
                <a:lnTo>
                  <a:pt x="300776" y="239659"/>
                </a:lnTo>
                <a:lnTo>
                  <a:pt x="323519" y="204685"/>
                </a:lnTo>
                <a:lnTo>
                  <a:pt x="335607" y="172582"/>
                </a:lnTo>
                <a:lnTo>
                  <a:pt x="339240" y="140769"/>
                </a:lnTo>
                <a:lnTo>
                  <a:pt x="331266" y="94411"/>
                </a:lnTo>
                <a:lnTo>
                  <a:pt x="308672" y="55535"/>
                </a:lnTo>
                <a:lnTo>
                  <a:pt x="273034" y="25762"/>
                </a:lnTo>
                <a:lnTo>
                  <a:pt x="225925" y="6710"/>
                </a:lnTo>
                <a:lnTo>
                  <a:pt x="168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724325" y="231340"/>
            <a:ext cx="382905" cy="493395"/>
          </a:xfrm>
          <a:custGeom>
            <a:avLst/>
            <a:gdLst/>
            <a:ahLst/>
            <a:cxnLst/>
            <a:rect l="l" t="t" r="r" b="b"/>
            <a:pathLst>
              <a:path w="382905" h="493395">
                <a:moveTo>
                  <a:pt x="191259" y="0"/>
                </a:moveTo>
                <a:lnTo>
                  <a:pt x="148718" y="4153"/>
                </a:lnTo>
                <a:lnTo>
                  <a:pt x="148855" y="4153"/>
                </a:lnTo>
                <a:lnTo>
                  <a:pt x="111141" y="16429"/>
                </a:lnTo>
                <a:lnTo>
                  <a:pt x="78433" y="36552"/>
                </a:lnTo>
                <a:lnTo>
                  <a:pt x="51130" y="64073"/>
                </a:lnTo>
                <a:lnTo>
                  <a:pt x="29268" y="99035"/>
                </a:lnTo>
                <a:lnTo>
                  <a:pt x="13262" y="141056"/>
                </a:lnTo>
                <a:lnTo>
                  <a:pt x="3408" y="189877"/>
                </a:lnTo>
                <a:lnTo>
                  <a:pt x="0" y="245239"/>
                </a:lnTo>
                <a:lnTo>
                  <a:pt x="3188" y="300846"/>
                </a:lnTo>
                <a:lnTo>
                  <a:pt x="12902" y="350023"/>
                </a:lnTo>
                <a:lnTo>
                  <a:pt x="28838" y="392471"/>
                </a:lnTo>
                <a:lnTo>
                  <a:pt x="50694" y="427890"/>
                </a:lnTo>
                <a:lnTo>
                  <a:pt x="78166" y="455979"/>
                </a:lnTo>
                <a:lnTo>
                  <a:pt x="110953" y="476439"/>
                </a:lnTo>
                <a:lnTo>
                  <a:pt x="149010" y="489056"/>
                </a:lnTo>
                <a:lnTo>
                  <a:pt x="149600" y="489056"/>
                </a:lnTo>
                <a:lnTo>
                  <a:pt x="191259" y="493272"/>
                </a:lnTo>
                <a:lnTo>
                  <a:pt x="233680" y="489056"/>
                </a:lnTo>
                <a:lnTo>
                  <a:pt x="271401" y="476603"/>
                </a:lnTo>
                <a:lnTo>
                  <a:pt x="304126" y="456204"/>
                </a:lnTo>
                <a:lnTo>
                  <a:pt x="331562" y="428152"/>
                </a:lnTo>
                <a:lnTo>
                  <a:pt x="342204" y="410905"/>
                </a:lnTo>
                <a:lnTo>
                  <a:pt x="191259" y="410905"/>
                </a:lnTo>
                <a:lnTo>
                  <a:pt x="160648" y="404263"/>
                </a:lnTo>
                <a:lnTo>
                  <a:pt x="135510" y="384354"/>
                </a:lnTo>
                <a:lnTo>
                  <a:pt x="116626" y="351198"/>
                </a:lnTo>
                <a:lnTo>
                  <a:pt x="104778" y="304819"/>
                </a:lnTo>
                <a:lnTo>
                  <a:pt x="100748" y="245239"/>
                </a:lnTo>
                <a:lnTo>
                  <a:pt x="104979" y="186390"/>
                </a:lnTo>
                <a:lnTo>
                  <a:pt x="116894" y="140540"/>
                </a:lnTo>
                <a:lnTo>
                  <a:pt x="135744" y="107734"/>
                </a:lnTo>
                <a:lnTo>
                  <a:pt x="160782" y="88018"/>
                </a:lnTo>
                <a:lnTo>
                  <a:pt x="191259" y="81436"/>
                </a:lnTo>
                <a:lnTo>
                  <a:pt x="342316" y="81436"/>
                </a:lnTo>
                <a:lnTo>
                  <a:pt x="331562" y="64247"/>
                </a:lnTo>
                <a:lnTo>
                  <a:pt x="304085" y="36552"/>
                </a:lnTo>
                <a:lnTo>
                  <a:pt x="271335" y="16429"/>
                </a:lnTo>
                <a:lnTo>
                  <a:pt x="233623" y="4153"/>
                </a:lnTo>
                <a:lnTo>
                  <a:pt x="191259" y="0"/>
                </a:lnTo>
                <a:close/>
              </a:path>
              <a:path w="382905" h="493395">
                <a:moveTo>
                  <a:pt x="342316" y="81436"/>
                </a:moveTo>
                <a:lnTo>
                  <a:pt x="191259" y="81436"/>
                </a:lnTo>
                <a:lnTo>
                  <a:pt x="221736" y="88018"/>
                </a:lnTo>
                <a:lnTo>
                  <a:pt x="246773" y="107734"/>
                </a:lnTo>
                <a:lnTo>
                  <a:pt x="265624" y="140540"/>
                </a:lnTo>
                <a:lnTo>
                  <a:pt x="277539" y="186390"/>
                </a:lnTo>
                <a:lnTo>
                  <a:pt x="281770" y="245239"/>
                </a:lnTo>
                <a:lnTo>
                  <a:pt x="277650" y="304819"/>
                </a:lnTo>
                <a:lnTo>
                  <a:pt x="265791" y="351198"/>
                </a:lnTo>
                <a:lnTo>
                  <a:pt x="246941" y="384354"/>
                </a:lnTo>
                <a:lnTo>
                  <a:pt x="221847" y="404263"/>
                </a:lnTo>
                <a:lnTo>
                  <a:pt x="191259" y="410905"/>
                </a:lnTo>
                <a:lnTo>
                  <a:pt x="342204" y="410905"/>
                </a:lnTo>
                <a:lnTo>
                  <a:pt x="353414" y="392737"/>
                </a:lnTo>
                <a:lnTo>
                  <a:pt x="369386" y="350253"/>
                </a:lnTo>
                <a:lnTo>
                  <a:pt x="379186" y="300989"/>
                </a:lnTo>
                <a:lnTo>
                  <a:pt x="382518" y="245239"/>
                </a:lnTo>
                <a:lnTo>
                  <a:pt x="379243" y="190010"/>
                </a:lnTo>
                <a:lnTo>
                  <a:pt x="369452" y="141252"/>
                </a:lnTo>
                <a:lnTo>
                  <a:pt x="353454" y="99239"/>
                </a:lnTo>
                <a:lnTo>
                  <a:pt x="342316" y="81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170829" y="231340"/>
            <a:ext cx="346075" cy="483234"/>
          </a:xfrm>
          <a:custGeom>
            <a:avLst/>
            <a:gdLst/>
            <a:ahLst/>
            <a:cxnLst/>
            <a:rect l="l" t="t" r="r" b="b"/>
            <a:pathLst>
              <a:path w="346075" h="483234">
                <a:moveTo>
                  <a:pt x="168922" y="0"/>
                </a:moveTo>
                <a:lnTo>
                  <a:pt x="121653" y="4844"/>
                </a:lnTo>
                <a:lnTo>
                  <a:pt x="80609" y="18898"/>
                </a:lnTo>
                <a:lnTo>
                  <a:pt x="46855" y="41445"/>
                </a:lnTo>
                <a:lnTo>
                  <a:pt x="21457" y="71767"/>
                </a:lnTo>
                <a:lnTo>
                  <a:pt x="5484" y="109147"/>
                </a:lnTo>
                <a:lnTo>
                  <a:pt x="0" y="152868"/>
                </a:lnTo>
                <a:lnTo>
                  <a:pt x="94000" y="152868"/>
                </a:lnTo>
                <a:lnTo>
                  <a:pt x="99185" y="121969"/>
                </a:lnTo>
                <a:lnTo>
                  <a:pt x="114185" y="98683"/>
                </a:lnTo>
                <a:lnTo>
                  <a:pt x="137649" y="83992"/>
                </a:lnTo>
                <a:lnTo>
                  <a:pt x="168224" y="78877"/>
                </a:lnTo>
                <a:lnTo>
                  <a:pt x="198264" y="83607"/>
                </a:lnTo>
                <a:lnTo>
                  <a:pt x="222176" y="97171"/>
                </a:lnTo>
                <a:lnTo>
                  <a:pt x="238016" y="118632"/>
                </a:lnTo>
                <a:lnTo>
                  <a:pt x="243843" y="147051"/>
                </a:lnTo>
                <a:lnTo>
                  <a:pt x="239273" y="173885"/>
                </a:lnTo>
                <a:lnTo>
                  <a:pt x="226131" y="198908"/>
                </a:lnTo>
                <a:lnTo>
                  <a:pt x="204743" y="224761"/>
                </a:lnTo>
                <a:lnTo>
                  <a:pt x="175437" y="254082"/>
                </a:lnTo>
                <a:lnTo>
                  <a:pt x="4188" y="411603"/>
                </a:lnTo>
                <a:lnTo>
                  <a:pt x="4420" y="483034"/>
                </a:lnTo>
                <a:lnTo>
                  <a:pt x="345755" y="483034"/>
                </a:lnTo>
                <a:lnTo>
                  <a:pt x="345755" y="401830"/>
                </a:lnTo>
                <a:lnTo>
                  <a:pt x="141932" y="401830"/>
                </a:lnTo>
                <a:lnTo>
                  <a:pt x="141932" y="398573"/>
                </a:lnTo>
                <a:lnTo>
                  <a:pt x="214526" y="328538"/>
                </a:lnTo>
                <a:lnTo>
                  <a:pt x="265179" y="280083"/>
                </a:lnTo>
                <a:lnTo>
                  <a:pt x="300776" y="239659"/>
                </a:lnTo>
                <a:lnTo>
                  <a:pt x="323519" y="204685"/>
                </a:lnTo>
                <a:lnTo>
                  <a:pt x="335607" y="172582"/>
                </a:lnTo>
                <a:lnTo>
                  <a:pt x="339240" y="140769"/>
                </a:lnTo>
                <a:lnTo>
                  <a:pt x="331266" y="94411"/>
                </a:lnTo>
                <a:lnTo>
                  <a:pt x="308672" y="55535"/>
                </a:lnTo>
                <a:lnTo>
                  <a:pt x="273034" y="25762"/>
                </a:lnTo>
                <a:lnTo>
                  <a:pt x="225926" y="6710"/>
                </a:lnTo>
                <a:lnTo>
                  <a:pt x="168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578936" y="228320"/>
            <a:ext cx="616585" cy="589915"/>
          </a:xfrm>
          <a:custGeom>
            <a:avLst/>
            <a:gdLst/>
            <a:ahLst/>
            <a:cxnLst/>
            <a:rect l="l" t="t" r="r" b="b"/>
            <a:pathLst>
              <a:path w="616585" h="589915">
                <a:moveTo>
                  <a:pt x="386003" y="322262"/>
                </a:moveTo>
                <a:lnTo>
                  <a:pt x="325983" y="322262"/>
                </a:lnTo>
                <a:lnTo>
                  <a:pt x="325983" y="117970"/>
                </a:lnTo>
                <a:lnTo>
                  <a:pt x="325983" y="9537"/>
                </a:lnTo>
                <a:lnTo>
                  <a:pt x="232905" y="9537"/>
                </a:lnTo>
                <a:lnTo>
                  <a:pt x="232905" y="117970"/>
                </a:lnTo>
                <a:lnTo>
                  <a:pt x="232905" y="322262"/>
                </a:lnTo>
                <a:lnTo>
                  <a:pt x="99822" y="322262"/>
                </a:lnTo>
                <a:lnTo>
                  <a:pt x="99822" y="318528"/>
                </a:lnTo>
                <a:lnTo>
                  <a:pt x="228485" y="117970"/>
                </a:lnTo>
                <a:lnTo>
                  <a:pt x="232905" y="117970"/>
                </a:lnTo>
                <a:lnTo>
                  <a:pt x="232905" y="9537"/>
                </a:lnTo>
                <a:lnTo>
                  <a:pt x="201726" y="9537"/>
                </a:lnTo>
                <a:lnTo>
                  <a:pt x="0" y="323646"/>
                </a:lnTo>
                <a:lnTo>
                  <a:pt x="0" y="401599"/>
                </a:lnTo>
                <a:lnTo>
                  <a:pt x="231508" y="401599"/>
                </a:lnTo>
                <a:lnTo>
                  <a:pt x="231508" y="486054"/>
                </a:lnTo>
                <a:lnTo>
                  <a:pt x="325983" y="486054"/>
                </a:lnTo>
                <a:lnTo>
                  <a:pt x="325983" y="401599"/>
                </a:lnTo>
                <a:lnTo>
                  <a:pt x="386003" y="401599"/>
                </a:lnTo>
                <a:lnTo>
                  <a:pt x="386003" y="322262"/>
                </a:lnTo>
                <a:close/>
              </a:path>
              <a:path w="616585" h="589915">
                <a:moveTo>
                  <a:pt x="616127" y="294805"/>
                </a:moveTo>
                <a:lnTo>
                  <a:pt x="613575" y="238480"/>
                </a:lnTo>
                <a:lnTo>
                  <a:pt x="605878" y="185280"/>
                </a:lnTo>
                <a:lnTo>
                  <a:pt x="592975" y="135013"/>
                </a:lnTo>
                <a:lnTo>
                  <a:pt x="574789" y="87490"/>
                </a:lnTo>
                <a:lnTo>
                  <a:pt x="551281" y="42557"/>
                </a:lnTo>
                <a:lnTo>
                  <a:pt x="522351" y="0"/>
                </a:lnTo>
                <a:lnTo>
                  <a:pt x="429285" y="0"/>
                </a:lnTo>
                <a:lnTo>
                  <a:pt x="452437" y="35509"/>
                </a:lnTo>
                <a:lnTo>
                  <a:pt x="472998" y="79222"/>
                </a:lnTo>
                <a:lnTo>
                  <a:pt x="490245" y="129082"/>
                </a:lnTo>
                <a:lnTo>
                  <a:pt x="503466" y="183007"/>
                </a:lnTo>
                <a:lnTo>
                  <a:pt x="511924" y="238937"/>
                </a:lnTo>
                <a:lnTo>
                  <a:pt x="514908" y="294805"/>
                </a:lnTo>
                <a:lnTo>
                  <a:pt x="511924" y="350570"/>
                </a:lnTo>
                <a:lnTo>
                  <a:pt x="503466" y="406438"/>
                </a:lnTo>
                <a:lnTo>
                  <a:pt x="490245" y="460324"/>
                </a:lnTo>
                <a:lnTo>
                  <a:pt x="472998" y="510159"/>
                </a:lnTo>
                <a:lnTo>
                  <a:pt x="452437" y="553859"/>
                </a:lnTo>
                <a:lnTo>
                  <a:pt x="429285" y="589368"/>
                </a:lnTo>
                <a:lnTo>
                  <a:pt x="522351" y="589368"/>
                </a:lnTo>
                <a:lnTo>
                  <a:pt x="551281" y="546823"/>
                </a:lnTo>
                <a:lnTo>
                  <a:pt x="574789" y="501878"/>
                </a:lnTo>
                <a:lnTo>
                  <a:pt x="592975" y="454393"/>
                </a:lnTo>
                <a:lnTo>
                  <a:pt x="605878" y="404164"/>
                </a:lnTo>
                <a:lnTo>
                  <a:pt x="613575" y="351015"/>
                </a:lnTo>
                <a:lnTo>
                  <a:pt x="616127" y="294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08515" y="943271"/>
            <a:ext cx="11536" cy="683290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3681" y="1922967"/>
            <a:ext cx="6944124" cy="392917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50760" y="1922064"/>
            <a:ext cx="7084255" cy="39823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1178" y="231340"/>
            <a:ext cx="430530" cy="489584"/>
          </a:xfrm>
          <a:custGeom>
            <a:avLst/>
            <a:gdLst/>
            <a:ahLst/>
            <a:cxnLst/>
            <a:rect l="l" t="t" r="r" b="b"/>
            <a:pathLst>
              <a:path w="430530" h="489584">
                <a:moveTo>
                  <a:pt x="222205" y="0"/>
                </a:moveTo>
                <a:lnTo>
                  <a:pt x="176583" y="4200"/>
                </a:lnTo>
                <a:lnTo>
                  <a:pt x="134479" y="16592"/>
                </a:lnTo>
                <a:lnTo>
                  <a:pt x="96683" y="36859"/>
                </a:lnTo>
                <a:lnTo>
                  <a:pt x="63985" y="64683"/>
                </a:lnTo>
                <a:lnTo>
                  <a:pt x="37178" y="99750"/>
                </a:lnTo>
                <a:lnTo>
                  <a:pt x="17050" y="141742"/>
                </a:lnTo>
                <a:lnTo>
                  <a:pt x="4394" y="190344"/>
                </a:lnTo>
                <a:lnTo>
                  <a:pt x="0" y="245239"/>
                </a:lnTo>
                <a:lnTo>
                  <a:pt x="4150" y="299025"/>
                </a:lnTo>
                <a:lnTo>
                  <a:pt x="16232" y="347020"/>
                </a:lnTo>
                <a:lnTo>
                  <a:pt x="35693" y="388798"/>
                </a:lnTo>
                <a:lnTo>
                  <a:pt x="61978" y="423934"/>
                </a:lnTo>
                <a:lnTo>
                  <a:pt x="94535" y="452002"/>
                </a:lnTo>
                <a:lnTo>
                  <a:pt x="132810" y="472578"/>
                </a:lnTo>
                <a:lnTo>
                  <a:pt x="176249" y="485235"/>
                </a:lnTo>
                <a:lnTo>
                  <a:pt x="224299" y="489549"/>
                </a:lnTo>
                <a:lnTo>
                  <a:pt x="273508" y="484969"/>
                </a:lnTo>
                <a:lnTo>
                  <a:pt x="317627" y="471545"/>
                </a:lnTo>
                <a:lnTo>
                  <a:pt x="355749" y="449749"/>
                </a:lnTo>
                <a:lnTo>
                  <a:pt x="386973" y="420053"/>
                </a:lnTo>
                <a:lnTo>
                  <a:pt x="410395" y="382928"/>
                </a:lnTo>
                <a:lnTo>
                  <a:pt x="425110" y="338848"/>
                </a:lnTo>
                <a:lnTo>
                  <a:pt x="430216" y="288284"/>
                </a:lnTo>
                <a:lnTo>
                  <a:pt x="430216" y="228719"/>
                </a:lnTo>
                <a:lnTo>
                  <a:pt x="231512" y="228719"/>
                </a:lnTo>
                <a:lnTo>
                  <a:pt x="231512" y="303641"/>
                </a:lnTo>
                <a:lnTo>
                  <a:pt x="334587" y="303641"/>
                </a:lnTo>
                <a:lnTo>
                  <a:pt x="326363" y="344309"/>
                </a:lnTo>
                <a:lnTo>
                  <a:pt x="304572" y="375247"/>
                </a:lnTo>
                <a:lnTo>
                  <a:pt x="270390" y="394930"/>
                </a:lnTo>
                <a:lnTo>
                  <a:pt x="224997" y="401830"/>
                </a:lnTo>
                <a:lnTo>
                  <a:pt x="182810" y="395120"/>
                </a:lnTo>
                <a:lnTo>
                  <a:pt x="148229" y="375398"/>
                </a:lnTo>
                <a:lnTo>
                  <a:pt x="122270" y="343280"/>
                </a:lnTo>
                <a:lnTo>
                  <a:pt x="105949" y="299379"/>
                </a:lnTo>
                <a:lnTo>
                  <a:pt x="100283" y="244309"/>
                </a:lnTo>
                <a:lnTo>
                  <a:pt x="106073" y="189604"/>
                </a:lnTo>
                <a:lnTo>
                  <a:pt x="122597" y="145967"/>
                </a:lnTo>
                <a:lnTo>
                  <a:pt x="148580" y="114024"/>
                </a:lnTo>
                <a:lnTo>
                  <a:pt x="182750" y="94399"/>
                </a:lnTo>
                <a:lnTo>
                  <a:pt x="223833" y="87719"/>
                </a:lnTo>
                <a:lnTo>
                  <a:pt x="259902" y="92710"/>
                </a:lnTo>
                <a:lnTo>
                  <a:pt x="289186" y="107060"/>
                </a:lnTo>
                <a:lnTo>
                  <a:pt x="311097" y="129829"/>
                </a:lnTo>
                <a:lnTo>
                  <a:pt x="325047" y="160080"/>
                </a:lnTo>
                <a:lnTo>
                  <a:pt x="425796" y="160080"/>
                </a:lnTo>
                <a:lnTo>
                  <a:pt x="413575" y="115583"/>
                </a:lnTo>
                <a:lnTo>
                  <a:pt x="391006" y="76800"/>
                </a:lnTo>
                <a:lnTo>
                  <a:pt x="359338" y="44790"/>
                </a:lnTo>
                <a:lnTo>
                  <a:pt x="319816" y="20613"/>
                </a:lnTo>
                <a:lnTo>
                  <a:pt x="273689" y="5329"/>
                </a:lnTo>
                <a:lnTo>
                  <a:pt x="2222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17004" y="352331"/>
            <a:ext cx="351155" cy="369570"/>
          </a:xfrm>
          <a:custGeom>
            <a:avLst/>
            <a:gdLst/>
            <a:ahLst/>
            <a:cxnLst/>
            <a:rect l="l" t="t" r="r" b="b"/>
            <a:pathLst>
              <a:path w="351155" h="369570">
                <a:moveTo>
                  <a:pt x="175669" y="0"/>
                </a:moveTo>
                <a:lnTo>
                  <a:pt x="125089" y="5993"/>
                </a:lnTo>
                <a:lnTo>
                  <a:pt x="82039" y="23284"/>
                </a:lnTo>
                <a:lnTo>
                  <a:pt x="47262" y="50839"/>
                </a:lnTo>
                <a:lnTo>
                  <a:pt x="21500" y="87623"/>
                </a:lnTo>
                <a:lnTo>
                  <a:pt x="5499" y="132603"/>
                </a:lnTo>
                <a:lnTo>
                  <a:pt x="73" y="184046"/>
                </a:lnTo>
                <a:lnTo>
                  <a:pt x="0" y="184744"/>
                </a:lnTo>
                <a:lnTo>
                  <a:pt x="5499" y="236608"/>
                </a:lnTo>
                <a:lnTo>
                  <a:pt x="21500" y="281434"/>
                </a:lnTo>
                <a:lnTo>
                  <a:pt x="47262" y="318154"/>
                </a:lnTo>
                <a:lnTo>
                  <a:pt x="82039" y="345704"/>
                </a:lnTo>
                <a:lnTo>
                  <a:pt x="125089" y="363015"/>
                </a:lnTo>
                <a:lnTo>
                  <a:pt x="175669" y="369023"/>
                </a:lnTo>
                <a:lnTo>
                  <a:pt x="226134" y="363015"/>
                </a:lnTo>
                <a:lnTo>
                  <a:pt x="269076" y="345704"/>
                </a:lnTo>
                <a:lnTo>
                  <a:pt x="303757" y="318154"/>
                </a:lnTo>
                <a:lnTo>
                  <a:pt x="321070" y="293403"/>
                </a:lnTo>
                <a:lnTo>
                  <a:pt x="176135" y="293403"/>
                </a:lnTo>
                <a:lnTo>
                  <a:pt x="142604" y="285150"/>
                </a:lnTo>
                <a:lnTo>
                  <a:pt x="118519" y="262283"/>
                </a:lnTo>
                <a:lnTo>
                  <a:pt x="103987" y="227636"/>
                </a:lnTo>
                <a:lnTo>
                  <a:pt x="99197" y="184744"/>
                </a:lnTo>
                <a:lnTo>
                  <a:pt x="99119" y="184046"/>
                </a:lnTo>
                <a:lnTo>
                  <a:pt x="103987" y="140517"/>
                </a:lnTo>
                <a:lnTo>
                  <a:pt x="118519" y="105780"/>
                </a:lnTo>
                <a:lnTo>
                  <a:pt x="142604" y="82777"/>
                </a:lnTo>
                <a:lnTo>
                  <a:pt x="176135" y="74455"/>
                </a:lnTo>
                <a:lnTo>
                  <a:pt x="320247" y="74455"/>
                </a:lnTo>
                <a:lnTo>
                  <a:pt x="303757" y="50839"/>
                </a:lnTo>
                <a:lnTo>
                  <a:pt x="269076" y="23284"/>
                </a:lnTo>
                <a:lnTo>
                  <a:pt x="226134" y="5993"/>
                </a:lnTo>
                <a:lnTo>
                  <a:pt x="175669" y="0"/>
                </a:lnTo>
                <a:close/>
              </a:path>
              <a:path w="351155" h="369570">
                <a:moveTo>
                  <a:pt x="320247" y="74455"/>
                </a:moveTo>
                <a:lnTo>
                  <a:pt x="176135" y="74455"/>
                </a:lnTo>
                <a:lnTo>
                  <a:pt x="208993" y="82777"/>
                </a:lnTo>
                <a:lnTo>
                  <a:pt x="232733" y="105780"/>
                </a:lnTo>
                <a:lnTo>
                  <a:pt x="247137" y="140517"/>
                </a:lnTo>
                <a:lnTo>
                  <a:pt x="251987" y="184046"/>
                </a:lnTo>
                <a:lnTo>
                  <a:pt x="247137" y="227636"/>
                </a:lnTo>
                <a:lnTo>
                  <a:pt x="232733" y="262283"/>
                </a:lnTo>
                <a:lnTo>
                  <a:pt x="208993" y="285150"/>
                </a:lnTo>
                <a:lnTo>
                  <a:pt x="176135" y="293403"/>
                </a:lnTo>
                <a:lnTo>
                  <a:pt x="321070" y="293403"/>
                </a:lnTo>
                <a:lnTo>
                  <a:pt x="329442" y="281434"/>
                </a:lnTo>
                <a:lnTo>
                  <a:pt x="345393" y="236608"/>
                </a:lnTo>
                <a:lnTo>
                  <a:pt x="350874" y="184744"/>
                </a:lnTo>
                <a:lnTo>
                  <a:pt x="345393" y="132603"/>
                </a:lnTo>
                <a:lnTo>
                  <a:pt x="329442" y="87623"/>
                </a:lnTo>
                <a:lnTo>
                  <a:pt x="320247" y="744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931632" y="237854"/>
            <a:ext cx="347345" cy="482600"/>
          </a:xfrm>
          <a:custGeom>
            <a:avLst/>
            <a:gdLst/>
            <a:ahLst/>
            <a:cxnLst/>
            <a:rect l="l" t="t" r="r" b="b"/>
            <a:pathLst>
              <a:path w="347344" h="482600">
                <a:moveTo>
                  <a:pt x="314872" y="419514"/>
                </a:moveTo>
                <a:lnTo>
                  <a:pt x="100050" y="419514"/>
                </a:lnTo>
                <a:lnTo>
                  <a:pt x="113647" y="441698"/>
                </a:lnTo>
                <a:lnTo>
                  <a:pt x="134311" y="461919"/>
                </a:lnTo>
                <a:lnTo>
                  <a:pt x="163265" y="476643"/>
                </a:lnTo>
                <a:lnTo>
                  <a:pt x="201729" y="482336"/>
                </a:lnTo>
                <a:lnTo>
                  <a:pt x="240939" y="476992"/>
                </a:lnTo>
                <a:lnTo>
                  <a:pt x="275832" y="461146"/>
                </a:lnTo>
                <a:lnTo>
                  <a:pt x="305153" y="435074"/>
                </a:lnTo>
                <a:lnTo>
                  <a:pt x="314872" y="419514"/>
                </a:lnTo>
                <a:close/>
              </a:path>
              <a:path w="347344" h="482600">
                <a:moveTo>
                  <a:pt x="97258" y="0"/>
                </a:moveTo>
                <a:lnTo>
                  <a:pt x="0" y="0"/>
                </a:lnTo>
                <a:lnTo>
                  <a:pt x="0" y="476643"/>
                </a:lnTo>
                <a:lnTo>
                  <a:pt x="95862" y="476643"/>
                </a:lnTo>
                <a:lnTo>
                  <a:pt x="95862" y="419514"/>
                </a:lnTo>
                <a:lnTo>
                  <a:pt x="314872" y="419514"/>
                </a:lnTo>
                <a:lnTo>
                  <a:pt x="324173" y="404622"/>
                </a:lnTo>
                <a:lnTo>
                  <a:pt x="171249" y="404622"/>
                </a:lnTo>
                <a:lnTo>
                  <a:pt x="139041" y="396966"/>
                </a:lnTo>
                <a:lnTo>
                  <a:pt x="115145" y="375305"/>
                </a:lnTo>
                <a:lnTo>
                  <a:pt x="100279" y="341604"/>
                </a:lnTo>
                <a:lnTo>
                  <a:pt x="95218" y="298290"/>
                </a:lnTo>
                <a:lnTo>
                  <a:pt x="95164" y="297824"/>
                </a:lnTo>
                <a:lnTo>
                  <a:pt x="100123" y="254950"/>
                </a:lnTo>
                <a:lnTo>
                  <a:pt x="100214" y="254165"/>
                </a:lnTo>
                <a:lnTo>
                  <a:pt x="114970" y="220954"/>
                </a:lnTo>
                <a:lnTo>
                  <a:pt x="138845" y="199828"/>
                </a:lnTo>
                <a:lnTo>
                  <a:pt x="171249" y="192423"/>
                </a:lnTo>
                <a:lnTo>
                  <a:pt x="324592" y="192423"/>
                </a:lnTo>
                <a:lnTo>
                  <a:pt x="316096" y="179160"/>
                </a:lnTo>
                <a:lnTo>
                  <a:pt x="97258" y="179160"/>
                </a:lnTo>
                <a:lnTo>
                  <a:pt x="97258" y="0"/>
                </a:lnTo>
                <a:close/>
              </a:path>
              <a:path w="347344" h="482600">
                <a:moveTo>
                  <a:pt x="324592" y="192423"/>
                </a:moveTo>
                <a:lnTo>
                  <a:pt x="171249" y="192423"/>
                </a:lnTo>
                <a:lnTo>
                  <a:pt x="204278" y="200090"/>
                </a:lnTo>
                <a:lnTo>
                  <a:pt x="228167" y="221653"/>
                </a:lnTo>
                <a:lnTo>
                  <a:pt x="242676" y="254950"/>
                </a:lnTo>
                <a:lnTo>
                  <a:pt x="247566" y="297824"/>
                </a:lnTo>
                <a:lnTo>
                  <a:pt x="242611" y="341113"/>
                </a:lnTo>
                <a:lnTo>
                  <a:pt x="227992" y="374869"/>
                </a:lnTo>
                <a:lnTo>
                  <a:pt x="204081" y="396802"/>
                </a:lnTo>
                <a:lnTo>
                  <a:pt x="171249" y="404622"/>
                </a:lnTo>
                <a:lnTo>
                  <a:pt x="324173" y="404622"/>
                </a:lnTo>
                <a:lnTo>
                  <a:pt x="327650" y="399056"/>
                </a:lnTo>
                <a:lnTo>
                  <a:pt x="342067" y="353368"/>
                </a:lnTo>
                <a:lnTo>
                  <a:pt x="347151" y="298290"/>
                </a:lnTo>
                <a:lnTo>
                  <a:pt x="341874" y="242179"/>
                </a:lnTo>
                <a:lnTo>
                  <a:pt x="327038" y="196240"/>
                </a:lnTo>
                <a:lnTo>
                  <a:pt x="324592" y="192423"/>
                </a:lnTo>
                <a:close/>
              </a:path>
              <a:path w="347344" h="482600">
                <a:moveTo>
                  <a:pt x="201962" y="114476"/>
                </a:moveTo>
                <a:lnTo>
                  <a:pt x="162512" y="120526"/>
                </a:lnTo>
                <a:lnTo>
                  <a:pt x="133468" y="135998"/>
                </a:lnTo>
                <a:lnTo>
                  <a:pt x="113193" y="156881"/>
                </a:lnTo>
                <a:lnTo>
                  <a:pt x="100050" y="179160"/>
                </a:lnTo>
                <a:lnTo>
                  <a:pt x="316096" y="179160"/>
                </a:lnTo>
                <a:lnTo>
                  <a:pt x="304135" y="160488"/>
                </a:lnTo>
                <a:lnTo>
                  <a:pt x="274660" y="134934"/>
                </a:lnTo>
                <a:lnTo>
                  <a:pt x="240104" y="119593"/>
                </a:lnTo>
                <a:lnTo>
                  <a:pt x="201962" y="1144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341141" y="237855"/>
            <a:ext cx="97790" cy="476884"/>
          </a:xfrm>
          <a:custGeom>
            <a:avLst/>
            <a:gdLst/>
            <a:ahLst/>
            <a:cxnLst/>
            <a:rect l="l" t="t" r="r" b="b"/>
            <a:pathLst>
              <a:path w="97790" h="476884">
                <a:moveTo>
                  <a:pt x="97490" y="0"/>
                </a:moveTo>
                <a:lnTo>
                  <a:pt x="0" y="0"/>
                </a:lnTo>
                <a:lnTo>
                  <a:pt x="0" y="476519"/>
                </a:lnTo>
                <a:lnTo>
                  <a:pt x="97490" y="476519"/>
                </a:lnTo>
                <a:lnTo>
                  <a:pt x="974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499825" y="352331"/>
            <a:ext cx="340995" cy="369570"/>
          </a:xfrm>
          <a:custGeom>
            <a:avLst/>
            <a:gdLst/>
            <a:ahLst/>
            <a:cxnLst/>
            <a:rect l="l" t="t" r="r" b="b"/>
            <a:pathLst>
              <a:path w="340994" h="369570">
                <a:moveTo>
                  <a:pt x="172877" y="0"/>
                </a:moveTo>
                <a:lnTo>
                  <a:pt x="123716" y="6043"/>
                </a:lnTo>
                <a:lnTo>
                  <a:pt x="81522" y="23448"/>
                </a:lnTo>
                <a:lnTo>
                  <a:pt x="47174" y="51130"/>
                </a:lnTo>
                <a:lnTo>
                  <a:pt x="21552" y="88002"/>
                </a:lnTo>
                <a:lnTo>
                  <a:pt x="5534" y="132980"/>
                </a:lnTo>
                <a:lnTo>
                  <a:pt x="0" y="184977"/>
                </a:lnTo>
                <a:lnTo>
                  <a:pt x="5488" y="237954"/>
                </a:lnTo>
                <a:lnTo>
                  <a:pt x="21492" y="283054"/>
                </a:lnTo>
                <a:lnTo>
                  <a:pt x="47320" y="319492"/>
                </a:lnTo>
                <a:lnTo>
                  <a:pt x="82280" y="346488"/>
                </a:lnTo>
                <a:lnTo>
                  <a:pt x="125682" y="363259"/>
                </a:lnTo>
                <a:lnTo>
                  <a:pt x="176833" y="369023"/>
                </a:lnTo>
                <a:lnTo>
                  <a:pt x="237267" y="361305"/>
                </a:lnTo>
                <a:lnTo>
                  <a:pt x="285289" y="339386"/>
                </a:lnTo>
                <a:lnTo>
                  <a:pt x="319394" y="305121"/>
                </a:lnTo>
                <a:lnTo>
                  <a:pt x="323217" y="295963"/>
                </a:lnTo>
                <a:lnTo>
                  <a:pt x="178462" y="295963"/>
                </a:lnTo>
                <a:lnTo>
                  <a:pt x="144524" y="289917"/>
                </a:lnTo>
                <a:lnTo>
                  <a:pt x="118635" y="272550"/>
                </a:lnTo>
                <a:lnTo>
                  <a:pt x="102126" y="245018"/>
                </a:lnTo>
                <a:lnTo>
                  <a:pt x="96327" y="208477"/>
                </a:lnTo>
                <a:lnTo>
                  <a:pt x="340636" y="208477"/>
                </a:lnTo>
                <a:lnTo>
                  <a:pt x="340636" y="181254"/>
                </a:lnTo>
                <a:lnTo>
                  <a:pt x="337058" y="147516"/>
                </a:lnTo>
                <a:lnTo>
                  <a:pt x="96327" y="147516"/>
                </a:lnTo>
                <a:lnTo>
                  <a:pt x="103246" y="118570"/>
                </a:lnTo>
                <a:lnTo>
                  <a:pt x="119566" y="94815"/>
                </a:lnTo>
                <a:lnTo>
                  <a:pt x="143869" y="78738"/>
                </a:lnTo>
                <a:lnTo>
                  <a:pt x="174739" y="72827"/>
                </a:lnTo>
                <a:lnTo>
                  <a:pt x="312610" y="72827"/>
                </a:lnTo>
                <a:lnTo>
                  <a:pt x="291920" y="44906"/>
                </a:lnTo>
                <a:lnTo>
                  <a:pt x="258045" y="19898"/>
                </a:lnTo>
                <a:lnTo>
                  <a:pt x="217862" y="4959"/>
                </a:lnTo>
                <a:lnTo>
                  <a:pt x="172877" y="0"/>
                </a:lnTo>
                <a:close/>
              </a:path>
              <a:path w="340994" h="369570">
                <a:moveTo>
                  <a:pt x="338077" y="260363"/>
                </a:moveTo>
                <a:lnTo>
                  <a:pt x="245472" y="260363"/>
                </a:lnTo>
                <a:lnTo>
                  <a:pt x="235591" y="274858"/>
                </a:lnTo>
                <a:lnTo>
                  <a:pt x="220867" y="286103"/>
                </a:lnTo>
                <a:lnTo>
                  <a:pt x="201693" y="293378"/>
                </a:lnTo>
                <a:lnTo>
                  <a:pt x="178462" y="295963"/>
                </a:lnTo>
                <a:lnTo>
                  <a:pt x="323217" y="295963"/>
                </a:lnTo>
                <a:lnTo>
                  <a:pt x="338077" y="260363"/>
                </a:lnTo>
                <a:close/>
              </a:path>
              <a:path w="340994" h="369570">
                <a:moveTo>
                  <a:pt x="312610" y="72827"/>
                </a:moveTo>
                <a:lnTo>
                  <a:pt x="174739" y="72827"/>
                </a:lnTo>
                <a:lnTo>
                  <a:pt x="204590" y="78411"/>
                </a:lnTo>
                <a:lnTo>
                  <a:pt x="227876" y="93942"/>
                </a:lnTo>
                <a:lnTo>
                  <a:pt x="243091" y="117588"/>
                </a:lnTo>
                <a:lnTo>
                  <a:pt x="248730" y="147516"/>
                </a:lnTo>
                <a:lnTo>
                  <a:pt x="337058" y="147516"/>
                </a:lnTo>
                <a:lnTo>
                  <a:pt x="334722" y="125493"/>
                </a:lnTo>
                <a:lnTo>
                  <a:pt x="317981" y="80074"/>
                </a:lnTo>
                <a:lnTo>
                  <a:pt x="312610" y="728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078418" y="228316"/>
            <a:ext cx="187325" cy="589915"/>
          </a:xfrm>
          <a:custGeom>
            <a:avLst/>
            <a:gdLst/>
            <a:ahLst/>
            <a:cxnLst/>
            <a:rect l="l" t="t" r="r" b="b"/>
            <a:pathLst>
              <a:path w="187325" h="589915">
                <a:moveTo>
                  <a:pt x="186838" y="0"/>
                </a:moveTo>
                <a:lnTo>
                  <a:pt x="94000" y="0"/>
                </a:lnTo>
                <a:lnTo>
                  <a:pt x="65062" y="42551"/>
                </a:lnTo>
                <a:lnTo>
                  <a:pt x="41502" y="87494"/>
                </a:lnTo>
                <a:lnTo>
                  <a:pt x="23267" y="135009"/>
                </a:lnTo>
                <a:lnTo>
                  <a:pt x="10306" y="185278"/>
                </a:lnTo>
                <a:lnTo>
                  <a:pt x="2568" y="238481"/>
                </a:lnTo>
                <a:lnTo>
                  <a:pt x="0" y="294799"/>
                </a:lnTo>
                <a:lnTo>
                  <a:pt x="2568" y="351019"/>
                </a:lnTo>
                <a:lnTo>
                  <a:pt x="10306" y="404156"/>
                </a:lnTo>
                <a:lnTo>
                  <a:pt x="23267" y="454385"/>
                </a:lnTo>
                <a:lnTo>
                  <a:pt x="41502" y="501880"/>
                </a:lnTo>
                <a:lnTo>
                  <a:pt x="65062" y="546815"/>
                </a:lnTo>
                <a:lnTo>
                  <a:pt x="94000" y="589366"/>
                </a:lnTo>
                <a:lnTo>
                  <a:pt x="186838" y="589366"/>
                </a:lnTo>
                <a:lnTo>
                  <a:pt x="163789" y="553860"/>
                </a:lnTo>
                <a:lnTo>
                  <a:pt x="143293" y="510153"/>
                </a:lnTo>
                <a:lnTo>
                  <a:pt x="126080" y="460319"/>
                </a:lnTo>
                <a:lnTo>
                  <a:pt x="112881" y="406432"/>
                </a:lnTo>
                <a:lnTo>
                  <a:pt x="104427" y="350567"/>
                </a:lnTo>
                <a:lnTo>
                  <a:pt x="101446" y="294799"/>
                </a:lnTo>
                <a:lnTo>
                  <a:pt x="104427" y="238933"/>
                </a:lnTo>
                <a:lnTo>
                  <a:pt x="112881" y="183003"/>
                </a:lnTo>
                <a:lnTo>
                  <a:pt x="126080" y="129076"/>
                </a:lnTo>
                <a:lnTo>
                  <a:pt x="143293" y="79221"/>
                </a:lnTo>
                <a:lnTo>
                  <a:pt x="163789" y="35506"/>
                </a:lnTo>
                <a:lnTo>
                  <a:pt x="1868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314584" y="231340"/>
            <a:ext cx="346075" cy="483234"/>
          </a:xfrm>
          <a:custGeom>
            <a:avLst/>
            <a:gdLst/>
            <a:ahLst/>
            <a:cxnLst/>
            <a:rect l="l" t="t" r="r" b="b"/>
            <a:pathLst>
              <a:path w="346075" h="483234">
                <a:moveTo>
                  <a:pt x="168922" y="0"/>
                </a:moveTo>
                <a:lnTo>
                  <a:pt x="121653" y="4844"/>
                </a:lnTo>
                <a:lnTo>
                  <a:pt x="80609" y="18898"/>
                </a:lnTo>
                <a:lnTo>
                  <a:pt x="46854" y="41445"/>
                </a:lnTo>
                <a:lnTo>
                  <a:pt x="21457" y="71767"/>
                </a:lnTo>
                <a:lnTo>
                  <a:pt x="5484" y="109147"/>
                </a:lnTo>
                <a:lnTo>
                  <a:pt x="0" y="152868"/>
                </a:lnTo>
                <a:lnTo>
                  <a:pt x="94000" y="152868"/>
                </a:lnTo>
                <a:lnTo>
                  <a:pt x="99185" y="121969"/>
                </a:lnTo>
                <a:lnTo>
                  <a:pt x="114185" y="98683"/>
                </a:lnTo>
                <a:lnTo>
                  <a:pt x="137649" y="83992"/>
                </a:lnTo>
                <a:lnTo>
                  <a:pt x="168224" y="78877"/>
                </a:lnTo>
                <a:lnTo>
                  <a:pt x="198264" y="83607"/>
                </a:lnTo>
                <a:lnTo>
                  <a:pt x="222175" y="97171"/>
                </a:lnTo>
                <a:lnTo>
                  <a:pt x="238015" y="118632"/>
                </a:lnTo>
                <a:lnTo>
                  <a:pt x="243843" y="147051"/>
                </a:lnTo>
                <a:lnTo>
                  <a:pt x="239273" y="173885"/>
                </a:lnTo>
                <a:lnTo>
                  <a:pt x="226131" y="198908"/>
                </a:lnTo>
                <a:lnTo>
                  <a:pt x="204743" y="224761"/>
                </a:lnTo>
                <a:lnTo>
                  <a:pt x="175437" y="254082"/>
                </a:lnTo>
                <a:lnTo>
                  <a:pt x="4188" y="411603"/>
                </a:lnTo>
                <a:lnTo>
                  <a:pt x="4420" y="483034"/>
                </a:lnTo>
                <a:lnTo>
                  <a:pt x="345755" y="483034"/>
                </a:lnTo>
                <a:lnTo>
                  <a:pt x="345755" y="401830"/>
                </a:lnTo>
                <a:lnTo>
                  <a:pt x="141932" y="401830"/>
                </a:lnTo>
                <a:lnTo>
                  <a:pt x="141932" y="398573"/>
                </a:lnTo>
                <a:lnTo>
                  <a:pt x="214526" y="328538"/>
                </a:lnTo>
                <a:lnTo>
                  <a:pt x="265179" y="280083"/>
                </a:lnTo>
                <a:lnTo>
                  <a:pt x="300776" y="239659"/>
                </a:lnTo>
                <a:lnTo>
                  <a:pt x="323519" y="204685"/>
                </a:lnTo>
                <a:lnTo>
                  <a:pt x="335607" y="172582"/>
                </a:lnTo>
                <a:lnTo>
                  <a:pt x="339240" y="140769"/>
                </a:lnTo>
                <a:lnTo>
                  <a:pt x="331266" y="94411"/>
                </a:lnTo>
                <a:lnTo>
                  <a:pt x="308672" y="55535"/>
                </a:lnTo>
                <a:lnTo>
                  <a:pt x="273034" y="25762"/>
                </a:lnTo>
                <a:lnTo>
                  <a:pt x="225925" y="6710"/>
                </a:lnTo>
                <a:lnTo>
                  <a:pt x="168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724325" y="231340"/>
            <a:ext cx="382905" cy="493395"/>
          </a:xfrm>
          <a:custGeom>
            <a:avLst/>
            <a:gdLst/>
            <a:ahLst/>
            <a:cxnLst/>
            <a:rect l="l" t="t" r="r" b="b"/>
            <a:pathLst>
              <a:path w="382905" h="493395">
                <a:moveTo>
                  <a:pt x="191259" y="0"/>
                </a:moveTo>
                <a:lnTo>
                  <a:pt x="148718" y="4153"/>
                </a:lnTo>
                <a:lnTo>
                  <a:pt x="148855" y="4153"/>
                </a:lnTo>
                <a:lnTo>
                  <a:pt x="111141" y="16429"/>
                </a:lnTo>
                <a:lnTo>
                  <a:pt x="78433" y="36552"/>
                </a:lnTo>
                <a:lnTo>
                  <a:pt x="51130" y="64073"/>
                </a:lnTo>
                <a:lnTo>
                  <a:pt x="29268" y="99035"/>
                </a:lnTo>
                <a:lnTo>
                  <a:pt x="13262" y="141056"/>
                </a:lnTo>
                <a:lnTo>
                  <a:pt x="3408" y="189877"/>
                </a:lnTo>
                <a:lnTo>
                  <a:pt x="0" y="245239"/>
                </a:lnTo>
                <a:lnTo>
                  <a:pt x="3188" y="300846"/>
                </a:lnTo>
                <a:lnTo>
                  <a:pt x="12902" y="350023"/>
                </a:lnTo>
                <a:lnTo>
                  <a:pt x="28838" y="392471"/>
                </a:lnTo>
                <a:lnTo>
                  <a:pt x="50694" y="427890"/>
                </a:lnTo>
                <a:lnTo>
                  <a:pt x="78166" y="455979"/>
                </a:lnTo>
                <a:lnTo>
                  <a:pt x="110953" y="476439"/>
                </a:lnTo>
                <a:lnTo>
                  <a:pt x="149010" y="489056"/>
                </a:lnTo>
                <a:lnTo>
                  <a:pt x="149600" y="489056"/>
                </a:lnTo>
                <a:lnTo>
                  <a:pt x="191259" y="493272"/>
                </a:lnTo>
                <a:lnTo>
                  <a:pt x="233680" y="489056"/>
                </a:lnTo>
                <a:lnTo>
                  <a:pt x="271401" y="476603"/>
                </a:lnTo>
                <a:lnTo>
                  <a:pt x="304126" y="456204"/>
                </a:lnTo>
                <a:lnTo>
                  <a:pt x="331562" y="428152"/>
                </a:lnTo>
                <a:lnTo>
                  <a:pt x="342204" y="410905"/>
                </a:lnTo>
                <a:lnTo>
                  <a:pt x="191259" y="410905"/>
                </a:lnTo>
                <a:lnTo>
                  <a:pt x="160648" y="404263"/>
                </a:lnTo>
                <a:lnTo>
                  <a:pt x="135510" y="384354"/>
                </a:lnTo>
                <a:lnTo>
                  <a:pt x="116626" y="351198"/>
                </a:lnTo>
                <a:lnTo>
                  <a:pt x="104778" y="304819"/>
                </a:lnTo>
                <a:lnTo>
                  <a:pt x="100748" y="245239"/>
                </a:lnTo>
                <a:lnTo>
                  <a:pt x="104979" y="186390"/>
                </a:lnTo>
                <a:lnTo>
                  <a:pt x="116894" y="140540"/>
                </a:lnTo>
                <a:lnTo>
                  <a:pt x="135744" y="107734"/>
                </a:lnTo>
                <a:lnTo>
                  <a:pt x="160782" y="88018"/>
                </a:lnTo>
                <a:lnTo>
                  <a:pt x="191259" y="81436"/>
                </a:lnTo>
                <a:lnTo>
                  <a:pt x="342316" y="81436"/>
                </a:lnTo>
                <a:lnTo>
                  <a:pt x="331562" y="64247"/>
                </a:lnTo>
                <a:lnTo>
                  <a:pt x="304085" y="36552"/>
                </a:lnTo>
                <a:lnTo>
                  <a:pt x="271335" y="16429"/>
                </a:lnTo>
                <a:lnTo>
                  <a:pt x="233623" y="4153"/>
                </a:lnTo>
                <a:lnTo>
                  <a:pt x="191259" y="0"/>
                </a:lnTo>
                <a:close/>
              </a:path>
              <a:path w="382905" h="493395">
                <a:moveTo>
                  <a:pt x="342316" y="81436"/>
                </a:moveTo>
                <a:lnTo>
                  <a:pt x="191259" y="81436"/>
                </a:lnTo>
                <a:lnTo>
                  <a:pt x="221736" y="88018"/>
                </a:lnTo>
                <a:lnTo>
                  <a:pt x="246773" y="107734"/>
                </a:lnTo>
                <a:lnTo>
                  <a:pt x="265624" y="140540"/>
                </a:lnTo>
                <a:lnTo>
                  <a:pt x="277539" y="186390"/>
                </a:lnTo>
                <a:lnTo>
                  <a:pt x="281770" y="245239"/>
                </a:lnTo>
                <a:lnTo>
                  <a:pt x="277650" y="304819"/>
                </a:lnTo>
                <a:lnTo>
                  <a:pt x="265791" y="351198"/>
                </a:lnTo>
                <a:lnTo>
                  <a:pt x="246941" y="384354"/>
                </a:lnTo>
                <a:lnTo>
                  <a:pt x="221847" y="404263"/>
                </a:lnTo>
                <a:lnTo>
                  <a:pt x="191259" y="410905"/>
                </a:lnTo>
                <a:lnTo>
                  <a:pt x="342204" y="410905"/>
                </a:lnTo>
                <a:lnTo>
                  <a:pt x="353414" y="392737"/>
                </a:lnTo>
                <a:lnTo>
                  <a:pt x="369386" y="350253"/>
                </a:lnTo>
                <a:lnTo>
                  <a:pt x="379186" y="300989"/>
                </a:lnTo>
                <a:lnTo>
                  <a:pt x="382518" y="245239"/>
                </a:lnTo>
                <a:lnTo>
                  <a:pt x="379243" y="190010"/>
                </a:lnTo>
                <a:lnTo>
                  <a:pt x="369452" y="141252"/>
                </a:lnTo>
                <a:lnTo>
                  <a:pt x="353454" y="99239"/>
                </a:lnTo>
                <a:lnTo>
                  <a:pt x="342316" y="81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170829" y="231340"/>
            <a:ext cx="346075" cy="483234"/>
          </a:xfrm>
          <a:custGeom>
            <a:avLst/>
            <a:gdLst/>
            <a:ahLst/>
            <a:cxnLst/>
            <a:rect l="l" t="t" r="r" b="b"/>
            <a:pathLst>
              <a:path w="346075" h="483234">
                <a:moveTo>
                  <a:pt x="168922" y="0"/>
                </a:moveTo>
                <a:lnTo>
                  <a:pt x="121653" y="4844"/>
                </a:lnTo>
                <a:lnTo>
                  <a:pt x="80609" y="18898"/>
                </a:lnTo>
                <a:lnTo>
                  <a:pt x="46855" y="41445"/>
                </a:lnTo>
                <a:lnTo>
                  <a:pt x="21457" y="71767"/>
                </a:lnTo>
                <a:lnTo>
                  <a:pt x="5484" y="109147"/>
                </a:lnTo>
                <a:lnTo>
                  <a:pt x="0" y="152868"/>
                </a:lnTo>
                <a:lnTo>
                  <a:pt x="94000" y="152868"/>
                </a:lnTo>
                <a:lnTo>
                  <a:pt x="99185" y="121969"/>
                </a:lnTo>
                <a:lnTo>
                  <a:pt x="114185" y="98683"/>
                </a:lnTo>
                <a:lnTo>
                  <a:pt x="137649" y="83992"/>
                </a:lnTo>
                <a:lnTo>
                  <a:pt x="168224" y="78877"/>
                </a:lnTo>
                <a:lnTo>
                  <a:pt x="198264" y="83607"/>
                </a:lnTo>
                <a:lnTo>
                  <a:pt x="222176" y="97171"/>
                </a:lnTo>
                <a:lnTo>
                  <a:pt x="238016" y="118632"/>
                </a:lnTo>
                <a:lnTo>
                  <a:pt x="243843" y="147051"/>
                </a:lnTo>
                <a:lnTo>
                  <a:pt x="239273" y="173885"/>
                </a:lnTo>
                <a:lnTo>
                  <a:pt x="226131" y="198908"/>
                </a:lnTo>
                <a:lnTo>
                  <a:pt x="204743" y="224761"/>
                </a:lnTo>
                <a:lnTo>
                  <a:pt x="175437" y="254082"/>
                </a:lnTo>
                <a:lnTo>
                  <a:pt x="4188" y="411603"/>
                </a:lnTo>
                <a:lnTo>
                  <a:pt x="4420" y="483034"/>
                </a:lnTo>
                <a:lnTo>
                  <a:pt x="345755" y="483034"/>
                </a:lnTo>
                <a:lnTo>
                  <a:pt x="345755" y="401830"/>
                </a:lnTo>
                <a:lnTo>
                  <a:pt x="141932" y="401830"/>
                </a:lnTo>
                <a:lnTo>
                  <a:pt x="141932" y="398573"/>
                </a:lnTo>
                <a:lnTo>
                  <a:pt x="214526" y="328538"/>
                </a:lnTo>
                <a:lnTo>
                  <a:pt x="265179" y="280083"/>
                </a:lnTo>
                <a:lnTo>
                  <a:pt x="300776" y="239659"/>
                </a:lnTo>
                <a:lnTo>
                  <a:pt x="323519" y="204685"/>
                </a:lnTo>
                <a:lnTo>
                  <a:pt x="335607" y="172582"/>
                </a:lnTo>
                <a:lnTo>
                  <a:pt x="339240" y="140769"/>
                </a:lnTo>
                <a:lnTo>
                  <a:pt x="331266" y="94411"/>
                </a:lnTo>
                <a:lnTo>
                  <a:pt x="308672" y="55535"/>
                </a:lnTo>
                <a:lnTo>
                  <a:pt x="273034" y="25762"/>
                </a:lnTo>
                <a:lnTo>
                  <a:pt x="225926" y="6710"/>
                </a:lnTo>
                <a:lnTo>
                  <a:pt x="168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578936" y="228320"/>
            <a:ext cx="616585" cy="589915"/>
          </a:xfrm>
          <a:custGeom>
            <a:avLst/>
            <a:gdLst/>
            <a:ahLst/>
            <a:cxnLst/>
            <a:rect l="l" t="t" r="r" b="b"/>
            <a:pathLst>
              <a:path w="616585" h="589915">
                <a:moveTo>
                  <a:pt x="386003" y="322262"/>
                </a:moveTo>
                <a:lnTo>
                  <a:pt x="325983" y="322262"/>
                </a:lnTo>
                <a:lnTo>
                  <a:pt x="325983" y="117970"/>
                </a:lnTo>
                <a:lnTo>
                  <a:pt x="325983" y="9537"/>
                </a:lnTo>
                <a:lnTo>
                  <a:pt x="232905" y="9537"/>
                </a:lnTo>
                <a:lnTo>
                  <a:pt x="232905" y="117970"/>
                </a:lnTo>
                <a:lnTo>
                  <a:pt x="232905" y="322262"/>
                </a:lnTo>
                <a:lnTo>
                  <a:pt x="99822" y="322262"/>
                </a:lnTo>
                <a:lnTo>
                  <a:pt x="99822" y="318528"/>
                </a:lnTo>
                <a:lnTo>
                  <a:pt x="228485" y="117970"/>
                </a:lnTo>
                <a:lnTo>
                  <a:pt x="232905" y="117970"/>
                </a:lnTo>
                <a:lnTo>
                  <a:pt x="232905" y="9537"/>
                </a:lnTo>
                <a:lnTo>
                  <a:pt x="201726" y="9537"/>
                </a:lnTo>
                <a:lnTo>
                  <a:pt x="0" y="323646"/>
                </a:lnTo>
                <a:lnTo>
                  <a:pt x="0" y="401599"/>
                </a:lnTo>
                <a:lnTo>
                  <a:pt x="231508" y="401599"/>
                </a:lnTo>
                <a:lnTo>
                  <a:pt x="231508" y="486054"/>
                </a:lnTo>
                <a:lnTo>
                  <a:pt x="325983" y="486054"/>
                </a:lnTo>
                <a:lnTo>
                  <a:pt x="325983" y="401599"/>
                </a:lnTo>
                <a:lnTo>
                  <a:pt x="386003" y="401599"/>
                </a:lnTo>
                <a:lnTo>
                  <a:pt x="386003" y="322262"/>
                </a:lnTo>
                <a:close/>
              </a:path>
              <a:path w="616585" h="589915">
                <a:moveTo>
                  <a:pt x="616127" y="294805"/>
                </a:moveTo>
                <a:lnTo>
                  <a:pt x="613575" y="238480"/>
                </a:lnTo>
                <a:lnTo>
                  <a:pt x="605878" y="185280"/>
                </a:lnTo>
                <a:lnTo>
                  <a:pt x="592975" y="135013"/>
                </a:lnTo>
                <a:lnTo>
                  <a:pt x="574789" y="87490"/>
                </a:lnTo>
                <a:lnTo>
                  <a:pt x="551281" y="42557"/>
                </a:lnTo>
                <a:lnTo>
                  <a:pt x="522351" y="0"/>
                </a:lnTo>
                <a:lnTo>
                  <a:pt x="429285" y="0"/>
                </a:lnTo>
                <a:lnTo>
                  <a:pt x="452437" y="35509"/>
                </a:lnTo>
                <a:lnTo>
                  <a:pt x="472998" y="79222"/>
                </a:lnTo>
                <a:lnTo>
                  <a:pt x="490245" y="129082"/>
                </a:lnTo>
                <a:lnTo>
                  <a:pt x="503466" y="183007"/>
                </a:lnTo>
                <a:lnTo>
                  <a:pt x="511924" y="238937"/>
                </a:lnTo>
                <a:lnTo>
                  <a:pt x="514908" y="294805"/>
                </a:lnTo>
                <a:lnTo>
                  <a:pt x="511924" y="350570"/>
                </a:lnTo>
                <a:lnTo>
                  <a:pt x="503466" y="406438"/>
                </a:lnTo>
                <a:lnTo>
                  <a:pt x="490245" y="460324"/>
                </a:lnTo>
                <a:lnTo>
                  <a:pt x="472998" y="510159"/>
                </a:lnTo>
                <a:lnTo>
                  <a:pt x="452437" y="553859"/>
                </a:lnTo>
                <a:lnTo>
                  <a:pt x="429285" y="589368"/>
                </a:lnTo>
                <a:lnTo>
                  <a:pt x="522351" y="589368"/>
                </a:lnTo>
                <a:lnTo>
                  <a:pt x="551281" y="546823"/>
                </a:lnTo>
                <a:lnTo>
                  <a:pt x="574789" y="501878"/>
                </a:lnTo>
                <a:lnTo>
                  <a:pt x="592975" y="454393"/>
                </a:lnTo>
                <a:lnTo>
                  <a:pt x="605878" y="404164"/>
                </a:lnTo>
                <a:lnTo>
                  <a:pt x="613575" y="351015"/>
                </a:lnTo>
                <a:lnTo>
                  <a:pt x="616127" y="294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6514291" y="4628504"/>
            <a:ext cx="2074545" cy="345440"/>
            <a:chOff x="6514291" y="4628504"/>
            <a:chExt cx="2074545" cy="345440"/>
          </a:xfrm>
        </p:grpSpPr>
        <p:sp>
          <p:nvSpPr>
            <p:cNvPr id="13" name="object 13" descr="">
              <a:hlinkClick r:id="rId2"/>
            </p:cNvPr>
            <p:cNvSpPr/>
            <p:nvPr/>
          </p:nvSpPr>
          <p:spPr>
            <a:xfrm>
              <a:off x="6514291" y="4640683"/>
              <a:ext cx="157480" cy="260350"/>
            </a:xfrm>
            <a:custGeom>
              <a:avLst/>
              <a:gdLst/>
              <a:ahLst/>
              <a:cxnLst/>
              <a:rect l="l" t="t" r="r" b="b"/>
              <a:pathLst>
                <a:path w="157479" h="260350">
                  <a:moveTo>
                    <a:pt x="30954" y="0"/>
                  </a:moveTo>
                  <a:lnTo>
                    <a:pt x="0" y="0"/>
                  </a:lnTo>
                  <a:lnTo>
                    <a:pt x="0" y="259813"/>
                  </a:lnTo>
                  <a:lnTo>
                    <a:pt x="30954" y="259813"/>
                  </a:lnTo>
                  <a:lnTo>
                    <a:pt x="30954" y="142846"/>
                  </a:lnTo>
                  <a:lnTo>
                    <a:pt x="34780" y="120363"/>
                  </a:lnTo>
                  <a:lnTo>
                    <a:pt x="45385" y="103804"/>
                  </a:lnTo>
                  <a:lnTo>
                    <a:pt x="61460" y="93572"/>
                  </a:lnTo>
                  <a:lnTo>
                    <a:pt x="81699" y="90071"/>
                  </a:lnTo>
                  <a:lnTo>
                    <a:pt x="100450" y="93286"/>
                  </a:lnTo>
                  <a:lnTo>
                    <a:pt x="114493" y="102662"/>
                  </a:lnTo>
                  <a:lnTo>
                    <a:pt x="123301" y="117795"/>
                  </a:lnTo>
                  <a:lnTo>
                    <a:pt x="126354" y="138279"/>
                  </a:lnTo>
                  <a:lnTo>
                    <a:pt x="126354" y="259813"/>
                  </a:lnTo>
                  <a:lnTo>
                    <a:pt x="157308" y="259813"/>
                  </a:lnTo>
                  <a:lnTo>
                    <a:pt x="157308" y="135995"/>
                  </a:lnTo>
                  <a:lnTo>
                    <a:pt x="152523" y="103412"/>
                  </a:lnTo>
                  <a:lnTo>
                    <a:pt x="139009" y="80461"/>
                  </a:lnTo>
                  <a:lnTo>
                    <a:pt x="118025" y="66883"/>
                  </a:lnTo>
                  <a:lnTo>
                    <a:pt x="90833" y="62415"/>
                  </a:lnTo>
                  <a:lnTo>
                    <a:pt x="70206" y="64754"/>
                  </a:lnTo>
                  <a:lnTo>
                    <a:pt x="54075" y="71423"/>
                  </a:lnTo>
                  <a:lnTo>
                    <a:pt x="41987" y="81897"/>
                  </a:lnTo>
                  <a:lnTo>
                    <a:pt x="33491" y="95653"/>
                  </a:lnTo>
                  <a:lnTo>
                    <a:pt x="30954" y="95653"/>
                  </a:lnTo>
                  <a:lnTo>
                    <a:pt x="30954" y="0"/>
                  </a:lnTo>
                  <a:close/>
                </a:path>
              </a:pathLst>
            </a:custGeom>
            <a:solidFill>
              <a:srgbClr val="2D3D8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04584" y="4658951"/>
              <a:ext cx="104280" cy="244082"/>
            </a:xfrm>
            <a:prstGeom prst="rect">
              <a:avLst/>
            </a:prstGeom>
          </p:spPr>
        </p:pic>
        <p:pic>
          <p:nvPicPr>
            <p:cNvPr id="15" name="object 15" descr="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9417" y="4658951"/>
              <a:ext cx="104280" cy="244082"/>
            </a:xfrm>
            <a:prstGeom prst="rect">
              <a:avLst/>
            </a:prstGeom>
          </p:spPr>
        </p:pic>
        <p:sp>
          <p:nvSpPr>
            <p:cNvPr id="16" name="object 16" descr="">
              <a:hlinkClick r:id="rId2"/>
            </p:cNvPr>
            <p:cNvSpPr/>
            <p:nvPr/>
          </p:nvSpPr>
          <p:spPr>
            <a:xfrm>
              <a:off x="6970487" y="4703098"/>
              <a:ext cx="173355" cy="270510"/>
            </a:xfrm>
            <a:custGeom>
              <a:avLst/>
              <a:gdLst/>
              <a:ahLst/>
              <a:cxnLst/>
              <a:rect l="l" t="t" r="r" b="b"/>
              <a:pathLst>
                <a:path w="173354" h="270510">
                  <a:moveTo>
                    <a:pt x="29939" y="2537"/>
                  </a:moveTo>
                  <a:lnTo>
                    <a:pt x="0" y="2537"/>
                  </a:lnTo>
                  <a:lnTo>
                    <a:pt x="0" y="270470"/>
                  </a:lnTo>
                  <a:lnTo>
                    <a:pt x="30954" y="270470"/>
                  </a:lnTo>
                  <a:lnTo>
                    <a:pt x="30954" y="167457"/>
                  </a:lnTo>
                  <a:lnTo>
                    <a:pt x="60943" y="167457"/>
                  </a:lnTo>
                  <a:lnTo>
                    <a:pt x="44687" y="153249"/>
                  </a:lnTo>
                  <a:lnTo>
                    <a:pt x="34058" y="129914"/>
                  </a:lnTo>
                  <a:lnTo>
                    <a:pt x="30508" y="100474"/>
                  </a:lnTo>
                  <a:lnTo>
                    <a:pt x="30447" y="99967"/>
                  </a:lnTo>
                  <a:lnTo>
                    <a:pt x="33987" y="70364"/>
                  </a:lnTo>
                  <a:lnTo>
                    <a:pt x="44496" y="47541"/>
                  </a:lnTo>
                  <a:lnTo>
                    <a:pt x="61057" y="33491"/>
                  </a:lnTo>
                  <a:lnTo>
                    <a:pt x="29939" y="33491"/>
                  </a:lnTo>
                  <a:lnTo>
                    <a:pt x="29939" y="2537"/>
                  </a:lnTo>
                  <a:close/>
                </a:path>
                <a:path w="173354" h="270510">
                  <a:moveTo>
                    <a:pt x="60943" y="167457"/>
                  </a:moveTo>
                  <a:lnTo>
                    <a:pt x="33491" y="167457"/>
                  </a:lnTo>
                  <a:lnTo>
                    <a:pt x="39910" y="177372"/>
                  </a:lnTo>
                  <a:lnTo>
                    <a:pt x="50396" y="188548"/>
                  </a:lnTo>
                  <a:lnTo>
                    <a:pt x="66638" y="197678"/>
                  </a:lnTo>
                  <a:lnTo>
                    <a:pt x="90325" y="201456"/>
                  </a:lnTo>
                  <a:lnTo>
                    <a:pt x="123655" y="194384"/>
                  </a:lnTo>
                  <a:lnTo>
                    <a:pt x="149729" y="174181"/>
                  </a:lnTo>
                  <a:lnTo>
                    <a:pt x="149932" y="173801"/>
                  </a:lnTo>
                  <a:lnTo>
                    <a:pt x="85758" y="173801"/>
                  </a:lnTo>
                  <a:lnTo>
                    <a:pt x="62023" y="168401"/>
                  </a:lnTo>
                  <a:lnTo>
                    <a:pt x="60943" y="167457"/>
                  </a:lnTo>
                  <a:close/>
                </a:path>
                <a:path w="173354" h="270510">
                  <a:moveTo>
                    <a:pt x="149956" y="27655"/>
                  </a:moveTo>
                  <a:lnTo>
                    <a:pt x="85758" y="27655"/>
                  </a:lnTo>
                  <a:lnTo>
                    <a:pt x="110362" y="33210"/>
                  </a:lnTo>
                  <a:lnTo>
                    <a:pt x="127877" y="48493"/>
                  </a:lnTo>
                  <a:lnTo>
                    <a:pt x="138351" y="71435"/>
                  </a:lnTo>
                  <a:lnTo>
                    <a:pt x="141832" y="99967"/>
                  </a:lnTo>
                  <a:lnTo>
                    <a:pt x="138279" y="128951"/>
                  </a:lnTo>
                  <a:lnTo>
                    <a:pt x="127686" y="152393"/>
                  </a:lnTo>
                  <a:lnTo>
                    <a:pt x="110147" y="168080"/>
                  </a:lnTo>
                  <a:lnTo>
                    <a:pt x="85758" y="173801"/>
                  </a:lnTo>
                  <a:lnTo>
                    <a:pt x="149932" y="173801"/>
                  </a:lnTo>
                  <a:lnTo>
                    <a:pt x="166716" y="142371"/>
                  </a:lnTo>
                  <a:lnTo>
                    <a:pt x="172786" y="100474"/>
                  </a:lnTo>
                  <a:lnTo>
                    <a:pt x="166709" y="58764"/>
                  </a:lnTo>
                  <a:lnTo>
                    <a:pt x="149956" y="27655"/>
                  </a:lnTo>
                  <a:close/>
                </a:path>
                <a:path w="173354" h="270510">
                  <a:moveTo>
                    <a:pt x="89818" y="0"/>
                  </a:moveTo>
                  <a:lnTo>
                    <a:pt x="65996" y="3770"/>
                  </a:lnTo>
                  <a:lnTo>
                    <a:pt x="49951" y="12844"/>
                  </a:lnTo>
                  <a:lnTo>
                    <a:pt x="39759" y="23869"/>
                  </a:lnTo>
                  <a:lnTo>
                    <a:pt x="33491" y="33491"/>
                  </a:lnTo>
                  <a:lnTo>
                    <a:pt x="61057" y="33491"/>
                  </a:lnTo>
                  <a:lnTo>
                    <a:pt x="61809" y="32853"/>
                  </a:lnTo>
                  <a:lnTo>
                    <a:pt x="85758" y="27655"/>
                  </a:lnTo>
                  <a:lnTo>
                    <a:pt x="149956" y="27655"/>
                  </a:lnTo>
                  <a:lnTo>
                    <a:pt x="149665" y="27116"/>
                  </a:lnTo>
                  <a:lnTo>
                    <a:pt x="123440" y="7028"/>
                  </a:lnTo>
                  <a:lnTo>
                    <a:pt x="89818" y="0"/>
                  </a:lnTo>
                  <a:close/>
                </a:path>
              </a:pathLst>
            </a:custGeom>
            <a:solidFill>
              <a:srgbClr val="2D3D8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>
              <a:hlinkClick r:id="rId2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74227" y="4703099"/>
              <a:ext cx="151219" cy="201456"/>
            </a:xfrm>
            <a:prstGeom prst="rect">
              <a:avLst/>
            </a:prstGeom>
          </p:spPr>
        </p:pic>
        <p:sp>
          <p:nvSpPr>
            <p:cNvPr id="18" name="object 18" descr="">
              <a:hlinkClick r:id="rId2"/>
            </p:cNvPr>
            <p:cNvSpPr/>
            <p:nvPr/>
          </p:nvSpPr>
          <p:spPr>
            <a:xfrm>
              <a:off x="7364514" y="4628514"/>
              <a:ext cx="500380" cy="345440"/>
            </a:xfrm>
            <a:custGeom>
              <a:avLst/>
              <a:gdLst/>
              <a:ahLst/>
              <a:cxnLst/>
              <a:rect l="l" t="t" r="r" b="b"/>
              <a:pathLst>
                <a:path w="500379" h="345439">
                  <a:moveTo>
                    <a:pt x="46177" y="250926"/>
                  </a:moveTo>
                  <a:lnTo>
                    <a:pt x="44361" y="241973"/>
                  </a:lnTo>
                  <a:lnTo>
                    <a:pt x="39395" y="234632"/>
                  </a:lnTo>
                  <a:lnTo>
                    <a:pt x="32054" y="229666"/>
                  </a:lnTo>
                  <a:lnTo>
                    <a:pt x="23088" y="227838"/>
                  </a:lnTo>
                  <a:lnTo>
                    <a:pt x="14097" y="229666"/>
                  </a:lnTo>
                  <a:lnTo>
                    <a:pt x="6692" y="234632"/>
                  </a:lnTo>
                  <a:lnTo>
                    <a:pt x="1714" y="241973"/>
                  </a:lnTo>
                  <a:lnTo>
                    <a:pt x="0" y="250926"/>
                  </a:lnTo>
                  <a:lnTo>
                    <a:pt x="1714" y="259892"/>
                  </a:lnTo>
                  <a:lnTo>
                    <a:pt x="6692" y="267233"/>
                  </a:lnTo>
                  <a:lnTo>
                    <a:pt x="14097" y="272199"/>
                  </a:lnTo>
                  <a:lnTo>
                    <a:pt x="23088" y="274015"/>
                  </a:lnTo>
                  <a:lnTo>
                    <a:pt x="32054" y="272199"/>
                  </a:lnTo>
                  <a:lnTo>
                    <a:pt x="39395" y="267233"/>
                  </a:lnTo>
                  <a:lnTo>
                    <a:pt x="44361" y="259892"/>
                  </a:lnTo>
                  <a:lnTo>
                    <a:pt x="46177" y="250926"/>
                  </a:lnTo>
                  <a:close/>
                </a:path>
                <a:path w="500379" h="345439">
                  <a:moveTo>
                    <a:pt x="46431" y="106553"/>
                  </a:moveTo>
                  <a:lnTo>
                    <a:pt x="44602" y="97599"/>
                  </a:lnTo>
                  <a:lnTo>
                    <a:pt x="39649" y="90258"/>
                  </a:lnTo>
                  <a:lnTo>
                    <a:pt x="32308" y="85293"/>
                  </a:lnTo>
                  <a:lnTo>
                    <a:pt x="23342" y="83464"/>
                  </a:lnTo>
                  <a:lnTo>
                    <a:pt x="14351" y="85293"/>
                  </a:lnTo>
                  <a:lnTo>
                    <a:pt x="6946" y="90258"/>
                  </a:lnTo>
                  <a:lnTo>
                    <a:pt x="1968" y="97599"/>
                  </a:lnTo>
                  <a:lnTo>
                    <a:pt x="254" y="106553"/>
                  </a:lnTo>
                  <a:lnTo>
                    <a:pt x="1968" y="115519"/>
                  </a:lnTo>
                  <a:lnTo>
                    <a:pt x="6946" y="122859"/>
                  </a:lnTo>
                  <a:lnTo>
                    <a:pt x="14351" y="127825"/>
                  </a:lnTo>
                  <a:lnTo>
                    <a:pt x="23342" y="129654"/>
                  </a:lnTo>
                  <a:lnTo>
                    <a:pt x="32308" y="127825"/>
                  </a:lnTo>
                  <a:lnTo>
                    <a:pt x="39649" y="122859"/>
                  </a:lnTo>
                  <a:lnTo>
                    <a:pt x="44602" y="115519"/>
                  </a:lnTo>
                  <a:lnTo>
                    <a:pt x="46431" y="106553"/>
                  </a:lnTo>
                  <a:close/>
                </a:path>
                <a:path w="500379" h="345439">
                  <a:moveTo>
                    <a:pt x="186994" y="0"/>
                  </a:moveTo>
                  <a:lnTo>
                    <a:pt x="158826" y="0"/>
                  </a:lnTo>
                  <a:lnTo>
                    <a:pt x="75107" y="311061"/>
                  </a:lnTo>
                  <a:lnTo>
                    <a:pt x="103263" y="311061"/>
                  </a:lnTo>
                  <a:lnTo>
                    <a:pt x="186994" y="0"/>
                  </a:lnTo>
                  <a:close/>
                </a:path>
                <a:path w="500379" h="345439">
                  <a:moveTo>
                    <a:pt x="309549" y="0"/>
                  </a:moveTo>
                  <a:lnTo>
                    <a:pt x="281381" y="0"/>
                  </a:lnTo>
                  <a:lnTo>
                    <a:pt x="197650" y="311061"/>
                  </a:lnTo>
                  <a:lnTo>
                    <a:pt x="225818" y="311061"/>
                  </a:lnTo>
                  <a:lnTo>
                    <a:pt x="309549" y="0"/>
                  </a:lnTo>
                  <a:close/>
                </a:path>
                <a:path w="500379" h="345439">
                  <a:moveTo>
                    <a:pt x="499833" y="77127"/>
                  </a:moveTo>
                  <a:lnTo>
                    <a:pt x="466344" y="77127"/>
                  </a:lnTo>
                  <a:lnTo>
                    <a:pt x="413067" y="231902"/>
                  </a:lnTo>
                  <a:lnTo>
                    <a:pt x="411035" y="231902"/>
                  </a:lnTo>
                  <a:lnTo>
                    <a:pt x="357746" y="77127"/>
                  </a:lnTo>
                  <a:lnTo>
                    <a:pt x="324256" y="77127"/>
                  </a:lnTo>
                  <a:lnTo>
                    <a:pt x="396316" y="273253"/>
                  </a:lnTo>
                  <a:lnTo>
                    <a:pt x="390740" y="288226"/>
                  </a:lnTo>
                  <a:lnTo>
                    <a:pt x="382866" y="304774"/>
                  </a:lnTo>
                  <a:lnTo>
                    <a:pt x="374751" y="313474"/>
                  </a:lnTo>
                  <a:lnTo>
                    <a:pt x="366255" y="316839"/>
                  </a:lnTo>
                  <a:lnTo>
                    <a:pt x="357238" y="317398"/>
                  </a:lnTo>
                  <a:lnTo>
                    <a:pt x="352425" y="317398"/>
                  </a:lnTo>
                  <a:lnTo>
                    <a:pt x="345325" y="317144"/>
                  </a:lnTo>
                  <a:lnTo>
                    <a:pt x="342277" y="316903"/>
                  </a:lnTo>
                  <a:lnTo>
                    <a:pt x="342023" y="344297"/>
                  </a:lnTo>
                  <a:lnTo>
                    <a:pt x="346075" y="344805"/>
                  </a:lnTo>
                  <a:lnTo>
                    <a:pt x="352679" y="345059"/>
                  </a:lnTo>
                  <a:lnTo>
                    <a:pt x="359270" y="345059"/>
                  </a:lnTo>
                  <a:lnTo>
                    <a:pt x="378409" y="342328"/>
                  </a:lnTo>
                  <a:lnTo>
                    <a:pt x="394411" y="334022"/>
                  </a:lnTo>
                  <a:lnTo>
                    <a:pt x="407365" y="320014"/>
                  </a:lnTo>
                  <a:lnTo>
                    <a:pt x="417372" y="300151"/>
                  </a:lnTo>
                  <a:lnTo>
                    <a:pt x="499833" y="77127"/>
                  </a:lnTo>
                  <a:close/>
                </a:path>
              </a:pathLst>
            </a:custGeom>
            <a:solidFill>
              <a:srgbClr val="2D3D8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>
              <a:hlinkClick r:id="rId2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89222" y="4703098"/>
              <a:ext cx="177353" cy="201456"/>
            </a:xfrm>
            <a:prstGeom prst="rect">
              <a:avLst/>
            </a:prstGeom>
          </p:spPr>
        </p:pic>
        <p:pic>
          <p:nvPicPr>
            <p:cNvPr id="20" name="object 20" descr="">
              <a:hlinkClick r:id="rId2"/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06664" y="4705636"/>
              <a:ext cx="153756" cy="197397"/>
            </a:xfrm>
            <a:prstGeom prst="rect">
              <a:avLst/>
            </a:prstGeom>
          </p:spPr>
        </p:pic>
        <p:pic>
          <p:nvPicPr>
            <p:cNvPr id="21" name="object 21" descr="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3405" y="4658951"/>
              <a:ext cx="104280" cy="244082"/>
            </a:xfrm>
            <a:prstGeom prst="rect">
              <a:avLst/>
            </a:prstGeom>
          </p:spPr>
        </p:pic>
        <p:pic>
          <p:nvPicPr>
            <p:cNvPr id="22" name="object 22" descr="">
              <a:hlinkClick r:id="rId2"/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34476" y="4705636"/>
              <a:ext cx="153756" cy="197397"/>
            </a:xfrm>
            <a:prstGeom prst="rect">
              <a:avLst/>
            </a:prstGeom>
          </p:spPr>
        </p:pic>
      </p:grpSp>
      <p:sp>
        <p:nvSpPr>
          <p:cNvPr id="23" name="object 23" descr=""/>
          <p:cNvSpPr/>
          <p:nvPr/>
        </p:nvSpPr>
        <p:spPr>
          <a:xfrm>
            <a:off x="8636440" y="4856348"/>
            <a:ext cx="46355" cy="46355"/>
          </a:xfrm>
          <a:custGeom>
            <a:avLst/>
            <a:gdLst/>
            <a:ahLst/>
            <a:cxnLst/>
            <a:rect l="l" t="t" r="r" b="b"/>
            <a:pathLst>
              <a:path w="46354" h="46354">
                <a:moveTo>
                  <a:pt x="23088" y="0"/>
                </a:moveTo>
                <a:lnTo>
                  <a:pt x="14093" y="1823"/>
                </a:lnTo>
                <a:lnTo>
                  <a:pt x="6692" y="6787"/>
                </a:lnTo>
                <a:lnTo>
                  <a:pt x="1716" y="14129"/>
                </a:lnTo>
                <a:lnTo>
                  <a:pt x="0" y="23088"/>
                </a:lnTo>
                <a:lnTo>
                  <a:pt x="1716" y="32048"/>
                </a:lnTo>
                <a:lnTo>
                  <a:pt x="6692" y="39390"/>
                </a:lnTo>
                <a:lnTo>
                  <a:pt x="14093" y="44354"/>
                </a:lnTo>
                <a:lnTo>
                  <a:pt x="23088" y="46178"/>
                </a:lnTo>
                <a:lnTo>
                  <a:pt x="32048" y="44354"/>
                </a:lnTo>
                <a:lnTo>
                  <a:pt x="39390" y="39390"/>
                </a:lnTo>
                <a:lnTo>
                  <a:pt x="44354" y="32048"/>
                </a:lnTo>
                <a:lnTo>
                  <a:pt x="46177" y="23088"/>
                </a:lnTo>
                <a:lnTo>
                  <a:pt x="44354" y="14129"/>
                </a:lnTo>
                <a:lnTo>
                  <a:pt x="39390" y="6787"/>
                </a:lnTo>
                <a:lnTo>
                  <a:pt x="32048" y="1823"/>
                </a:lnTo>
                <a:lnTo>
                  <a:pt x="23088" y="0"/>
                </a:lnTo>
                <a:close/>
              </a:path>
            </a:pathLst>
          </a:custGeom>
          <a:solidFill>
            <a:srgbClr val="2D3D8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8734885" y="4628504"/>
            <a:ext cx="981075" cy="311150"/>
            <a:chOff x="8734885" y="4628504"/>
            <a:chExt cx="981075" cy="311150"/>
          </a:xfrm>
        </p:grpSpPr>
        <p:sp>
          <p:nvSpPr>
            <p:cNvPr id="25" name="object 25" descr="">
              <a:hlinkClick r:id="rId2"/>
            </p:cNvPr>
            <p:cNvSpPr/>
            <p:nvPr/>
          </p:nvSpPr>
          <p:spPr>
            <a:xfrm>
              <a:off x="8734885" y="4640683"/>
              <a:ext cx="173355" cy="264160"/>
            </a:xfrm>
            <a:custGeom>
              <a:avLst/>
              <a:gdLst/>
              <a:ahLst/>
              <a:cxnLst/>
              <a:rect l="l" t="t" r="r" b="b"/>
              <a:pathLst>
                <a:path w="173354" h="264160">
                  <a:moveTo>
                    <a:pt x="60796" y="229873"/>
                  </a:moveTo>
                  <a:lnTo>
                    <a:pt x="33237" y="229873"/>
                  </a:lnTo>
                  <a:lnTo>
                    <a:pt x="39763" y="239788"/>
                  </a:lnTo>
                  <a:lnTo>
                    <a:pt x="50237" y="250964"/>
                  </a:lnTo>
                  <a:lnTo>
                    <a:pt x="66420" y="260094"/>
                  </a:lnTo>
                  <a:lnTo>
                    <a:pt x="90071" y="263872"/>
                  </a:lnTo>
                  <a:lnTo>
                    <a:pt x="123440" y="256800"/>
                  </a:lnTo>
                  <a:lnTo>
                    <a:pt x="149601" y="236597"/>
                  </a:lnTo>
                  <a:lnTo>
                    <a:pt x="149806" y="236216"/>
                  </a:lnTo>
                  <a:lnTo>
                    <a:pt x="85504" y="236216"/>
                  </a:lnTo>
                  <a:lnTo>
                    <a:pt x="61876" y="230817"/>
                  </a:lnTo>
                  <a:lnTo>
                    <a:pt x="60796" y="229873"/>
                  </a:lnTo>
                  <a:close/>
                </a:path>
                <a:path w="173354" h="264160">
                  <a:moveTo>
                    <a:pt x="30953" y="0"/>
                  </a:moveTo>
                  <a:lnTo>
                    <a:pt x="0" y="0"/>
                  </a:lnTo>
                  <a:lnTo>
                    <a:pt x="0" y="259813"/>
                  </a:lnTo>
                  <a:lnTo>
                    <a:pt x="29939" y="259813"/>
                  </a:lnTo>
                  <a:lnTo>
                    <a:pt x="29939" y="229873"/>
                  </a:lnTo>
                  <a:lnTo>
                    <a:pt x="60796" y="229873"/>
                  </a:lnTo>
                  <a:lnTo>
                    <a:pt x="44528" y="215665"/>
                  </a:lnTo>
                  <a:lnTo>
                    <a:pt x="33840" y="192330"/>
                  </a:lnTo>
                  <a:lnTo>
                    <a:pt x="30254" y="162890"/>
                  </a:lnTo>
                  <a:lnTo>
                    <a:pt x="30192" y="162383"/>
                  </a:lnTo>
                  <a:lnTo>
                    <a:pt x="33768" y="132780"/>
                  </a:lnTo>
                  <a:lnTo>
                    <a:pt x="44338" y="109957"/>
                  </a:lnTo>
                  <a:lnTo>
                    <a:pt x="60909" y="95907"/>
                  </a:lnTo>
                  <a:lnTo>
                    <a:pt x="30953" y="95907"/>
                  </a:lnTo>
                  <a:lnTo>
                    <a:pt x="30953" y="0"/>
                  </a:lnTo>
                  <a:close/>
                </a:path>
                <a:path w="173354" h="264160">
                  <a:moveTo>
                    <a:pt x="149830" y="90071"/>
                  </a:moveTo>
                  <a:lnTo>
                    <a:pt x="85504" y="90071"/>
                  </a:lnTo>
                  <a:lnTo>
                    <a:pt x="110108" y="95626"/>
                  </a:lnTo>
                  <a:lnTo>
                    <a:pt x="127623" y="110908"/>
                  </a:lnTo>
                  <a:lnTo>
                    <a:pt x="138097" y="133851"/>
                  </a:lnTo>
                  <a:lnTo>
                    <a:pt x="141577" y="162383"/>
                  </a:lnTo>
                  <a:lnTo>
                    <a:pt x="138025" y="191367"/>
                  </a:lnTo>
                  <a:lnTo>
                    <a:pt x="127432" y="214809"/>
                  </a:lnTo>
                  <a:lnTo>
                    <a:pt x="109893" y="230496"/>
                  </a:lnTo>
                  <a:lnTo>
                    <a:pt x="85504" y="236216"/>
                  </a:lnTo>
                  <a:lnTo>
                    <a:pt x="149806" y="236216"/>
                  </a:lnTo>
                  <a:lnTo>
                    <a:pt x="166676" y="204786"/>
                  </a:lnTo>
                  <a:lnTo>
                    <a:pt x="172785" y="162890"/>
                  </a:lnTo>
                  <a:lnTo>
                    <a:pt x="166668" y="121180"/>
                  </a:lnTo>
                  <a:lnTo>
                    <a:pt x="149830" y="90071"/>
                  </a:lnTo>
                  <a:close/>
                </a:path>
                <a:path w="173354" h="264160">
                  <a:moveTo>
                    <a:pt x="89564" y="62415"/>
                  </a:moveTo>
                  <a:lnTo>
                    <a:pt x="65777" y="66186"/>
                  </a:lnTo>
                  <a:lnTo>
                    <a:pt x="49793" y="75260"/>
                  </a:lnTo>
                  <a:lnTo>
                    <a:pt x="39612" y="86285"/>
                  </a:lnTo>
                  <a:lnTo>
                    <a:pt x="33237" y="95907"/>
                  </a:lnTo>
                  <a:lnTo>
                    <a:pt x="60909" y="95907"/>
                  </a:lnTo>
                  <a:lnTo>
                    <a:pt x="61662" y="95269"/>
                  </a:lnTo>
                  <a:lnTo>
                    <a:pt x="85504" y="90071"/>
                  </a:lnTo>
                  <a:lnTo>
                    <a:pt x="149830" y="90071"/>
                  </a:lnTo>
                  <a:lnTo>
                    <a:pt x="149538" y="89532"/>
                  </a:lnTo>
                  <a:lnTo>
                    <a:pt x="123226" y="69444"/>
                  </a:lnTo>
                  <a:lnTo>
                    <a:pt x="89564" y="62415"/>
                  </a:lnTo>
                  <a:close/>
                </a:path>
              </a:pathLst>
            </a:custGeom>
            <a:solidFill>
              <a:srgbClr val="2D3D8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>
              <a:hlinkClick r:id="rId2"/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38625" y="4703098"/>
              <a:ext cx="172278" cy="201456"/>
            </a:xfrm>
            <a:prstGeom prst="rect">
              <a:avLst/>
            </a:prstGeom>
          </p:spPr>
        </p:pic>
        <p:sp>
          <p:nvSpPr>
            <p:cNvPr id="27" name="object 27" descr="">
              <a:hlinkClick r:id="rId2"/>
            </p:cNvPr>
            <p:cNvSpPr/>
            <p:nvPr/>
          </p:nvSpPr>
          <p:spPr>
            <a:xfrm>
              <a:off x="9131706" y="4628514"/>
              <a:ext cx="584200" cy="311150"/>
            </a:xfrm>
            <a:custGeom>
              <a:avLst/>
              <a:gdLst/>
              <a:ahLst/>
              <a:cxnLst/>
              <a:rect l="l" t="t" r="r" b="b"/>
              <a:pathLst>
                <a:path w="584200" h="311150">
                  <a:moveTo>
                    <a:pt x="111887" y="0"/>
                  </a:moveTo>
                  <a:lnTo>
                    <a:pt x="83731" y="0"/>
                  </a:lnTo>
                  <a:lnTo>
                    <a:pt x="0" y="311061"/>
                  </a:lnTo>
                  <a:lnTo>
                    <a:pt x="28155" y="311061"/>
                  </a:lnTo>
                  <a:lnTo>
                    <a:pt x="111887" y="0"/>
                  </a:lnTo>
                  <a:close/>
                </a:path>
                <a:path w="584200" h="311150">
                  <a:moveTo>
                    <a:pt x="339229" y="12179"/>
                  </a:moveTo>
                  <a:lnTo>
                    <a:pt x="297103" y="12179"/>
                  </a:lnTo>
                  <a:lnTo>
                    <a:pt x="181406" y="140563"/>
                  </a:lnTo>
                  <a:lnTo>
                    <a:pt x="178117" y="140563"/>
                  </a:lnTo>
                  <a:lnTo>
                    <a:pt x="178117" y="12179"/>
                  </a:lnTo>
                  <a:lnTo>
                    <a:pt x="145884" y="12179"/>
                  </a:lnTo>
                  <a:lnTo>
                    <a:pt x="145884" y="271983"/>
                  </a:lnTo>
                  <a:lnTo>
                    <a:pt x="178117" y="271983"/>
                  </a:lnTo>
                  <a:lnTo>
                    <a:pt x="178117" y="188264"/>
                  </a:lnTo>
                  <a:lnTo>
                    <a:pt x="210591" y="151726"/>
                  </a:lnTo>
                  <a:lnTo>
                    <a:pt x="299897" y="271983"/>
                  </a:lnTo>
                  <a:lnTo>
                    <a:pt x="339229" y="271983"/>
                  </a:lnTo>
                  <a:lnTo>
                    <a:pt x="230632" y="129400"/>
                  </a:lnTo>
                  <a:lnTo>
                    <a:pt x="339229" y="12179"/>
                  </a:lnTo>
                  <a:close/>
                </a:path>
                <a:path w="584200" h="311150">
                  <a:moveTo>
                    <a:pt x="583819" y="93878"/>
                  </a:moveTo>
                  <a:lnTo>
                    <a:pt x="570763" y="57861"/>
                  </a:lnTo>
                  <a:lnTo>
                    <a:pt x="547497" y="31076"/>
                  </a:lnTo>
                  <a:lnTo>
                    <a:pt x="516204" y="14376"/>
                  </a:lnTo>
                  <a:lnTo>
                    <a:pt x="479031" y="8623"/>
                  </a:lnTo>
                  <a:lnTo>
                    <a:pt x="432917" y="17919"/>
                  </a:lnTo>
                  <a:lnTo>
                    <a:pt x="396532" y="44526"/>
                  </a:lnTo>
                  <a:lnTo>
                    <a:pt x="372668" y="86550"/>
                  </a:lnTo>
                  <a:lnTo>
                    <a:pt x="364096" y="142074"/>
                  </a:lnTo>
                  <a:lnTo>
                    <a:pt x="372668" y="197612"/>
                  </a:lnTo>
                  <a:lnTo>
                    <a:pt x="396532" y="239636"/>
                  </a:lnTo>
                  <a:lnTo>
                    <a:pt x="432917" y="266242"/>
                  </a:lnTo>
                  <a:lnTo>
                    <a:pt x="479031" y="275539"/>
                  </a:lnTo>
                  <a:lnTo>
                    <a:pt x="516343" y="269709"/>
                  </a:lnTo>
                  <a:lnTo>
                    <a:pt x="547687" y="252920"/>
                  </a:lnTo>
                  <a:lnTo>
                    <a:pt x="570903" y="226199"/>
                  </a:lnTo>
                  <a:lnTo>
                    <a:pt x="583819" y="190538"/>
                  </a:lnTo>
                  <a:lnTo>
                    <a:pt x="551345" y="190538"/>
                  </a:lnTo>
                  <a:lnTo>
                    <a:pt x="541642" y="214096"/>
                  </a:lnTo>
                  <a:lnTo>
                    <a:pt x="525170" y="231267"/>
                  </a:lnTo>
                  <a:lnTo>
                    <a:pt x="503707" y="241782"/>
                  </a:lnTo>
                  <a:lnTo>
                    <a:pt x="479031" y="245351"/>
                  </a:lnTo>
                  <a:lnTo>
                    <a:pt x="446189" y="238633"/>
                  </a:lnTo>
                  <a:lnTo>
                    <a:pt x="419684" y="218833"/>
                  </a:lnTo>
                  <a:lnTo>
                    <a:pt x="401993" y="186474"/>
                  </a:lnTo>
                  <a:lnTo>
                    <a:pt x="395554" y="142074"/>
                  </a:lnTo>
                  <a:lnTo>
                    <a:pt x="401993" y="97688"/>
                  </a:lnTo>
                  <a:lnTo>
                    <a:pt x="419684" y="65328"/>
                  </a:lnTo>
                  <a:lnTo>
                    <a:pt x="446189" y="45529"/>
                  </a:lnTo>
                  <a:lnTo>
                    <a:pt x="479031" y="38811"/>
                  </a:lnTo>
                  <a:lnTo>
                    <a:pt x="503745" y="42392"/>
                  </a:lnTo>
                  <a:lnTo>
                    <a:pt x="525272" y="52933"/>
                  </a:lnTo>
                  <a:lnTo>
                    <a:pt x="541756" y="70180"/>
                  </a:lnTo>
                  <a:lnTo>
                    <a:pt x="551345" y="93878"/>
                  </a:lnTo>
                  <a:lnTo>
                    <a:pt x="583819" y="93878"/>
                  </a:lnTo>
                  <a:close/>
                </a:path>
              </a:pathLst>
            </a:custGeom>
            <a:solidFill>
              <a:srgbClr val="2D3D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>
            <a:hlinkClick r:id="rId2"/>
          </p:cNvPr>
          <p:cNvSpPr/>
          <p:nvPr/>
        </p:nvSpPr>
        <p:spPr>
          <a:xfrm>
            <a:off x="9760692" y="4640683"/>
            <a:ext cx="202565" cy="264795"/>
          </a:xfrm>
          <a:custGeom>
            <a:avLst/>
            <a:gdLst/>
            <a:ahLst/>
            <a:cxnLst/>
            <a:rect l="l" t="t" r="r" b="b"/>
            <a:pathLst>
              <a:path w="202565" h="264795">
                <a:moveTo>
                  <a:pt x="202471" y="0"/>
                </a:moveTo>
                <a:lnTo>
                  <a:pt x="169994" y="0"/>
                </a:lnTo>
                <a:lnTo>
                  <a:pt x="169994" y="169233"/>
                </a:lnTo>
                <a:lnTo>
                  <a:pt x="165280" y="195331"/>
                </a:lnTo>
                <a:lnTo>
                  <a:pt x="151694" y="215887"/>
                </a:lnTo>
                <a:lnTo>
                  <a:pt x="130068" y="229354"/>
                </a:lnTo>
                <a:lnTo>
                  <a:pt x="101235" y="234187"/>
                </a:lnTo>
                <a:lnTo>
                  <a:pt x="72362" y="229354"/>
                </a:lnTo>
                <a:lnTo>
                  <a:pt x="50649" y="215887"/>
                </a:lnTo>
                <a:lnTo>
                  <a:pt x="36975" y="195331"/>
                </a:lnTo>
                <a:lnTo>
                  <a:pt x="32222" y="169233"/>
                </a:lnTo>
                <a:lnTo>
                  <a:pt x="32222" y="0"/>
                </a:lnTo>
                <a:lnTo>
                  <a:pt x="0" y="0"/>
                </a:lnTo>
                <a:lnTo>
                  <a:pt x="0" y="171770"/>
                </a:lnTo>
                <a:lnTo>
                  <a:pt x="7183" y="208826"/>
                </a:lnTo>
                <a:lnTo>
                  <a:pt x="27592" y="238151"/>
                </a:lnTo>
                <a:lnTo>
                  <a:pt x="59513" y="257438"/>
                </a:lnTo>
                <a:lnTo>
                  <a:pt x="101235" y="264380"/>
                </a:lnTo>
                <a:lnTo>
                  <a:pt x="142850" y="257438"/>
                </a:lnTo>
                <a:lnTo>
                  <a:pt x="174783" y="238151"/>
                </a:lnTo>
                <a:lnTo>
                  <a:pt x="195252" y="208826"/>
                </a:lnTo>
                <a:lnTo>
                  <a:pt x="202471" y="171770"/>
                </a:lnTo>
                <a:lnTo>
                  <a:pt x="202471" y="0"/>
                </a:lnTo>
                <a:close/>
              </a:path>
            </a:pathLst>
          </a:custGeom>
          <a:solidFill>
            <a:srgbClr val="2D3D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>
            <a:hlinkClick r:id="rId2"/>
          </p:cNvPr>
          <p:cNvSpPr/>
          <p:nvPr/>
        </p:nvSpPr>
        <p:spPr>
          <a:xfrm>
            <a:off x="10020503" y="4640592"/>
            <a:ext cx="646430" cy="333375"/>
          </a:xfrm>
          <a:custGeom>
            <a:avLst/>
            <a:gdLst/>
            <a:ahLst/>
            <a:cxnLst/>
            <a:rect l="l" t="t" r="r" b="b"/>
            <a:pathLst>
              <a:path w="646429" h="333375">
                <a:moveTo>
                  <a:pt x="152742" y="231127"/>
                </a:moveTo>
                <a:lnTo>
                  <a:pt x="32219" y="231127"/>
                </a:lnTo>
                <a:lnTo>
                  <a:pt x="32219" y="0"/>
                </a:lnTo>
                <a:lnTo>
                  <a:pt x="0" y="0"/>
                </a:lnTo>
                <a:lnTo>
                  <a:pt x="0" y="231127"/>
                </a:lnTo>
                <a:lnTo>
                  <a:pt x="0" y="260337"/>
                </a:lnTo>
                <a:lnTo>
                  <a:pt x="152742" y="260337"/>
                </a:lnTo>
                <a:lnTo>
                  <a:pt x="152742" y="231127"/>
                </a:lnTo>
                <a:close/>
              </a:path>
              <a:path w="646429" h="333375">
                <a:moveTo>
                  <a:pt x="352171" y="65049"/>
                </a:moveTo>
                <a:lnTo>
                  <a:pt x="318668" y="65049"/>
                </a:lnTo>
                <a:lnTo>
                  <a:pt x="265391" y="219824"/>
                </a:lnTo>
                <a:lnTo>
                  <a:pt x="263359" y="219824"/>
                </a:lnTo>
                <a:lnTo>
                  <a:pt x="210083" y="65049"/>
                </a:lnTo>
                <a:lnTo>
                  <a:pt x="176593" y="65049"/>
                </a:lnTo>
                <a:lnTo>
                  <a:pt x="248640" y="261175"/>
                </a:lnTo>
                <a:lnTo>
                  <a:pt x="243065" y="276148"/>
                </a:lnTo>
                <a:lnTo>
                  <a:pt x="235191" y="292696"/>
                </a:lnTo>
                <a:lnTo>
                  <a:pt x="227076" y="301396"/>
                </a:lnTo>
                <a:lnTo>
                  <a:pt x="218592" y="304761"/>
                </a:lnTo>
                <a:lnTo>
                  <a:pt x="209575" y="305320"/>
                </a:lnTo>
                <a:lnTo>
                  <a:pt x="204749" y="305320"/>
                </a:lnTo>
                <a:lnTo>
                  <a:pt x="197650" y="305066"/>
                </a:lnTo>
                <a:lnTo>
                  <a:pt x="194602" y="304825"/>
                </a:lnTo>
                <a:lnTo>
                  <a:pt x="194348" y="332219"/>
                </a:lnTo>
                <a:lnTo>
                  <a:pt x="198412" y="332727"/>
                </a:lnTo>
                <a:lnTo>
                  <a:pt x="205003" y="332981"/>
                </a:lnTo>
                <a:lnTo>
                  <a:pt x="211607" y="332981"/>
                </a:lnTo>
                <a:lnTo>
                  <a:pt x="230746" y="330250"/>
                </a:lnTo>
                <a:lnTo>
                  <a:pt x="246748" y="321945"/>
                </a:lnTo>
                <a:lnTo>
                  <a:pt x="259702" y="307936"/>
                </a:lnTo>
                <a:lnTo>
                  <a:pt x="269709" y="288074"/>
                </a:lnTo>
                <a:lnTo>
                  <a:pt x="352171" y="65049"/>
                </a:lnTo>
                <a:close/>
              </a:path>
              <a:path w="646429" h="333375">
                <a:moveTo>
                  <a:pt x="645972" y="101"/>
                </a:moveTo>
                <a:lnTo>
                  <a:pt x="607161" y="101"/>
                </a:lnTo>
                <a:lnTo>
                  <a:pt x="519620" y="213982"/>
                </a:lnTo>
                <a:lnTo>
                  <a:pt x="516572" y="213982"/>
                </a:lnTo>
                <a:lnTo>
                  <a:pt x="429044" y="101"/>
                </a:lnTo>
                <a:lnTo>
                  <a:pt x="390220" y="101"/>
                </a:lnTo>
                <a:lnTo>
                  <a:pt x="390220" y="259905"/>
                </a:lnTo>
                <a:lnTo>
                  <a:pt x="420674" y="259905"/>
                </a:lnTo>
                <a:lnTo>
                  <a:pt x="420674" y="63525"/>
                </a:lnTo>
                <a:lnTo>
                  <a:pt x="422948" y="63525"/>
                </a:lnTo>
                <a:lnTo>
                  <a:pt x="503643" y="259905"/>
                </a:lnTo>
                <a:lnTo>
                  <a:pt x="532307" y="259905"/>
                </a:lnTo>
                <a:lnTo>
                  <a:pt x="612990" y="63779"/>
                </a:lnTo>
                <a:lnTo>
                  <a:pt x="615530" y="63779"/>
                </a:lnTo>
                <a:lnTo>
                  <a:pt x="615530" y="259905"/>
                </a:lnTo>
                <a:lnTo>
                  <a:pt x="645972" y="259905"/>
                </a:lnTo>
                <a:lnTo>
                  <a:pt x="645972" y="101"/>
                </a:lnTo>
                <a:close/>
              </a:path>
            </a:pathLst>
          </a:custGeom>
          <a:solidFill>
            <a:srgbClr val="2D3D8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" name="object 30" descr=""/>
          <p:cNvGrpSpPr/>
          <p:nvPr/>
        </p:nvGrpSpPr>
        <p:grpSpPr>
          <a:xfrm>
            <a:off x="6489680" y="4637130"/>
            <a:ext cx="5308600" cy="316230"/>
            <a:chOff x="6489680" y="4637130"/>
            <a:chExt cx="5308600" cy="316230"/>
          </a:xfrm>
        </p:grpSpPr>
        <p:sp>
          <p:nvSpPr>
            <p:cNvPr id="31" name="object 31" descr="">
              <a:hlinkClick r:id="rId2"/>
            </p:cNvPr>
            <p:cNvSpPr/>
            <p:nvPr/>
          </p:nvSpPr>
          <p:spPr>
            <a:xfrm>
              <a:off x="10713161" y="4637138"/>
              <a:ext cx="449580" cy="267335"/>
            </a:xfrm>
            <a:custGeom>
              <a:avLst/>
              <a:gdLst/>
              <a:ahLst/>
              <a:cxnLst/>
              <a:rect l="l" t="t" r="r" b="b"/>
              <a:pathLst>
                <a:path w="449579" h="267335">
                  <a:moveTo>
                    <a:pt x="193090" y="181914"/>
                  </a:moveTo>
                  <a:lnTo>
                    <a:pt x="156552" y="181914"/>
                  </a:lnTo>
                  <a:lnTo>
                    <a:pt x="156552" y="44399"/>
                  </a:lnTo>
                  <a:lnTo>
                    <a:pt x="156552" y="3556"/>
                  </a:lnTo>
                  <a:lnTo>
                    <a:pt x="125857" y="3556"/>
                  </a:lnTo>
                  <a:lnTo>
                    <a:pt x="125857" y="44399"/>
                  </a:lnTo>
                  <a:lnTo>
                    <a:pt x="125857" y="181914"/>
                  </a:lnTo>
                  <a:lnTo>
                    <a:pt x="34759" y="181914"/>
                  </a:lnTo>
                  <a:lnTo>
                    <a:pt x="34759" y="179882"/>
                  </a:lnTo>
                  <a:lnTo>
                    <a:pt x="122809" y="44399"/>
                  </a:lnTo>
                  <a:lnTo>
                    <a:pt x="125857" y="44399"/>
                  </a:lnTo>
                  <a:lnTo>
                    <a:pt x="125857" y="3556"/>
                  </a:lnTo>
                  <a:lnTo>
                    <a:pt x="116967" y="3556"/>
                  </a:lnTo>
                  <a:lnTo>
                    <a:pt x="0" y="183692"/>
                  </a:lnTo>
                  <a:lnTo>
                    <a:pt x="0" y="210337"/>
                  </a:lnTo>
                  <a:lnTo>
                    <a:pt x="125857" y="210337"/>
                  </a:lnTo>
                  <a:lnTo>
                    <a:pt x="125857" y="263359"/>
                  </a:lnTo>
                  <a:lnTo>
                    <a:pt x="156552" y="263359"/>
                  </a:lnTo>
                  <a:lnTo>
                    <a:pt x="156552" y="210337"/>
                  </a:lnTo>
                  <a:lnTo>
                    <a:pt x="193090" y="210337"/>
                  </a:lnTo>
                  <a:lnTo>
                    <a:pt x="193090" y="181914"/>
                  </a:lnTo>
                  <a:close/>
                </a:path>
                <a:path w="449579" h="267335">
                  <a:moveTo>
                    <a:pt x="449351" y="85255"/>
                  </a:moveTo>
                  <a:lnTo>
                    <a:pt x="436295" y="49237"/>
                  </a:lnTo>
                  <a:lnTo>
                    <a:pt x="413042" y="22453"/>
                  </a:lnTo>
                  <a:lnTo>
                    <a:pt x="381736" y="5753"/>
                  </a:lnTo>
                  <a:lnTo>
                    <a:pt x="344563" y="0"/>
                  </a:lnTo>
                  <a:lnTo>
                    <a:pt x="298450" y="9296"/>
                  </a:lnTo>
                  <a:lnTo>
                    <a:pt x="262064" y="35902"/>
                  </a:lnTo>
                  <a:lnTo>
                    <a:pt x="238201" y="77927"/>
                  </a:lnTo>
                  <a:lnTo>
                    <a:pt x="229628" y="133451"/>
                  </a:lnTo>
                  <a:lnTo>
                    <a:pt x="238201" y="188988"/>
                  </a:lnTo>
                  <a:lnTo>
                    <a:pt x="262064" y="231013"/>
                  </a:lnTo>
                  <a:lnTo>
                    <a:pt x="298450" y="257619"/>
                  </a:lnTo>
                  <a:lnTo>
                    <a:pt x="344563" y="266915"/>
                  </a:lnTo>
                  <a:lnTo>
                    <a:pt x="381876" y="261086"/>
                  </a:lnTo>
                  <a:lnTo>
                    <a:pt x="413219" y="244297"/>
                  </a:lnTo>
                  <a:lnTo>
                    <a:pt x="436435" y="217576"/>
                  </a:lnTo>
                  <a:lnTo>
                    <a:pt x="449351" y="181914"/>
                  </a:lnTo>
                  <a:lnTo>
                    <a:pt x="416877" y="181914"/>
                  </a:lnTo>
                  <a:lnTo>
                    <a:pt x="407174" y="205473"/>
                  </a:lnTo>
                  <a:lnTo>
                    <a:pt x="390702" y="222643"/>
                  </a:lnTo>
                  <a:lnTo>
                    <a:pt x="369239" y="233159"/>
                  </a:lnTo>
                  <a:lnTo>
                    <a:pt x="344563" y="236728"/>
                  </a:lnTo>
                  <a:lnTo>
                    <a:pt x="311721" y="230009"/>
                  </a:lnTo>
                  <a:lnTo>
                    <a:pt x="285216" y="210210"/>
                  </a:lnTo>
                  <a:lnTo>
                    <a:pt x="267525" y="177850"/>
                  </a:lnTo>
                  <a:lnTo>
                    <a:pt x="261086" y="133451"/>
                  </a:lnTo>
                  <a:lnTo>
                    <a:pt x="267525" y="89065"/>
                  </a:lnTo>
                  <a:lnTo>
                    <a:pt x="285216" y="56705"/>
                  </a:lnTo>
                  <a:lnTo>
                    <a:pt x="311721" y="36906"/>
                  </a:lnTo>
                  <a:lnTo>
                    <a:pt x="344563" y="30187"/>
                  </a:lnTo>
                  <a:lnTo>
                    <a:pt x="369277" y="33769"/>
                  </a:lnTo>
                  <a:lnTo>
                    <a:pt x="390804" y="44310"/>
                  </a:lnTo>
                  <a:lnTo>
                    <a:pt x="407289" y="61556"/>
                  </a:lnTo>
                  <a:lnTo>
                    <a:pt x="416877" y="85255"/>
                  </a:lnTo>
                  <a:lnTo>
                    <a:pt x="449351" y="85255"/>
                  </a:lnTo>
                  <a:close/>
                </a:path>
              </a:pathLst>
            </a:custGeom>
            <a:solidFill>
              <a:srgbClr val="2D3D8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>
              <a:hlinkClick r:id="rId2"/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91442" y="4705636"/>
              <a:ext cx="163398" cy="194860"/>
            </a:xfrm>
            <a:prstGeom prst="rect">
              <a:avLst/>
            </a:prstGeom>
          </p:spPr>
        </p:pic>
        <p:sp>
          <p:nvSpPr>
            <p:cNvPr id="33" name="object 33" descr="">
              <a:hlinkClick r:id="rId2"/>
            </p:cNvPr>
            <p:cNvSpPr/>
            <p:nvPr/>
          </p:nvSpPr>
          <p:spPr>
            <a:xfrm>
              <a:off x="11395939" y="4640592"/>
              <a:ext cx="382905" cy="260350"/>
            </a:xfrm>
            <a:custGeom>
              <a:avLst/>
              <a:gdLst/>
              <a:ahLst/>
              <a:cxnLst/>
              <a:rect l="l" t="t" r="r" b="b"/>
              <a:pathLst>
                <a:path w="382904" h="260350">
                  <a:moveTo>
                    <a:pt x="186994" y="259905"/>
                  </a:moveTo>
                  <a:lnTo>
                    <a:pt x="131648" y="158927"/>
                  </a:lnTo>
                  <a:lnTo>
                    <a:pt x="128384" y="152958"/>
                  </a:lnTo>
                  <a:lnTo>
                    <a:pt x="149872" y="141605"/>
                  </a:lnTo>
                  <a:lnTo>
                    <a:pt x="160756" y="129743"/>
                  </a:lnTo>
                  <a:lnTo>
                    <a:pt x="164985" y="125145"/>
                  </a:lnTo>
                  <a:lnTo>
                    <a:pt x="173913" y="104368"/>
                  </a:lnTo>
                  <a:lnTo>
                    <a:pt x="176847" y="80022"/>
                  </a:lnTo>
                  <a:lnTo>
                    <a:pt x="171577" y="48044"/>
                  </a:lnTo>
                  <a:lnTo>
                    <a:pt x="159258" y="28765"/>
                  </a:lnTo>
                  <a:lnTo>
                    <a:pt x="155409" y="22745"/>
                  </a:lnTo>
                  <a:lnTo>
                    <a:pt x="144881" y="16395"/>
                  </a:lnTo>
                  <a:lnTo>
                    <a:pt x="144881" y="80022"/>
                  </a:lnTo>
                  <a:lnTo>
                    <a:pt x="141693" y="100850"/>
                  </a:lnTo>
                  <a:lnTo>
                    <a:pt x="131584" y="116497"/>
                  </a:lnTo>
                  <a:lnTo>
                    <a:pt x="113728" y="126326"/>
                  </a:lnTo>
                  <a:lnTo>
                    <a:pt x="87287" y="129743"/>
                  </a:lnTo>
                  <a:lnTo>
                    <a:pt x="32219" y="129743"/>
                  </a:lnTo>
                  <a:lnTo>
                    <a:pt x="32219" y="28765"/>
                  </a:lnTo>
                  <a:lnTo>
                    <a:pt x="87020" y="28765"/>
                  </a:lnTo>
                  <a:lnTo>
                    <a:pt x="113614" y="32423"/>
                  </a:lnTo>
                  <a:lnTo>
                    <a:pt x="131559" y="42786"/>
                  </a:lnTo>
                  <a:lnTo>
                    <a:pt x="141693" y="58953"/>
                  </a:lnTo>
                  <a:lnTo>
                    <a:pt x="144881" y="80022"/>
                  </a:lnTo>
                  <a:lnTo>
                    <a:pt x="144881" y="16395"/>
                  </a:lnTo>
                  <a:lnTo>
                    <a:pt x="127825" y="6096"/>
                  </a:lnTo>
                  <a:lnTo>
                    <a:pt x="88290" y="101"/>
                  </a:lnTo>
                  <a:lnTo>
                    <a:pt x="0" y="101"/>
                  </a:lnTo>
                  <a:lnTo>
                    <a:pt x="0" y="259905"/>
                  </a:lnTo>
                  <a:lnTo>
                    <a:pt x="32219" y="259905"/>
                  </a:lnTo>
                  <a:lnTo>
                    <a:pt x="32219" y="158927"/>
                  </a:lnTo>
                  <a:lnTo>
                    <a:pt x="94957" y="158927"/>
                  </a:lnTo>
                  <a:lnTo>
                    <a:pt x="149440" y="259905"/>
                  </a:lnTo>
                  <a:lnTo>
                    <a:pt x="186994" y="259905"/>
                  </a:lnTo>
                  <a:close/>
                </a:path>
                <a:path w="382904" h="260350">
                  <a:moveTo>
                    <a:pt x="382866" y="231127"/>
                  </a:moveTo>
                  <a:lnTo>
                    <a:pt x="255752" y="231127"/>
                  </a:lnTo>
                  <a:lnTo>
                    <a:pt x="255752" y="143497"/>
                  </a:lnTo>
                  <a:lnTo>
                    <a:pt x="372719" y="143497"/>
                  </a:lnTo>
                  <a:lnTo>
                    <a:pt x="372719" y="115557"/>
                  </a:lnTo>
                  <a:lnTo>
                    <a:pt x="255752" y="115557"/>
                  </a:lnTo>
                  <a:lnTo>
                    <a:pt x="255752" y="29197"/>
                  </a:lnTo>
                  <a:lnTo>
                    <a:pt x="381088" y="29197"/>
                  </a:lnTo>
                  <a:lnTo>
                    <a:pt x="381088" y="0"/>
                  </a:lnTo>
                  <a:lnTo>
                    <a:pt x="223532" y="0"/>
                  </a:lnTo>
                  <a:lnTo>
                    <a:pt x="223532" y="29197"/>
                  </a:lnTo>
                  <a:lnTo>
                    <a:pt x="223532" y="115557"/>
                  </a:lnTo>
                  <a:lnTo>
                    <a:pt x="223532" y="143497"/>
                  </a:lnTo>
                  <a:lnTo>
                    <a:pt x="223532" y="231127"/>
                  </a:lnTo>
                  <a:lnTo>
                    <a:pt x="223532" y="260337"/>
                  </a:lnTo>
                  <a:lnTo>
                    <a:pt x="382866" y="260337"/>
                  </a:lnTo>
                  <a:lnTo>
                    <a:pt x="382866" y="231127"/>
                  </a:lnTo>
                  <a:close/>
                </a:path>
              </a:pathLst>
            </a:custGeom>
            <a:solidFill>
              <a:srgbClr val="2D3D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489680" y="4943629"/>
              <a:ext cx="5308600" cy="0"/>
            </a:xfrm>
            <a:custGeom>
              <a:avLst/>
              <a:gdLst/>
              <a:ahLst/>
              <a:cxnLst/>
              <a:rect l="l" t="t" r="r" b="b"/>
              <a:pathLst>
                <a:path w="5308600" h="0">
                  <a:moveTo>
                    <a:pt x="0" y="0"/>
                  </a:moveTo>
                  <a:lnTo>
                    <a:pt x="5308550" y="0"/>
                  </a:lnTo>
                </a:path>
              </a:pathLst>
            </a:custGeom>
            <a:ln w="18369">
              <a:solidFill>
                <a:srgbClr val="2D3D8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/>
          <p:nvPr/>
        </p:nvSpPr>
        <p:spPr>
          <a:xfrm>
            <a:off x="8240779" y="4065871"/>
            <a:ext cx="318770" cy="334645"/>
          </a:xfrm>
          <a:custGeom>
            <a:avLst/>
            <a:gdLst/>
            <a:ahLst/>
            <a:cxnLst/>
            <a:rect l="l" t="t" r="r" b="b"/>
            <a:pathLst>
              <a:path w="318770" h="334645">
                <a:moveTo>
                  <a:pt x="158580" y="0"/>
                </a:moveTo>
                <a:lnTo>
                  <a:pt x="108643" y="5470"/>
                </a:lnTo>
                <a:lnTo>
                  <a:pt x="70019" y="20721"/>
                </a:lnTo>
                <a:lnTo>
                  <a:pt x="45094" y="44639"/>
                </a:lnTo>
                <a:lnTo>
                  <a:pt x="36255" y="76107"/>
                </a:lnTo>
                <a:lnTo>
                  <a:pt x="45094" y="107363"/>
                </a:lnTo>
                <a:lnTo>
                  <a:pt x="70019" y="131043"/>
                </a:lnTo>
                <a:lnTo>
                  <a:pt x="108643" y="146005"/>
                </a:lnTo>
                <a:lnTo>
                  <a:pt x="158580" y="151108"/>
                </a:lnTo>
                <a:lnTo>
                  <a:pt x="208561" y="146005"/>
                </a:lnTo>
                <a:lnTo>
                  <a:pt x="247281" y="131043"/>
                </a:lnTo>
                <a:lnTo>
                  <a:pt x="252106" y="126476"/>
                </a:lnTo>
                <a:lnTo>
                  <a:pt x="158580" y="126476"/>
                </a:lnTo>
                <a:lnTo>
                  <a:pt x="121474" y="122926"/>
                </a:lnTo>
                <a:lnTo>
                  <a:pt x="92747" y="112811"/>
                </a:lnTo>
                <a:lnTo>
                  <a:pt x="74244" y="96937"/>
                </a:lnTo>
                <a:lnTo>
                  <a:pt x="67805" y="76107"/>
                </a:lnTo>
                <a:lnTo>
                  <a:pt x="74244" y="55074"/>
                </a:lnTo>
                <a:lnTo>
                  <a:pt x="92747" y="39022"/>
                </a:lnTo>
                <a:lnTo>
                  <a:pt x="121474" y="28782"/>
                </a:lnTo>
                <a:lnTo>
                  <a:pt x="158580" y="25184"/>
                </a:lnTo>
                <a:lnTo>
                  <a:pt x="251949" y="25184"/>
                </a:lnTo>
                <a:lnTo>
                  <a:pt x="247281" y="20721"/>
                </a:lnTo>
                <a:lnTo>
                  <a:pt x="208561" y="5470"/>
                </a:lnTo>
                <a:lnTo>
                  <a:pt x="158580" y="0"/>
                </a:lnTo>
                <a:close/>
              </a:path>
              <a:path w="318770" h="334645">
                <a:moveTo>
                  <a:pt x="251949" y="25184"/>
                </a:moveTo>
                <a:lnTo>
                  <a:pt x="158580" y="25184"/>
                </a:lnTo>
                <a:lnTo>
                  <a:pt x="195692" y="28782"/>
                </a:lnTo>
                <a:lnTo>
                  <a:pt x="224448" y="39022"/>
                </a:lnTo>
                <a:lnTo>
                  <a:pt x="243034" y="55074"/>
                </a:lnTo>
                <a:lnTo>
                  <a:pt x="249633" y="76107"/>
                </a:lnTo>
                <a:lnTo>
                  <a:pt x="243034" y="96937"/>
                </a:lnTo>
                <a:lnTo>
                  <a:pt x="224448" y="112811"/>
                </a:lnTo>
                <a:lnTo>
                  <a:pt x="195692" y="122926"/>
                </a:lnTo>
                <a:lnTo>
                  <a:pt x="158580" y="126476"/>
                </a:lnTo>
                <a:lnTo>
                  <a:pt x="252106" y="126476"/>
                </a:lnTo>
                <a:lnTo>
                  <a:pt x="272301" y="107363"/>
                </a:lnTo>
                <a:lnTo>
                  <a:pt x="281183" y="76107"/>
                </a:lnTo>
                <a:lnTo>
                  <a:pt x="272301" y="44639"/>
                </a:lnTo>
                <a:lnTo>
                  <a:pt x="251949" y="25184"/>
                </a:lnTo>
                <a:close/>
              </a:path>
              <a:path w="318770" h="334645">
                <a:moveTo>
                  <a:pt x="114300" y="209780"/>
                </a:moveTo>
                <a:lnTo>
                  <a:pt x="82750" y="209780"/>
                </a:lnTo>
                <a:lnTo>
                  <a:pt x="82750" y="334042"/>
                </a:lnTo>
                <a:lnTo>
                  <a:pt x="114300" y="334042"/>
                </a:lnTo>
                <a:lnTo>
                  <a:pt x="114300" y="209780"/>
                </a:lnTo>
                <a:close/>
              </a:path>
              <a:path w="318770" h="334645">
                <a:moveTo>
                  <a:pt x="234688" y="209780"/>
                </a:moveTo>
                <a:lnTo>
                  <a:pt x="203692" y="209780"/>
                </a:lnTo>
                <a:lnTo>
                  <a:pt x="203692" y="334042"/>
                </a:lnTo>
                <a:lnTo>
                  <a:pt x="234688" y="334042"/>
                </a:lnTo>
                <a:lnTo>
                  <a:pt x="234688" y="209780"/>
                </a:lnTo>
                <a:close/>
              </a:path>
              <a:path w="318770" h="334645">
                <a:moveTo>
                  <a:pt x="318545" y="184318"/>
                </a:moveTo>
                <a:lnTo>
                  <a:pt x="0" y="184318"/>
                </a:lnTo>
                <a:lnTo>
                  <a:pt x="0" y="209780"/>
                </a:lnTo>
                <a:lnTo>
                  <a:pt x="318545" y="209780"/>
                </a:lnTo>
                <a:lnTo>
                  <a:pt x="318545" y="1843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8630170" y="4067822"/>
            <a:ext cx="240029" cy="157480"/>
          </a:xfrm>
          <a:custGeom>
            <a:avLst/>
            <a:gdLst/>
            <a:ahLst/>
            <a:cxnLst/>
            <a:rect l="l" t="t" r="r" b="b"/>
            <a:pathLst>
              <a:path w="240029" h="157479">
                <a:moveTo>
                  <a:pt x="239661" y="133350"/>
                </a:moveTo>
                <a:lnTo>
                  <a:pt x="30441" y="133350"/>
                </a:lnTo>
                <a:lnTo>
                  <a:pt x="30441" y="90157"/>
                </a:lnTo>
                <a:lnTo>
                  <a:pt x="227495" y="90157"/>
                </a:lnTo>
                <a:lnTo>
                  <a:pt x="227495" y="64757"/>
                </a:lnTo>
                <a:lnTo>
                  <a:pt x="30441" y="64757"/>
                </a:lnTo>
                <a:lnTo>
                  <a:pt x="30441" y="25387"/>
                </a:lnTo>
                <a:lnTo>
                  <a:pt x="235788" y="25387"/>
                </a:lnTo>
                <a:lnTo>
                  <a:pt x="235788" y="0"/>
                </a:lnTo>
                <a:lnTo>
                  <a:pt x="0" y="0"/>
                </a:lnTo>
                <a:lnTo>
                  <a:pt x="0" y="25387"/>
                </a:lnTo>
                <a:lnTo>
                  <a:pt x="0" y="64757"/>
                </a:lnTo>
                <a:lnTo>
                  <a:pt x="0" y="90157"/>
                </a:lnTo>
                <a:lnTo>
                  <a:pt x="0" y="133350"/>
                </a:lnTo>
                <a:lnTo>
                  <a:pt x="0" y="157467"/>
                </a:lnTo>
                <a:lnTo>
                  <a:pt x="239661" y="157467"/>
                </a:lnTo>
                <a:lnTo>
                  <a:pt x="239661" y="133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8670857" y="4287829"/>
            <a:ext cx="31115" cy="112395"/>
          </a:xfrm>
          <a:custGeom>
            <a:avLst/>
            <a:gdLst/>
            <a:ahLst/>
            <a:cxnLst/>
            <a:rect l="l" t="t" r="r" b="b"/>
            <a:pathLst>
              <a:path w="31115" h="112395">
                <a:moveTo>
                  <a:pt x="30719" y="0"/>
                </a:moveTo>
                <a:lnTo>
                  <a:pt x="0" y="0"/>
                </a:lnTo>
                <a:lnTo>
                  <a:pt x="0" y="112085"/>
                </a:lnTo>
                <a:lnTo>
                  <a:pt x="30719" y="112085"/>
                </a:lnTo>
                <a:lnTo>
                  <a:pt x="307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8587270" y="4262094"/>
            <a:ext cx="318770" cy="138430"/>
          </a:xfrm>
          <a:custGeom>
            <a:avLst/>
            <a:gdLst/>
            <a:ahLst/>
            <a:cxnLst/>
            <a:rect l="l" t="t" r="r" b="b"/>
            <a:pathLst>
              <a:path w="318770" h="138429">
                <a:moveTo>
                  <a:pt x="318541" y="0"/>
                </a:moveTo>
                <a:lnTo>
                  <a:pt x="0" y="0"/>
                </a:lnTo>
                <a:lnTo>
                  <a:pt x="0" y="25742"/>
                </a:lnTo>
                <a:lnTo>
                  <a:pt x="204241" y="25742"/>
                </a:lnTo>
                <a:lnTo>
                  <a:pt x="204241" y="137820"/>
                </a:lnTo>
                <a:lnTo>
                  <a:pt x="234962" y="137820"/>
                </a:lnTo>
                <a:lnTo>
                  <a:pt x="234962" y="25742"/>
                </a:lnTo>
                <a:lnTo>
                  <a:pt x="318541" y="25742"/>
                </a:lnTo>
                <a:lnTo>
                  <a:pt x="3185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8971966" y="4076699"/>
            <a:ext cx="241935" cy="182245"/>
          </a:xfrm>
          <a:custGeom>
            <a:avLst/>
            <a:gdLst/>
            <a:ahLst/>
            <a:cxnLst/>
            <a:rect l="l" t="t" r="r" b="b"/>
            <a:pathLst>
              <a:path w="241934" h="182245">
                <a:moveTo>
                  <a:pt x="241884" y="254"/>
                </a:moveTo>
                <a:lnTo>
                  <a:pt x="211442" y="254"/>
                </a:lnTo>
                <a:lnTo>
                  <a:pt x="211442" y="64770"/>
                </a:lnTo>
                <a:lnTo>
                  <a:pt x="211442" y="90170"/>
                </a:lnTo>
                <a:lnTo>
                  <a:pt x="211442" y="156210"/>
                </a:lnTo>
                <a:lnTo>
                  <a:pt x="30708" y="156210"/>
                </a:lnTo>
                <a:lnTo>
                  <a:pt x="30708" y="90170"/>
                </a:lnTo>
                <a:lnTo>
                  <a:pt x="211442" y="90170"/>
                </a:lnTo>
                <a:lnTo>
                  <a:pt x="211442" y="64770"/>
                </a:lnTo>
                <a:lnTo>
                  <a:pt x="30708" y="64770"/>
                </a:lnTo>
                <a:lnTo>
                  <a:pt x="30708" y="0"/>
                </a:lnTo>
                <a:lnTo>
                  <a:pt x="0" y="0"/>
                </a:lnTo>
                <a:lnTo>
                  <a:pt x="0" y="64770"/>
                </a:lnTo>
                <a:lnTo>
                  <a:pt x="0" y="90170"/>
                </a:lnTo>
                <a:lnTo>
                  <a:pt x="0" y="156210"/>
                </a:lnTo>
                <a:lnTo>
                  <a:pt x="0" y="181622"/>
                </a:lnTo>
                <a:lnTo>
                  <a:pt x="241884" y="181622"/>
                </a:lnTo>
                <a:lnTo>
                  <a:pt x="241884" y="64770"/>
                </a:lnTo>
                <a:lnTo>
                  <a:pt x="241884" y="2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8934329" y="4327681"/>
            <a:ext cx="318770" cy="26034"/>
          </a:xfrm>
          <a:custGeom>
            <a:avLst/>
            <a:gdLst/>
            <a:ahLst/>
            <a:cxnLst/>
            <a:rect l="l" t="t" r="r" b="b"/>
            <a:pathLst>
              <a:path w="318770" h="26035">
                <a:moveTo>
                  <a:pt x="318545" y="0"/>
                </a:moveTo>
                <a:lnTo>
                  <a:pt x="0" y="0"/>
                </a:lnTo>
                <a:lnTo>
                  <a:pt x="0" y="25737"/>
                </a:lnTo>
                <a:lnTo>
                  <a:pt x="318545" y="25737"/>
                </a:lnTo>
                <a:lnTo>
                  <a:pt x="3185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9398345" y="4052310"/>
            <a:ext cx="272415" cy="347345"/>
          </a:xfrm>
          <a:custGeom>
            <a:avLst/>
            <a:gdLst/>
            <a:ahLst/>
            <a:cxnLst/>
            <a:rect l="l" t="t" r="r" b="b"/>
            <a:pathLst>
              <a:path w="272415" h="347345">
                <a:moveTo>
                  <a:pt x="269836" y="0"/>
                </a:moveTo>
                <a:lnTo>
                  <a:pt x="239116" y="0"/>
                </a:lnTo>
                <a:lnTo>
                  <a:pt x="239116" y="214208"/>
                </a:lnTo>
                <a:lnTo>
                  <a:pt x="269836" y="214208"/>
                </a:lnTo>
                <a:lnTo>
                  <a:pt x="269836" y="0"/>
                </a:lnTo>
                <a:close/>
              </a:path>
              <a:path w="272415" h="347345">
                <a:moveTo>
                  <a:pt x="159134" y="21863"/>
                </a:moveTo>
                <a:lnTo>
                  <a:pt x="0" y="21863"/>
                </a:lnTo>
                <a:lnTo>
                  <a:pt x="0" y="47601"/>
                </a:lnTo>
                <a:lnTo>
                  <a:pt x="128691" y="47601"/>
                </a:lnTo>
                <a:lnTo>
                  <a:pt x="128691" y="93266"/>
                </a:lnTo>
                <a:lnTo>
                  <a:pt x="830" y="93266"/>
                </a:lnTo>
                <a:lnTo>
                  <a:pt x="830" y="192345"/>
                </a:lnTo>
                <a:lnTo>
                  <a:pt x="29059" y="192345"/>
                </a:lnTo>
                <a:lnTo>
                  <a:pt x="74534" y="191938"/>
                </a:lnTo>
                <a:lnTo>
                  <a:pt x="116375" y="190338"/>
                </a:lnTo>
                <a:lnTo>
                  <a:pt x="157179" y="186974"/>
                </a:lnTo>
                <a:lnTo>
                  <a:pt x="199540" y="181275"/>
                </a:lnTo>
                <a:lnTo>
                  <a:pt x="197308" y="166606"/>
                </a:lnTo>
                <a:lnTo>
                  <a:pt x="30720" y="166606"/>
                </a:lnTo>
                <a:lnTo>
                  <a:pt x="30720" y="117344"/>
                </a:lnTo>
                <a:lnTo>
                  <a:pt x="159134" y="117344"/>
                </a:lnTo>
                <a:lnTo>
                  <a:pt x="159134" y="21863"/>
                </a:lnTo>
                <a:close/>
              </a:path>
              <a:path w="272415" h="347345">
                <a:moveTo>
                  <a:pt x="195665" y="155813"/>
                </a:moveTo>
                <a:lnTo>
                  <a:pt x="154948" y="161294"/>
                </a:lnTo>
                <a:lnTo>
                  <a:pt x="115476" y="164583"/>
                </a:lnTo>
                <a:lnTo>
                  <a:pt x="74862" y="166185"/>
                </a:lnTo>
                <a:lnTo>
                  <a:pt x="30720" y="166606"/>
                </a:lnTo>
                <a:lnTo>
                  <a:pt x="197308" y="166606"/>
                </a:lnTo>
                <a:lnTo>
                  <a:pt x="195665" y="155813"/>
                </a:lnTo>
                <a:close/>
              </a:path>
              <a:path w="272415" h="347345">
                <a:moveTo>
                  <a:pt x="154429" y="221127"/>
                </a:moveTo>
                <a:lnTo>
                  <a:pt x="105111" y="225339"/>
                </a:lnTo>
                <a:lnTo>
                  <a:pt x="68116" y="237594"/>
                </a:lnTo>
                <a:lnTo>
                  <a:pt x="44873" y="257321"/>
                </a:lnTo>
                <a:lnTo>
                  <a:pt x="36808" y="283950"/>
                </a:lnTo>
                <a:lnTo>
                  <a:pt x="44873" y="310579"/>
                </a:lnTo>
                <a:lnTo>
                  <a:pt x="68116" y="330307"/>
                </a:lnTo>
                <a:lnTo>
                  <a:pt x="105111" y="342562"/>
                </a:lnTo>
                <a:lnTo>
                  <a:pt x="154429" y="346774"/>
                </a:lnTo>
                <a:lnTo>
                  <a:pt x="203631" y="342562"/>
                </a:lnTo>
                <a:lnTo>
                  <a:pt x="240639" y="330307"/>
                </a:lnTo>
                <a:lnTo>
                  <a:pt x="250284" y="322143"/>
                </a:lnTo>
                <a:lnTo>
                  <a:pt x="154429" y="322143"/>
                </a:lnTo>
                <a:lnTo>
                  <a:pt x="117923" y="319561"/>
                </a:lnTo>
                <a:lnTo>
                  <a:pt x="90499" y="312076"/>
                </a:lnTo>
                <a:lnTo>
                  <a:pt x="73245" y="300076"/>
                </a:lnTo>
                <a:lnTo>
                  <a:pt x="67251" y="283950"/>
                </a:lnTo>
                <a:lnTo>
                  <a:pt x="73245" y="267942"/>
                </a:lnTo>
                <a:lnTo>
                  <a:pt x="90499" y="255929"/>
                </a:lnTo>
                <a:lnTo>
                  <a:pt x="117923" y="248379"/>
                </a:lnTo>
                <a:lnTo>
                  <a:pt x="154429" y="245758"/>
                </a:lnTo>
                <a:lnTo>
                  <a:pt x="250285" y="245758"/>
                </a:lnTo>
                <a:lnTo>
                  <a:pt x="240639" y="237594"/>
                </a:lnTo>
                <a:lnTo>
                  <a:pt x="203631" y="225339"/>
                </a:lnTo>
                <a:lnTo>
                  <a:pt x="154429" y="221127"/>
                </a:lnTo>
                <a:close/>
              </a:path>
              <a:path w="272415" h="347345">
                <a:moveTo>
                  <a:pt x="250285" y="245758"/>
                </a:moveTo>
                <a:lnTo>
                  <a:pt x="154429" y="245758"/>
                </a:lnTo>
                <a:lnTo>
                  <a:pt x="190775" y="248379"/>
                </a:lnTo>
                <a:lnTo>
                  <a:pt x="218117" y="255929"/>
                </a:lnTo>
                <a:lnTo>
                  <a:pt x="235341" y="267942"/>
                </a:lnTo>
                <a:lnTo>
                  <a:pt x="241330" y="283950"/>
                </a:lnTo>
                <a:lnTo>
                  <a:pt x="235341" y="300076"/>
                </a:lnTo>
                <a:lnTo>
                  <a:pt x="218117" y="312076"/>
                </a:lnTo>
                <a:lnTo>
                  <a:pt x="190775" y="319561"/>
                </a:lnTo>
                <a:lnTo>
                  <a:pt x="154429" y="322143"/>
                </a:lnTo>
                <a:lnTo>
                  <a:pt x="250284" y="322143"/>
                </a:lnTo>
                <a:lnTo>
                  <a:pt x="263947" y="310579"/>
                </a:lnTo>
                <a:lnTo>
                  <a:pt x="272050" y="283950"/>
                </a:lnTo>
                <a:lnTo>
                  <a:pt x="263947" y="257321"/>
                </a:lnTo>
                <a:lnTo>
                  <a:pt x="250285" y="2457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9727408" y="4087458"/>
            <a:ext cx="317500" cy="263525"/>
          </a:xfrm>
          <a:custGeom>
            <a:avLst/>
            <a:gdLst/>
            <a:ahLst/>
            <a:cxnLst/>
            <a:rect l="l" t="t" r="r" b="b"/>
            <a:pathLst>
              <a:path w="317500" h="263525">
                <a:moveTo>
                  <a:pt x="275765" y="120111"/>
                </a:moveTo>
                <a:lnTo>
                  <a:pt x="245620" y="120111"/>
                </a:lnTo>
                <a:lnTo>
                  <a:pt x="243775" y="140773"/>
                </a:lnTo>
                <a:lnTo>
                  <a:pt x="241036" y="162420"/>
                </a:lnTo>
                <a:lnTo>
                  <a:pt x="237232" y="185261"/>
                </a:lnTo>
                <a:lnTo>
                  <a:pt x="232196" y="209504"/>
                </a:lnTo>
                <a:lnTo>
                  <a:pt x="262917" y="212271"/>
                </a:lnTo>
                <a:lnTo>
                  <a:pt x="271396" y="163277"/>
                </a:lnTo>
                <a:lnTo>
                  <a:pt x="275751" y="120457"/>
                </a:lnTo>
                <a:lnTo>
                  <a:pt x="275765" y="120111"/>
                </a:lnTo>
                <a:close/>
              </a:path>
              <a:path w="317500" h="263525">
                <a:moveTo>
                  <a:pt x="277584" y="0"/>
                </a:moveTo>
                <a:lnTo>
                  <a:pt x="38192" y="0"/>
                </a:lnTo>
                <a:lnTo>
                  <a:pt x="38192" y="25738"/>
                </a:lnTo>
                <a:lnTo>
                  <a:pt x="247695" y="25738"/>
                </a:lnTo>
                <a:lnTo>
                  <a:pt x="247605" y="56527"/>
                </a:lnTo>
                <a:lnTo>
                  <a:pt x="247488" y="69880"/>
                </a:lnTo>
                <a:lnTo>
                  <a:pt x="247301" y="81271"/>
                </a:lnTo>
                <a:lnTo>
                  <a:pt x="247267" y="83338"/>
                </a:lnTo>
                <a:lnTo>
                  <a:pt x="246865" y="97002"/>
                </a:lnTo>
                <a:lnTo>
                  <a:pt x="28782" y="105997"/>
                </a:lnTo>
                <a:lnTo>
                  <a:pt x="33210" y="131458"/>
                </a:lnTo>
                <a:lnTo>
                  <a:pt x="245620" y="120111"/>
                </a:lnTo>
                <a:lnTo>
                  <a:pt x="275765" y="120111"/>
                </a:lnTo>
                <a:lnTo>
                  <a:pt x="277270" y="83338"/>
                </a:lnTo>
                <a:lnTo>
                  <a:pt x="277355" y="81271"/>
                </a:lnTo>
                <a:lnTo>
                  <a:pt x="277424" y="69880"/>
                </a:lnTo>
                <a:lnTo>
                  <a:pt x="277504" y="56527"/>
                </a:lnTo>
                <a:lnTo>
                  <a:pt x="277584" y="0"/>
                </a:lnTo>
                <a:close/>
              </a:path>
              <a:path w="317500" h="263525">
                <a:moveTo>
                  <a:pt x="317161" y="237732"/>
                </a:moveTo>
                <a:lnTo>
                  <a:pt x="0" y="237732"/>
                </a:lnTo>
                <a:lnTo>
                  <a:pt x="0" y="263471"/>
                </a:lnTo>
                <a:lnTo>
                  <a:pt x="317161" y="263471"/>
                </a:lnTo>
                <a:lnTo>
                  <a:pt x="317161" y="2377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1178" y="231340"/>
            <a:ext cx="427990" cy="489584"/>
          </a:xfrm>
          <a:custGeom>
            <a:avLst/>
            <a:gdLst/>
            <a:ahLst/>
            <a:cxnLst/>
            <a:rect l="l" t="t" r="r" b="b"/>
            <a:pathLst>
              <a:path w="427990" h="489584">
                <a:moveTo>
                  <a:pt x="221507" y="0"/>
                </a:moveTo>
                <a:lnTo>
                  <a:pt x="175848" y="4142"/>
                </a:lnTo>
                <a:lnTo>
                  <a:pt x="133792" y="16389"/>
                </a:lnTo>
                <a:lnTo>
                  <a:pt x="96103" y="36466"/>
                </a:lnTo>
                <a:lnTo>
                  <a:pt x="63549" y="64102"/>
                </a:lnTo>
                <a:lnTo>
                  <a:pt x="36895" y="99023"/>
                </a:lnTo>
                <a:lnTo>
                  <a:pt x="16908" y="140957"/>
                </a:lnTo>
                <a:lnTo>
                  <a:pt x="4354" y="189632"/>
                </a:lnTo>
                <a:lnTo>
                  <a:pt x="0" y="244774"/>
                </a:lnTo>
                <a:lnTo>
                  <a:pt x="4288" y="299850"/>
                </a:lnTo>
                <a:lnTo>
                  <a:pt x="16679" y="348493"/>
                </a:lnTo>
                <a:lnTo>
                  <a:pt x="36466" y="390423"/>
                </a:lnTo>
                <a:lnTo>
                  <a:pt x="62938" y="425359"/>
                </a:lnTo>
                <a:lnTo>
                  <a:pt x="95387" y="453021"/>
                </a:lnTo>
                <a:lnTo>
                  <a:pt x="133104" y="473127"/>
                </a:lnTo>
                <a:lnTo>
                  <a:pt x="175380" y="485396"/>
                </a:lnTo>
                <a:lnTo>
                  <a:pt x="221507" y="489549"/>
                </a:lnTo>
                <a:lnTo>
                  <a:pt x="278012" y="483195"/>
                </a:lnTo>
                <a:lnTo>
                  <a:pt x="326245" y="465480"/>
                </a:lnTo>
                <a:lnTo>
                  <a:pt x="365765" y="438418"/>
                </a:lnTo>
                <a:lnTo>
                  <a:pt x="396134" y="404028"/>
                </a:lnTo>
                <a:lnTo>
                  <a:pt x="416911" y="364324"/>
                </a:lnTo>
                <a:lnTo>
                  <a:pt x="427657" y="321325"/>
                </a:lnTo>
                <a:lnTo>
                  <a:pt x="327607" y="320859"/>
                </a:lnTo>
                <a:lnTo>
                  <a:pt x="314751" y="355106"/>
                </a:lnTo>
                <a:lnTo>
                  <a:pt x="291949" y="380540"/>
                </a:lnTo>
                <a:lnTo>
                  <a:pt x="260858" y="396377"/>
                </a:lnTo>
                <a:lnTo>
                  <a:pt x="223135" y="401830"/>
                </a:lnTo>
                <a:lnTo>
                  <a:pt x="182304" y="395369"/>
                </a:lnTo>
                <a:lnTo>
                  <a:pt x="148329" y="376165"/>
                </a:lnTo>
                <a:lnTo>
                  <a:pt x="122485" y="344486"/>
                </a:lnTo>
                <a:lnTo>
                  <a:pt x="106046" y="300599"/>
                </a:lnTo>
                <a:lnTo>
                  <a:pt x="100283" y="244774"/>
                </a:lnTo>
                <a:lnTo>
                  <a:pt x="105982" y="189931"/>
                </a:lnTo>
                <a:lnTo>
                  <a:pt x="122314" y="146168"/>
                </a:lnTo>
                <a:lnTo>
                  <a:pt x="148128" y="114120"/>
                </a:lnTo>
                <a:lnTo>
                  <a:pt x="182274" y="94425"/>
                </a:lnTo>
                <a:lnTo>
                  <a:pt x="223601" y="87719"/>
                </a:lnTo>
                <a:lnTo>
                  <a:pt x="262068" y="93561"/>
                </a:lnTo>
                <a:lnTo>
                  <a:pt x="293316" y="110375"/>
                </a:lnTo>
                <a:lnTo>
                  <a:pt x="315707" y="137093"/>
                </a:lnTo>
                <a:lnTo>
                  <a:pt x="327607" y="172645"/>
                </a:lnTo>
                <a:lnTo>
                  <a:pt x="427657" y="172645"/>
                </a:lnTo>
                <a:lnTo>
                  <a:pt x="415327" y="121804"/>
                </a:lnTo>
                <a:lnTo>
                  <a:pt x="392618" y="79178"/>
                </a:lnTo>
                <a:lnTo>
                  <a:pt x="360705" y="45226"/>
                </a:lnTo>
                <a:lnTo>
                  <a:pt x="320764" y="20406"/>
                </a:lnTo>
                <a:lnTo>
                  <a:pt x="273973" y="5178"/>
                </a:lnTo>
                <a:lnTo>
                  <a:pt x="2215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30499" y="437490"/>
            <a:ext cx="217170" cy="77470"/>
          </a:xfrm>
          <a:custGeom>
            <a:avLst/>
            <a:gdLst/>
            <a:ahLst/>
            <a:cxnLst/>
            <a:rect l="l" t="t" r="r" b="b"/>
            <a:pathLst>
              <a:path w="217170" h="77470">
                <a:moveTo>
                  <a:pt x="217086" y="0"/>
                </a:moveTo>
                <a:lnTo>
                  <a:pt x="0" y="0"/>
                </a:lnTo>
                <a:lnTo>
                  <a:pt x="0" y="77248"/>
                </a:lnTo>
                <a:lnTo>
                  <a:pt x="217086" y="77248"/>
                </a:lnTo>
                <a:lnTo>
                  <a:pt x="2170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30418" y="237854"/>
            <a:ext cx="374650" cy="476884"/>
          </a:xfrm>
          <a:custGeom>
            <a:avLst/>
            <a:gdLst/>
            <a:ahLst/>
            <a:cxnLst/>
            <a:rect l="l" t="t" r="r" b="b"/>
            <a:pathLst>
              <a:path w="374650" h="476884">
                <a:moveTo>
                  <a:pt x="186605" y="0"/>
                </a:moveTo>
                <a:lnTo>
                  <a:pt x="0" y="0"/>
                </a:lnTo>
                <a:lnTo>
                  <a:pt x="0" y="476519"/>
                </a:lnTo>
                <a:lnTo>
                  <a:pt x="98887" y="476519"/>
                </a:lnTo>
                <a:lnTo>
                  <a:pt x="98887" y="307131"/>
                </a:lnTo>
                <a:lnTo>
                  <a:pt x="281710" y="307131"/>
                </a:lnTo>
                <a:lnTo>
                  <a:pt x="272928" y="291077"/>
                </a:lnTo>
                <a:lnTo>
                  <a:pt x="309058" y="269224"/>
                </a:lnTo>
                <a:lnTo>
                  <a:pt x="335459" y="238929"/>
                </a:lnTo>
                <a:lnTo>
                  <a:pt x="340478" y="227091"/>
                </a:lnTo>
                <a:lnTo>
                  <a:pt x="98887" y="227091"/>
                </a:lnTo>
                <a:lnTo>
                  <a:pt x="98887" y="81204"/>
                </a:lnTo>
                <a:lnTo>
                  <a:pt x="340215" y="81204"/>
                </a:lnTo>
                <a:lnTo>
                  <a:pt x="337034" y="73181"/>
                </a:lnTo>
                <a:lnTo>
                  <a:pt x="312541" y="42347"/>
                </a:lnTo>
                <a:lnTo>
                  <a:pt x="279012" y="19346"/>
                </a:lnTo>
                <a:lnTo>
                  <a:pt x="236887" y="4968"/>
                </a:lnTo>
                <a:lnTo>
                  <a:pt x="186605" y="0"/>
                </a:lnTo>
                <a:close/>
              </a:path>
              <a:path w="374650" h="476884">
                <a:moveTo>
                  <a:pt x="281710" y="307131"/>
                </a:moveTo>
                <a:lnTo>
                  <a:pt x="174273" y="307131"/>
                </a:lnTo>
                <a:lnTo>
                  <a:pt x="264784" y="476519"/>
                </a:lnTo>
                <a:lnTo>
                  <a:pt x="374374" y="476519"/>
                </a:lnTo>
                <a:lnTo>
                  <a:pt x="281710" y="307131"/>
                </a:lnTo>
                <a:close/>
              </a:path>
              <a:path w="374650" h="476884">
                <a:moveTo>
                  <a:pt x="340215" y="81204"/>
                </a:moveTo>
                <a:lnTo>
                  <a:pt x="168224" y="81204"/>
                </a:lnTo>
                <a:lnTo>
                  <a:pt x="206692" y="86057"/>
                </a:lnTo>
                <a:lnTo>
                  <a:pt x="233926" y="100312"/>
                </a:lnTo>
                <a:lnTo>
                  <a:pt x="250122" y="123511"/>
                </a:lnTo>
                <a:lnTo>
                  <a:pt x="255477" y="155195"/>
                </a:lnTo>
                <a:lnTo>
                  <a:pt x="250126" y="186551"/>
                </a:lnTo>
                <a:lnTo>
                  <a:pt x="233955" y="209030"/>
                </a:lnTo>
                <a:lnTo>
                  <a:pt x="206790" y="222565"/>
                </a:lnTo>
                <a:lnTo>
                  <a:pt x="168457" y="227091"/>
                </a:lnTo>
                <a:lnTo>
                  <a:pt x="340478" y="227091"/>
                </a:lnTo>
                <a:lnTo>
                  <a:pt x="351652" y="200737"/>
                </a:lnTo>
                <a:lnTo>
                  <a:pt x="357156" y="155195"/>
                </a:lnTo>
                <a:lnTo>
                  <a:pt x="352052" y="111059"/>
                </a:lnTo>
                <a:lnTo>
                  <a:pt x="340215" y="81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253655" y="356985"/>
            <a:ext cx="327025" cy="362585"/>
          </a:xfrm>
          <a:custGeom>
            <a:avLst/>
            <a:gdLst/>
            <a:ahLst/>
            <a:cxnLst/>
            <a:rect l="l" t="t" r="r" b="b"/>
            <a:pathLst>
              <a:path w="327025" h="362584">
                <a:moveTo>
                  <a:pt x="326443" y="0"/>
                </a:moveTo>
                <a:lnTo>
                  <a:pt x="229185" y="0"/>
                </a:lnTo>
                <a:lnTo>
                  <a:pt x="229185" y="205220"/>
                </a:lnTo>
                <a:lnTo>
                  <a:pt x="223492" y="237431"/>
                </a:lnTo>
                <a:lnTo>
                  <a:pt x="208070" y="260655"/>
                </a:lnTo>
                <a:lnTo>
                  <a:pt x="185929" y="274717"/>
                </a:lnTo>
                <a:lnTo>
                  <a:pt x="160080" y="279443"/>
                </a:lnTo>
                <a:lnTo>
                  <a:pt x="134301" y="274637"/>
                </a:lnTo>
                <a:lnTo>
                  <a:pt x="114563" y="260887"/>
                </a:lnTo>
                <a:lnTo>
                  <a:pt x="101937" y="239197"/>
                </a:lnTo>
                <a:lnTo>
                  <a:pt x="97491" y="210571"/>
                </a:lnTo>
                <a:lnTo>
                  <a:pt x="97491" y="0"/>
                </a:lnTo>
                <a:lnTo>
                  <a:pt x="0" y="0"/>
                </a:lnTo>
                <a:lnTo>
                  <a:pt x="0" y="227557"/>
                </a:lnTo>
                <a:lnTo>
                  <a:pt x="8892" y="283908"/>
                </a:lnTo>
                <a:lnTo>
                  <a:pt x="33621" y="326211"/>
                </a:lnTo>
                <a:lnTo>
                  <a:pt x="71787" y="352809"/>
                </a:lnTo>
                <a:lnTo>
                  <a:pt x="120991" y="362043"/>
                </a:lnTo>
                <a:lnTo>
                  <a:pt x="158215" y="357066"/>
                </a:lnTo>
                <a:lnTo>
                  <a:pt x="189136" y="342993"/>
                </a:lnTo>
                <a:lnTo>
                  <a:pt x="213032" y="321110"/>
                </a:lnTo>
                <a:lnTo>
                  <a:pt x="229185" y="292706"/>
                </a:lnTo>
                <a:lnTo>
                  <a:pt x="232908" y="292706"/>
                </a:lnTo>
                <a:lnTo>
                  <a:pt x="232908" y="357389"/>
                </a:lnTo>
                <a:lnTo>
                  <a:pt x="326443" y="357389"/>
                </a:lnTo>
                <a:lnTo>
                  <a:pt x="3264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655951" y="352331"/>
            <a:ext cx="327660" cy="362585"/>
          </a:xfrm>
          <a:custGeom>
            <a:avLst/>
            <a:gdLst/>
            <a:ahLst/>
            <a:cxnLst/>
            <a:rect l="l" t="t" r="r" b="b"/>
            <a:pathLst>
              <a:path w="327660" h="362584">
                <a:moveTo>
                  <a:pt x="204521" y="0"/>
                </a:moveTo>
                <a:lnTo>
                  <a:pt x="167504" y="4719"/>
                </a:lnTo>
                <a:lnTo>
                  <a:pt x="136813" y="18207"/>
                </a:lnTo>
                <a:lnTo>
                  <a:pt x="113102" y="39460"/>
                </a:lnTo>
                <a:lnTo>
                  <a:pt x="97025" y="67476"/>
                </a:lnTo>
                <a:lnTo>
                  <a:pt x="92837" y="67476"/>
                </a:lnTo>
                <a:lnTo>
                  <a:pt x="92837" y="4653"/>
                </a:lnTo>
                <a:lnTo>
                  <a:pt x="0" y="4653"/>
                </a:lnTo>
                <a:lnTo>
                  <a:pt x="0" y="362043"/>
                </a:lnTo>
                <a:lnTo>
                  <a:pt x="97490" y="362043"/>
                </a:lnTo>
                <a:lnTo>
                  <a:pt x="97490" y="155194"/>
                </a:lnTo>
                <a:lnTo>
                  <a:pt x="102489" y="123768"/>
                </a:lnTo>
                <a:lnTo>
                  <a:pt x="116541" y="100457"/>
                </a:lnTo>
                <a:lnTo>
                  <a:pt x="138227" y="85958"/>
                </a:lnTo>
                <a:lnTo>
                  <a:pt x="166130" y="80970"/>
                </a:lnTo>
                <a:lnTo>
                  <a:pt x="193142" y="85802"/>
                </a:lnTo>
                <a:lnTo>
                  <a:pt x="213305" y="99730"/>
                </a:lnTo>
                <a:lnTo>
                  <a:pt x="225876" y="121903"/>
                </a:lnTo>
                <a:lnTo>
                  <a:pt x="230115" y="151472"/>
                </a:lnTo>
                <a:lnTo>
                  <a:pt x="230115" y="362043"/>
                </a:lnTo>
                <a:lnTo>
                  <a:pt x="327607" y="362043"/>
                </a:lnTo>
                <a:lnTo>
                  <a:pt x="327607" y="134486"/>
                </a:lnTo>
                <a:lnTo>
                  <a:pt x="318845" y="78233"/>
                </a:lnTo>
                <a:lnTo>
                  <a:pt x="293985" y="35919"/>
                </a:lnTo>
                <a:lnTo>
                  <a:pt x="255164" y="9267"/>
                </a:lnTo>
                <a:lnTo>
                  <a:pt x="2045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235134" y="228316"/>
            <a:ext cx="187325" cy="589915"/>
          </a:xfrm>
          <a:custGeom>
            <a:avLst/>
            <a:gdLst/>
            <a:ahLst/>
            <a:cxnLst/>
            <a:rect l="l" t="t" r="r" b="b"/>
            <a:pathLst>
              <a:path w="187325" h="589915">
                <a:moveTo>
                  <a:pt x="186838" y="0"/>
                </a:moveTo>
                <a:lnTo>
                  <a:pt x="94000" y="0"/>
                </a:lnTo>
                <a:lnTo>
                  <a:pt x="65062" y="42551"/>
                </a:lnTo>
                <a:lnTo>
                  <a:pt x="41502" y="87494"/>
                </a:lnTo>
                <a:lnTo>
                  <a:pt x="23267" y="135009"/>
                </a:lnTo>
                <a:lnTo>
                  <a:pt x="10306" y="185278"/>
                </a:lnTo>
                <a:lnTo>
                  <a:pt x="2568" y="238481"/>
                </a:lnTo>
                <a:lnTo>
                  <a:pt x="0" y="294799"/>
                </a:lnTo>
                <a:lnTo>
                  <a:pt x="2568" y="351019"/>
                </a:lnTo>
                <a:lnTo>
                  <a:pt x="10306" y="404156"/>
                </a:lnTo>
                <a:lnTo>
                  <a:pt x="23267" y="454385"/>
                </a:lnTo>
                <a:lnTo>
                  <a:pt x="41502" y="501880"/>
                </a:lnTo>
                <a:lnTo>
                  <a:pt x="65062" y="546815"/>
                </a:lnTo>
                <a:lnTo>
                  <a:pt x="94000" y="589366"/>
                </a:lnTo>
                <a:lnTo>
                  <a:pt x="186838" y="589366"/>
                </a:lnTo>
                <a:lnTo>
                  <a:pt x="163789" y="553860"/>
                </a:lnTo>
                <a:lnTo>
                  <a:pt x="143293" y="510153"/>
                </a:lnTo>
                <a:lnTo>
                  <a:pt x="126080" y="460319"/>
                </a:lnTo>
                <a:lnTo>
                  <a:pt x="112881" y="406432"/>
                </a:lnTo>
                <a:lnTo>
                  <a:pt x="104427" y="350567"/>
                </a:lnTo>
                <a:lnTo>
                  <a:pt x="101446" y="294799"/>
                </a:lnTo>
                <a:lnTo>
                  <a:pt x="104427" y="238933"/>
                </a:lnTo>
                <a:lnTo>
                  <a:pt x="112881" y="183003"/>
                </a:lnTo>
                <a:lnTo>
                  <a:pt x="126080" y="129076"/>
                </a:lnTo>
                <a:lnTo>
                  <a:pt x="143293" y="79221"/>
                </a:lnTo>
                <a:lnTo>
                  <a:pt x="163789" y="35506"/>
                </a:lnTo>
                <a:lnTo>
                  <a:pt x="1868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471299" y="231340"/>
            <a:ext cx="346075" cy="483234"/>
          </a:xfrm>
          <a:custGeom>
            <a:avLst/>
            <a:gdLst/>
            <a:ahLst/>
            <a:cxnLst/>
            <a:rect l="l" t="t" r="r" b="b"/>
            <a:pathLst>
              <a:path w="346075" h="483234">
                <a:moveTo>
                  <a:pt x="168922" y="0"/>
                </a:moveTo>
                <a:lnTo>
                  <a:pt x="121653" y="4844"/>
                </a:lnTo>
                <a:lnTo>
                  <a:pt x="80609" y="18898"/>
                </a:lnTo>
                <a:lnTo>
                  <a:pt x="46854" y="41445"/>
                </a:lnTo>
                <a:lnTo>
                  <a:pt x="21457" y="71767"/>
                </a:lnTo>
                <a:lnTo>
                  <a:pt x="5483" y="109147"/>
                </a:lnTo>
                <a:lnTo>
                  <a:pt x="0" y="152868"/>
                </a:lnTo>
                <a:lnTo>
                  <a:pt x="94000" y="152868"/>
                </a:lnTo>
                <a:lnTo>
                  <a:pt x="99185" y="121969"/>
                </a:lnTo>
                <a:lnTo>
                  <a:pt x="114185" y="98683"/>
                </a:lnTo>
                <a:lnTo>
                  <a:pt x="137649" y="83992"/>
                </a:lnTo>
                <a:lnTo>
                  <a:pt x="168224" y="78877"/>
                </a:lnTo>
                <a:lnTo>
                  <a:pt x="198264" y="83607"/>
                </a:lnTo>
                <a:lnTo>
                  <a:pt x="222175" y="97171"/>
                </a:lnTo>
                <a:lnTo>
                  <a:pt x="238015" y="118632"/>
                </a:lnTo>
                <a:lnTo>
                  <a:pt x="243843" y="147051"/>
                </a:lnTo>
                <a:lnTo>
                  <a:pt x="239273" y="173885"/>
                </a:lnTo>
                <a:lnTo>
                  <a:pt x="226131" y="198908"/>
                </a:lnTo>
                <a:lnTo>
                  <a:pt x="204743" y="224761"/>
                </a:lnTo>
                <a:lnTo>
                  <a:pt x="175437" y="254082"/>
                </a:lnTo>
                <a:lnTo>
                  <a:pt x="4188" y="411603"/>
                </a:lnTo>
                <a:lnTo>
                  <a:pt x="4420" y="483034"/>
                </a:lnTo>
                <a:lnTo>
                  <a:pt x="345755" y="483034"/>
                </a:lnTo>
                <a:lnTo>
                  <a:pt x="345755" y="401830"/>
                </a:lnTo>
                <a:lnTo>
                  <a:pt x="141932" y="401830"/>
                </a:lnTo>
                <a:lnTo>
                  <a:pt x="141932" y="398573"/>
                </a:lnTo>
                <a:lnTo>
                  <a:pt x="214526" y="328538"/>
                </a:lnTo>
                <a:lnTo>
                  <a:pt x="265179" y="280083"/>
                </a:lnTo>
                <a:lnTo>
                  <a:pt x="300776" y="239659"/>
                </a:lnTo>
                <a:lnTo>
                  <a:pt x="323519" y="204685"/>
                </a:lnTo>
                <a:lnTo>
                  <a:pt x="335607" y="172582"/>
                </a:lnTo>
                <a:lnTo>
                  <a:pt x="339240" y="140769"/>
                </a:lnTo>
                <a:lnTo>
                  <a:pt x="331266" y="94411"/>
                </a:lnTo>
                <a:lnTo>
                  <a:pt x="308672" y="55535"/>
                </a:lnTo>
                <a:lnTo>
                  <a:pt x="273034" y="25762"/>
                </a:lnTo>
                <a:lnTo>
                  <a:pt x="225925" y="6710"/>
                </a:lnTo>
                <a:lnTo>
                  <a:pt x="168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881041" y="231340"/>
            <a:ext cx="382905" cy="493395"/>
          </a:xfrm>
          <a:custGeom>
            <a:avLst/>
            <a:gdLst/>
            <a:ahLst/>
            <a:cxnLst/>
            <a:rect l="l" t="t" r="r" b="b"/>
            <a:pathLst>
              <a:path w="382904" h="493395">
                <a:moveTo>
                  <a:pt x="191259" y="0"/>
                </a:moveTo>
                <a:lnTo>
                  <a:pt x="148718" y="4153"/>
                </a:lnTo>
                <a:lnTo>
                  <a:pt x="148855" y="4153"/>
                </a:lnTo>
                <a:lnTo>
                  <a:pt x="111141" y="16429"/>
                </a:lnTo>
                <a:lnTo>
                  <a:pt x="78433" y="36552"/>
                </a:lnTo>
                <a:lnTo>
                  <a:pt x="51130" y="64073"/>
                </a:lnTo>
                <a:lnTo>
                  <a:pt x="29268" y="99035"/>
                </a:lnTo>
                <a:lnTo>
                  <a:pt x="13262" y="141056"/>
                </a:lnTo>
                <a:lnTo>
                  <a:pt x="3408" y="189877"/>
                </a:lnTo>
                <a:lnTo>
                  <a:pt x="0" y="245239"/>
                </a:lnTo>
                <a:lnTo>
                  <a:pt x="3188" y="300846"/>
                </a:lnTo>
                <a:lnTo>
                  <a:pt x="12902" y="350023"/>
                </a:lnTo>
                <a:lnTo>
                  <a:pt x="28838" y="392471"/>
                </a:lnTo>
                <a:lnTo>
                  <a:pt x="50694" y="427890"/>
                </a:lnTo>
                <a:lnTo>
                  <a:pt x="78166" y="455979"/>
                </a:lnTo>
                <a:lnTo>
                  <a:pt x="110953" y="476439"/>
                </a:lnTo>
                <a:lnTo>
                  <a:pt x="149010" y="489056"/>
                </a:lnTo>
                <a:lnTo>
                  <a:pt x="149600" y="489056"/>
                </a:lnTo>
                <a:lnTo>
                  <a:pt x="191259" y="493272"/>
                </a:lnTo>
                <a:lnTo>
                  <a:pt x="233680" y="489056"/>
                </a:lnTo>
                <a:lnTo>
                  <a:pt x="271401" y="476603"/>
                </a:lnTo>
                <a:lnTo>
                  <a:pt x="304126" y="456204"/>
                </a:lnTo>
                <a:lnTo>
                  <a:pt x="331562" y="428152"/>
                </a:lnTo>
                <a:lnTo>
                  <a:pt x="342204" y="410905"/>
                </a:lnTo>
                <a:lnTo>
                  <a:pt x="191259" y="410905"/>
                </a:lnTo>
                <a:lnTo>
                  <a:pt x="160648" y="404263"/>
                </a:lnTo>
                <a:lnTo>
                  <a:pt x="135510" y="384354"/>
                </a:lnTo>
                <a:lnTo>
                  <a:pt x="116626" y="351198"/>
                </a:lnTo>
                <a:lnTo>
                  <a:pt x="104778" y="304819"/>
                </a:lnTo>
                <a:lnTo>
                  <a:pt x="100748" y="245239"/>
                </a:lnTo>
                <a:lnTo>
                  <a:pt x="104979" y="186390"/>
                </a:lnTo>
                <a:lnTo>
                  <a:pt x="116894" y="140540"/>
                </a:lnTo>
                <a:lnTo>
                  <a:pt x="135744" y="107734"/>
                </a:lnTo>
                <a:lnTo>
                  <a:pt x="160782" y="88018"/>
                </a:lnTo>
                <a:lnTo>
                  <a:pt x="191259" y="81436"/>
                </a:lnTo>
                <a:lnTo>
                  <a:pt x="342316" y="81436"/>
                </a:lnTo>
                <a:lnTo>
                  <a:pt x="331562" y="64247"/>
                </a:lnTo>
                <a:lnTo>
                  <a:pt x="304085" y="36552"/>
                </a:lnTo>
                <a:lnTo>
                  <a:pt x="271335" y="16429"/>
                </a:lnTo>
                <a:lnTo>
                  <a:pt x="233623" y="4153"/>
                </a:lnTo>
                <a:lnTo>
                  <a:pt x="191259" y="0"/>
                </a:lnTo>
                <a:close/>
              </a:path>
              <a:path w="382904" h="493395">
                <a:moveTo>
                  <a:pt x="342316" y="81436"/>
                </a:moveTo>
                <a:lnTo>
                  <a:pt x="191259" y="81436"/>
                </a:lnTo>
                <a:lnTo>
                  <a:pt x="221736" y="88018"/>
                </a:lnTo>
                <a:lnTo>
                  <a:pt x="246773" y="107734"/>
                </a:lnTo>
                <a:lnTo>
                  <a:pt x="265624" y="140540"/>
                </a:lnTo>
                <a:lnTo>
                  <a:pt x="277539" y="186390"/>
                </a:lnTo>
                <a:lnTo>
                  <a:pt x="281769" y="245239"/>
                </a:lnTo>
                <a:lnTo>
                  <a:pt x="277650" y="304819"/>
                </a:lnTo>
                <a:lnTo>
                  <a:pt x="265791" y="351198"/>
                </a:lnTo>
                <a:lnTo>
                  <a:pt x="246941" y="384354"/>
                </a:lnTo>
                <a:lnTo>
                  <a:pt x="221847" y="404263"/>
                </a:lnTo>
                <a:lnTo>
                  <a:pt x="191259" y="410905"/>
                </a:lnTo>
                <a:lnTo>
                  <a:pt x="342204" y="410905"/>
                </a:lnTo>
                <a:lnTo>
                  <a:pt x="353414" y="392737"/>
                </a:lnTo>
                <a:lnTo>
                  <a:pt x="369386" y="350253"/>
                </a:lnTo>
                <a:lnTo>
                  <a:pt x="379186" y="300989"/>
                </a:lnTo>
                <a:lnTo>
                  <a:pt x="382518" y="245239"/>
                </a:lnTo>
                <a:lnTo>
                  <a:pt x="379243" y="190010"/>
                </a:lnTo>
                <a:lnTo>
                  <a:pt x="369452" y="141252"/>
                </a:lnTo>
                <a:lnTo>
                  <a:pt x="353454" y="99239"/>
                </a:lnTo>
                <a:lnTo>
                  <a:pt x="342316" y="81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327545" y="231340"/>
            <a:ext cx="346075" cy="483234"/>
          </a:xfrm>
          <a:custGeom>
            <a:avLst/>
            <a:gdLst/>
            <a:ahLst/>
            <a:cxnLst/>
            <a:rect l="l" t="t" r="r" b="b"/>
            <a:pathLst>
              <a:path w="346075" h="483234">
                <a:moveTo>
                  <a:pt x="168922" y="0"/>
                </a:moveTo>
                <a:lnTo>
                  <a:pt x="121653" y="4844"/>
                </a:lnTo>
                <a:lnTo>
                  <a:pt x="80609" y="18898"/>
                </a:lnTo>
                <a:lnTo>
                  <a:pt x="46855" y="41445"/>
                </a:lnTo>
                <a:lnTo>
                  <a:pt x="21457" y="71767"/>
                </a:lnTo>
                <a:lnTo>
                  <a:pt x="5484" y="109147"/>
                </a:lnTo>
                <a:lnTo>
                  <a:pt x="0" y="152868"/>
                </a:lnTo>
                <a:lnTo>
                  <a:pt x="94000" y="152868"/>
                </a:lnTo>
                <a:lnTo>
                  <a:pt x="99185" y="121969"/>
                </a:lnTo>
                <a:lnTo>
                  <a:pt x="114185" y="98683"/>
                </a:lnTo>
                <a:lnTo>
                  <a:pt x="137649" y="83992"/>
                </a:lnTo>
                <a:lnTo>
                  <a:pt x="168224" y="78877"/>
                </a:lnTo>
                <a:lnTo>
                  <a:pt x="198265" y="83607"/>
                </a:lnTo>
                <a:lnTo>
                  <a:pt x="222176" y="97171"/>
                </a:lnTo>
                <a:lnTo>
                  <a:pt x="238016" y="118632"/>
                </a:lnTo>
                <a:lnTo>
                  <a:pt x="243843" y="147051"/>
                </a:lnTo>
                <a:lnTo>
                  <a:pt x="239274" y="173885"/>
                </a:lnTo>
                <a:lnTo>
                  <a:pt x="226131" y="198908"/>
                </a:lnTo>
                <a:lnTo>
                  <a:pt x="204743" y="224761"/>
                </a:lnTo>
                <a:lnTo>
                  <a:pt x="175437" y="254082"/>
                </a:lnTo>
                <a:lnTo>
                  <a:pt x="4188" y="411603"/>
                </a:lnTo>
                <a:lnTo>
                  <a:pt x="4420" y="483034"/>
                </a:lnTo>
                <a:lnTo>
                  <a:pt x="345755" y="483034"/>
                </a:lnTo>
                <a:lnTo>
                  <a:pt x="345755" y="401830"/>
                </a:lnTo>
                <a:lnTo>
                  <a:pt x="141932" y="401830"/>
                </a:lnTo>
                <a:lnTo>
                  <a:pt x="141932" y="398573"/>
                </a:lnTo>
                <a:lnTo>
                  <a:pt x="214526" y="328538"/>
                </a:lnTo>
                <a:lnTo>
                  <a:pt x="265179" y="280083"/>
                </a:lnTo>
                <a:lnTo>
                  <a:pt x="300776" y="239659"/>
                </a:lnTo>
                <a:lnTo>
                  <a:pt x="323519" y="204685"/>
                </a:lnTo>
                <a:lnTo>
                  <a:pt x="335607" y="172582"/>
                </a:lnTo>
                <a:lnTo>
                  <a:pt x="339240" y="140769"/>
                </a:lnTo>
                <a:lnTo>
                  <a:pt x="331266" y="94411"/>
                </a:lnTo>
                <a:lnTo>
                  <a:pt x="308672" y="55535"/>
                </a:lnTo>
                <a:lnTo>
                  <a:pt x="273034" y="25762"/>
                </a:lnTo>
                <a:lnTo>
                  <a:pt x="225926" y="6710"/>
                </a:lnTo>
                <a:lnTo>
                  <a:pt x="168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744732" y="237855"/>
            <a:ext cx="354330" cy="483234"/>
          </a:xfrm>
          <a:custGeom>
            <a:avLst/>
            <a:gdLst/>
            <a:ahLst/>
            <a:cxnLst/>
            <a:rect l="l" t="t" r="r" b="b"/>
            <a:pathLst>
              <a:path w="354329" h="483234">
                <a:moveTo>
                  <a:pt x="327141" y="0"/>
                </a:moveTo>
                <a:lnTo>
                  <a:pt x="33970" y="0"/>
                </a:lnTo>
                <a:lnTo>
                  <a:pt x="7911" y="274325"/>
                </a:lnTo>
                <a:lnTo>
                  <a:pt x="97956" y="274325"/>
                </a:lnTo>
                <a:lnTo>
                  <a:pt x="110375" y="256917"/>
                </a:lnTo>
                <a:lnTo>
                  <a:pt x="126982" y="244484"/>
                </a:lnTo>
                <a:lnTo>
                  <a:pt x="147690" y="237023"/>
                </a:lnTo>
                <a:lnTo>
                  <a:pt x="172412" y="234536"/>
                </a:lnTo>
                <a:lnTo>
                  <a:pt x="207063" y="240983"/>
                </a:lnTo>
                <a:lnTo>
                  <a:pt x="234275" y="258706"/>
                </a:lnTo>
                <a:lnTo>
                  <a:pt x="252020" y="285809"/>
                </a:lnTo>
                <a:lnTo>
                  <a:pt x="258269" y="320394"/>
                </a:lnTo>
                <a:lnTo>
                  <a:pt x="252143" y="354634"/>
                </a:lnTo>
                <a:lnTo>
                  <a:pt x="234740" y="381413"/>
                </a:lnTo>
                <a:lnTo>
                  <a:pt x="208044" y="398857"/>
                </a:lnTo>
                <a:lnTo>
                  <a:pt x="174041" y="405088"/>
                </a:lnTo>
                <a:lnTo>
                  <a:pt x="144618" y="400511"/>
                </a:lnTo>
                <a:lnTo>
                  <a:pt x="120322" y="387667"/>
                </a:lnTo>
                <a:lnTo>
                  <a:pt x="103398" y="367885"/>
                </a:lnTo>
                <a:lnTo>
                  <a:pt x="96094" y="342498"/>
                </a:lnTo>
                <a:lnTo>
                  <a:pt x="0" y="342498"/>
                </a:lnTo>
                <a:lnTo>
                  <a:pt x="9277" y="388564"/>
                </a:lnTo>
                <a:lnTo>
                  <a:pt x="33453" y="427348"/>
                </a:lnTo>
                <a:lnTo>
                  <a:pt x="70394" y="457153"/>
                </a:lnTo>
                <a:lnTo>
                  <a:pt x="117968" y="476281"/>
                </a:lnTo>
                <a:lnTo>
                  <a:pt x="174041" y="483034"/>
                </a:lnTo>
                <a:lnTo>
                  <a:pt x="224543" y="477486"/>
                </a:lnTo>
                <a:lnTo>
                  <a:pt x="268292" y="461611"/>
                </a:lnTo>
                <a:lnTo>
                  <a:pt x="304194" y="436557"/>
                </a:lnTo>
                <a:lnTo>
                  <a:pt x="331157" y="403476"/>
                </a:lnTo>
                <a:lnTo>
                  <a:pt x="348090" y="363519"/>
                </a:lnTo>
                <a:lnTo>
                  <a:pt x="353899" y="317835"/>
                </a:lnTo>
                <a:lnTo>
                  <a:pt x="346561" y="266411"/>
                </a:lnTo>
                <a:lnTo>
                  <a:pt x="325632" y="223130"/>
                </a:lnTo>
                <a:lnTo>
                  <a:pt x="293154" y="189878"/>
                </a:lnTo>
                <a:lnTo>
                  <a:pt x="251172" y="168543"/>
                </a:lnTo>
                <a:lnTo>
                  <a:pt x="201729" y="161012"/>
                </a:lnTo>
                <a:lnTo>
                  <a:pt x="171605" y="164033"/>
                </a:lnTo>
                <a:lnTo>
                  <a:pt x="144840" y="172442"/>
                </a:lnTo>
                <a:lnTo>
                  <a:pt x="122612" y="185257"/>
                </a:lnTo>
                <a:lnTo>
                  <a:pt x="106100" y="201496"/>
                </a:lnTo>
                <a:lnTo>
                  <a:pt x="102377" y="201496"/>
                </a:lnTo>
                <a:lnTo>
                  <a:pt x="115407" y="81204"/>
                </a:lnTo>
                <a:lnTo>
                  <a:pt x="327141" y="81204"/>
                </a:lnTo>
                <a:lnTo>
                  <a:pt x="3271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144934" y="228316"/>
            <a:ext cx="187325" cy="589915"/>
          </a:xfrm>
          <a:custGeom>
            <a:avLst/>
            <a:gdLst/>
            <a:ahLst/>
            <a:cxnLst/>
            <a:rect l="l" t="t" r="r" b="b"/>
            <a:pathLst>
              <a:path w="187325" h="589915">
                <a:moveTo>
                  <a:pt x="93070" y="0"/>
                </a:moveTo>
                <a:lnTo>
                  <a:pt x="0" y="0"/>
                </a:lnTo>
                <a:lnTo>
                  <a:pt x="23146" y="35506"/>
                </a:lnTo>
                <a:lnTo>
                  <a:pt x="43708" y="79221"/>
                </a:lnTo>
                <a:lnTo>
                  <a:pt x="60961" y="129076"/>
                </a:lnTo>
                <a:lnTo>
                  <a:pt x="74180" y="183003"/>
                </a:lnTo>
                <a:lnTo>
                  <a:pt x="82642" y="238933"/>
                </a:lnTo>
                <a:lnTo>
                  <a:pt x="85624" y="294799"/>
                </a:lnTo>
                <a:lnTo>
                  <a:pt x="82642" y="350567"/>
                </a:lnTo>
                <a:lnTo>
                  <a:pt x="74180" y="406432"/>
                </a:lnTo>
                <a:lnTo>
                  <a:pt x="60961" y="460319"/>
                </a:lnTo>
                <a:lnTo>
                  <a:pt x="43708" y="510153"/>
                </a:lnTo>
                <a:lnTo>
                  <a:pt x="23146" y="553860"/>
                </a:lnTo>
                <a:lnTo>
                  <a:pt x="0" y="589366"/>
                </a:lnTo>
                <a:lnTo>
                  <a:pt x="93070" y="589366"/>
                </a:lnTo>
                <a:lnTo>
                  <a:pt x="121990" y="546815"/>
                </a:lnTo>
                <a:lnTo>
                  <a:pt x="145508" y="501880"/>
                </a:lnTo>
                <a:lnTo>
                  <a:pt x="163687" y="454385"/>
                </a:lnTo>
                <a:lnTo>
                  <a:pt x="176592" y="404156"/>
                </a:lnTo>
                <a:lnTo>
                  <a:pt x="184287" y="351019"/>
                </a:lnTo>
                <a:lnTo>
                  <a:pt x="186838" y="294799"/>
                </a:lnTo>
                <a:lnTo>
                  <a:pt x="184287" y="238481"/>
                </a:lnTo>
                <a:lnTo>
                  <a:pt x="176592" y="185278"/>
                </a:lnTo>
                <a:lnTo>
                  <a:pt x="163687" y="135009"/>
                </a:lnTo>
                <a:lnTo>
                  <a:pt x="145508" y="87494"/>
                </a:lnTo>
                <a:lnTo>
                  <a:pt x="121990" y="42551"/>
                </a:lnTo>
                <a:lnTo>
                  <a:pt x="930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9018435" y="5797981"/>
            <a:ext cx="1210310" cy="315595"/>
          </a:xfrm>
          <a:custGeom>
            <a:avLst/>
            <a:gdLst/>
            <a:ahLst/>
            <a:cxnLst/>
            <a:rect l="l" t="t" r="r" b="b"/>
            <a:pathLst>
              <a:path w="1210309" h="315595">
                <a:moveTo>
                  <a:pt x="185585" y="153771"/>
                </a:moveTo>
                <a:lnTo>
                  <a:pt x="153720" y="139700"/>
                </a:lnTo>
                <a:lnTo>
                  <a:pt x="129044" y="119519"/>
                </a:lnTo>
                <a:lnTo>
                  <a:pt x="123202" y="110439"/>
                </a:lnTo>
                <a:lnTo>
                  <a:pt x="113093" y="94742"/>
                </a:lnTo>
                <a:lnTo>
                  <a:pt x="107442" y="66865"/>
                </a:lnTo>
                <a:lnTo>
                  <a:pt x="107442" y="61353"/>
                </a:lnTo>
                <a:lnTo>
                  <a:pt x="178320" y="61353"/>
                </a:lnTo>
                <a:lnTo>
                  <a:pt x="178320" y="38811"/>
                </a:lnTo>
                <a:lnTo>
                  <a:pt x="107937" y="38811"/>
                </a:lnTo>
                <a:lnTo>
                  <a:pt x="107937" y="0"/>
                </a:lnTo>
                <a:lnTo>
                  <a:pt x="79895" y="0"/>
                </a:lnTo>
                <a:lnTo>
                  <a:pt x="79895" y="38811"/>
                </a:lnTo>
                <a:lnTo>
                  <a:pt x="8763" y="38811"/>
                </a:lnTo>
                <a:lnTo>
                  <a:pt x="8763" y="61353"/>
                </a:lnTo>
                <a:lnTo>
                  <a:pt x="79895" y="61353"/>
                </a:lnTo>
                <a:lnTo>
                  <a:pt x="79895" y="66865"/>
                </a:lnTo>
                <a:lnTo>
                  <a:pt x="73990" y="97129"/>
                </a:lnTo>
                <a:lnTo>
                  <a:pt x="57505" y="123748"/>
                </a:lnTo>
                <a:lnTo>
                  <a:pt x="32245" y="145161"/>
                </a:lnTo>
                <a:lnTo>
                  <a:pt x="0" y="159778"/>
                </a:lnTo>
                <a:lnTo>
                  <a:pt x="13779" y="181571"/>
                </a:lnTo>
                <a:lnTo>
                  <a:pt x="40246" y="170014"/>
                </a:lnTo>
                <a:lnTo>
                  <a:pt x="62877" y="153936"/>
                </a:lnTo>
                <a:lnTo>
                  <a:pt x="81026" y="133896"/>
                </a:lnTo>
                <a:lnTo>
                  <a:pt x="94043" y="110439"/>
                </a:lnTo>
                <a:lnTo>
                  <a:pt x="107022" y="131813"/>
                </a:lnTo>
                <a:lnTo>
                  <a:pt x="124764" y="150139"/>
                </a:lnTo>
                <a:lnTo>
                  <a:pt x="146710" y="164896"/>
                </a:lnTo>
                <a:lnTo>
                  <a:pt x="172300" y="175564"/>
                </a:lnTo>
                <a:lnTo>
                  <a:pt x="185470" y="153936"/>
                </a:lnTo>
                <a:lnTo>
                  <a:pt x="185585" y="153771"/>
                </a:lnTo>
                <a:close/>
              </a:path>
              <a:path w="1210309" h="315595">
                <a:moveTo>
                  <a:pt x="246189" y="202603"/>
                </a:moveTo>
                <a:lnTo>
                  <a:pt x="218643" y="202603"/>
                </a:lnTo>
                <a:lnTo>
                  <a:pt x="218643" y="224650"/>
                </a:lnTo>
                <a:lnTo>
                  <a:pt x="218643" y="289255"/>
                </a:lnTo>
                <a:lnTo>
                  <a:pt x="74637" y="289255"/>
                </a:lnTo>
                <a:lnTo>
                  <a:pt x="74637" y="224650"/>
                </a:lnTo>
                <a:lnTo>
                  <a:pt x="218643" y="224650"/>
                </a:lnTo>
                <a:lnTo>
                  <a:pt x="218643" y="202603"/>
                </a:lnTo>
                <a:lnTo>
                  <a:pt x="47332" y="202603"/>
                </a:lnTo>
                <a:lnTo>
                  <a:pt x="47332" y="312051"/>
                </a:lnTo>
                <a:lnTo>
                  <a:pt x="246189" y="312051"/>
                </a:lnTo>
                <a:lnTo>
                  <a:pt x="246189" y="289255"/>
                </a:lnTo>
                <a:lnTo>
                  <a:pt x="246189" y="224650"/>
                </a:lnTo>
                <a:lnTo>
                  <a:pt x="246189" y="202603"/>
                </a:lnTo>
                <a:close/>
              </a:path>
              <a:path w="1210309" h="315595">
                <a:moveTo>
                  <a:pt x="293522" y="81394"/>
                </a:moveTo>
                <a:lnTo>
                  <a:pt x="246189" y="81394"/>
                </a:lnTo>
                <a:lnTo>
                  <a:pt x="246189" y="1498"/>
                </a:lnTo>
                <a:lnTo>
                  <a:pt x="218389" y="1498"/>
                </a:lnTo>
                <a:lnTo>
                  <a:pt x="218389" y="188087"/>
                </a:lnTo>
                <a:lnTo>
                  <a:pt x="246189" y="188087"/>
                </a:lnTo>
                <a:lnTo>
                  <a:pt x="246189" y="104940"/>
                </a:lnTo>
                <a:lnTo>
                  <a:pt x="293522" y="104940"/>
                </a:lnTo>
                <a:lnTo>
                  <a:pt x="293522" y="81394"/>
                </a:lnTo>
                <a:close/>
              </a:path>
              <a:path w="1210309" h="315595">
                <a:moveTo>
                  <a:pt x="566000" y="33312"/>
                </a:moveTo>
                <a:lnTo>
                  <a:pt x="344106" y="33312"/>
                </a:lnTo>
                <a:lnTo>
                  <a:pt x="344106" y="56349"/>
                </a:lnTo>
                <a:lnTo>
                  <a:pt x="538200" y="56349"/>
                </a:lnTo>
                <a:lnTo>
                  <a:pt x="538200" y="64617"/>
                </a:lnTo>
                <a:lnTo>
                  <a:pt x="537870" y="94297"/>
                </a:lnTo>
                <a:lnTo>
                  <a:pt x="536511" y="127254"/>
                </a:lnTo>
                <a:lnTo>
                  <a:pt x="532993" y="164388"/>
                </a:lnTo>
                <a:lnTo>
                  <a:pt x="526186" y="206616"/>
                </a:lnTo>
                <a:lnTo>
                  <a:pt x="554228" y="209867"/>
                </a:lnTo>
                <a:lnTo>
                  <a:pt x="560895" y="165900"/>
                </a:lnTo>
                <a:lnTo>
                  <a:pt x="564349" y="128041"/>
                </a:lnTo>
                <a:lnTo>
                  <a:pt x="565683" y="94780"/>
                </a:lnTo>
                <a:lnTo>
                  <a:pt x="566000" y="64617"/>
                </a:lnTo>
                <a:lnTo>
                  <a:pt x="566000" y="33312"/>
                </a:lnTo>
                <a:close/>
              </a:path>
              <a:path w="1210309" h="315595">
                <a:moveTo>
                  <a:pt x="600570" y="248437"/>
                </a:moveTo>
                <a:lnTo>
                  <a:pt x="453555" y="248437"/>
                </a:lnTo>
                <a:lnTo>
                  <a:pt x="453555" y="135991"/>
                </a:lnTo>
                <a:lnTo>
                  <a:pt x="426008" y="135991"/>
                </a:lnTo>
                <a:lnTo>
                  <a:pt x="426008" y="248437"/>
                </a:lnTo>
                <a:lnTo>
                  <a:pt x="313550" y="248437"/>
                </a:lnTo>
                <a:lnTo>
                  <a:pt x="313550" y="271729"/>
                </a:lnTo>
                <a:lnTo>
                  <a:pt x="600570" y="271729"/>
                </a:lnTo>
                <a:lnTo>
                  <a:pt x="600570" y="248437"/>
                </a:lnTo>
                <a:close/>
              </a:path>
              <a:path w="1210309" h="315595">
                <a:moveTo>
                  <a:pt x="774115" y="130225"/>
                </a:moveTo>
                <a:lnTo>
                  <a:pt x="769048" y="107873"/>
                </a:lnTo>
                <a:lnTo>
                  <a:pt x="760260" y="97167"/>
                </a:lnTo>
                <a:lnTo>
                  <a:pt x="755116" y="90906"/>
                </a:lnTo>
                <a:lnTo>
                  <a:pt x="748830" y="87757"/>
                </a:lnTo>
                <a:lnTo>
                  <a:pt x="748830" y="130225"/>
                </a:lnTo>
                <a:lnTo>
                  <a:pt x="745731" y="143700"/>
                </a:lnTo>
                <a:lnTo>
                  <a:pt x="737019" y="154051"/>
                </a:lnTo>
                <a:lnTo>
                  <a:pt x="723569" y="160693"/>
                </a:lnTo>
                <a:lnTo>
                  <a:pt x="706247" y="163042"/>
                </a:lnTo>
                <a:lnTo>
                  <a:pt x="689076" y="160693"/>
                </a:lnTo>
                <a:lnTo>
                  <a:pt x="675690" y="154051"/>
                </a:lnTo>
                <a:lnTo>
                  <a:pt x="667016" y="143700"/>
                </a:lnTo>
                <a:lnTo>
                  <a:pt x="663930" y="130225"/>
                </a:lnTo>
                <a:lnTo>
                  <a:pt x="667016" y="116509"/>
                </a:lnTo>
                <a:lnTo>
                  <a:pt x="675690" y="106095"/>
                </a:lnTo>
                <a:lnTo>
                  <a:pt x="689076" y="99479"/>
                </a:lnTo>
                <a:lnTo>
                  <a:pt x="706247" y="97167"/>
                </a:lnTo>
                <a:lnTo>
                  <a:pt x="723569" y="99479"/>
                </a:lnTo>
                <a:lnTo>
                  <a:pt x="737019" y="106095"/>
                </a:lnTo>
                <a:lnTo>
                  <a:pt x="745731" y="116509"/>
                </a:lnTo>
                <a:lnTo>
                  <a:pt x="748830" y="130225"/>
                </a:lnTo>
                <a:lnTo>
                  <a:pt x="748830" y="87757"/>
                </a:lnTo>
                <a:lnTo>
                  <a:pt x="733729" y="80149"/>
                </a:lnTo>
                <a:lnTo>
                  <a:pt x="706247" y="76377"/>
                </a:lnTo>
                <a:lnTo>
                  <a:pt x="679030" y="80149"/>
                </a:lnTo>
                <a:lnTo>
                  <a:pt x="657758" y="90906"/>
                </a:lnTo>
                <a:lnTo>
                  <a:pt x="643953" y="107873"/>
                </a:lnTo>
                <a:lnTo>
                  <a:pt x="639127" y="130225"/>
                </a:lnTo>
                <a:lnTo>
                  <a:pt x="643953" y="152273"/>
                </a:lnTo>
                <a:lnTo>
                  <a:pt x="657758" y="169265"/>
                </a:lnTo>
                <a:lnTo>
                  <a:pt x="679030" y="180200"/>
                </a:lnTo>
                <a:lnTo>
                  <a:pt x="706247" y="184073"/>
                </a:lnTo>
                <a:lnTo>
                  <a:pt x="733729" y="180200"/>
                </a:lnTo>
                <a:lnTo>
                  <a:pt x="755116" y="169265"/>
                </a:lnTo>
                <a:lnTo>
                  <a:pt x="760222" y="163042"/>
                </a:lnTo>
                <a:lnTo>
                  <a:pt x="769048" y="152273"/>
                </a:lnTo>
                <a:lnTo>
                  <a:pt x="774115" y="130225"/>
                </a:lnTo>
                <a:close/>
              </a:path>
              <a:path w="1210309" h="315595">
                <a:moveTo>
                  <a:pt x="786892" y="37566"/>
                </a:moveTo>
                <a:lnTo>
                  <a:pt x="720280" y="37566"/>
                </a:lnTo>
                <a:lnTo>
                  <a:pt x="720280" y="2755"/>
                </a:lnTo>
                <a:lnTo>
                  <a:pt x="692721" y="2755"/>
                </a:lnTo>
                <a:lnTo>
                  <a:pt x="692721" y="37566"/>
                </a:lnTo>
                <a:lnTo>
                  <a:pt x="625360" y="37566"/>
                </a:lnTo>
                <a:lnTo>
                  <a:pt x="625360" y="60350"/>
                </a:lnTo>
                <a:lnTo>
                  <a:pt x="786892" y="60350"/>
                </a:lnTo>
                <a:lnTo>
                  <a:pt x="786892" y="37566"/>
                </a:lnTo>
                <a:close/>
              </a:path>
              <a:path w="1210309" h="315595">
                <a:moveTo>
                  <a:pt x="894334" y="1752"/>
                </a:moveTo>
                <a:lnTo>
                  <a:pt x="868032" y="1752"/>
                </a:lnTo>
                <a:lnTo>
                  <a:pt x="868032" y="88404"/>
                </a:lnTo>
                <a:lnTo>
                  <a:pt x="826719" y="88404"/>
                </a:lnTo>
                <a:lnTo>
                  <a:pt x="826719" y="6756"/>
                </a:lnTo>
                <a:lnTo>
                  <a:pt x="800417" y="6756"/>
                </a:lnTo>
                <a:lnTo>
                  <a:pt x="800417" y="191833"/>
                </a:lnTo>
                <a:lnTo>
                  <a:pt x="826719" y="191833"/>
                </a:lnTo>
                <a:lnTo>
                  <a:pt x="826719" y="111442"/>
                </a:lnTo>
                <a:lnTo>
                  <a:pt x="868032" y="111442"/>
                </a:lnTo>
                <a:lnTo>
                  <a:pt x="868032" y="196850"/>
                </a:lnTo>
                <a:lnTo>
                  <a:pt x="894334" y="196850"/>
                </a:lnTo>
                <a:lnTo>
                  <a:pt x="894334" y="111442"/>
                </a:lnTo>
                <a:lnTo>
                  <a:pt x="894334" y="88404"/>
                </a:lnTo>
                <a:lnTo>
                  <a:pt x="894334" y="1752"/>
                </a:lnTo>
                <a:close/>
              </a:path>
              <a:path w="1210309" h="315595">
                <a:moveTo>
                  <a:pt x="919632" y="291261"/>
                </a:moveTo>
                <a:lnTo>
                  <a:pt x="892568" y="278790"/>
                </a:lnTo>
                <a:lnTo>
                  <a:pt x="872363" y="261023"/>
                </a:lnTo>
                <a:lnTo>
                  <a:pt x="868464" y="254444"/>
                </a:lnTo>
                <a:lnTo>
                  <a:pt x="859751" y="239776"/>
                </a:lnTo>
                <a:lnTo>
                  <a:pt x="855510" y="216877"/>
                </a:lnTo>
                <a:lnTo>
                  <a:pt x="855510" y="205867"/>
                </a:lnTo>
                <a:lnTo>
                  <a:pt x="828217" y="205867"/>
                </a:lnTo>
                <a:lnTo>
                  <a:pt x="828217" y="216877"/>
                </a:lnTo>
                <a:lnTo>
                  <a:pt x="825195" y="235381"/>
                </a:lnTo>
                <a:lnTo>
                  <a:pt x="816648" y="254444"/>
                </a:lnTo>
                <a:lnTo>
                  <a:pt x="816559" y="254673"/>
                </a:lnTo>
                <a:lnTo>
                  <a:pt x="802322" y="272897"/>
                </a:lnTo>
                <a:lnTo>
                  <a:pt x="782637" y="288137"/>
                </a:lnTo>
                <a:lnTo>
                  <a:pt x="763193" y="274040"/>
                </a:lnTo>
                <a:lnTo>
                  <a:pt x="749376" y="256641"/>
                </a:lnTo>
                <a:lnTo>
                  <a:pt x="749084" y="255955"/>
                </a:lnTo>
                <a:lnTo>
                  <a:pt x="741172" y="237172"/>
                </a:lnTo>
                <a:lnTo>
                  <a:pt x="738555" y="216877"/>
                </a:lnTo>
                <a:lnTo>
                  <a:pt x="738555" y="205867"/>
                </a:lnTo>
                <a:lnTo>
                  <a:pt x="711263" y="205867"/>
                </a:lnTo>
                <a:lnTo>
                  <a:pt x="711263" y="216877"/>
                </a:lnTo>
                <a:lnTo>
                  <a:pt x="706805" y="238785"/>
                </a:lnTo>
                <a:lnTo>
                  <a:pt x="694042" y="259892"/>
                </a:lnTo>
                <a:lnTo>
                  <a:pt x="673862" y="278091"/>
                </a:lnTo>
                <a:lnTo>
                  <a:pt x="647141" y="291261"/>
                </a:lnTo>
                <a:lnTo>
                  <a:pt x="660666" y="312547"/>
                </a:lnTo>
                <a:lnTo>
                  <a:pt x="681647" y="302552"/>
                </a:lnTo>
                <a:lnTo>
                  <a:pt x="699427" y="289318"/>
                </a:lnTo>
                <a:lnTo>
                  <a:pt x="713714" y="273570"/>
                </a:lnTo>
                <a:lnTo>
                  <a:pt x="724281" y="255955"/>
                </a:lnTo>
                <a:lnTo>
                  <a:pt x="733145" y="274396"/>
                </a:lnTo>
                <a:lnTo>
                  <a:pt x="745896" y="290931"/>
                </a:lnTo>
                <a:lnTo>
                  <a:pt x="762622" y="304812"/>
                </a:lnTo>
                <a:lnTo>
                  <a:pt x="783386" y="315302"/>
                </a:lnTo>
                <a:lnTo>
                  <a:pt x="803592" y="304279"/>
                </a:lnTo>
                <a:lnTo>
                  <a:pt x="819962" y="289763"/>
                </a:lnTo>
                <a:lnTo>
                  <a:pt x="821182" y="288137"/>
                </a:lnTo>
                <a:lnTo>
                  <a:pt x="832535" y="272897"/>
                </a:lnTo>
                <a:lnTo>
                  <a:pt x="841502" y="254673"/>
                </a:lnTo>
                <a:lnTo>
                  <a:pt x="841616" y="254444"/>
                </a:lnTo>
                <a:lnTo>
                  <a:pt x="851890" y="272897"/>
                </a:lnTo>
                <a:lnTo>
                  <a:pt x="866241" y="289140"/>
                </a:lnTo>
                <a:lnTo>
                  <a:pt x="884453" y="302552"/>
                </a:lnTo>
                <a:lnTo>
                  <a:pt x="906360" y="312547"/>
                </a:lnTo>
                <a:lnTo>
                  <a:pt x="919632" y="291261"/>
                </a:lnTo>
                <a:close/>
              </a:path>
              <a:path w="1210309" h="315595">
                <a:moveTo>
                  <a:pt x="1124991" y="174802"/>
                </a:moveTo>
                <a:lnTo>
                  <a:pt x="1123188" y="162039"/>
                </a:lnTo>
                <a:lnTo>
                  <a:pt x="1121740" y="151765"/>
                </a:lnTo>
                <a:lnTo>
                  <a:pt x="1090599" y="156895"/>
                </a:lnTo>
                <a:lnTo>
                  <a:pt x="1059281" y="159994"/>
                </a:lnTo>
                <a:lnTo>
                  <a:pt x="1025372" y="161556"/>
                </a:lnTo>
                <a:lnTo>
                  <a:pt x="986497" y="162039"/>
                </a:lnTo>
                <a:lnTo>
                  <a:pt x="986497" y="50838"/>
                </a:lnTo>
                <a:lnTo>
                  <a:pt x="1103960" y="50838"/>
                </a:lnTo>
                <a:lnTo>
                  <a:pt x="1103960" y="27800"/>
                </a:lnTo>
                <a:lnTo>
                  <a:pt x="958951" y="27800"/>
                </a:lnTo>
                <a:lnTo>
                  <a:pt x="958951" y="185077"/>
                </a:lnTo>
                <a:lnTo>
                  <a:pt x="982738" y="185077"/>
                </a:lnTo>
                <a:lnTo>
                  <a:pt x="1023708" y="184594"/>
                </a:lnTo>
                <a:lnTo>
                  <a:pt x="1059307" y="182943"/>
                </a:lnTo>
                <a:lnTo>
                  <a:pt x="1092200" y="179793"/>
                </a:lnTo>
                <a:lnTo>
                  <a:pt x="1124991" y="174802"/>
                </a:lnTo>
                <a:close/>
              </a:path>
              <a:path w="1210309" h="315595">
                <a:moveTo>
                  <a:pt x="1201623" y="1752"/>
                </a:moveTo>
                <a:lnTo>
                  <a:pt x="1173822" y="1752"/>
                </a:lnTo>
                <a:lnTo>
                  <a:pt x="1173822" y="89154"/>
                </a:lnTo>
                <a:lnTo>
                  <a:pt x="1083411" y="89154"/>
                </a:lnTo>
                <a:lnTo>
                  <a:pt x="1083411" y="111696"/>
                </a:lnTo>
                <a:lnTo>
                  <a:pt x="1173822" y="111696"/>
                </a:lnTo>
                <a:lnTo>
                  <a:pt x="1173822" y="231406"/>
                </a:lnTo>
                <a:lnTo>
                  <a:pt x="1201623" y="231406"/>
                </a:lnTo>
                <a:lnTo>
                  <a:pt x="1201623" y="1752"/>
                </a:lnTo>
                <a:close/>
              </a:path>
              <a:path w="1210309" h="315595">
                <a:moveTo>
                  <a:pt x="1210144" y="288505"/>
                </a:moveTo>
                <a:lnTo>
                  <a:pt x="1026820" y="288505"/>
                </a:lnTo>
                <a:lnTo>
                  <a:pt x="1026820" y="214122"/>
                </a:lnTo>
                <a:lnTo>
                  <a:pt x="998766" y="214122"/>
                </a:lnTo>
                <a:lnTo>
                  <a:pt x="998766" y="311302"/>
                </a:lnTo>
                <a:lnTo>
                  <a:pt x="1210144" y="311302"/>
                </a:lnTo>
                <a:lnTo>
                  <a:pt x="1210144" y="2885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0357841" y="5799480"/>
            <a:ext cx="927100" cy="314960"/>
          </a:xfrm>
          <a:custGeom>
            <a:avLst/>
            <a:gdLst/>
            <a:ahLst/>
            <a:cxnLst/>
            <a:rect l="l" t="t" r="r" b="b"/>
            <a:pathLst>
              <a:path w="927100" h="314960">
                <a:moveTo>
                  <a:pt x="193586" y="224396"/>
                </a:moveTo>
                <a:lnTo>
                  <a:pt x="161531" y="202323"/>
                </a:lnTo>
                <a:lnTo>
                  <a:pt x="135458" y="171246"/>
                </a:lnTo>
                <a:lnTo>
                  <a:pt x="124980" y="149390"/>
                </a:lnTo>
                <a:lnTo>
                  <a:pt x="117983" y="134797"/>
                </a:lnTo>
                <a:lnTo>
                  <a:pt x="111696" y="96672"/>
                </a:lnTo>
                <a:lnTo>
                  <a:pt x="111696" y="55600"/>
                </a:lnTo>
                <a:lnTo>
                  <a:pt x="182575" y="55600"/>
                </a:lnTo>
                <a:lnTo>
                  <a:pt x="182575" y="32308"/>
                </a:lnTo>
                <a:lnTo>
                  <a:pt x="11264" y="32308"/>
                </a:lnTo>
                <a:lnTo>
                  <a:pt x="11264" y="55600"/>
                </a:lnTo>
                <a:lnTo>
                  <a:pt x="84404" y="55600"/>
                </a:lnTo>
                <a:lnTo>
                  <a:pt x="84404" y="96672"/>
                </a:lnTo>
                <a:lnTo>
                  <a:pt x="77482" y="137350"/>
                </a:lnTo>
                <a:lnTo>
                  <a:pt x="59105" y="176250"/>
                </a:lnTo>
                <a:lnTo>
                  <a:pt x="32270" y="209232"/>
                </a:lnTo>
                <a:lnTo>
                  <a:pt x="0" y="232168"/>
                </a:lnTo>
                <a:lnTo>
                  <a:pt x="16776" y="254203"/>
                </a:lnTo>
                <a:lnTo>
                  <a:pt x="42354" y="236702"/>
                </a:lnTo>
                <a:lnTo>
                  <a:pt x="65290" y="212318"/>
                </a:lnTo>
                <a:lnTo>
                  <a:pt x="84340" y="182676"/>
                </a:lnTo>
                <a:lnTo>
                  <a:pt x="98298" y="149390"/>
                </a:lnTo>
                <a:lnTo>
                  <a:pt x="111709" y="180073"/>
                </a:lnTo>
                <a:lnTo>
                  <a:pt x="130035" y="207352"/>
                </a:lnTo>
                <a:lnTo>
                  <a:pt x="152323" y="229920"/>
                </a:lnTo>
                <a:lnTo>
                  <a:pt x="177558" y="246443"/>
                </a:lnTo>
                <a:lnTo>
                  <a:pt x="193586" y="224396"/>
                </a:lnTo>
                <a:close/>
              </a:path>
              <a:path w="927100" h="314960">
                <a:moveTo>
                  <a:pt x="301536" y="127228"/>
                </a:moveTo>
                <a:lnTo>
                  <a:pt x="248945" y="127228"/>
                </a:lnTo>
                <a:lnTo>
                  <a:pt x="248945" y="0"/>
                </a:lnTo>
                <a:lnTo>
                  <a:pt x="221145" y="0"/>
                </a:lnTo>
                <a:lnTo>
                  <a:pt x="221145" y="314807"/>
                </a:lnTo>
                <a:lnTo>
                  <a:pt x="248945" y="314807"/>
                </a:lnTo>
                <a:lnTo>
                  <a:pt x="248945" y="151015"/>
                </a:lnTo>
                <a:lnTo>
                  <a:pt x="301536" y="151015"/>
                </a:lnTo>
                <a:lnTo>
                  <a:pt x="301536" y="127228"/>
                </a:lnTo>
                <a:close/>
              </a:path>
              <a:path w="927100" h="314960">
                <a:moveTo>
                  <a:pt x="578027" y="169519"/>
                </a:moveTo>
                <a:lnTo>
                  <a:pt x="382422" y="169519"/>
                </a:lnTo>
                <a:lnTo>
                  <a:pt x="382422" y="118719"/>
                </a:lnTo>
                <a:lnTo>
                  <a:pt x="570763" y="118719"/>
                </a:lnTo>
                <a:lnTo>
                  <a:pt x="570763" y="95859"/>
                </a:lnTo>
                <a:lnTo>
                  <a:pt x="570763" y="46329"/>
                </a:lnTo>
                <a:lnTo>
                  <a:pt x="570763" y="23469"/>
                </a:lnTo>
                <a:lnTo>
                  <a:pt x="354126" y="23469"/>
                </a:lnTo>
                <a:lnTo>
                  <a:pt x="354126" y="46329"/>
                </a:lnTo>
                <a:lnTo>
                  <a:pt x="543204" y="46329"/>
                </a:lnTo>
                <a:lnTo>
                  <a:pt x="543204" y="95859"/>
                </a:lnTo>
                <a:lnTo>
                  <a:pt x="354876" y="95859"/>
                </a:lnTo>
                <a:lnTo>
                  <a:pt x="354876" y="118719"/>
                </a:lnTo>
                <a:lnTo>
                  <a:pt x="354876" y="169519"/>
                </a:lnTo>
                <a:lnTo>
                  <a:pt x="354876" y="192379"/>
                </a:lnTo>
                <a:lnTo>
                  <a:pt x="578027" y="192379"/>
                </a:lnTo>
                <a:lnTo>
                  <a:pt x="578027" y="169519"/>
                </a:lnTo>
                <a:close/>
              </a:path>
              <a:path w="927100" h="314960">
                <a:moveTo>
                  <a:pt x="607072" y="252196"/>
                </a:moveTo>
                <a:lnTo>
                  <a:pt x="528688" y="252196"/>
                </a:lnTo>
                <a:lnTo>
                  <a:pt x="528688" y="192595"/>
                </a:lnTo>
                <a:lnTo>
                  <a:pt x="501383" y="192595"/>
                </a:lnTo>
                <a:lnTo>
                  <a:pt x="501383" y="252196"/>
                </a:lnTo>
                <a:lnTo>
                  <a:pt x="426999" y="252196"/>
                </a:lnTo>
                <a:lnTo>
                  <a:pt x="426999" y="192595"/>
                </a:lnTo>
                <a:lnTo>
                  <a:pt x="399961" y="192595"/>
                </a:lnTo>
                <a:lnTo>
                  <a:pt x="399961" y="252196"/>
                </a:lnTo>
                <a:lnTo>
                  <a:pt x="318808" y="252196"/>
                </a:lnTo>
                <a:lnTo>
                  <a:pt x="318808" y="275742"/>
                </a:lnTo>
                <a:lnTo>
                  <a:pt x="607072" y="275742"/>
                </a:lnTo>
                <a:lnTo>
                  <a:pt x="607072" y="252196"/>
                </a:lnTo>
                <a:close/>
              </a:path>
              <a:path w="927100" h="314960">
                <a:moveTo>
                  <a:pt x="829716" y="234670"/>
                </a:moveTo>
                <a:lnTo>
                  <a:pt x="828598" y="222897"/>
                </a:lnTo>
                <a:lnTo>
                  <a:pt x="828484" y="221767"/>
                </a:lnTo>
                <a:lnTo>
                  <a:pt x="828395" y="220764"/>
                </a:lnTo>
                <a:lnTo>
                  <a:pt x="827709" y="213626"/>
                </a:lnTo>
                <a:lnTo>
                  <a:pt x="806780" y="216077"/>
                </a:lnTo>
                <a:lnTo>
                  <a:pt x="785266" y="218046"/>
                </a:lnTo>
                <a:lnTo>
                  <a:pt x="763371" y="219583"/>
                </a:lnTo>
                <a:lnTo>
                  <a:pt x="741311" y="220764"/>
                </a:lnTo>
                <a:lnTo>
                  <a:pt x="741311" y="167297"/>
                </a:lnTo>
                <a:lnTo>
                  <a:pt x="740867" y="167297"/>
                </a:lnTo>
                <a:lnTo>
                  <a:pt x="769035" y="159308"/>
                </a:lnTo>
                <a:lnTo>
                  <a:pt x="769289" y="159308"/>
                </a:lnTo>
                <a:lnTo>
                  <a:pt x="790663" y="144259"/>
                </a:lnTo>
                <a:lnTo>
                  <a:pt x="811187" y="94424"/>
                </a:lnTo>
                <a:lnTo>
                  <a:pt x="804760" y="64427"/>
                </a:lnTo>
                <a:lnTo>
                  <a:pt x="789660" y="44335"/>
                </a:lnTo>
                <a:lnTo>
                  <a:pt x="787273" y="41135"/>
                </a:lnTo>
                <a:lnTo>
                  <a:pt x="783882" y="39204"/>
                </a:lnTo>
                <a:lnTo>
                  <a:pt x="783882" y="94424"/>
                </a:lnTo>
                <a:lnTo>
                  <a:pt x="779513" y="114706"/>
                </a:lnTo>
                <a:lnTo>
                  <a:pt x="767702" y="130517"/>
                </a:lnTo>
                <a:lnTo>
                  <a:pt x="749833" y="140728"/>
                </a:lnTo>
                <a:lnTo>
                  <a:pt x="727290" y="144259"/>
                </a:lnTo>
                <a:lnTo>
                  <a:pt x="704418" y="140728"/>
                </a:lnTo>
                <a:lnTo>
                  <a:pt x="686371" y="130517"/>
                </a:lnTo>
                <a:lnTo>
                  <a:pt x="674560" y="114706"/>
                </a:lnTo>
                <a:lnTo>
                  <a:pt x="670433" y="94424"/>
                </a:lnTo>
                <a:lnTo>
                  <a:pt x="674560" y="74155"/>
                </a:lnTo>
                <a:lnTo>
                  <a:pt x="686371" y="58381"/>
                </a:lnTo>
                <a:lnTo>
                  <a:pt x="704418" y="48107"/>
                </a:lnTo>
                <a:lnTo>
                  <a:pt x="727290" y="44335"/>
                </a:lnTo>
                <a:lnTo>
                  <a:pt x="749833" y="48107"/>
                </a:lnTo>
                <a:lnTo>
                  <a:pt x="767702" y="58381"/>
                </a:lnTo>
                <a:lnTo>
                  <a:pt x="779513" y="74155"/>
                </a:lnTo>
                <a:lnTo>
                  <a:pt x="783882" y="94424"/>
                </a:lnTo>
                <a:lnTo>
                  <a:pt x="783882" y="39204"/>
                </a:lnTo>
                <a:lnTo>
                  <a:pt x="760755" y="26022"/>
                </a:lnTo>
                <a:lnTo>
                  <a:pt x="727290" y="20535"/>
                </a:lnTo>
                <a:lnTo>
                  <a:pt x="693331" y="26022"/>
                </a:lnTo>
                <a:lnTo>
                  <a:pt x="666737" y="41135"/>
                </a:lnTo>
                <a:lnTo>
                  <a:pt x="649452" y="64427"/>
                </a:lnTo>
                <a:lnTo>
                  <a:pt x="643382" y="94424"/>
                </a:lnTo>
                <a:lnTo>
                  <a:pt x="648335" y="121780"/>
                </a:lnTo>
                <a:lnTo>
                  <a:pt x="662622" y="143776"/>
                </a:lnTo>
                <a:lnTo>
                  <a:pt x="684822" y="159308"/>
                </a:lnTo>
                <a:lnTo>
                  <a:pt x="713511" y="167297"/>
                </a:lnTo>
                <a:lnTo>
                  <a:pt x="713511" y="221767"/>
                </a:lnTo>
                <a:lnTo>
                  <a:pt x="690943" y="222300"/>
                </a:lnTo>
                <a:lnTo>
                  <a:pt x="635546" y="222897"/>
                </a:lnTo>
                <a:lnTo>
                  <a:pt x="628357" y="222897"/>
                </a:lnTo>
                <a:lnTo>
                  <a:pt x="633120" y="246189"/>
                </a:lnTo>
                <a:lnTo>
                  <a:pt x="677633" y="246189"/>
                </a:lnTo>
                <a:lnTo>
                  <a:pt x="727100" y="244843"/>
                </a:lnTo>
                <a:lnTo>
                  <a:pt x="778573" y="241287"/>
                </a:lnTo>
                <a:lnTo>
                  <a:pt x="829716" y="234670"/>
                </a:lnTo>
                <a:close/>
              </a:path>
              <a:path w="927100" h="314960">
                <a:moveTo>
                  <a:pt x="926884" y="129984"/>
                </a:moveTo>
                <a:lnTo>
                  <a:pt x="875550" y="129984"/>
                </a:lnTo>
                <a:lnTo>
                  <a:pt x="875550" y="0"/>
                </a:lnTo>
                <a:lnTo>
                  <a:pt x="848004" y="0"/>
                </a:lnTo>
                <a:lnTo>
                  <a:pt x="848004" y="314807"/>
                </a:lnTo>
                <a:lnTo>
                  <a:pt x="875550" y="314807"/>
                </a:lnTo>
                <a:lnTo>
                  <a:pt x="875550" y="153771"/>
                </a:lnTo>
                <a:lnTo>
                  <a:pt x="926884" y="153771"/>
                </a:lnTo>
                <a:lnTo>
                  <a:pt x="926884" y="1299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1390727" y="5799476"/>
            <a:ext cx="273050" cy="314960"/>
          </a:xfrm>
          <a:custGeom>
            <a:avLst/>
            <a:gdLst/>
            <a:ahLst/>
            <a:cxnLst/>
            <a:rect l="l" t="t" r="r" b="b"/>
            <a:pathLst>
              <a:path w="273050" h="314960">
                <a:moveTo>
                  <a:pt x="272732" y="0"/>
                </a:moveTo>
                <a:lnTo>
                  <a:pt x="246186" y="0"/>
                </a:lnTo>
                <a:lnTo>
                  <a:pt x="246186" y="314806"/>
                </a:lnTo>
                <a:lnTo>
                  <a:pt x="272732" y="314806"/>
                </a:lnTo>
                <a:lnTo>
                  <a:pt x="272732" y="0"/>
                </a:lnTo>
                <a:close/>
              </a:path>
              <a:path w="273050" h="314960">
                <a:moveTo>
                  <a:pt x="209119" y="7513"/>
                </a:moveTo>
                <a:lnTo>
                  <a:pt x="182823" y="7513"/>
                </a:lnTo>
                <a:lnTo>
                  <a:pt x="182823" y="113450"/>
                </a:lnTo>
                <a:lnTo>
                  <a:pt x="129729" y="113450"/>
                </a:lnTo>
                <a:lnTo>
                  <a:pt x="129729" y="136241"/>
                </a:lnTo>
                <a:lnTo>
                  <a:pt x="182823" y="136241"/>
                </a:lnTo>
                <a:lnTo>
                  <a:pt x="182823" y="298277"/>
                </a:lnTo>
                <a:lnTo>
                  <a:pt x="209119" y="298277"/>
                </a:lnTo>
                <a:lnTo>
                  <a:pt x="209119" y="7513"/>
                </a:lnTo>
                <a:close/>
              </a:path>
              <a:path w="273050" h="314960">
                <a:moveTo>
                  <a:pt x="96170" y="60106"/>
                </a:moveTo>
                <a:lnTo>
                  <a:pt x="69372" y="60106"/>
                </a:lnTo>
                <a:lnTo>
                  <a:pt x="69372" y="89658"/>
                </a:lnTo>
                <a:lnTo>
                  <a:pt x="64696" y="132226"/>
                </a:lnTo>
                <a:lnTo>
                  <a:pt x="51121" y="171929"/>
                </a:lnTo>
                <a:lnTo>
                  <a:pt x="29329" y="205809"/>
                </a:lnTo>
                <a:lnTo>
                  <a:pt x="0" y="230908"/>
                </a:lnTo>
                <a:lnTo>
                  <a:pt x="17531" y="251695"/>
                </a:lnTo>
                <a:lnTo>
                  <a:pt x="39511" y="233808"/>
                </a:lnTo>
                <a:lnTo>
                  <a:pt x="57946" y="210497"/>
                </a:lnTo>
                <a:lnTo>
                  <a:pt x="72577" y="182772"/>
                </a:lnTo>
                <a:lnTo>
                  <a:pt x="83147" y="151643"/>
                </a:lnTo>
                <a:lnTo>
                  <a:pt x="108223" y="151643"/>
                </a:lnTo>
                <a:lnTo>
                  <a:pt x="100682" y="130105"/>
                </a:lnTo>
                <a:lnTo>
                  <a:pt x="96170" y="89658"/>
                </a:lnTo>
                <a:lnTo>
                  <a:pt x="96170" y="60106"/>
                </a:lnTo>
                <a:close/>
              </a:path>
              <a:path w="273050" h="314960">
                <a:moveTo>
                  <a:pt x="108223" y="151643"/>
                </a:moveTo>
                <a:lnTo>
                  <a:pt x="83147" y="151643"/>
                </a:lnTo>
                <a:lnTo>
                  <a:pt x="93517" y="180401"/>
                </a:lnTo>
                <a:lnTo>
                  <a:pt x="107684" y="205809"/>
                </a:lnTo>
                <a:lnTo>
                  <a:pt x="107784" y="205989"/>
                </a:lnTo>
                <a:lnTo>
                  <a:pt x="125761" y="227539"/>
                </a:lnTo>
                <a:lnTo>
                  <a:pt x="147260" y="244182"/>
                </a:lnTo>
                <a:lnTo>
                  <a:pt x="164040" y="223645"/>
                </a:lnTo>
                <a:lnTo>
                  <a:pt x="135157" y="199822"/>
                </a:lnTo>
                <a:lnTo>
                  <a:pt x="113858" y="167734"/>
                </a:lnTo>
                <a:lnTo>
                  <a:pt x="108223" y="151643"/>
                </a:lnTo>
                <a:close/>
              </a:path>
              <a:path w="273050" h="314960">
                <a:moveTo>
                  <a:pt x="153771" y="37065"/>
                </a:moveTo>
                <a:lnTo>
                  <a:pt x="8515" y="37065"/>
                </a:lnTo>
                <a:lnTo>
                  <a:pt x="8515" y="60106"/>
                </a:lnTo>
                <a:lnTo>
                  <a:pt x="153771" y="60106"/>
                </a:lnTo>
                <a:lnTo>
                  <a:pt x="153771" y="370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1710042" y="5799476"/>
            <a:ext cx="293370" cy="314960"/>
          </a:xfrm>
          <a:custGeom>
            <a:avLst/>
            <a:gdLst/>
            <a:ahLst/>
            <a:cxnLst/>
            <a:rect l="l" t="t" r="r" b="b"/>
            <a:pathLst>
              <a:path w="293370" h="314960">
                <a:moveTo>
                  <a:pt x="241677" y="0"/>
                </a:moveTo>
                <a:lnTo>
                  <a:pt x="213877" y="0"/>
                </a:lnTo>
                <a:lnTo>
                  <a:pt x="213877" y="314556"/>
                </a:lnTo>
                <a:lnTo>
                  <a:pt x="241677" y="314556"/>
                </a:lnTo>
                <a:lnTo>
                  <a:pt x="241677" y="151518"/>
                </a:lnTo>
                <a:lnTo>
                  <a:pt x="292768" y="151518"/>
                </a:lnTo>
                <a:lnTo>
                  <a:pt x="292768" y="127976"/>
                </a:lnTo>
                <a:lnTo>
                  <a:pt x="241677" y="127976"/>
                </a:lnTo>
                <a:lnTo>
                  <a:pt x="241677" y="0"/>
                </a:lnTo>
                <a:close/>
              </a:path>
              <a:path w="293370" h="314960">
                <a:moveTo>
                  <a:pt x="160283" y="33809"/>
                </a:moveTo>
                <a:lnTo>
                  <a:pt x="14775" y="33809"/>
                </a:lnTo>
                <a:lnTo>
                  <a:pt x="14775" y="57101"/>
                </a:lnTo>
                <a:lnTo>
                  <a:pt x="131982" y="57101"/>
                </a:lnTo>
                <a:lnTo>
                  <a:pt x="123666" y="100209"/>
                </a:lnTo>
                <a:lnTo>
                  <a:pt x="106261" y="139633"/>
                </a:lnTo>
                <a:lnTo>
                  <a:pt x="79817" y="175083"/>
                </a:lnTo>
                <a:lnTo>
                  <a:pt x="44380" y="206273"/>
                </a:lnTo>
                <a:lnTo>
                  <a:pt x="0" y="232912"/>
                </a:lnTo>
                <a:lnTo>
                  <a:pt x="15526" y="254700"/>
                </a:lnTo>
                <a:lnTo>
                  <a:pt x="61885" y="226964"/>
                </a:lnTo>
                <a:lnTo>
                  <a:pt x="98637" y="194761"/>
                </a:lnTo>
                <a:lnTo>
                  <a:pt x="126317" y="158718"/>
                </a:lnTo>
                <a:lnTo>
                  <a:pt x="145460" y="119461"/>
                </a:lnTo>
                <a:lnTo>
                  <a:pt x="156604" y="77616"/>
                </a:lnTo>
                <a:lnTo>
                  <a:pt x="160283" y="338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2107774" y="5799480"/>
            <a:ext cx="928369" cy="314960"/>
          </a:xfrm>
          <a:custGeom>
            <a:avLst/>
            <a:gdLst/>
            <a:ahLst/>
            <a:cxnLst/>
            <a:rect l="l" t="t" r="r" b="b"/>
            <a:pathLst>
              <a:path w="928369" h="314960">
                <a:moveTo>
                  <a:pt x="191579" y="219138"/>
                </a:moveTo>
                <a:lnTo>
                  <a:pt x="159918" y="196608"/>
                </a:lnTo>
                <a:lnTo>
                  <a:pt x="133985" y="164388"/>
                </a:lnTo>
                <a:lnTo>
                  <a:pt x="123926" y="142252"/>
                </a:lnTo>
                <a:lnTo>
                  <a:pt x="116497" y="125920"/>
                </a:lnTo>
                <a:lnTo>
                  <a:pt x="110185" y="84658"/>
                </a:lnTo>
                <a:lnTo>
                  <a:pt x="110185" y="27305"/>
                </a:lnTo>
                <a:lnTo>
                  <a:pt x="82638" y="27305"/>
                </a:lnTo>
                <a:lnTo>
                  <a:pt x="82638" y="84658"/>
                </a:lnTo>
                <a:lnTo>
                  <a:pt x="76060" y="127596"/>
                </a:lnTo>
                <a:lnTo>
                  <a:pt x="58407" y="167855"/>
                </a:lnTo>
                <a:lnTo>
                  <a:pt x="32207" y="201650"/>
                </a:lnTo>
                <a:lnTo>
                  <a:pt x="0" y="225145"/>
                </a:lnTo>
                <a:lnTo>
                  <a:pt x="17526" y="247446"/>
                </a:lnTo>
                <a:lnTo>
                  <a:pt x="42887" y="229514"/>
                </a:lnTo>
                <a:lnTo>
                  <a:pt x="65189" y="205130"/>
                </a:lnTo>
                <a:lnTo>
                  <a:pt x="83477" y="175615"/>
                </a:lnTo>
                <a:lnTo>
                  <a:pt x="96786" y="142252"/>
                </a:lnTo>
                <a:lnTo>
                  <a:pt x="109956" y="173634"/>
                </a:lnTo>
                <a:lnTo>
                  <a:pt x="127850" y="201422"/>
                </a:lnTo>
                <a:lnTo>
                  <a:pt x="149580" y="224421"/>
                </a:lnTo>
                <a:lnTo>
                  <a:pt x="174307" y="241427"/>
                </a:lnTo>
                <a:lnTo>
                  <a:pt x="191579" y="219138"/>
                </a:lnTo>
                <a:close/>
              </a:path>
              <a:path w="928369" h="314960">
                <a:moveTo>
                  <a:pt x="300774" y="127723"/>
                </a:moveTo>
                <a:lnTo>
                  <a:pt x="248183" y="127723"/>
                </a:lnTo>
                <a:lnTo>
                  <a:pt x="248183" y="0"/>
                </a:lnTo>
                <a:lnTo>
                  <a:pt x="220383" y="0"/>
                </a:lnTo>
                <a:lnTo>
                  <a:pt x="220383" y="314807"/>
                </a:lnTo>
                <a:lnTo>
                  <a:pt x="248183" y="314807"/>
                </a:lnTo>
                <a:lnTo>
                  <a:pt x="248183" y="151765"/>
                </a:lnTo>
                <a:lnTo>
                  <a:pt x="300774" y="151765"/>
                </a:lnTo>
                <a:lnTo>
                  <a:pt x="300774" y="127723"/>
                </a:lnTo>
                <a:close/>
              </a:path>
              <a:path w="928369" h="314960">
                <a:moveTo>
                  <a:pt x="569747" y="258203"/>
                </a:moveTo>
                <a:lnTo>
                  <a:pt x="562216" y="234416"/>
                </a:lnTo>
                <a:lnTo>
                  <a:pt x="549579" y="224155"/>
                </a:lnTo>
                <a:lnTo>
                  <a:pt x="541947" y="217957"/>
                </a:lnTo>
                <a:lnTo>
                  <a:pt x="541947" y="258203"/>
                </a:lnTo>
                <a:lnTo>
                  <a:pt x="536295" y="272656"/>
                </a:lnTo>
                <a:lnTo>
                  <a:pt x="520319" y="283413"/>
                </a:lnTo>
                <a:lnTo>
                  <a:pt x="495007" y="290080"/>
                </a:lnTo>
                <a:lnTo>
                  <a:pt x="461314" y="292265"/>
                </a:lnTo>
                <a:lnTo>
                  <a:pt x="427482" y="290080"/>
                </a:lnTo>
                <a:lnTo>
                  <a:pt x="402145" y="283413"/>
                </a:lnTo>
                <a:lnTo>
                  <a:pt x="386295" y="272656"/>
                </a:lnTo>
                <a:lnTo>
                  <a:pt x="380923" y="258203"/>
                </a:lnTo>
                <a:lnTo>
                  <a:pt x="386295" y="243941"/>
                </a:lnTo>
                <a:lnTo>
                  <a:pt x="402145" y="233286"/>
                </a:lnTo>
                <a:lnTo>
                  <a:pt x="427482" y="226580"/>
                </a:lnTo>
                <a:lnTo>
                  <a:pt x="461314" y="224155"/>
                </a:lnTo>
                <a:lnTo>
                  <a:pt x="495007" y="226580"/>
                </a:lnTo>
                <a:lnTo>
                  <a:pt x="520319" y="233286"/>
                </a:lnTo>
                <a:lnTo>
                  <a:pt x="536295" y="243941"/>
                </a:lnTo>
                <a:lnTo>
                  <a:pt x="541947" y="258203"/>
                </a:lnTo>
                <a:lnTo>
                  <a:pt x="541947" y="217957"/>
                </a:lnTo>
                <a:lnTo>
                  <a:pt x="540791" y="217017"/>
                </a:lnTo>
                <a:lnTo>
                  <a:pt x="506742" y="206362"/>
                </a:lnTo>
                <a:lnTo>
                  <a:pt x="461314" y="202857"/>
                </a:lnTo>
                <a:lnTo>
                  <a:pt x="415594" y="206362"/>
                </a:lnTo>
                <a:lnTo>
                  <a:pt x="381419" y="217017"/>
                </a:lnTo>
                <a:lnTo>
                  <a:pt x="360019" y="234416"/>
                </a:lnTo>
                <a:lnTo>
                  <a:pt x="352615" y="258203"/>
                </a:lnTo>
                <a:lnTo>
                  <a:pt x="360019" y="282155"/>
                </a:lnTo>
                <a:lnTo>
                  <a:pt x="381419" y="299656"/>
                </a:lnTo>
                <a:lnTo>
                  <a:pt x="415594" y="310400"/>
                </a:lnTo>
                <a:lnTo>
                  <a:pt x="461314" y="314058"/>
                </a:lnTo>
                <a:lnTo>
                  <a:pt x="506742" y="310400"/>
                </a:lnTo>
                <a:lnTo>
                  <a:pt x="540791" y="299656"/>
                </a:lnTo>
                <a:lnTo>
                  <a:pt x="549833" y="292265"/>
                </a:lnTo>
                <a:lnTo>
                  <a:pt x="562216" y="282155"/>
                </a:lnTo>
                <a:lnTo>
                  <a:pt x="569747" y="258203"/>
                </a:lnTo>
                <a:close/>
              </a:path>
              <a:path w="928369" h="314960">
                <a:moveTo>
                  <a:pt x="605066" y="155778"/>
                </a:moveTo>
                <a:lnTo>
                  <a:pt x="533692" y="155778"/>
                </a:lnTo>
                <a:lnTo>
                  <a:pt x="533692" y="118706"/>
                </a:lnTo>
                <a:lnTo>
                  <a:pt x="533692" y="111074"/>
                </a:lnTo>
                <a:lnTo>
                  <a:pt x="569887" y="79260"/>
                </a:lnTo>
                <a:lnTo>
                  <a:pt x="572503" y="64363"/>
                </a:lnTo>
                <a:lnTo>
                  <a:pt x="564781" y="39611"/>
                </a:lnTo>
                <a:lnTo>
                  <a:pt x="550506" y="27800"/>
                </a:lnTo>
                <a:lnTo>
                  <a:pt x="544207" y="22580"/>
                </a:lnTo>
                <a:lnTo>
                  <a:pt x="544207" y="64363"/>
                </a:lnTo>
                <a:lnTo>
                  <a:pt x="538441" y="79756"/>
                </a:lnTo>
                <a:lnTo>
                  <a:pt x="521919" y="91160"/>
                </a:lnTo>
                <a:lnTo>
                  <a:pt x="506145" y="95453"/>
                </a:lnTo>
                <a:lnTo>
                  <a:pt x="506145" y="118706"/>
                </a:lnTo>
                <a:lnTo>
                  <a:pt x="506145" y="155778"/>
                </a:lnTo>
                <a:lnTo>
                  <a:pt x="416979" y="155778"/>
                </a:lnTo>
                <a:lnTo>
                  <a:pt x="416979" y="118706"/>
                </a:lnTo>
                <a:lnTo>
                  <a:pt x="427164" y="120269"/>
                </a:lnTo>
                <a:lnTo>
                  <a:pt x="437972" y="121361"/>
                </a:lnTo>
                <a:lnTo>
                  <a:pt x="449364" y="122008"/>
                </a:lnTo>
                <a:lnTo>
                  <a:pt x="461314" y="122224"/>
                </a:lnTo>
                <a:lnTo>
                  <a:pt x="472401" y="122008"/>
                </a:lnTo>
                <a:lnTo>
                  <a:pt x="473100" y="122008"/>
                </a:lnTo>
                <a:lnTo>
                  <a:pt x="483895" y="121361"/>
                </a:lnTo>
                <a:lnTo>
                  <a:pt x="484339" y="121361"/>
                </a:lnTo>
                <a:lnTo>
                  <a:pt x="494842" y="120269"/>
                </a:lnTo>
                <a:lnTo>
                  <a:pt x="495173" y="120269"/>
                </a:lnTo>
                <a:lnTo>
                  <a:pt x="505320" y="118706"/>
                </a:lnTo>
                <a:lnTo>
                  <a:pt x="506145" y="118706"/>
                </a:lnTo>
                <a:lnTo>
                  <a:pt x="506145" y="95453"/>
                </a:lnTo>
                <a:lnTo>
                  <a:pt x="495820" y="98247"/>
                </a:lnTo>
                <a:lnTo>
                  <a:pt x="461314" y="100685"/>
                </a:lnTo>
                <a:lnTo>
                  <a:pt x="426707" y="98247"/>
                </a:lnTo>
                <a:lnTo>
                  <a:pt x="400634" y="91160"/>
                </a:lnTo>
                <a:lnTo>
                  <a:pt x="384251" y="79756"/>
                </a:lnTo>
                <a:lnTo>
                  <a:pt x="378663" y="64363"/>
                </a:lnTo>
                <a:lnTo>
                  <a:pt x="384251" y="49034"/>
                </a:lnTo>
                <a:lnTo>
                  <a:pt x="400634" y="37541"/>
                </a:lnTo>
                <a:lnTo>
                  <a:pt x="426707" y="30314"/>
                </a:lnTo>
                <a:lnTo>
                  <a:pt x="461314" y="27800"/>
                </a:lnTo>
                <a:lnTo>
                  <a:pt x="495820" y="30314"/>
                </a:lnTo>
                <a:lnTo>
                  <a:pt x="521919" y="37541"/>
                </a:lnTo>
                <a:lnTo>
                  <a:pt x="538441" y="49034"/>
                </a:lnTo>
                <a:lnTo>
                  <a:pt x="544207" y="64363"/>
                </a:lnTo>
                <a:lnTo>
                  <a:pt x="544207" y="22580"/>
                </a:lnTo>
                <a:lnTo>
                  <a:pt x="542645" y="21285"/>
                </a:lnTo>
                <a:lnTo>
                  <a:pt x="507631" y="9918"/>
                </a:lnTo>
                <a:lnTo>
                  <a:pt x="461314" y="6007"/>
                </a:lnTo>
                <a:lnTo>
                  <a:pt x="414845" y="9918"/>
                </a:lnTo>
                <a:lnTo>
                  <a:pt x="379755" y="21285"/>
                </a:lnTo>
                <a:lnTo>
                  <a:pt x="357593" y="39611"/>
                </a:lnTo>
                <a:lnTo>
                  <a:pt x="349859" y="64363"/>
                </a:lnTo>
                <a:lnTo>
                  <a:pt x="352463" y="79260"/>
                </a:lnTo>
                <a:lnTo>
                  <a:pt x="360083" y="92113"/>
                </a:lnTo>
                <a:lnTo>
                  <a:pt x="372414" y="102844"/>
                </a:lnTo>
                <a:lnTo>
                  <a:pt x="389178" y="111328"/>
                </a:lnTo>
                <a:lnTo>
                  <a:pt x="389178" y="155778"/>
                </a:lnTo>
                <a:lnTo>
                  <a:pt x="318058" y="155778"/>
                </a:lnTo>
                <a:lnTo>
                  <a:pt x="318058" y="178574"/>
                </a:lnTo>
                <a:lnTo>
                  <a:pt x="605066" y="178574"/>
                </a:lnTo>
                <a:lnTo>
                  <a:pt x="605066" y="155778"/>
                </a:lnTo>
                <a:close/>
              </a:path>
              <a:path w="928369" h="314960">
                <a:moveTo>
                  <a:pt x="802170" y="172059"/>
                </a:moveTo>
                <a:lnTo>
                  <a:pt x="796277" y="142786"/>
                </a:lnTo>
                <a:lnTo>
                  <a:pt x="782370" y="122974"/>
                </a:lnTo>
                <a:lnTo>
                  <a:pt x="780211" y="119900"/>
                </a:lnTo>
                <a:lnTo>
                  <a:pt x="775614" y="117094"/>
                </a:lnTo>
                <a:lnTo>
                  <a:pt x="775614" y="172059"/>
                </a:lnTo>
                <a:lnTo>
                  <a:pt x="771690" y="191731"/>
                </a:lnTo>
                <a:lnTo>
                  <a:pt x="761123" y="207149"/>
                </a:lnTo>
                <a:lnTo>
                  <a:pt x="745147" y="217170"/>
                </a:lnTo>
                <a:lnTo>
                  <a:pt x="725030" y="220637"/>
                </a:lnTo>
                <a:lnTo>
                  <a:pt x="704723" y="217170"/>
                </a:lnTo>
                <a:lnTo>
                  <a:pt x="688644" y="207149"/>
                </a:lnTo>
                <a:lnTo>
                  <a:pt x="678116" y="191731"/>
                </a:lnTo>
                <a:lnTo>
                  <a:pt x="674433" y="172059"/>
                </a:lnTo>
                <a:lnTo>
                  <a:pt x="678116" y="152336"/>
                </a:lnTo>
                <a:lnTo>
                  <a:pt x="688644" y="136804"/>
                </a:lnTo>
                <a:lnTo>
                  <a:pt x="704723" y="126619"/>
                </a:lnTo>
                <a:lnTo>
                  <a:pt x="725030" y="122974"/>
                </a:lnTo>
                <a:lnTo>
                  <a:pt x="745147" y="126619"/>
                </a:lnTo>
                <a:lnTo>
                  <a:pt x="761123" y="136804"/>
                </a:lnTo>
                <a:lnTo>
                  <a:pt x="771690" y="152336"/>
                </a:lnTo>
                <a:lnTo>
                  <a:pt x="775614" y="172059"/>
                </a:lnTo>
                <a:lnTo>
                  <a:pt x="775614" y="117094"/>
                </a:lnTo>
                <a:lnTo>
                  <a:pt x="755853" y="105003"/>
                </a:lnTo>
                <a:lnTo>
                  <a:pt x="725030" y="99682"/>
                </a:lnTo>
                <a:lnTo>
                  <a:pt x="694029" y="105003"/>
                </a:lnTo>
                <a:lnTo>
                  <a:pt x="669556" y="119900"/>
                </a:lnTo>
                <a:lnTo>
                  <a:pt x="653529" y="142786"/>
                </a:lnTo>
                <a:lnTo>
                  <a:pt x="647890" y="172059"/>
                </a:lnTo>
                <a:lnTo>
                  <a:pt x="653529" y="201282"/>
                </a:lnTo>
                <a:lnTo>
                  <a:pt x="669556" y="224091"/>
                </a:lnTo>
                <a:lnTo>
                  <a:pt x="694029" y="238899"/>
                </a:lnTo>
                <a:lnTo>
                  <a:pt x="725030" y="244182"/>
                </a:lnTo>
                <a:lnTo>
                  <a:pt x="755853" y="238899"/>
                </a:lnTo>
                <a:lnTo>
                  <a:pt x="780211" y="224091"/>
                </a:lnTo>
                <a:lnTo>
                  <a:pt x="782637" y="220637"/>
                </a:lnTo>
                <a:lnTo>
                  <a:pt x="796277" y="201282"/>
                </a:lnTo>
                <a:lnTo>
                  <a:pt x="802170" y="172059"/>
                </a:lnTo>
                <a:close/>
              </a:path>
              <a:path w="928369" h="314960">
                <a:moveTo>
                  <a:pt x="817194" y="50596"/>
                </a:moveTo>
                <a:lnTo>
                  <a:pt x="738555" y="50596"/>
                </a:lnTo>
                <a:lnTo>
                  <a:pt x="738555" y="3759"/>
                </a:lnTo>
                <a:lnTo>
                  <a:pt x="710755" y="3759"/>
                </a:lnTo>
                <a:lnTo>
                  <a:pt x="710755" y="50596"/>
                </a:lnTo>
                <a:lnTo>
                  <a:pt x="629856" y="50596"/>
                </a:lnTo>
                <a:lnTo>
                  <a:pt x="629856" y="73634"/>
                </a:lnTo>
                <a:lnTo>
                  <a:pt x="817194" y="73634"/>
                </a:lnTo>
                <a:lnTo>
                  <a:pt x="817194" y="50596"/>
                </a:lnTo>
                <a:close/>
              </a:path>
              <a:path w="928369" h="314960">
                <a:moveTo>
                  <a:pt x="927887" y="129730"/>
                </a:moveTo>
                <a:lnTo>
                  <a:pt x="875296" y="129730"/>
                </a:lnTo>
                <a:lnTo>
                  <a:pt x="875296" y="0"/>
                </a:lnTo>
                <a:lnTo>
                  <a:pt x="847737" y="0"/>
                </a:lnTo>
                <a:lnTo>
                  <a:pt x="847737" y="314807"/>
                </a:lnTo>
                <a:lnTo>
                  <a:pt x="875296" y="314807"/>
                </a:lnTo>
                <a:lnTo>
                  <a:pt x="875296" y="153022"/>
                </a:lnTo>
                <a:lnTo>
                  <a:pt x="927887" y="153022"/>
                </a:lnTo>
                <a:lnTo>
                  <a:pt x="927887" y="1297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3052438" y="5811519"/>
            <a:ext cx="288290" cy="171450"/>
          </a:xfrm>
          <a:custGeom>
            <a:avLst/>
            <a:gdLst/>
            <a:ahLst/>
            <a:cxnLst/>
            <a:rect l="l" t="t" r="r" b="b"/>
            <a:pathLst>
              <a:path w="288290" h="171450">
                <a:moveTo>
                  <a:pt x="254952" y="83820"/>
                </a:moveTo>
                <a:lnTo>
                  <a:pt x="67119" y="83820"/>
                </a:lnTo>
                <a:lnTo>
                  <a:pt x="67119" y="0"/>
                </a:lnTo>
                <a:lnTo>
                  <a:pt x="39573" y="0"/>
                </a:lnTo>
                <a:lnTo>
                  <a:pt x="39573" y="83820"/>
                </a:lnTo>
                <a:lnTo>
                  <a:pt x="39573" y="105410"/>
                </a:lnTo>
                <a:lnTo>
                  <a:pt x="254952" y="105410"/>
                </a:lnTo>
                <a:lnTo>
                  <a:pt x="254952" y="83820"/>
                </a:lnTo>
                <a:close/>
              </a:path>
              <a:path w="288290" h="171450">
                <a:moveTo>
                  <a:pt x="288264" y="148742"/>
                </a:moveTo>
                <a:lnTo>
                  <a:pt x="0" y="148742"/>
                </a:lnTo>
                <a:lnTo>
                  <a:pt x="0" y="171284"/>
                </a:lnTo>
                <a:lnTo>
                  <a:pt x="288264" y="171284"/>
                </a:lnTo>
                <a:lnTo>
                  <a:pt x="288264" y="1487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3090005" y="6014719"/>
            <a:ext cx="219710" cy="91440"/>
          </a:xfrm>
          <a:custGeom>
            <a:avLst/>
            <a:gdLst/>
            <a:ahLst/>
            <a:cxnLst/>
            <a:rect l="l" t="t" r="r" b="b"/>
            <a:pathLst>
              <a:path w="219709" h="91439">
                <a:moveTo>
                  <a:pt x="219392" y="68580"/>
                </a:moveTo>
                <a:lnTo>
                  <a:pt x="27546" y="68580"/>
                </a:lnTo>
                <a:lnTo>
                  <a:pt x="27546" y="0"/>
                </a:lnTo>
                <a:lnTo>
                  <a:pt x="0" y="0"/>
                </a:lnTo>
                <a:lnTo>
                  <a:pt x="0" y="68580"/>
                </a:lnTo>
                <a:lnTo>
                  <a:pt x="0" y="91440"/>
                </a:lnTo>
                <a:lnTo>
                  <a:pt x="219392" y="91440"/>
                </a:lnTo>
                <a:lnTo>
                  <a:pt x="219392" y="685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3472621" y="5829029"/>
            <a:ext cx="200025" cy="260985"/>
          </a:xfrm>
          <a:custGeom>
            <a:avLst/>
            <a:gdLst/>
            <a:ahLst/>
            <a:cxnLst/>
            <a:rect l="l" t="t" r="r" b="b"/>
            <a:pathLst>
              <a:path w="200025" h="260985">
                <a:moveTo>
                  <a:pt x="199852" y="0"/>
                </a:moveTo>
                <a:lnTo>
                  <a:pt x="167796" y="0"/>
                </a:lnTo>
                <a:lnTo>
                  <a:pt x="167796" y="167045"/>
                </a:lnTo>
                <a:lnTo>
                  <a:pt x="163143" y="192806"/>
                </a:lnTo>
                <a:lnTo>
                  <a:pt x="149733" y="213095"/>
                </a:lnTo>
                <a:lnTo>
                  <a:pt x="128386" y="226388"/>
                </a:lnTo>
                <a:lnTo>
                  <a:pt x="99926" y="231159"/>
                </a:lnTo>
                <a:lnTo>
                  <a:pt x="71426" y="226388"/>
                </a:lnTo>
                <a:lnTo>
                  <a:pt x="49994" y="213095"/>
                </a:lnTo>
                <a:lnTo>
                  <a:pt x="36498" y="192806"/>
                </a:lnTo>
                <a:lnTo>
                  <a:pt x="31806" y="167045"/>
                </a:lnTo>
                <a:lnTo>
                  <a:pt x="31806" y="0"/>
                </a:lnTo>
                <a:lnTo>
                  <a:pt x="0" y="0"/>
                </a:lnTo>
                <a:lnTo>
                  <a:pt x="0" y="169550"/>
                </a:lnTo>
                <a:lnTo>
                  <a:pt x="7090" y="206126"/>
                </a:lnTo>
                <a:lnTo>
                  <a:pt x="27235" y="235072"/>
                </a:lnTo>
                <a:lnTo>
                  <a:pt x="58743" y="254109"/>
                </a:lnTo>
                <a:lnTo>
                  <a:pt x="99926" y="260961"/>
                </a:lnTo>
                <a:lnTo>
                  <a:pt x="141003" y="254109"/>
                </a:lnTo>
                <a:lnTo>
                  <a:pt x="172523" y="235072"/>
                </a:lnTo>
                <a:lnTo>
                  <a:pt x="192727" y="206126"/>
                </a:lnTo>
                <a:lnTo>
                  <a:pt x="199852" y="169550"/>
                </a:lnTo>
                <a:lnTo>
                  <a:pt x="1998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" name="object 21" descr=""/>
          <p:cNvGrpSpPr/>
          <p:nvPr/>
        </p:nvGrpSpPr>
        <p:grpSpPr>
          <a:xfrm>
            <a:off x="13725066" y="5820764"/>
            <a:ext cx="562610" cy="337185"/>
            <a:chOff x="13725066" y="5820764"/>
            <a:chExt cx="562610" cy="337185"/>
          </a:xfrm>
        </p:grpSpPr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25066" y="5890638"/>
              <a:ext cx="153270" cy="194844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13920912" y="5820764"/>
              <a:ext cx="43180" cy="264795"/>
            </a:xfrm>
            <a:custGeom>
              <a:avLst/>
              <a:gdLst/>
              <a:ahLst/>
              <a:cxnLst/>
              <a:rect l="l" t="t" r="r" b="b"/>
              <a:pathLst>
                <a:path w="43180" h="264795">
                  <a:moveTo>
                    <a:pt x="21538" y="0"/>
                  </a:moveTo>
                  <a:lnTo>
                    <a:pt x="13206" y="1584"/>
                  </a:lnTo>
                  <a:lnTo>
                    <a:pt x="6354" y="5916"/>
                  </a:lnTo>
                  <a:lnTo>
                    <a:pt x="1709" y="12361"/>
                  </a:lnTo>
                  <a:lnTo>
                    <a:pt x="0" y="20285"/>
                  </a:lnTo>
                  <a:lnTo>
                    <a:pt x="1709" y="28210"/>
                  </a:lnTo>
                  <a:lnTo>
                    <a:pt x="6354" y="34655"/>
                  </a:lnTo>
                  <a:lnTo>
                    <a:pt x="13206" y="38987"/>
                  </a:lnTo>
                  <a:lnTo>
                    <a:pt x="21538" y="40571"/>
                  </a:lnTo>
                  <a:lnTo>
                    <a:pt x="29724" y="38987"/>
                  </a:lnTo>
                  <a:lnTo>
                    <a:pt x="36502" y="34655"/>
                  </a:lnTo>
                  <a:lnTo>
                    <a:pt x="41120" y="28210"/>
                  </a:lnTo>
                  <a:lnTo>
                    <a:pt x="42826" y="20285"/>
                  </a:lnTo>
                  <a:lnTo>
                    <a:pt x="41120" y="12361"/>
                  </a:lnTo>
                  <a:lnTo>
                    <a:pt x="36502" y="5916"/>
                  </a:lnTo>
                  <a:lnTo>
                    <a:pt x="29724" y="1584"/>
                  </a:lnTo>
                  <a:lnTo>
                    <a:pt x="21538" y="0"/>
                  </a:lnTo>
                  <a:close/>
                </a:path>
                <a:path w="43180" h="264795">
                  <a:moveTo>
                    <a:pt x="36565" y="72378"/>
                  </a:moveTo>
                  <a:lnTo>
                    <a:pt x="6011" y="72378"/>
                  </a:lnTo>
                  <a:lnTo>
                    <a:pt x="6011" y="264718"/>
                  </a:lnTo>
                  <a:lnTo>
                    <a:pt x="36565" y="264718"/>
                  </a:lnTo>
                  <a:lnTo>
                    <a:pt x="36565" y="723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90034" y="5847061"/>
              <a:ext cx="102932" cy="240926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14114253" y="5893142"/>
              <a:ext cx="173355" cy="264795"/>
            </a:xfrm>
            <a:custGeom>
              <a:avLst/>
              <a:gdLst/>
              <a:ahLst/>
              <a:cxnLst/>
              <a:rect l="l" t="t" r="r" b="b"/>
              <a:pathLst>
                <a:path w="173355" h="264795">
                  <a:moveTo>
                    <a:pt x="173306" y="0"/>
                  </a:moveTo>
                  <a:lnTo>
                    <a:pt x="140248" y="0"/>
                  </a:lnTo>
                  <a:lnTo>
                    <a:pt x="87655" y="152770"/>
                  </a:lnTo>
                  <a:lnTo>
                    <a:pt x="85651" y="152770"/>
                  </a:lnTo>
                  <a:lnTo>
                    <a:pt x="33058" y="0"/>
                  </a:lnTo>
                  <a:lnTo>
                    <a:pt x="0" y="0"/>
                  </a:lnTo>
                  <a:lnTo>
                    <a:pt x="71125" y="193592"/>
                  </a:lnTo>
                  <a:lnTo>
                    <a:pt x="65616" y="208368"/>
                  </a:lnTo>
                  <a:lnTo>
                    <a:pt x="57845" y="224702"/>
                  </a:lnTo>
                  <a:lnTo>
                    <a:pt x="49839" y="233287"/>
                  </a:lnTo>
                  <a:lnTo>
                    <a:pt x="41456" y="236613"/>
                  </a:lnTo>
                  <a:lnTo>
                    <a:pt x="32558" y="237169"/>
                  </a:lnTo>
                  <a:lnTo>
                    <a:pt x="27799" y="237169"/>
                  </a:lnTo>
                  <a:lnTo>
                    <a:pt x="20787" y="236918"/>
                  </a:lnTo>
                  <a:lnTo>
                    <a:pt x="17781" y="236668"/>
                  </a:lnTo>
                  <a:lnTo>
                    <a:pt x="17531" y="263716"/>
                  </a:lnTo>
                  <a:lnTo>
                    <a:pt x="21538" y="264217"/>
                  </a:lnTo>
                  <a:lnTo>
                    <a:pt x="28050" y="264467"/>
                  </a:lnTo>
                  <a:lnTo>
                    <a:pt x="34561" y="264467"/>
                  </a:lnTo>
                  <a:lnTo>
                    <a:pt x="53454" y="261767"/>
                  </a:lnTo>
                  <a:lnTo>
                    <a:pt x="69247" y="253573"/>
                  </a:lnTo>
                  <a:lnTo>
                    <a:pt x="82036" y="239744"/>
                  </a:lnTo>
                  <a:lnTo>
                    <a:pt x="91913" y="220139"/>
                  </a:lnTo>
                  <a:lnTo>
                    <a:pt x="1733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/>
          <p:nvPr/>
        </p:nvSpPr>
        <p:spPr>
          <a:xfrm>
            <a:off x="14543014" y="5939724"/>
            <a:ext cx="27940" cy="175260"/>
          </a:xfrm>
          <a:custGeom>
            <a:avLst/>
            <a:gdLst/>
            <a:ahLst/>
            <a:cxnLst/>
            <a:rect l="l" t="t" r="r" b="b"/>
            <a:pathLst>
              <a:path w="27940" h="175260">
                <a:moveTo>
                  <a:pt x="27549" y="0"/>
                </a:moveTo>
                <a:lnTo>
                  <a:pt x="0" y="0"/>
                </a:lnTo>
                <a:lnTo>
                  <a:pt x="0" y="175059"/>
                </a:lnTo>
                <a:lnTo>
                  <a:pt x="27549" y="175059"/>
                </a:lnTo>
                <a:lnTo>
                  <a:pt x="275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14322361" y="5799480"/>
            <a:ext cx="248285" cy="235585"/>
          </a:xfrm>
          <a:custGeom>
            <a:avLst/>
            <a:gdLst/>
            <a:ahLst/>
            <a:cxnLst/>
            <a:rect l="l" t="t" r="r" b="b"/>
            <a:pathLst>
              <a:path w="248284" h="235585">
                <a:moveTo>
                  <a:pt x="145008" y="24549"/>
                </a:moveTo>
                <a:lnTo>
                  <a:pt x="117970" y="24549"/>
                </a:lnTo>
                <a:lnTo>
                  <a:pt x="117970" y="106692"/>
                </a:lnTo>
                <a:lnTo>
                  <a:pt x="145008" y="106692"/>
                </a:lnTo>
                <a:lnTo>
                  <a:pt x="145008" y="24549"/>
                </a:lnTo>
                <a:close/>
              </a:path>
              <a:path w="248284" h="235585">
                <a:moveTo>
                  <a:pt x="248196" y="117449"/>
                </a:moveTo>
                <a:lnTo>
                  <a:pt x="145008" y="117449"/>
                </a:lnTo>
                <a:lnTo>
                  <a:pt x="145008" y="107289"/>
                </a:lnTo>
                <a:lnTo>
                  <a:pt x="117970" y="107289"/>
                </a:lnTo>
                <a:lnTo>
                  <a:pt x="117970" y="128879"/>
                </a:lnTo>
                <a:lnTo>
                  <a:pt x="117970" y="140309"/>
                </a:lnTo>
                <a:lnTo>
                  <a:pt x="117970" y="212699"/>
                </a:lnTo>
                <a:lnTo>
                  <a:pt x="28054" y="212699"/>
                </a:lnTo>
                <a:lnTo>
                  <a:pt x="28054" y="128879"/>
                </a:lnTo>
                <a:lnTo>
                  <a:pt x="117970" y="128879"/>
                </a:lnTo>
                <a:lnTo>
                  <a:pt x="117970" y="107289"/>
                </a:lnTo>
                <a:lnTo>
                  <a:pt x="28054" y="107289"/>
                </a:lnTo>
                <a:lnTo>
                  <a:pt x="28054" y="24739"/>
                </a:lnTo>
                <a:lnTo>
                  <a:pt x="0" y="24739"/>
                </a:lnTo>
                <a:lnTo>
                  <a:pt x="0" y="235559"/>
                </a:lnTo>
                <a:lnTo>
                  <a:pt x="145008" y="235559"/>
                </a:lnTo>
                <a:lnTo>
                  <a:pt x="145008" y="212699"/>
                </a:lnTo>
                <a:lnTo>
                  <a:pt x="145008" y="140309"/>
                </a:lnTo>
                <a:lnTo>
                  <a:pt x="248196" y="140309"/>
                </a:lnTo>
                <a:lnTo>
                  <a:pt x="248196" y="128879"/>
                </a:lnTo>
                <a:lnTo>
                  <a:pt x="248196" y="117449"/>
                </a:lnTo>
                <a:close/>
              </a:path>
              <a:path w="248284" h="235585">
                <a:moveTo>
                  <a:pt x="248196" y="0"/>
                </a:moveTo>
                <a:lnTo>
                  <a:pt x="220649" y="0"/>
                </a:lnTo>
                <a:lnTo>
                  <a:pt x="220649" y="117208"/>
                </a:lnTo>
                <a:lnTo>
                  <a:pt x="248196" y="117208"/>
                </a:lnTo>
                <a:lnTo>
                  <a:pt x="2481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4624408" y="5799727"/>
            <a:ext cx="268605" cy="307975"/>
          </a:xfrm>
          <a:custGeom>
            <a:avLst/>
            <a:gdLst/>
            <a:ahLst/>
            <a:cxnLst/>
            <a:rect l="l" t="t" r="r" b="b"/>
            <a:pathLst>
              <a:path w="268605" h="307975">
                <a:moveTo>
                  <a:pt x="85401" y="210121"/>
                </a:moveTo>
                <a:lnTo>
                  <a:pt x="57602" y="210121"/>
                </a:lnTo>
                <a:lnTo>
                  <a:pt x="57602" y="307544"/>
                </a:lnTo>
                <a:lnTo>
                  <a:pt x="268475" y="307544"/>
                </a:lnTo>
                <a:lnTo>
                  <a:pt x="268475" y="284503"/>
                </a:lnTo>
                <a:lnTo>
                  <a:pt x="85401" y="284503"/>
                </a:lnTo>
                <a:lnTo>
                  <a:pt x="85401" y="210121"/>
                </a:lnTo>
                <a:close/>
              </a:path>
              <a:path w="268605" h="307975">
                <a:moveTo>
                  <a:pt x="259709" y="0"/>
                </a:moveTo>
                <a:lnTo>
                  <a:pt x="231910" y="0"/>
                </a:lnTo>
                <a:lnTo>
                  <a:pt x="231910" y="87154"/>
                </a:lnTo>
                <a:lnTo>
                  <a:pt x="167045" y="87154"/>
                </a:lnTo>
                <a:lnTo>
                  <a:pt x="167045" y="109944"/>
                </a:lnTo>
                <a:lnTo>
                  <a:pt x="231910" y="109944"/>
                </a:lnTo>
                <a:lnTo>
                  <a:pt x="231910" y="230908"/>
                </a:lnTo>
                <a:lnTo>
                  <a:pt x="259709" y="230908"/>
                </a:lnTo>
                <a:lnTo>
                  <a:pt x="259709" y="0"/>
                </a:lnTo>
                <a:close/>
              </a:path>
              <a:path w="268605" h="307975">
                <a:moveTo>
                  <a:pt x="108192" y="48585"/>
                </a:moveTo>
                <a:lnTo>
                  <a:pt x="80141" y="48585"/>
                </a:lnTo>
                <a:lnTo>
                  <a:pt x="80141" y="64864"/>
                </a:lnTo>
                <a:lnTo>
                  <a:pt x="74170" y="97676"/>
                </a:lnTo>
                <a:lnTo>
                  <a:pt x="57539" y="127131"/>
                </a:lnTo>
                <a:lnTo>
                  <a:pt x="32174" y="151185"/>
                </a:lnTo>
                <a:lnTo>
                  <a:pt x="0" y="167796"/>
                </a:lnTo>
                <a:lnTo>
                  <a:pt x="14525" y="190587"/>
                </a:lnTo>
                <a:lnTo>
                  <a:pt x="40924" y="177391"/>
                </a:lnTo>
                <a:lnTo>
                  <a:pt x="63518" y="159313"/>
                </a:lnTo>
                <a:lnTo>
                  <a:pt x="81652" y="137054"/>
                </a:lnTo>
                <a:lnTo>
                  <a:pt x="94667" y="111322"/>
                </a:lnTo>
                <a:lnTo>
                  <a:pt x="123461" y="111322"/>
                </a:lnTo>
                <a:lnTo>
                  <a:pt x="113842" y="94749"/>
                </a:lnTo>
                <a:lnTo>
                  <a:pt x="108192" y="64864"/>
                </a:lnTo>
                <a:lnTo>
                  <a:pt x="108192" y="48585"/>
                </a:lnTo>
                <a:close/>
              </a:path>
              <a:path w="268605" h="307975">
                <a:moveTo>
                  <a:pt x="123461" y="111322"/>
                </a:moveTo>
                <a:lnTo>
                  <a:pt x="94667" y="111322"/>
                </a:lnTo>
                <a:lnTo>
                  <a:pt x="107399" y="134472"/>
                </a:lnTo>
                <a:lnTo>
                  <a:pt x="124767" y="154617"/>
                </a:lnTo>
                <a:lnTo>
                  <a:pt x="146245" y="171052"/>
                </a:lnTo>
                <a:lnTo>
                  <a:pt x="171303" y="183073"/>
                </a:lnTo>
                <a:lnTo>
                  <a:pt x="185829" y="160784"/>
                </a:lnTo>
                <a:lnTo>
                  <a:pt x="154257" y="144846"/>
                </a:lnTo>
                <a:lnTo>
                  <a:pt x="129729" y="122122"/>
                </a:lnTo>
                <a:lnTo>
                  <a:pt x="123461" y="111322"/>
                </a:lnTo>
                <a:close/>
              </a:path>
              <a:path w="268605" h="307975">
                <a:moveTo>
                  <a:pt x="178565" y="25545"/>
                </a:moveTo>
                <a:lnTo>
                  <a:pt x="9015" y="25545"/>
                </a:lnTo>
                <a:lnTo>
                  <a:pt x="9015" y="48585"/>
                </a:lnTo>
                <a:lnTo>
                  <a:pt x="178565" y="48585"/>
                </a:lnTo>
                <a:lnTo>
                  <a:pt x="178565" y="255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4948481" y="5799476"/>
            <a:ext cx="248285" cy="315595"/>
          </a:xfrm>
          <a:custGeom>
            <a:avLst/>
            <a:gdLst/>
            <a:ahLst/>
            <a:cxnLst/>
            <a:rect l="l" t="t" r="r" b="b"/>
            <a:pathLst>
              <a:path w="248284" h="315595">
                <a:moveTo>
                  <a:pt x="247688" y="0"/>
                </a:moveTo>
                <a:lnTo>
                  <a:pt x="219888" y="0"/>
                </a:lnTo>
                <a:lnTo>
                  <a:pt x="219888" y="315307"/>
                </a:lnTo>
                <a:lnTo>
                  <a:pt x="247688" y="315307"/>
                </a:lnTo>
                <a:lnTo>
                  <a:pt x="247688" y="0"/>
                </a:lnTo>
                <a:close/>
              </a:path>
              <a:path w="248284" h="315595">
                <a:moveTo>
                  <a:pt x="80392" y="24292"/>
                </a:moveTo>
                <a:lnTo>
                  <a:pt x="47968" y="32135"/>
                </a:lnTo>
                <a:lnTo>
                  <a:pt x="22540" y="54158"/>
                </a:lnTo>
                <a:lnTo>
                  <a:pt x="5940" y="88672"/>
                </a:lnTo>
                <a:lnTo>
                  <a:pt x="0" y="133987"/>
                </a:lnTo>
                <a:lnTo>
                  <a:pt x="5940" y="179442"/>
                </a:lnTo>
                <a:lnTo>
                  <a:pt x="22540" y="214003"/>
                </a:lnTo>
                <a:lnTo>
                  <a:pt x="47968" y="235979"/>
                </a:lnTo>
                <a:lnTo>
                  <a:pt x="80392" y="243681"/>
                </a:lnTo>
                <a:lnTo>
                  <a:pt x="112605" y="235979"/>
                </a:lnTo>
                <a:lnTo>
                  <a:pt x="132401" y="218887"/>
                </a:lnTo>
                <a:lnTo>
                  <a:pt x="80392" y="218887"/>
                </a:lnTo>
                <a:lnTo>
                  <a:pt x="58705" y="212841"/>
                </a:lnTo>
                <a:lnTo>
                  <a:pt x="41761" y="195689"/>
                </a:lnTo>
                <a:lnTo>
                  <a:pt x="30734" y="168912"/>
                </a:lnTo>
                <a:lnTo>
                  <a:pt x="26798" y="133987"/>
                </a:lnTo>
                <a:lnTo>
                  <a:pt x="30734" y="99202"/>
                </a:lnTo>
                <a:lnTo>
                  <a:pt x="41761" y="72472"/>
                </a:lnTo>
                <a:lnTo>
                  <a:pt x="58705" y="55273"/>
                </a:lnTo>
                <a:lnTo>
                  <a:pt x="80392" y="49086"/>
                </a:lnTo>
                <a:lnTo>
                  <a:pt x="132195" y="49086"/>
                </a:lnTo>
                <a:lnTo>
                  <a:pt x="112605" y="32135"/>
                </a:lnTo>
                <a:lnTo>
                  <a:pt x="80392" y="24292"/>
                </a:lnTo>
                <a:close/>
              </a:path>
              <a:path w="248284" h="315595">
                <a:moveTo>
                  <a:pt x="132195" y="49086"/>
                </a:moveTo>
                <a:lnTo>
                  <a:pt x="80392" y="49086"/>
                </a:lnTo>
                <a:lnTo>
                  <a:pt x="102040" y="55273"/>
                </a:lnTo>
                <a:lnTo>
                  <a:pt x="118898" y="72472"/>
                </a:lnTo>
                <a:lnTo>
                  <a:pt x="129839" y="99202"/>
                </a:lnTo>
                <a:lnTo>
                  <a:pt x="133737" y="133987"/>
                </a:lnTo>
                <a:lnTo>
                  <a:pt x="129839" y="168912"/>
                </a:lnTo>
                <a:lnTo>
                  <a:pt x="118898" y="195689"/>
                </a:lnTo>
                <a:lnTo>
                  <a:pt x="102040" y="212841"/>
                </a:lnTo>
                <a:lnTo>
                  <a:pt x="80392" y="218887"/>
                </a:lnTo>
                <a:lnTo>
                  <a:pt x="132401" y="218887"/>
                </a:lnTo>
                <a:lnTo>
                  <a:pt x="138056" y="214003"/>
                </a:lnTo>
                <a:lnTo>
                  <a:pt x="154773" y="179442"/>
                </a:lnTo>
                <a:lnTo>
                  <a:pt x="160784" y="133987"/>
                </a:lnTo>
                <a:lnTo>
                  <a:pt x="154773" y="88672"/>
                </a:lnTo>
                <a:lnTo>
                  <a:pt x="138056" y="54158"/>
                </a:lnTo>
                <a:lnTo>
                  <a:pt x="132195" y="490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5355177" y="5799480"/>
            <a:ext cx="664210" cy="358775"/>
          </a:xfrm>
          <a:custGeom>
            <a:avLst/>
            <a:gdLst/>
            <a:ahLst/>
            <a:cxnLst/>
            <a:rect l="l" t="t" r="r" b="b"/>
            <a:pathLst>
              <a:path w="664209" h="358775">
                <a:moveTo>
                  <a:pt x="172808" y="135496"/>
                </a:moveTo>
                <a:lnTo>
                  <a:pt x="170992" y="123977"/>
                </a:lnTo>
                <a:lnTo>
                  <a:pt x="169303" y="113207"/>
                </a:lnTo>
                <a:lnTo>
                  <a:pt x="137642" y="118554"/>
                </a:lnTo>
                <a:lnTo>
                  <a:pt x="105346" y="121869"/>
                </a:lnTo>
                <a:lnTo>
                  <a:pt x="69532" y="123558"/>
                </a:lnTo>
                <a:lnTo>
                  <a:pt x="27305" y="123977"/>
                </a:lnTo>
                <a:lnTo>
                  <a:pt x="27305" y="41071"/>
                </a:lnTo>
                <a:lnTo>
                  <a:pt x="139750" y="41071"/>
                </a:lnTo>
                <a:lnTo>
                  <a:pt x="139750" y="18288"/>
                </a:lnTo>
                <a:lnTo>
                  <a:pt x="0" y="18288"/>
                </a:lnTo>
                <a:lnTo>
                  <a:pt x="0" y="146507"/>
                </a:lnTo>
                <a:lnTo>
                  <a:pt x="24295" y="146507"/>
                </a:lnTo>
                <a:lnTo>
                  <a:pt x="68529" y="146227"/>
                </a:lnTo>
                <a:lnTo>
                  <a:pt x="105968" y="144665"/>
                </a:lnTo>
                <a:lnTo>
                  <a:pt x="139712" y="141262"/>
                </a:lnTo>
                <a:lnTo>
                  <a:pt x="172808" y="135496"/>
                </a:lnTo>
                <a:close/>
              </a:path>
              <a:path w="664209" h="358775">
                <a:moveTo>
                  <a:pt x="243179" y="287756"/>
                </a:moveTo>
                <a:lnTo>
                  <a:pt x="58864" y="287756"/>
                </a:lnTo>
                <a:lnTo>
                  <a:pt x="58864" y="251942"/>
                </a:lnTo>
                <a:lnTo>
                  <a:pt x="231660" y="251942"/>
                </a:lnTo>
                <a:lnTo>
                  <a:pt x="231660" y="174561"/>
                </a:lnTo>
                <a:lnTo>
                  <a:pt x="30810" y="174561"/>
                </a:lnTo>
                <a:lnTo>
                  <a:pt x="30810" y="197104"/>
                </a:lnTo>
                <a:lnTo>
                  <a:pt x="204114" y="197104"/>
                </a:lnTo>
                <a:lnTo>
                  <a:pt x="204114" y="230162"/>
                </a:lnTo>
                <a:lnTo>
                  <a:pt x="31559" y="230162"/>
                </a:lnTo>
                <a:lnTo>
                  <a:pt x="31559" y="310553"/>
                </a:lnTo>
                <a:lnTo>
                  <a:pt x="243179" y="310553"/>
                </a:lnTo>
                <a:lnTo>
                  <a:pt x="243179" y="287756"/>
                </a:lnTo>
                <a:close/>
              </a:path>
              <a:path w="664209" h="358775">
                <a:moveTo>
                  <a:pt x="278993" y="66624"/>
                </a:moveTo>
                <a:lnTo>
                  <a:pt x="231660" y="66624"/>
                </a:lnTo>
                <a:lnTo>
                  <a:pt x="231660" y="0"/>
                </a:lnTo>
                <a:lnTo>
                  <a:pt x="203860" y="0"/>
                </a:lnTo>
                <a:lnTo>
                  <a:pt x="203860" y="158788"/>
                </a:lnTo>
                <a:lnTo>
                  <a:pt x="231660" y="158788"/>
                </a:lnTo>
                <a:lnTo>
                  <a:pt x="231660" y="89916"/>
                </a:lnTo>
                <a:lnTo>
                  <a:pt x="278993" y="89916"/>
                </a:lnTo>
                <a:lnTo>
                  <a:pt x="278993" y="66624"/>
                </a:lnTo>
                <a:close/>
              </a:path>
              <a:path w="664209" h="358775">
                <a:moveTo>
                  <a:pt x="489623" y="227660"/>
                </a:moveTo>
                <a:lnTo>
                  <a:pt x="488188" y="215633"/>
                </a:lnTo>
                <a:lnTo>
                  <a:pt x="486867" y="204609"/>
                </a:lnTo>
                <a:lnTo>
                  <a:pt x="451853" y="210083"/>
                </a:lnTo>
                <a:lnTo>
                  <a:pt x="417182" y="213461"/>
                </a:lnTo>
                <a:lnTo>
                  <a:pt x="380542" y="215163"/>
                </a:lnTo>
                <a:lnTo>
                  <a:pt x="339610" y="215633"/>
                </a:lnTo>
                <a:lnTo>
                  <a:pt x="339610" y="141998"/>
                </a:lnTo>
                <a:lnTo>
                  <a:pt x="454558" y="141998"/>
                </a:lnTo>
                <a:lnTo>
                  <a:pt x="454558" y="29298"/>
                </a:lnTo>
                <a:lnTo>
                  <a:pt x="311302" y="29298"/>
                </a:lnTo>
                <a:lnTo>
                  <a:pt x="311302" y="52349"/>
                </a:lnTo>
                <a:lnTo>
                  <a:pt x="426758" y="52349"/>
                </a:lnTo>
                <a:lnTo>
                  <a:pt x="426758" y="118960"/>
                </a:lnTo>
                <a:lnTo>
                  <a:pt x="312051" y="118960"/>
                </a:lnTo>
                <a:lnTo>
                  <a:pt x="312051" y="239179"/>
                </a:lnTo>
                <a:lnTo>
                  <a:pt x="337096" y="239179"/>
                </a:lnTo>
                <a:lnTo>
                  <a:pt x="379628" y="238544"/>
                </a:lnTo>
                <a:lnTo>
                  <a:pt x="417588" y="236702"/>
                </a:lnTo>
                <a:lnTo>
                  <a:pt x="453428" y="233222"/>
                </a:lnTo>
                <a:lnTo>
                  <a:pt x="489623" y="227660"/>
                </a:lnTo>
                <a:close/>
              </a:path>
              <a:path w="664209" h="358775">
                <a:moveTo>
                  <a:pt x="595312" y="125222"/>
                </a:moveTo>
                <a:lnTo>
                  <a:pt x="542709" y="125222"/>
                </a:lnTo>
                <a:lnTo>
                  <a:pt x="542709" y="0"/>
                </a:lnTo>
                <a:lnTo>
                  <a:pt x="515162" y="0"/>
                </a:lnTo>
                <a:lnTo>
                  <a:pt x="515162" y="315315"/>
                </a:lnTo>
                <a:lnTo>
                  <a:pt x="542709" y="315315"/>
                </a:lnTo>
                <a:lnTo>
                  <a:pt x="542709" y="148767"/>
                </a:lnTo>
                <a:lnTo>
                  <a:pt x="595312" y="148767"/>
                </a:lnTo>
                <a:lnTo>
                  <a:pt x="595312" y="125222"/>
                </a:lnTo>
                <a:close/>
              </a:path>
              <a:path w="664209" h="358775">
                <a:moveTo>
                  <a:pt x="664184" y="261962"/>
                </a:moveTo>
                <a:lnTo>
                  <a:pt x="630123" y="261962"/>
                </a:lnTo>
                <a:lnTo>
                  <a:pt x="610590" y="358381"/>
                </a:lnTo>
                <a:lnTo>
                  <a:pt x="636879" y="358381"/>
                </a:lnTo>
                <a:lnTo>
                  <a:pt x="664184" y="2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16152073" y="5820013"/>
            <a:ext cx="288290" cy="254000"/>
          </a:xfrm>
          <a:custGeom>
            <a:avLst/>
            <a:gdLst/>
            <a:ahLst/>
            <a:cxnLst/>
            <a:rect l="l" t="t" r="r" b="b"/>
            <a:pathLst>
              <a:path w="288290" h="254000">
                <a:moveTo>
                  <a:pt x="288260" y="230407"/>
                </a:moveTo>
                <a:lnTo>
                  <a:pt x="0" y="230407"/>
                </a:lnTo>
                <a:lnTo>
                  <a:pt x="0" y="253698"/>
                </a:lnTo>
                <a:lnTo>
                  <a:pt x="288260" y="253698"/>
                </a:lnTo>
                <a:lnTo>
                  <a:pt x="288260" y="230407"/>
                </a:lnTo>
                <a:close/>
              </a:path>
              <a:path w="288290" h="254000">
                <a:moveTo>
                  <a:pt x="143254" y="0"/>
                </a:moveTo>
                <a:lnTo>
                  <a:pt x="97188" y="6006"/>
                </a:lnTo>
                <a:lnTo>
                  <a:pt x="60795" y="22696"/>
                </a:lnTo>
                <a:lnTo>
                  <a:pt x="36893" y="48636"/>
                </a:lnTo>
                <a:lnTo>
                  <a:pt x="28300" y="82395"/>
                </a:lnTo>
                <a:lnTo>
                  <a:pt x="35777" y="114385"/>
                </a:lnTo>
                <a:lnTo>
                  <a:pt x="55592" y="138111"/>
                </a:lnTo>
                <a:lnTo>
                  <a:pt x="56720" y="139402"/>
                </a:lnTo>
                <a:lnTo>
                  <a:pt x="88729" y="156389"/>
                </a:lnTo>
                <a:lnTo>
                  <a:pt x="88901" y="156389"/>
                </a:lnTo>
                <a:lnTo>
                  <a:pt x="129479" y="164290"/>
                </a:lnTo>
                <a:lnTo>
                  <a:pt x="129479" y="230407"/>
                </a:lnTo>
                <a:lnTo>
                  <a:pt x="157027" y="230407"/>
                </a:lnTo>
                <a:lnTo>
                  <a:pt x="157027" y="164290"/>
                </a:lnTo>
                <a:lnTo>
                  <a:pt x="198127" y="156389"/>
                </a:lnTo>
                <a:lnTo>
                  <a:pt x="224338" y="142502"/>
                </a:lnTo>
                <a:lnTo>
                  <a:pt x="143254" y="142502"/>
                </a:lnTo>
                <a:lnTo>
                  <a:pt x="108031" y="138111"/>
                </a:lnTo>
                <a:lnTo>
                  <a:pt x="80110" y="125972"/>
                </a:lnTo>
                <a:lnTo>
                  <a:pt x="61722" y="107072"/>
                </a:lnTo>
                <a:lnTo>
                  <a:pt x="55097" y="82395"/>
                </a:lnTo>
                <a:lnTo>
                  <a:pt x="61722" y="58083"/>
                </a:lnTo>
                <a:lnTo>
                  <a:pt x="80110" y="39288"/>
                </a:lnTo>
                <a:lnTo>
                  <a:pt x="108031" y="27208"/>
                </a:lnTo>
                <a:lnTo>
                  <a:pt x="143254" y="23040"/>
                </a:lnTo>
                <a:lnTo>
                  <a:pt x="226341" y="23040"/>
                </a:lnTo>
                <a:lnTo>
                  <a:pt x="226024" y="22696"/>
                </a:lnTo>
                <a:lnTo>
                  <a:pt x="189569" y="6006"/>
                </a:lnTo>
                <a:lnTo>
                  <a:pt x="143254" y="0"/>
                </a:lnTo>
                <a:close/>
              </a:path>
              <a:path w="288290" h="254000">
                <a:moveTo>
                  <a:pt x="226341" y="23040"/>
                </a:moveTo>
                <a:lnTo>
                  <a:pt x="143254" y="23040"/>
                </a:lnTo>
                <a:lnTo>
                  <a:pt x="178621" y="27208"/>
                </a:lnTo>
                <a:lnTo>
                  <a:pt x="206615" y="39288"/>
                </a:lnTo>
                <a:lnTo>
                  <a:pt x="225031" y="58083"/>
                </a:lnTo>
                <a:lnTo>
                  <a:pt x="231660" y="82395"/>
                </a:lnTo>
                <a:lnTo>
                  <a:pt x="225031" y="107072"/>
                </a:lnTo>
                <a:lnTo>
                  <a:pt x="206615" y="125972"/>
                </a:lnTo>
                <a:lnTo>
                  <a:pt x="178621" y="138111"/>
                </a:lnTo>
                <a:lnTo>
                  <a:pt x="143254" y="142502"/>
                </a:lnTo>
                <a:lnTo>
                  <a:pt x="224338" y="142502"/>
                </a:lnTo>
                <a:lnTo>
                  <a:pt x="230188" y="139402"/>
                </a:lnTo>
                <a:lnTo>
                  <a:pt x="251026" y="114385"/>
                </a:lnTo>
                <a:lnTo>
                  <a:pt x="258457" y="82395"/>
                </a:lnTo>
                <a:lnTo>
                  <a:pt x="249895" y="48636"/>
                </a:lnTo>
                <a:lnTo>
                  <a:pt x="226341" y="230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16499929" y="5811519"/>
            <a:ext cx="225425" cy="143510"/>
          </a:xfrm>
          <a:custGeom>
            <a:avLst/>
            <a:gdLst/>
            <a:ahLst/>
            <a:cxnLst/>
            <a:rect l="l" t="t" r="r" b="b"/>
            <a:pathLst>
              <a:path w="225425" h="143510">
                <a:moveTo>
                  <a:pt x="225399" y="120650"/>
                </a:moveTo>
                <a:lnTo>
                  <a:pt x="28803" y="120650"/>
                </a:lnTo>
                <a:lnTo>
                  <a:pt x="28803" y="81280"/>
                </a:lnTo>
                <a:lnTo>
                  <a:pt x="218643" y="81280"/>
                </a:lnTo>
                <a:lnTo>
                  <a:pt x="218643" y="59690"/>
                </a:lnTo>
                <a:lnTo>
                  <a:pt x="218643" y="22860"/>
                </a:lnTo>
                <a:lnTo>
                  <a:pt x="218643" y="0"/>
                </a:lnTo>
                <a:lnTo>
                  <a:pt x="0" y="0"/>
                </a:lnTo>
                <a:lnTo>
                  <a:pt x="0" y="22860"/>
                </a:lnTo>
                <a:lnTo>
                  <a:pt x="190334" y="22860"/>
                </a:lnTo>
                <a:lnTo>
                  <a:pt x="190334" y="59690"/>
                </a:lnTo>
                <a:lnTo>
                  <a:pt x="749" y="59690"/>
                </a:lnTo>
                <a:lnTo>
                  <a:pt x="749" y="81280"/>
                </a:lnTo>
                <a:lnTo>
                  <a:pt x="749" y="120650"/>
                </a:lnTo>
                <a:lnTo>
                  <a:pt x="749" y="143510"/>
                </a:lnTo>
                <a:lnTo>
                  <a:pt x="225399" y="143510"/>
                </a:lnTo>
                <a:lnTo>
                  <a:pt x="225399" y="120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16540760" y="6009598"/>
            <a:ext cx="27940" cy="104775"/>
          </a:xfrm>
          <a:custGeom>
            <a:avLst/>
            <a:gdLst/>
            <a:ahLst/>
            <a:cxnLst/>
            <a:rect l="l" t="t" r="r" b="b"/>
            <a:pathLst>
              <a:path w="27940" h="104775">
                <a:moveTo>
                  <a:pt x="27799" y="0"/>
                </a:moveTo>
                <a:lnTo>
                  <a:pt x="0" y="0"/>
                </a:lnTo>
                <a:lnTo>
                  <a:pt x="0" y="104685"/>
                </a:lnTo>
                <a:lnTo>
                  <a:pt x="27799" y="104685"/>
                </a:lnTo>
                <a:lnTo>
                  <a:pt x="277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16465119" y="5799480"/>
            <a:ext cx="608965" cy="314960"/>
          </a:xfrm>
          <a:custGeom>
            <a:avLst/>
            <a:gdLst/>
            <a:ahLst/>
            <a:cxnLst/>
            <a:rect l="l" t="t" r="r" b="b"/>
            <a:pathLst>
              <a:path w="608965" h="314960">
                <a:moveTo>
                  <a:pt x="288264" y="187833"/>
                </a:moveTo>
                <a:lnTo>
                  <a:pt x="0" y="187833"/>
                </a:lnTo>
                <a:lnTo>
                  <a:pt x="0" y="210121"/>
                </a:lnTo>
                <a:lnTo>
                  <a:pt x="184823" y="210121"/>
                </a:lnTo>
                <a:lnTo>
                  <a:pt x="184823" y="314807"/>
                </a:lnTo>
                <a:lnTo>
                  <a:pt x="212623" y="314807"/>
                </a:lnTo>
                <a:lnTo>
                  <a:pt x="212623" y="210121"/>
                </a:lnTo>
                <a:lnTo>
                  <a:pt x="288264" y="210121"/>
                </a:lnTo>
                <a:lnTo>
                  <a:pt x="288264" y="187833"/>
                </a:lnTo>
                <a:close/>
              </a:path>
              <a:path w="608965" h="314960">
                <a:moveTo>
                  <a:pt x="476351" y="33807"/>
                </a:moveTo>
                <a:lnTo>
                  <a:pt x="330835" y="33807"/>
                </a:lnTo>
                <a:lnTo>
                  <a:pt x="330835" y="57099"/>
                </a:lnTo>
                <a:lnTo>
                  <a:pt x="448043" y="57099"/>
                </a:lnTo>
                <a:lnTo>
                  <a:pt x="439724" y="100215"/>
                </a:lnTo>
                <a:lnTo>
                  <a:pt x="422325" y="139636"/>
                </a:lnTo>
                <a:lnTo>
                  <a:pt x="395884" y="175082"/>
                </a:lnTo>
                <a:lnTo>
                  <a:pt x="360438" y="206273"/>
                </a:lnTo>
                <a:lnTo>
                  <a:pt x="316064" y="232918"/>
                </a:lnTo>
                <a:lnTo>
                  <a:pt x="331584" y="254698"/>
                </a:lnTo>
                <a:lnTo>
                  <a:pt x="377952" y="226961"/>
                </a:lnTo>
                <a:lnTo>
                  <a:pt x="414693" y="194767"/>
                </a:lnTo>
                <a:lnTo>
                  <a:pt x="442379" y="158724"/>
                </a:lnTo>
                <a:lnTo>
                  <a:pt x="461518" y="119468"/>
                </a:lnTo>
                <a:lnTo>
                  <a:pt x="472668" y="77622"/>
                </a:lnTo>
                <a:lnTo>
                  <a:pt x="476351" y="33807"/>
                </a:lnTo>
                <a:close/>
              </a:path>
              <a:path w="608965" h="314960">
                <a:moveTo>
                  <a:pt x="608825" y="127977"/>
                </a:moveTo>
                <a:lnTo>
                  <a:pt x="557733" y="127977"/>
                </a:lnTo>
                <a:lnTo>
                  <a:pt x="557733" y="0"/>
                </a:lnTo>
                <a:lnTo>
                  <a:pt x="529945" y="0"/>
                </a:lnTo>
                <a:lnTo>
                  <a:pt x="529945" y="314553"/>
                </a:lnTo>
                <a:lnTo>
                  <a:pt x="557733" y="314553"/>
                </a:lnTo>
                <a:lnTo>
                  <a:pt x="557733" y="151523"/>
                </a:lnTo>
                <a:lnTo>
                  <a:pt x="608825" y="151523"/>
                </a:lnTo>
                <a:lnTo>
                  <a:pt x="608825" y="1279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17196816" y="5799480"/>
            <a:ext cx="560070" cy="315595"/>
          </a:xfrm>
          <a:custGeom>
            <a:avLst/>
            <a:gdLst/>
            <a:ahLst/>
            <a:cxnLst/>
            <a:rect l="l" t="t" r="r" b="b"/>
            <a:pathLst>
              <a:path w="560069" h="315595">
                <a:moveTo>
                  <a:pt x="116205" y="294779"/>
                </a:moveTo>
                <a:lnTo>
                  <a:pt x="113880" y="283248"/>
                </a:lnTo>
                <a:lnTo>
                  <a:pt x="111696" y="272478"/>
                </a:lnTo>
                <a:lnTo>
                  <a:pt x="94805" y="277228"/>
                </a:lnTo>
                <a:lnTo>
                  <a:pt x="77889" y="280403"/>
                </a:lnTo>
                <a:lnTo>
                  <a:pt x="61722" y="282308"/>
                </a:lnTo>
                <a:lnTo>
                  <a:pt x="47091" y="283248"/>
                </a:lnTo>
                <a:lnTo>
                  <a:pt x="47091" y="189585"/>
                </a:lnTo>
                <a:lnTo>
                  <a:pt x="20040" y="189585"/>
                </a:lnTo>
                <a:lnTo>
                  <a:pt x="20040" y="306298"/>
                </a:lnTo>
                <a:lnTo>
                  <a:pt x="35064" y="306298"/>
                </a:lnTo>
                <a:lnTo>
                  <a:pt x="52082" y="305943"/>
                </a:lnTo>
                <a:lnTo>
                  <a:pt x="71793" y="304380"/>
                </a:lnTo>
                <a:lnTo>
                  <a:pt x="93421" y="300901"/>
                </a:lnTo>
                <a:lnTo>
                  <a:pt x="116205" y="294779"/>
                </a:lnTo>
                <a:close/>
              </a:path>
              <a:path w="560069" h="315595">
                <a:moveTo>
                  <a:pt x="145516" y="20789"/>
                </a:moveTo>
                <a:lnTo>
                  <a:pt x="118465" y="20789"/>
                </a:lnTo>
                <a:lnTo>
                  <a:pt x="118465" y="43332"/>
                </a:lnTo>
                <a:lnTo>
                  <a:pt x="118465" y="126720"/>
                </a:lnTo>
                <a:lnTo>
                  <a:pt x="27051" y="126720"/>
                </a:lnTo>
                <a:lnTo>
                  <a:pt x="27051" y="43332"/>
                </a:lnTo>
                <a:lnTo>
                  <a:pt x="118465" y="43332"/>
                </a:lnTo>
                <a:lnTo>
                  <a:pt x="118465" y="20789"/>
                </a:lnTo>
                <a:lnTo>
                  <a:pt x="0" y="20789"/>
                </a:lnTo>
                <a:lnTo>
                  <a:pt x="0" y="149021"/>
                </a:lnTo>
                <a:lnTo>
                  <a:pt x="145516" y="149021"/>
                </a:lnTo>
                <a:lnTo>
                  <a:pt x="145516" y="126720"/>
                </a:lnTo>
                <a:lnTo>
                  <a:pt x="145516" y="43332"/>
                </a:lnTo>
                <a:lnTo>
                  <a:pt x="145516" y="20789"/>
                </a:lnTo>
                <a:close/>
              </a:path>
              <a:path w="560069" h="315595">
                <a:moveTo>
                  <a:pt x="243433" y="269735"/>
                </a:moveTo>
                <a:lnTo>
                  <a:pt x="238963" y="251320"/>
                </a:lnTo>
                <a:lnTo>
                  <a:pt x="233578" y="245186"/>
                </a:lnTo>
                <a:lnTo>
                  <a:pt x="226783" y="237426"/>
                </a:lnTo>
                <a:lnTo>
                  <a:pt x="218135" y="233324"/>
                </a:lnTo>
                <a:lnTo>
                  <a:pt x="218135" y="269735"/>
                </a:lnTo>
                <a:lnTo>
                  <a:pt x="215646" y="279933"/>
                </a:lnTo>
                <a:lnTo>
                  <a:pt x="208686" y="287731"/>
                </a:lnTo>
                <a:lnTo>
                  <a:pt x="198069" y="292658"/>
                </a:lnTo>
                <a:lnTo>
                  <a:pt x="184581" y="294271"/>
                </a:lnTo>
                <a:lnTo>
                  <a:pt x="170954" y="292658"/>
                </a:lnTo>
                <a:lnTo>
                  <a:pt x="160261" y="287731"/>
                </a:lnTo>
                <a:lnTo>
                  <a:pt x="153276" y="279933"/>
                </a:lnTo>
                <a:lnTo>
                  <a:pt x="150774" y="269735"/>
                </a:lnTo>
                <a:lnTo>
                  <a:pt x="153276" y="259702"/>
                </a:lnTo>
                <a:lnTo>
                  <a:pt x="160261" y="252006"/>
                </a:lnTo>
                <a:lnTo>
                  <a:pt x="170954" y="247053"/>
                </a:lnTo>
                <a:lnTo>
                  <a:pt x="184581" y="245186"/>
                </a:lnTo>
                <a:lnTo>
                  <a:pt x="198069" y="247053"/>
                </a:lnTo>
                <a:lnTo>
                  <a:pt x="208686" y="252006"/>
                </a:lnTo>
                <a:lnTo>
                  <a:pt x="215646" y="259702"/>
                </a:lnTo>
                <a:lnTo>
                  <a:pt x="218135" y="269735"/>
                </a:lnTo>
                <a:lnTo>
                  <a:pt x="218135" y="233324"/>
                </a:lnTo>
                <a:lnTo>
                  <a:pt x="208216" y="228600"/>
                </a:lnTo>
                <a:lnTo>
                  <a:pt x="184581" y="225399"/>
                </a:lnTo>
                <a:lnTo>
                  <a:pt x="160705" y="228600"/>
                </a:lnTo>
                <a:lnTo>
                  <a:pt x="142125" y="237426"/>
                </a:lnTo>
                <a:lnTo>
                  <a:pt x="130136" y="251320"/>
                </a:lnTo>
                <a:lnTo>
                  <a:pt x="125984" y="269735"/>
                </a:lnTo>
                <a:lnTo>
                  <a:pt x="130035" y="287731"/>
                </a:lnTo>
                <a:lnTo>
                  <a:pt x="130136" y="288175"/>
                </a:lnTo>
                <a:lnTo>
                  <a:pt x="142125" y="302133"/>
                </a:lnTo>
                <a:lnTo>
                  <a:pt x="160705" y="310972"/>
                </a:lnTo>
                <a:lnTo>
                  <a:pt x="184581" y="314058"/>
                </a:lnTo>
                <a:lnTo>
                  <a:pt x="208216" y="310972"/>
                </a:lnTo>
                <a:lnTo>
                  <a:pt x="226783" y="302133"/>
                </a:lnTo>
                <a:lnTo>
                  <a:pt x="233641" y="294271"/>
                </a:lnTo>
                <a:lnTo>
                  <a:pt x="238963" y="288175"/>
                </a:lnTo>
                <a:lnTo>
                  <a:pt x="243433" y="269735"/>
                </a:lnTo>
                <a:close/>
              </a:path>
              <a:path w="560069" h="315595">
                <a:moveTo>
                  <a:pt x="264223" y="192849"/>
                </a:moveTo>
                <a:lnTo>
                  <a:pt x="198602" y="192849"/>
                </a:lnTo>
                <a:lnTo>
                  <a:pt x="198602" y="165049"/>
                </a:lnTo>
                <a:lnTo>
                  <a:pt x="171310" y="165049"/>
                </a:lnTo>
                <a:lnTo>
                  <a:pt x="171310" y="192849"/>
                </a:lnTo>
                <a:lnTo>
                  <a:pt x="104940" y="192849"/>
                </a:lnTo>
                <a:lnTo>
                  <a:pt x="104940" y="214134"/>
                </a:lnTo>
                <a:lnTo>
                  <a:pt x="264223" y="214134"/>
                </a:lnTo>
                <a:lnTo>
                  <a:pt x="264223" y="192849"/>
                </a:lnTo>
                <a:close/>
              </a:path>
              <a:path w="560069" h="315595">
                <a:moveTo>
                  <a:pt x="279996" y="71132"/>
                </a:moveTo>
                <a:lnTo>
                  <a:pt x="232664" y="71132"/>
                </a:lnTo>
                <a:lnTo>
                  <a:pt x="232664" y="0"/>
                </a:lnTo>
                <a:lnTo>
                  <a:pt x="204863" y="0"/>
                </a:lnTo>
                <a:lnTo>
                  <a:pt x="204863" y="161290"/>
                </a:lnTo>
                <a:lnTo>
                  <a:pt x="232664" y="161290"/>
                </a:lnTo>
                <a:lnTo>
                  <a:pt x="232664" y="94424"/>
                </a:lnTo>
                <a:lnTo>
                  <a:pt x="279996" y="94424"/>
                </a:lnTo>
                <a:lnTo>
                  <a:pt x="279996" y="71132"/>
                </a:lnTo>
                <a:close/>
              </a:path>
              <a:path w="560069" h="315595">
                <a:moveTo>
                  <a:pt x="472592" y="133985"/>
                </a:moveTo>
                <a:lnTo>
                  <a:pt x="466585" y="88671"/>
                </a:lnTo>
                <a:lnTo>
                  <a:pt x="449859" y="54165"/>
                </a:lnTo>
                <a:lnTo>
                  <a:pt x="445541" y="50419"/>
                </a:lnTo>
                <a:lnTo>
                  <a:pt x="445541" y="133985"/>
                </a:lnTo>
                <a:lnTo>
                  <a:pt x="441642" y="168910"/>
                </a:lnTo>
                <a:lnTo>
                  <a:pt x="430707" y="195694"/>
                </a:lnTo>
                <a:lnTo>
                  <a:pt x="413842" y="212839"/>
                </a:lnTo>
                <a:lnTo>
                  <a:pt x="392201" y="218884"/>
                </a:lnTo>
                <a:lnTo>
                  <a:pt x="370509" y="212839"/>
                </a:lnTo>
                <a:lnTo>
                  <a:pt x="353568" y="195694"/>
                </a:lnTo>
                <a:lnTo>
                  <a:pt x="342544" y="168910"/>
                </a:lnTo>
                <a:lnTo>
                  <a:pt x="338607" y="133985"/>
                </a:lnTo>
                <a:lnTo>
                  <a:pt x="342544" y="99199"/>
                </a:lnTo>
                <a:lnTo>
                  <a:pt x="353568" y="72478"/>
                </a:lnTo>
                <a:lnTo>
                  <a:pt x="370509" y="55270"/>
                </a:lnTo>
                <a:lnTo>
                  <a:pt x="392201" y="49085"/>
                </a:lnTo>
                <a:lnTo>
                  <a:pt x="413842" y="55270"/>
                </a:lnTo>
                <a:lnTo>
                  <a:pt x="430707" y="72478"/>
                </a:lnTo>
                <a:lnTo>
                  <a:pt x="441642" y="99199"/>
                </a:lnTo>
                <a:lnTo>
                  <a:pt x="445541" y="133985"/>
                </a:lnTo>
                <a:lnTo>
                  <a:pt x="445541" y="50419"/>
                </a:lnTo>
                <a:lnTo>
                  <a:pt x="444004" y="49085"/>
                </a:lnTo>
                <a:lnTo>
                  <a:pt x="424408" y="32143"/>
                </a:lnTo>
                <a:lnTo>
                  <a:pt x="392201" y="24295"/>
                </a:lnTo>
                <a:lnTo>
                  <a:pt x="359778" y="32143"/>
                </a:lnTo>
                <a:lnTo>
                  <a:pt x="334340" y="54165"/>
                </a:lnTo>
                <a:lnTo>
                  <a:pt x="317741" y="88671"/>
                </a:lnTo>
                <a:lnTo>
                  <a:pt x="311810" y="133985"/>
                </a:lnTo>
                <a:lnTo>
                  <a:pt x="317741" y="179451"/>
                </a:lnTo>
                <a:lnTo>
                  <a:pt x="334340" y="214007"/>
                </a:lnTo>
                <a:lnTo>
                  <a:pt x="359778" y="235978"/>
                </a:lnTo>
                <a:lnTo>
                  <a:pt x="392201" y="243687"/>
                </a:lnTo>
                <a:lnTo>
                  <a:pt x="424408" y="235978"/>
                </a:lnTo>
                <a:lnTo>
                  <a:pt x="444207" y="218884"/>
                </a:lnTo>
                <a:lnTo>
                  <a:pt x="449859" y="214007"/>
                </a:lnTo>
                <a:lnTo>
                  <a:pt x="466585" y="179451"/>
                </a:lnTo>
                <a:lnTo>
                  <a:pt x="472592" y="133985"/>
                </a:lnTo>
                <a:close/>
              </a:path>
              <a:path w="560069" h="315595">
                <a:moveTo>
                  <a:pt x="559498" y="0"/>
                </a:moveTo>
                <a:lnTo>
                  <a:pt x="531698" y="0"/>
                </a:lnTo>
                <a:lnTo>
                  <a:pt x="531698" y="315315"/>
                </a:lnTo>
                <a:lnTo>
                  <a:pt x="559498" y="315315"/>
                </a:lnTo>
                <a:lnTo>
                  <a:pt x="5594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17914523" y="5799727"/>
            <a:ext cx="280670" cy="315595"/>
          </a:xfrm>
          <a:custGeom>
            <a:avLst/>
            <a:gdLst/>
            <a:ahLst/>
            <a:cxnLst/>
            <a:rect l="l" t="t" r="r" b="b"/>
            <a:pathLst>
              <a:path w="280669" h="315595">
                <a:moveTo>
                  <a:pt x="232912" y="0"/>
                </a:moveTo>
                <a:lnTo>
                  <a:pt x="205113" y="0"/>
                </a:lnTo>
                <a:lnTo>
                  <a:pt x="205113" y="176061"/>
                </a:lnTo>
                <a:lnTo>
                  <a:pt x="232912" y="176061"/>
                </a:lnTo>
                <a:lnTo>
                  <a:pt x="232912" y="98173"/>
                </a:lnTo>
                <a:lnTo>
                  <a:pt x="280495" y="98173"/>
                </a:lnTo>
                <a:lnTo>
                  <a:pt x="280495" y="74632"/>
                </a:lnTo>
                <a:lnTo>
                  <a:pt x="232912" y="74632"/>
                </a:lnTo>
                <a:lnTo>
                  <a:pt x="232912" y="0"/>
                </a:lnTo>
                <a:close/>
              </a:path>
              <a:path w="280669" h="315595">
                <a:moveTo>
                  <a:pt x="30052" y="19534"/>
                </a:moveTo>
                <a:lnTo>
                  <a:pt x="2003" y="19534"/>
                </a:lnTo>
                <a:lnTo>
                  <a:pt x="2003" y="156025"/>
                </a:lnTo>
                <a:lnTo>
                  <a:pt x="27048" y="156025"/>
                </a:lnTo>
                <a:lnTo>
                  <a:pt x="62685" y="155454"/>
                </a:lnTo>
                <a:lnTo>
                  <a:pt x="98956" y="153146"/>
                </a:lnTo>
                <a:lnTo>
                  <a:pt x="136401" y="148771"/>
                </a:lnTo>
                <a:lnTo>
                  <a:pt x="175560" y="142001"/>
                </a:lnTo>
                <a:lnTo>
                  <a:pt x="174150" y="132734"/>
                </a:lnTo>
                <a:lnTo>
                  <a:pt x="30052" y="132734"/>
                </a:lnTo>
                <a:lnTo>
                  <a:pt x="30052" y="19534"/>
                </a:lnTo>
                <a:close/>
              </a:path>
              <a:path w="280669" h="315595">
                <a:moveTo>
                  <a:pt x="172054" y="118960"/>
                </a:moveTo>
                <a:lnTo>
                  <a:pt x="134669" y="125321"/>
                </a:lnTo>
                <a:lnTo>
                  <a:pt x="98752" y="129557"/>
                </a:lnTo>
                <a:lnTo>
                  <a:pt x="63986" y="131938"/>
                </a:lnTo>
                <a:lnTo>
                  <a:pt x="30052" y="132734"/>
                </a:lnTo>
                <a:lnTo>
                  <a:pt x="174150" y="132734"/>
                </a:lnTo>
                <a:lnTo>
                  <a:pt x="172054" y="118960"/>
                </a:lnTo>
                <a:close/>
              </a:path>
              <a:path w="280669" h="315595">
                <a:moveTo>
                  <a:pt x="101049" y="252822"/>
                </a:moveTo>
                <a:lnTo>
                  <a:pt x="76636" y="252822"/>
                </a:lnTo>
                <a:lnTo>
                  <a:pt x="85465" y="272090"/>
                </a:lnTo>
                <a:lnTo>
                  <a:pt x="98158" y="289386"/>
                </a:lnTo>
                <a:lnTo>
                  <a:pt x="114865" y="303959"/>
                </a:lnTo>
                <a:lnTo>
                  <a:pt x="135740" y="315057"/>
                </a:lnTo>
                <a:lnTo>
                  <a:pt x="156093" y="303417"/>
                </a:lnTo>
                <a:lnTo>
                  <a:pt x="172524" y="288338"/>
                </a:lnTo>
                <a:lnTo>
                  <a:pt x="173032" y="287633"/>
                </a:lnTo>
                <a:lnTo>
                  <a:pt x="135113" y="287633"/>
                </a:lnTo>
                <a:lnTo>
                  <a:pt x="115450" y="272489"/>
                </a:lnTo>
                <a:lnTo>
                  <a:pt x="101491" y="253917"/>
                </a:lnTo>
                <a:lnTo>
                  <a:pt x="101049" y="252822"/>
                </a:lnTo>
                <a:close/>
              </a:path>
              <a:path w="280669" h="315595">
                <a:moveTo>
                  <a:pt x="90409" y="189084"/>
                </a:moveTo>
                <a:lnTo>
                  <a:pt x="64113" y="189084"/>
                </a:lnTo>
                <a:lnTo>
                  <a:pt x="64113" y="212125"/>
                </a:lnTo>
                <a:lnTo>
                  <a:pt x="59660" y="235267"/>
                </a:lnTo>
                <a:lnTo>
                  <a:pt x="46895" y="257705"/>
                </a:lnTo>
                <a:lnTo>
                  <a:pt x="26711" y="277138"/>
                </a:lnTo>
                <a:lnTo>
                  <a:pt x="0" y="291265"/>
                </a:lnTo>
                <a:lnTo>
                  <a:pt x="14274" y="312302"/>
                </a:lnTo>
                <a:lnTo>
                  <a:pt x="34810" y="301815"/>
                </a:lnTo>
                <a:lnTo>
                  <a:pt x="52413" y="287852"/>
                </a:lnTo>
                <a:lnTo>
                  <a:pt x="66350" y="271345"/>
                </a:lnTo>
                <a:lnTo>
                  <a:pt x="76636" y="252822"/>
                </a:lnTo>
                <a:lnTo>
                  <a:pt x="101049" y="252822"/>
                </a:lnTo>
                <a:lnTo>
                  <a:pt x="93168" y="233326"/>
                </a:lnTo>
                <a:lnTo>
                  <a:pt x="90409" y="212125"/>
                </a:lnTo>
                <a:lnTo>
                  <a:pt x="90409" y="189084"/>
                </a:lnTo>
                <a:close/>
              </a:path>
              <a:path w="280669" h="315595">
                <a:moveTo>
                  <a:pt x="220847" y="251992"/>
                </a:moveTo>
                <a:lnTo>
                  <a:pt x="194118" y="251992"/>
                </a:lnTo>
                <a:lnTo>
                  <a:pt x="204096" y="270840"/>
                </a:lnTo>
                <a:lnTo>
                  <a:pt x="204195" y="271026"/>
                </a:lnTo>
                <a:lnTo>
                  <a:pt x="218276" y="287852"/>
                </a:lnTo>
                <a:lnTo>
                  <a:pt x="236232" y="301815"/>
                </a:lnTo>
                <a:lnTo>
                  <a:pt x="257956" y="312302"/>
                </a:lnTo>
                <a:lnTo>
                  <a:pt x="271981" y="291265"/>
                </a:lnTo>
                <a:lnTo>
                  <a:pt x="244847" y="277807"/>
                </a:lnTo>
                <a:lnTo>
                  <a:pt x="224709" y="258926"/>
                </a:lnTo>
                <a:lnTo>
                  <a:pt x="220847" y="251992"/>
                </a:lnTo>
                <a:close/>
              </a:path>
              <a:path w="280669" h="315595">
                <a:moveTo>
                  <a:pt x="207867" y="189084"/>
                </a:moveTo>
                <a:lnTo>
                  <a:pt x="180820" y="189084"/>
                </a:lnTo>
                <a:lnTo>
                  <a:pt x="180820" y="212125"/>
                </a:lnTo>
                <a:lnTo>
                  <a:pt x="177869" y="231583"/>
                </a:lnTo>
                <a:lnTo>
                  <a:pt x="169330" y="251992"/>
                </a:lnTo>
                <a:lnTo>
                  <a:pt x="155110" y="271345"/>
                </a:lnTo>
                <a:lnTo>
                  <a:pt x="135113" y="287633"/>
                </a:lnTo>
                <a:lnTo>
                  <a:pt x="173032" y="287633"/>
                </a:lnTo>
                <a:lnTo>
                  <a:pt x="185152" y="270840"/>
                </a:lnTo>
                <a:lnTo>
                  <a:pt x="194071" y="251992"/>
                </a:lnTo>
                <a:lnTo>
                  <a:pt x="220847" y="251992"/>
                </a:lnTo>
                <a:lnTo>
                  <a:pt x="212179" y="236429"/>
                </a:lnTo>
                <a:lnTo>
                  <a:pt x="207867" y="212125"/>
                </a:lnTo>
                <a:lnTo>
                  <a:pt x="207867" y="189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9018435" y="6307137"/>
            <a:ext cx="678815" cy="358775"/>
          </a:xfrm>
          <a:custGeom>
            <a:avLst/>
            <a:gdLst/>
            <a:ahLst/>
            <a:cxnLst/>
            <a:rect l="l" t="t" r="r" b="b"/>
            <a:pathLst>
              <a:path w="678815" h="358775">
                <a:moveTo>
                  <a:pt x="258457" y="106934"/>
                </a:moveTo>
                <a:lnTo>
                  <a:pt x="249720" y="71462"/>
                </a:lnTo>
                <a:lnTo>
                  <a:pt x="231660" y="51079"/>
                </a:lnTo>
                <a:lnTo>
                  <a:pt x="231660" y="106934"/>
                </a:lnTo>
                <a:lnTo>
                  <a:pt x="224967" y="132930"/>
                </a:lnTo>
                <a:lnTo>
                  <a:pt x="206425" y="153022"/>
                </a:lnTo>
                <a:lnTo>
                  <a:pt x="178409" y="165963"/>
                </a:lnTo>
                <a:lnTo>
                  <a:pt x="143256" y="170548"/>
                </a:lnTo>
                <a:lnTo>
                  <a:pt x="108064" y="165963"/>
                </a:lnTo>
                <a:lnTo>
                  <a:pt x="79984" y="153022"/>
                </a:lnTo>
                <a:lnTo>
                  <a:pt x="61442" y="132930"/>
                </a:lnTo>
                <a:lnTo>
                  <a:pt x="54851" y="106934"/>
                </a:lnTo>
                <a:lnTo>
                  <a:pt x="61442" y="80975"/>
                </a:lnTo>
                <a:lnTo>
                  <a:pt x="79984" y="60731"/>
                </a:lnTo>
                <a:lnTo>
                  <a:pt x="108064" y="47625"/>
                </a:lnTo>
                <a:lnTo>
                  <a:pt x="143256" y="43078"/>
                </a:lnTo>
                <a:lnTo>
                  <a:pt x="178409" y="47625"/>
                </a:lnTo>
                <a:lnTo>
                  <a:pt x="206425" y="60731"/>
                </a:lnTo>
                <a:lnTo>
                  <a:pt x="224967" y="80975"/>
                </a:lnTo>
                <a:lnTo>
                  <a:pt x="231660" y="106934"/>
                </a:lnTo>
                <a:lnTo>
                  <a:pt x="231660" y="51079"/>
                </a:lnTo>
                <a:lnTo>
                  <a:pt x="225552" y="44170"/>
                </a:lnTo>
                <a:lnTo>
                  <a:pt x="223278" y="43078"/>
                </a:lnTo>
                <a:lnTo>
                  <a:pt x="189039" y="26606"/>
                </a:lnTo>
                <a:lnTo>
                  <a:pt x="143256" y="20281"/>
                </a:lnTo>
                <a:lnTo>
                  <a:pt x="97612" y="26606"/>
                </a:lnTo>
                <a:lnTo>
                  <a:pt x="61175" y="44170"/>
                </a:lnTo>
                <a:lnTo>
                  <a:pt x="37033" y="71462"/>
                </a:lnTo>
                <a:lnTo>
                  <a:pt x="28295" y="106934"/>
                </a:lnTo>
                <a:lnTo>
                  <a:pt x="37033" y="142557"/>
                </a:lnTo>
                <a:lnTo>
                  <a:pt x="61175" y="169862"/>
                </a:lnTo>
                <a:lnTo>
                  <a:pt x="97612" y="187312"/>
                </a:lnTo>
                <a:lnTo>
                  <a:pt x="143256" y="193344"/>
                </a:lnTo>
                <a:lnTo>
                  <a:pt x="189039" y="187312"/>
                </a:lnTo>
                <a:lnTo>
                  <a:pt x="224116" y="170548"/>
                </a:lnTo>
                <a:lnTo>
                  <a:pt x="225552" y="169862"/>
                </a:lnTo>
                <a:lnTo>
                  <a:pt x="249720" y="142557"/>
                </a:lnTo>
                <a:lnTo>
                  <a:pt x="258457" y="106934"/>
                </a:lnTo>
                <a:close/>
              </a:path>
              <a:path w="678815" h="358775">
                <a:moveTo>
                  <a:pt x="288264" y="249440"/>
                </a:moveTo>
                <a:lnTo>
                  <a:pt x="0" y="249440"/>
                </a:lnTo>
                <a:lnTo>
                  <a:pt x="0" y="272732"/>
                </a:lnTo>
                <a:lnTo>
                  <a:pt x="288264" y="272732"/>
                </a:lnTo>
                <a:lnTo>
                  <a:pt x="288264" y="249440"/>
                </a:lnTo>
                <a:close/>
              </a:path>
              <a:path w="678815" h="358775">
                <a:moveTo>
                  <a:pt x="502640" y="220637"/>
                </a:moveTo>
                <a:lnTo>
                  <a:pt x="501269" y="211366"/>
                </a:lnTo>
                <a:lnTo>
                  <a:pt x="499135" y="196850"/>
                </a:lnTo>
                <a:lnTo>
                  <a:pt x="461086" y="203644"/>
                </a:lnTo>
                <a:lnTo>
                  <a:pt x="424472" y="208102"/>
                </a:lnTo>
                <a:lnTo>
                  <a:pt x="388937" y="210566"/>
                </a:lnTo>
                <a:lnTo>
                  <a:pt x="354126" y="211366"/>
                </a:lnTo>
                <a:lnTo>
                  <a:pt x="354126" y="31051"/>
                </a:lnTo>
                <a:lnTo>
                  <a:pt x="326580" y="31051"/>
                </a:lnTo>
                <a:lnTo>
                  <a:pt x="326580" y="234657"/>
                </a:lnTo>
                <a:lnTo>
                  <a:pt x="351624" y="234657"/>
                </a:lnTo>
                <a:lnTo>
                  <a:pt x="387756" y="233984"/>
                </a:lnTo>
                <a:lnTo>
                  <a:pt x="424688" y="231686"/>
                </a:lnTo>
                <a:lnTo>
                  <a:pt x="462838" y="227368"/>
                </a:lnTo>
                <a:lnTo>
                  <a:pt x="502640" y="220637"/>
                </a:lnTo>
                <a:close/>
              </a:path>
              <a:path w="678815" h="358775">
                <a:moveTo>
                  <a:pt x="608330" y="125717"/>
                </a:moveTo>
                <a:lnTo>
                  <a:pt x="557237" y="125717"/>
                </a:lnTo>
                <a:lnTo>
                  <a:pt x="557237" y="0"/>
                </a:lnTo>
                <a:lnTo>
                  <a:pt x="529437" y="0"/>
                </a:lnTo>
                <a:lnTo>
                  <a:pt x="529437" y="314553"/>
                </a:lnTo>
                <a:lnTo>
                  <a:pt x="557237" y="314553"/>
                </a:lnTo>
                <a:lnTo>
                  <a:pt x="557237" y="149009"/>
                </a:lnTo>
                <a:lnTo>
                  <a:pt x="608330" y="149009"/>
                </a:lnTo>
                <a:lnTo>
                  <a:pt x="608330" y="125717"/>
                </a:lnTo>
                <a:close/>
              </a:path>
              <a:path w="678815" h="358775">
                <a:moveTo>
                  <a:pt x="678700" y="261962"/>
                </a:moveTo>
                <a:lnTo>
                  <a:pt x="644639" y="261962"/>
                </a:lnTo>
                <a:lnTo>
                  <a:pt x="625106" y="358381"/>
                </a:lnTo>
                <a:lnTo>
                  <a:pt x="651408" y="358381"/>
                </a:lnTo>
                <a:lnTo>
                  <a:pt x="678700" y="2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9843617" y="6307137"/>
            <a:ext cx="568960" cy="315595"/>
          </a:xfrm>
          <a:custGeom>
            <a:avLst/>
            <a:gdLst/>
            <a:ahLst/>
            <a:cxnLst/>
            <a:rect l="l" t="t" r="r" b="b"/>
            <a:pathLst>
              <a:path w="568959" h="315595">
                <a:moveTo>
                  <a:pt x="175310" y="225894"/>
                </a:moveTo>
                <a:lnTo>
                  <a:pt x="173418" y="212877"/>
                </a:lnTo>
                <a:lnTo>
                  <a:pt x="171805" y="201853"/>
                </a:lnTo>
                <a:lnTo>
                  <a:pt x="137617" y="207200"/>
                </a:lnTo>
                <a:lnTo>
                  <a:pt x="103657" y="210553"/>
                </a:lnTo>
                <a:lnTo>
                  <a:pt x="67767" y="212318"/>
                </a:lnTo>
                <a:lnTo>
                  <a:pt x="27800" y="212877"/>
                </a:lnTo>
                <a:lnTo>
                  <a:pt x="27800" y="53594"/>
                </a:lnTo>
                <a:lnTo>
                  <a:pt x="147015" y="53594"/>
                </a:lnTo>
                <a:lnTo>
                  <a:pt x="147015" y="30797"/>
                </a:lnTo>
                <a:lnTo>
                  <a:pt x="0" y="30797"/>
                </a:lnTo>
                <a:lnTo>
                  <a:pt x="0" y="236410"/>
                </a:lnTo>
                <a:lnTo>
                  <a:pt x="24803" y="236410"/>
                </a:lnTo>
                <a:lnTo>
                  <a:pt x="66624" y="236004"/>
                </a:lnTo>
                <a:lnTo>
                  <a:pt x="104000" y="234442"/>
                </a:lnTo>
                <a:lnTo>
                  <a:pt x="139395" y="231241"/>
                </a:lnTo>
                <a:lnTo>
                  <a:pt x="175310" y="225894"/>
                </a:lnTo>
                <a:close/>
              </a:path>
              <a:path w="568959" h="315595">
                <a:moveTo>
                  <a:pt x="282498" y="124472"/>
                </a:moveTo>
                <a:lnTo>
                  <a:pt x="229908" y="124472"/>
                </a:lnTo>
                <a:lnTo>
                  <a:pt x="229908" y="0"/>
                </a:lnTo>
                <a:lnTo>
                  <a:pt x="202107" y="0"/>
                </a:lnTo>
                <a:lnTo>
                  <a:pt x="202107" y="315302"/>
                </a:lnTo>
                <a:lnTo>
                  <a:pt x="229908" y="315302"/>
                </a:lnTo>
                <a:lnTo>
                  <a:pt x="229908" y="147764"/>
                </a:lnTo>
                <a:lnTo>
                  <a:pt x="282498" y="147764"/>
                </a:lnTo>
                <a:lnTo>
                  <a:pt x="282498" y="124472"/>
                </a:lnTo>
                <a:close/>
              </a:path>
              <a:path w="568959" h="315595">
                <a:moveTo>
                  <a:pt x="446798" y="130733"/>
                </a:moveTo>
                <a:lnTo>
                  <a:pt x="441718" y="108470"/>
                </a:lnTo>
                <a:lnTo>
                  <a:pt x="432854" y="97675"/>
                </a:lnTo>
                <a:lnTo>
                  <a:pt x="427786" y="91503"/>
                </a:lnTo>
                <a:lnTo>
                  <a:pt x="421500" y="88328"/>
                </a:lnTo>
                <a:lnTo>
                  <a:pt x="421500" y="130733"/>
                </a:lnTo>
                <a:lnTo>
                  <a:pt x="418401" y="144094"/>
                </a:lnTo>
                <a:lnTo>
                  <a:pt x="409702" y="154457"/>
                </a:lnTo>
                <a:lnTo>
                  <a:pt x="396252" y="161163"/>
                </a:lnTo>
                <a:lnTo>
                  <a:pt x="378929" y="163537"/>
                </a:lnTo>
                <a:lnTo>
                  <a:pt x="361746" y="161163"/>
                </a:lnTo>
                <a:lnTo>
                  <a:pt x="348373" y="154457"/>
                </a:lnTo>
                <a:lnTo>
                  <a:pt x="339686" y="144094"/>
                </a:lnTo>
                <a:lnTo>
                  <a:pt x="336600" y="130733"/>
                </a:lnTo>
                <a:lnTo>
                  <a:pt x="339686" y="117221"/>
                </a:lnTo>
                <a:lnTo>
                  <a:pt x="348373" y="106781"/>
                </a:lnTo>
                <a:lnTo>
                  <a:pt x="361746" y="100050"/>
                </a:lnTo>
                <a:lnTo>
                  <a:pt x="378929" y="97675"/>
                </a:lnTo>
                <a:lnTo>
                  <a:pt x="396252" y="100050"/>
                </a:lnTo>
                <a:lnTo>
                  <a:pt x="409702" y="106781"/>
                </a:lnTo>
                <a:lnTo>
                  <a:pt x="418401" y="117221"/>
                </a:lnTo>
                <a:lnTo>
                  <a:pt x="421500" y="130733"/>
                </a:lnTo>
                <a:lnTo>
                  <a:pt x="421500" y="88328"/>
                </a:lnTo>
                <a:lnTo>
                  <a:pt x="406400" y="80683"/>
                </a:lnTo>
                <a:lnTo>
                  <a:pt x="378929" y="76885"/>
                </a:lnTo>
                <a:lnTo>
                  <a:pt x="351713" y="80683"/>
                </a:lnTo>
                <a:lnTo>
                  <a:pt x="330428" y="91503"/>
                </a:lnTo>
                <a:lnTo>
                  <a:pt x="316623" y="108470"/>
                </a:lnTo>
                <a:lnTo>
                  <a:pt x="311810" y="130733"/>
                </a:lnTo>
                <a:lnTo>
                  <a:pt x="316623" y="152844"/>
                </a:lnTo>
                <a:lnTo>
                  <a:pt x="330428" y="169735"/>
                </a:lnTo>
                <a:lnTo>
                  <a:pt x="351713" y="180530"/>
                </a:lnTo>
                <a:lnTo>
                  <a:pt x="378929" y="184327"/>
                </a:lnTo>
                <a:lnTo>
                  <a:pt x="406400" y="180530"/>
                </a:lnTo>
                <a:lnTo>
                  <a:pt x="427786" y="169735"/>
                </a:lnTo>
                <a:lnTo>
                  <a:pt x="432904" y="163537"/>
                </a:lnTo>
                <a:lnTo>
                  <a:pt x="441718" y="152844"/>
                </a:lnTo>
                <a:lnTo>
                  <a:pt x="446798" y="130733"/>
                </a:lnTo>
                <a:close/>
              </a:path>
              <a:path w="568959" h="315595">
                <a:moveTo>
                  <a:pt x="459562" y="37820"/>
                </a:moveTo>
                <a:lnTo>
                  <a:pt x="392950" y="37820"/>
                </a:lnTo>
                <a:lnTo>
                  <a:pt x="392950" y="2247"/>
                </a:lnTo>
                <a:lnTo>
                  <a:pt x="365404" y="2247"/>
                </a:lnTo>
                <a:lnTo>
                  <a:pt x="365404" y="37820"/>
                </a:lnTo>
                <a:lnTo>
                  <a:pt x="298030" y="37820"/>
                </a:lnTo>
                <a:lnTo>
                  <a:pt x="298030" y="60109"/>
                </a:lnTo>
                <a:lnTo>
                  <a:pt x="459562" y="60109"/>
                </a:lnTo>
                <a:lnTo>
                  <a:pt x="459562" y="37820"/>
                </a:lnTo>
                <a:close/>
              </a:path>
              <a:path w="568959" h="315595">
                <a:moveTo>
                  <a:pt x="567004" y="0"/>
                </a:moveTo>
                <a:lnTo>
                  <a:pt x="540715" y="0"/>
                </a:lnTo>
                <a:lnTo>
                  <a:pt x="540715" y="85902"/>
                </a:lnTo>
                <a:lnTo>
                  <a:pt x="498386" y="85902"/>
                </a:lnTo>
                <a:lnTo>
                  <a:pt x="498386" y="6261"/>
                </a:lnTo>
                <a:lnTo>
                  <a:pt x="472338" y="6261"/>
                </a:lnTo>
                <a:lnTo>
                  <a:pt x="472338" y="188087"/>
                </a:lnTo>
                <a:lnTo>
                  <a:pt x="498386" y="188087"/>
                </a:lnTo>
                <a:lnTo>
                  <a:pt x="498386" y="108940"/>
                </a:lnTo>
                <a:lnTo>
                  <a:pt x="540715" y="108940"/>
                </a:lnTo>
                <a:lnTo>
                  <a:pt x="540715" y="199351"/>
                </a:lnTo>
                <a:lnTo>
                  <a:pt x="567004" y="199351"/>
                </a:lnTo>
                <a:lnTo>
                  <a:pt x="567004" y="108940"/>
                </a:lnTo>
                <a:lnTo>
                  <a:pt x="567004" y="85902"/>
                </a:lnTo>
                <a:lnTo>
                  <a:pt x="567004" y="0"/>
                </a:lnTo>
                <a:close/>
              </a:path>
              <a:path w="568959" h="315595">
                <a:moveTo>
                  <a:pt x="568756" y="259702"/>
                </a:moveTo>
                <a:lnTo>
                  <a:pt x="561543" y="236207"/>
                </a:lnTo>
                <a:lnTo>
                  <a:pt x="549732" y="226402"/>
                </a:lnTo>
                <a:lnTo>
                  <a:pt x="541210" y="219341"/>
                </a:lnTo>
                <a:lnTo>
                  <a:pt x="541210" y="259702"/>
                </a:lnTo>
                <a:lnTo>
                  <a:pt x="535762" y="273494"/>
                </a:lnTo>
                <a:lnTo>
                  <a:pt x="520357" y="283781"/>
                </a:lnTo>
                <a:lnTo>
                  <a:pt x="495846" y="290169"/>
                </a:lnTo>
                <a:lnTo>
                  <a:pt x="463080" y="292265"/>
                </a:lnTo>
                <a:lnTo>
                  <a:pt x="430123" y="290169"/>
                </a:lnTo>
                <a:lnTo>
                  <a:pt x="405498" y="283781"/>
                </a:lnTo>
                <a:lnTo>
                  <a:pt x="390131" y="273494"/>
                </a:lnTo>
                <a:lnTo>
                  <a:pt x="384937" y="259702"/>
                </a:lnTo>
                <a:lnTo>
                  <a:pt x="390131" y="245376"/>
                </a:lnTo>
                <a:lnTo>
                  <a:pt x="405498" y="234886"/>
                </a:lnTo>
                <a:lnTo>
                  <a:pt x="430123" y="228473"/>
                </a:lnTo>
                <a:lnTo>
                  <a:pt x="463080" y="226402"/>
                </a:lnTo>
                <a:lnTo>
                  <a:pt x="495846" y="228473"/>
                </a:lnTo>
                <a:lnTo>
                  <a:pt x="520357" y="234886"/>
                </a:lnTo>
                <a:lnTo>
                  <a:pt x="535762" y="245376"/>
                </a:lnTo>
                <a:lnTo>
                  <a:pt x="541210" y="259702"/>
                </a:lnTo>
                <a:lnTo>
                  <a:pt x="541210" y="219341"/>
                </a:lnTo>
                <a:lnTo>
                  <a:pt x="540715" y="218922"/>
                </a:lnTo>
                <a:lnTo>
                  <a:pt x="507479" y="208254"/>
                </a:lnTo>
                <a:lnTo>
                  <a:pt x="463080" y="204609"/>
                </a:lnTo>
                <a:lnTo>
                  <a:pt x="418528" y="208254"/>
                </a:lnTo>
                <a:lnTo>
                  <a:pt x="385254" y="218922"/>
                </a:lnTo>
                <a:lnTo>
                  <a:pt x="364464" y="236207"/>
                </a:lnTo>
                <a:lnTo>
                  <a:pt x="357390" y="259702"/>
                </a:lnTo>
                <a:lnTo>
                  <a:pt x="364464" y="282778"/>
                </a:lnTo>
                <a:lnTo>
                  <a:pt x="385254" y="299847"/>
                </a:lnTo>
                <a:lnTo>
                  <a:pt x="418528" y="310426"/>
                </a:lnTo>
                <a:lnTo>
                  <a:pt x="463080" y="314058"/>
                </a:lnTo>
                <a:lnTo>
                  <a:pt x="507479" y="310426"/>
                </a:lnTo>
                <a:lnTo>
                  <a:pt x="540715" y="299847"/>
                </a:lnTo>
                <a:lnTo>
                  <a:pt x="549960" y="292265"/>
                </a:lnTo>
                <a:lnTo>
                  <a:pt x="561543" y="282778"/>
                </a:lnTo>
                <a:lnTo>
                  <a:pt x="568756" y="2597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10463975" y="6307129"/>
            <a:ext cx="252729" cy="314960"/>
          </a:xfrm>
          <a:custGeom>
            <a:avLst/>
            <a:gdLst/>
            <a:ahLst/>
            <a:cxnLst/>
            <a:rect l="l" t="t" r="r" b="b"/>
            <a:pathLst>
              <a:path w="252729" h="314959">
                <a:moveTo>
                  <a:pt x="252446" y="0"/>
                </a:moveTo>
                <a:lnTo>
                  <a:pt x="224647" y="0"/>
                </a:lnTo>
                <a:lnTo>
                  <a:pt x="224647" y="314806"/>
                </a:lnTo>
                <a:lnTo>
                  <a:pt x="252446" y="314806"/>
                </a:lnTo>
                <a:lnTo>
                  <a:pt x="252446" y="0"/>
                </a:lnTo>
                <a:close/>
              </a:path>
              <a:path w="252729" h="314959">
                <a:moveTo>
                  <a:pt x="190587" y="51090"/>
                </a:moveTo>
                <a:lnTo>
                  <a:pt x="0" y="51090"/>
                </a:lnTo>
                <a:lnTo>
                  <a:pt x="0" y="73880"/>
                </a:lnTo>
                <a:lnTo>
                  <a:pt x="190587" y="73880"/>
                </a:lnTo>
                <a:lnTo>
                  <a:pt x="190587" y="51090"/>
                </a:lnTo>
                <a:close/>
              </a:path>
              <a:path w="252729" h="314959">
                <a:moveTo>
                  <a:pt x="109193" y="3005"/>
                </a:moveTo>
                <a:lnTo>
                  <a:pt x="81143" y="3005"/>
                </a:lnTo>
                <a:lnTo>
                  <a:pt x="81143" y="51090"/>
                </a:lnTo>
                <a:lnTo>
                  <a:pt x="109193" y="51090"/>
                </a:lnTo>
                <a:lnTo>
                  <a:pt x="109193" y="3005"/>
                </a:lnTo>
                <a:close/>
              </a:path>
              <a:path w="252729" h="314959">
                <a:moveTo>
                  <a:pt x="95919" y="99676"/>
                </a:moveTo>
                <a:lnTo>
                  <a:pt x="64445" y="104998"/>
                </a:lnTo>
                <a:lnTo>
                  <a:pt x="39663" y="119899"/>
                </a:lnTo>
                <a:lnTo>
                  <a:pt x="23475" y="142783"/>
                </a:lnTo>
                <a:lnTo>
                  <a:pt x="17781" y="172054"/>
                </a:lnTo>
                <a:lnTo>
                  <a:pt x="23475" y="201285"/>
                </a:lnTo>
                <a:lnTo>
                  <a:pt x="39663" y="224084"/>
                </a:lnTo>
                <a:lnTo>
                  <a:pt x="64445" y="238899"/>
                </a:lnTo>
                <a:lnTo>
                  <a:pt x="95919" y="244182"/>
                </a:lnTo>
                <a:lnTo>
                  <a:pt x="127252" y="238899"/>
                </a:lnTo>
                <a:lnTo>
                  <a:pt x="151987" y="224084"/>
                </a:lnTo>
                <a:lnTo>
                  <a:pt x="154440" y="220640"/>
                </a:lnTo>
                <a:lnTo>
                  <a:pt x="95919" y="220640"/>
                </a:lnTo>
                <a:lnTo>
                  <a:pt x="75141" y="217169"/>
                </a:lnTo>
                <a:lnTo>
                  <a:pt x="58729" y="207147"/>
                </a:lnTo>
                <a:lnTo>
                  <a:pt x="47952" y="191725"/>
                </a:lnTo>
                <a:lnTo>
                  <a:pt x="44078" y="172054"/>
                </a:lnTo>
                <a:lnTo>
                  <a:pt x="47952" y="152339"/>
                </a:lnTo>
                <a:lnTo>
                  <a:pt x="58729" y="136804"/>
                </a:lnTo>
                <a:lnTo>
                  <a:pt x="75141" y="126622"/>
                </a:lnTo>
                <a:lnTo>
                  <a:pt x="95919" y="122967"/>
                </a:lnTo>
                <a:lnTo>
                  <a:pt x="154164" y="122967"/>
                </a:lnTo>
                <a:lnTo>
                  <a:pt x="151987" y="119899"/>
                </a:lnTo>
                <a:lnTo>
                  <a:pt x="127252" y="104998"/>
                </a:lnTo>
                <a:lnTo>
                  <a:pt x="95919" y="99676"/>
                </a:lnTo>
                <a:close/>
              </a:path>
              <a:path w="252729" h="314959">
                <a:moveTo>
                  <a:pt x="154164" y="122967"/>
                </a:moveTo>
                <a:lnTo>
                  <a:pt x="95919" y="122967"/>
                </a:lnTo>
                <a:lnTo>
                  <a:pt x="116553" y="126622"/>
                </a:lnTo>
                <a:lnTo>
                  <a:pt x="132891" y="136804"/>
                </a:lnTo>
                <a:lnTo>
                  <a:pt x="143640" y="152339"/>
                </a:lnTo>
                <a:lnTo>
                  <a:pt x="147510" y="172054"/>
                </a:lnTo>
                <a:lnTo>
                  <a:pt x="143640" y="191725"/>
                </a:lnTo>
                <a:lnTo>
                  <a:pt x="132891" y="207147"/>
                </a:lnTo>
                <a:lnTo>
                  <a:pt x="116553" y="217169"/>
                </a:lnTo>
                <a:lnTo>
                  <a:pt x="95919" y="220640"/>
                </a:lnTo>
                <a:lnTo>
                  <a:pt x="154440" y="220640"/>
                </a:lnTo>
                <a:lnTo>
                  <a:pt x="168223" y="201285"/>
                </a:lnTo>
                <a:lnTo>
                  <a:pt x="174057" y="172054"/>
                </a:lnTo>
                <a:lnTo>
                  <a:pt x="168223" y="142783"/>
                </a:lnTo>
                <a:lnTo>
                  <a:pt x="154164" y="1229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10770514" y="6332219"/>
            <a:ext cx="365760" cy="333375"/>
          </a:xfrm>
          <a:custGeom>
            <a:avLst/>
            <a:gdLst/>
            <a:ahLst/>
            <a:cxnLst/>
            <a:rect l="l" t="t" r="r" b="b"/>
            <a:pathLst>
              <a:path w="365759" h="333375">
                <a:moveTo>
                  <a:pt x="288251" y="226060"/>
                </a:moveTo>
                <a:lnTo>
                  <a:pt x="157022" y="226060"/>
                </a:lnTo>
                <a:lnTo>
                  <a:pt x="157022" y="144780"/>
                </a:lnTo>
                <a:lnTo>
                  <a:pt x="254203" y="144780"/>
                </a:lnTo>
                <a:lnTo>
                  <a:pt x="254203" y="121920"/>
                </a:lnTo>
                <a:lnTo>
                  <a:pt x="64604" y="121920"/>
                </a:lnTo>
                <a:lnTo>
                  <a:pt x="64604" y="22860"/>
                </a:lnTo>
                <a:lnTo>
                  <a:pt x="251193" y="22860"/>
                </a:lnTo>
                <a:lnTo>
                  <a:pt x="251193" y="0"/>
                </a:lnTo>
                <a:lnTo>
                  <a:pt x="36817" y="0"/>
                </a:lnTo>
                <a:lnTo>
                  <a:pt x="36817" y="22860"/>
                </a:lnTo>
                <a:lnTo>
                  <a:pt x="36817" y="121920"/>
                </a:lnTo>
                <a:lnTo>
                  <a:pt x="36817" y="144780"/>
                </a:lnTo>
                <a:lnTo>
                  <a:pt x="129476" y="144780"/>
                </a:lnTo>
                <a:lnTo>
                  <a:pt x="129476" y="226060"/>
                </a:lnTo>
                <a:lnTo>
                  <a:pt x="0" y="226060"/>
                </a:lnTo>
                <a:lnTo>
                  <a:pt x="0" y="250190"/>
                </a:lnTo>
                <a:lnTo>
                  <a:pt x="288251" y="250190"/>
                </a:lnTo>
                <a:lnTo>
                  <a:pt x="288251" y="226060"/>
                </a:lnTo>
                <a:close/>
              </a:path>
              <a:path w="365759" h="333375">
                <a:moveTo>
                  <a:pt x="365137" y="236880"/>
                </a:moveTo>
                <a:lnTo>
                  <a:pt x="331089" y="236880"/>
                </a:lnTo>
                <a:lnTo>
                  <a:pt x="311543" y="333298"/>
                </a:lnTo>
                <a:lnTo>
                  <a:pt x="337845" y="333298"/>
                </a:lnTo>
                <a:lnTo>
                  <a:pt x="365137" y="2368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11501690" y="6447377"/>
            <a:ext cx="27940" cy="175260"/>
          </a:xfrm>
          <a:custGeom>
            <a:avLst/>
            <a:gdLst/>
            <a:ahLst/>
            <a:cxnLst/>
            <a:rect l="l" t="t" r="r" b="b"/>
            <a:pathLst>
              <a:path w="27940" h="175259">
                <a:moveTo>
                  <a:pt x="27549" y="0"/>
                </a:moveTo>
                <a:lnTo>
                  <a:pt x="0" y="0"/>
                </a:lnTo>
                <a:lnTo>
                  <a:pt x="0" y="175059"/>
                </a:lnTo>
                <a:lnTo>
                  <a:pt x="27549" y="175059"/>
                </a:lnTo>
                <a:lnTo>
                  <a:pt x="275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11281042" y="6307137"/>
            <a:ext cx="248285" cy="236220"/>
          </a:xfrm>
          <a:custGeom>
            <a:avLst/>
            <a:gdLst/>
            <a:ahLst/>
            <a:cxnLst/>
            <a:rect l="l" t="t" r="r" b="b"/>
            <a:pathLst>
              <a:path w="248284" h="236220">
                <a:moveTo>
                  <a:pt x="248196" y="117792"/>
                </a:moveTo>
                <a:lnTo>
                  <a:pt x="145008" y="117792"/>
                </a:lnTo>
                <a:lnTo>
                  <a:pt x="145008" y="106692"/>
                </a:lnTo>
                <a:lnTo>
                  <a:pt x="145008" y="106362"/>
                </a:lnTo>
                <a:lnTo>
                  <a:pt x="145008" y="24536"/>
                </a:lnTo>
                <a:lnTo>
                  <a:pt x="117957" y="24536"/>
                </a:lnTo>
                <a:lnTo>
                  <a:pt x="117957" y="106362"/>
                </a:lnTo>
                <a:lnTo>
                  <a:pt x="117957" y="129222"/>
                </a:lnTo>
                <a:lnTo>
                  <a:pt x="117957" y="140652"/>
                </a:lnTo>
                <a:lnTo>
                  <a:pt x="117957" y="213042"/>
                </a:lnTo>
                <a:lnTo>
                  <a:pt x="28054" y="213042"/>
                </a:lnTo>
                <a:lnTo>
                  <a:pt x="28054" y="129222"/>
                </a:lnTo>
                <a:lnTo>
                  <a:pt x="117957" y="129222"/>
                </a:lnTo>
                <a:lnTo>
                  <a:pt x="117957" y="106362"/>
                </a:lnTo>
                <a:lnTo>
                  <a:pt x="28054" y="106362"/>
                </a:lnTo>
                <a:lnTo>
                  <a:pt x="28054" y="25082"/>
                </a:lnTo>
                <a:lnTo>
                  <a:pt x="0" y="25082"/>
                </a:lnTo>
                <a:lnTo>
                  <a:pt x="0" y="235902"/>
                </a:lnTo>
                <a:lnTo>
                  <a:pt x="145008" y="235902"/>
                </a:lnTo>
                <a:lnTo>
                  <a:pt x="145008" y="213042"/>
                </a:lnTo>
                <a:lnTo>
                  <a:pt x="145008" y="140652"/>
                </a:lnTo>
                <a:lnTo>
                  <a:pt x="248196" y="140652"/>
                </a:lnTo>
                <a:lnTo>
                  <a:pt x="248196" y="129222"/>
                </a:lnTo>
                <a:lnTo>
                  <a:pt x="248196" y="117792"/>
                </a:lnTo>
                <a:close/>
              </a:path>
              <a:path w="248284" h="236220">
                <a:moveTo>
                  <a:pt x="248196" y="0"/>
                </a:moveTo>
                <a:lnTo>
                  <a:pt x="220637" y="0"/>
                </a:lnTo>
                <a:lnTo>
                  <a:pt x="220637" y="117208"/>
                </a:lnTo>
                <a:lnTo>
                  <a:pt x="248196" y="117208"/>
                </a:lnTo>
                <a:lnTo>
                  <a:pt x="2481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11583085" y="6307380"/>
            <a:ext cx="268605" cy="307975"/>
          </a:xfrm>
          <a:custGeom>
            <a:avLst/>
            <a:gdLst/>
            <a:ahLst/>
            <a:cxnLst/>
            <a:rect l="l" t="t" r="r" b="b"/>
            <a:pathLst>
              <a:path w="268604" h="307975">
                <a:moveTo>
                  <a:pt x="85400" y="210121"/>
                </a:moveTo>
                <a:lnTo>
                  <a:pt x="57601" y="210121"/>
                </a:lnTo>
                <a:lnTo>
                  <a:pt x="57601" y="307543"/>
                </a:lnTo>
                <a:lnTo>
                  <a:pt x="268474" y="307543"/>
                </a:lnTo>
                <a:lnTo>
                  <a:pt x="268474" y="284503"/>
                </a:lnTo>
                <a:lnTo>
                  <a:pt x="85400" y="284503"/>
                </a:lnTo>
                <a:lnTo>
                  <a:pt x="85400" y="210121"/>
                </a:lnTo>
                <a:close/>
              </a:path>
              <a:path w="268604" h="307975">
                <a:moveTo>
                  <a:pt x="259708" y="0"/>
                </a:moveTo>
                <a:lnTo>
                  <a:pt x="231910" y="0"/>
                </a:lnTo>
                <a:lnTo>
                  <a:pt x="231910" y="87154"/>
                </a:lnTo>
                <a:lnTo>
                  <a:pt x="167044" y="87154"/>
                </a:lnTo>
                <a:lnTo>
                  <a:pt x="167044" y="109944"/>
                </a:lnTo>
                <a:lnTo>
                  <a:pt x="231910" y="109944"/>
                </a:lnTo>
                <a:lnTo>
                  <a:pt x="231910" y="230908"/>
                </a:lnTo>
                <a:lnTo>
                  <a:pt x="259708" y="230908"/>
                </a:lnTo>
                <a:lnTo>
                  <a:pt x="259708" y="0"/>
                </a:lnTo>
                <a:close/>
              </a:path>
              <a:path w="268604" h="307975">
                <a:moveTo>
                  <a:pt x="108191" y="48585"/>
                </a:moveTo>
                <a:lnTo>
                  <a:pt x="80141" y="48585"/>
                </a:lnTo>
                <a:lnTo>
                  <a:pt x="80141" y="64864"/>
                </a:lnTo>
                <a:lnTo>
                  <a:pt x="74170" y="97676"/>
                </a:lnTo>
                <a:lnTo>
                  <a:pt x="57539" y="127131"/>
                </a:lnTo>
                <a:lnTo>
                  <a:pt x="32173" y="151185"/>
                </a:lnTo>
                <a:lnTo>
                  <a:pt x="0" y="167796"/>
                </a:lnTo>
                <a:lnTo>
                  <a:pt x="14524" y="190587"/>
                </a:lnTo>
                <a:lnTo>
                  <a:pt x="40923" y="177391"/>
                </a:lnTo>
                <a:lnTo>
                  <a:pt x="63518" y="159312"/>
                </a:lnTo>
                <a:lnTo>
                  <a:pt x="81652" y="137054"/>
                </a:lnTo>
                <a:lnTo>
                  <a:pt x="94667" y="111322"/>
                </a:lnTo>
                <a:lnTo>
                  <a:pt x="123460" y="111322"/>
                </a:lnTo>
                <a:lnTo>
                  <a:pt x="113841" y="94749"/>
                </a:lnTo>
                <a:lnTo>
                  <a:pt x="108191" y="64864"/>
                </a:lnTo>
                <a:lnTo>
                  <a:pt x="108191" y="48585"/>
                </a:lnTo>
                <a:close/>
              </a:path>
              <a:path w="268604" h="307975">
                <a:moveTo>
                  <a:pt x="123460" y="111322"/>
                </a:moveTo>
                <a:lnTo>
                  <a:pt x="94667" y="111322"/>
                </a:lnTo>
                <a:lnTo>
                  <a:pt x="107398" y="134472"/>
                </a:lnTo>
                <a:lnTo>
                  <a:pt x="124767" y="154617"/>
                </a:lnTo>
                <a:lnTo>
                  <a:pt x="146244" y="171052"/>
                </a:lnTo>
                <a:lnTo>
                  <a:pt x="171302" y="183073"/>
                </a:lnTo>
                <a:lnTo>
                  <a:pt x="185828" y="160784"/>
                </a:lnTo>
                <a:lnTo>
                  <a:pt x="154257" y="144846"/>
                </a:lnTo>
                <a:lnTo>
                  <a:pt x="129729" y="122122"/>
                </a:lnTo>
                <a:lnTo>
                  <a:pt x="123460" y="111322"/>
                </a:lnTo>
                <a:close/>
              </a:path>
              <a:path w="268604" h="307975">
                <a:moveTo>
                  <a:pt x="178565" y="25545"/>
                </a:moveTo>
                <a:lnTo>
                  <a:pt x="9015" y="25545"/>
                </a:lnTo>
                <a:lnTo>
                  <a:pt x="9015" y="48585"/>
                </a:lnTo>
                <a:lnTo>
                  <a:pt x="178565" y="48585"/>
                </a:lnTo>
                <a:lnTo>
                  <a:pt x="178565" y="255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11907158" y="6307129"/>
            <a:ext cx="248285" cy="315595"/>
          </a:xfrm>
          <a:custGeom>
            <a:avLst/>
            <a:gdLst/>
            <a:ahLst/>
            <a:cxnLst/>
            <a:rect l="l" t="t" r="r" b="b"/>
            <a:pathLst>
              <a:path w="248284" h="315595">
                <a:moveTo>
                  <a:pt x="247687" y="0"/>
                </a:moveTo>
                <a:lnTo>
                  <a:pt x="219888" y="0"/>
                </a:lnTo>
                <a:lnTo>
                  <a:pt x="219888" y="315307"/>
                </a:lnTo>
                <a:lnTo>
                  <a:pt x="247687" y="315307"/>
                </a:lnTo>
                <a:lnTo>
                  <a:pt x="247687" y="0"/>
                </a:lnTo>
                <a:close/>
              </a:path>
              <a:path w="248284" h="315595">
                <a:moveTo>
                  <a:pt x="80391" y="24293"/>
                </a:moveTo>
                <a:lnTo>
                  <a:pt x="47967" y="32135"/>
                </a:lnTo>
                <a:lnTo>
                  <a:pt x="22539" y="54158"/>
                </a:lnTo>
                <a:lnTo>
                  <a:pt x="5940" y="88672"/>
                </a:lnTo>
                <a:lnTo>
                  <a:pt x="0" y="133987"/>
                </a:lnTo>
                <a:lnTo>
                  <a:pt x="5940" y="179442"/>
                </a:lnTo>
                <a:lnTo>
                  <a:pt x="22539" y="214003"/>
                </a:lnTo>
                <a:lnTo>
                  <a:pt x="47967" y="235980"/>
                </a:lnTo>
                <a:lnTo>
                  <a:pt x="80391" y="243681"/>
                </a:lnTo>
                <a:lnTo>
                  <a:pt x="112604" y="235980"/>
                </a:lnTo>
                <a:lnTo>
                  <a:pt x="132400" y="218887"/>
                </a:lnTo>
                <a:lnTo>
                  <a:pt x="80391" y="218887"/>
                </a:lnTo>
                <a:lnTo>
                  <a:pt x="58704" y="212841"/>
                </a:lnTo>
                <a:lnTo>
                  <a:pt x="41760" y="195690"/>
                </a:lnTo>
                <a:lnTo>
                  <a:pt x="30733" y="168912"/>
                </a:lnTo>
                <a:lnTo>
                  <a:pt x="26797" y="133987"/>
                </a:lnTo>
                <a:lnTo>
                  <a:pt x="30733" y="99202"/>
                </a:lnTo>
                <a:lnTo>
                  <a:pt x="41760" y="72472"/>
                </a:lnTo>
                <a:lnTo>
                  <a:pt x="58704" y="55273"/>
                </a:lnTo>
                <a:lnTo>
                  <a:pt x="80391" y="49086"/>
                </a:lnTo>
                <a:lnTo>
                  <a:pt x="132195" y="49086"/>
                </a:lnTo>
                <a:lnTo>
                  <a:pt x="112604" y="32135"/>
                </a:lnTo>
                <a:lnTo>
                  <a:pt x="80391" y="24293"/>
                </a:lnTo>
                <a:close/>
              </a:path>
              <a:path w="248284" h="315595">
                <a:moveTo>
                  <a:pt x="132195" y="49086"/>
                </a:moveTo>
                <a:lnTo>
                  <a:pt x="80391" y="49086"/>
                </a:lnTo>
                <a:lnTo>
                  <a:pt x="102039" y="55273"/>
                </a:lnTo>
                <a:lnTo>
                  <a:pt x="118897" y="72472"/>
                </a:lnTo>
                <a:lnTo>
                  <a:pt x="129838" y="99202"/>
                </a:lnTo>
                <a:lnTo>
                  <a:pt x="133735" y="133987"/>
                </a:lnTo>
                <a:lnTo>
                  <a:pt x="129838" y="168912"/>
                </a:lnTo>
                <a:lnTo>
                  <a:pt x="118897" y="195690"/>
                </a:lnTo>
                <a:lnTo>
                  <a:pt x="102039" y="212841"/>
                </a:lnTo>
                <a:lnTo>
                  <a:pt x="80391" y="218887"/>
                </a:lnTo>
                <a:lnTo>
                  <a:pt x="132400" y="218887"/>
                </a:lnTo>
                <a:lnTo>
                  <a:pt x="138056" y="214003"/>
                </a:lnTo>
                <a:lnTo>
                  <a:pt x="154773" y="179442"/>
                </a:lnTo>
                <a:lnTo>
                  <a:pt x="160784" y="133987"/>
                </a:lnTo>
                <a:lnTo>
                  <a:pt x="154773" y="88672"/>
                </a:lnTo>
                <a:lnTo>
                  <a:pt x="138056" y="54158"/>
                </a:lnTo>
                <a:lnTo>
                  <a:pt x="132195" y="490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12515381" y="6306819"/>
            <a:ext cx="80645" cy="314960"/>
          </a:xfrm>
          <a:custGeom>
            <a:avLst/>
            <a:gdLst/>
            <a:ahLst/>
            <a:cxnLst/>
            <a:rect l="l" t="t" r="r" b="b"/>
            <a:pathLst>
              <a:path w="80645" h="314959">
                <a:moveTo>
                  <a:pt x="80391" y="124460"/>
                </a:moveTo>
                <a:lnTo>
                  <a:pt x="27800" y="124460"/>
                </a:lnTo>
                <a:lnTo>
                  <a:pt x="27800" y="0"/>
                </a:lnTo>
                <a:lnTo>
                  <a:pt x="0" y="0"/>
                </a:lnTo>
                <a:lnTo>
                  <a:pt x="0" y="124460"/>
                </a:lnTo>
                <a:lnTo>
                  <a:pt x="0" y="148590"/>
                </a:lnTo>
                <a:lnTo>
                  <a:pt x="0" y="314960"/>
                </a:lnTo>
                <a:lnTo>
                  <a:pt x="27800" y="314960"/>
                </a:lnTo>
                <a:lnTo>
                  <a:pt x="27800" y="148590"/>
                </a:lnTo>
                <a:lnTo>
                  <a:pt x="80391" y="148590"/>
                </a:lnTo>
                <a:lnTo>
                  <a:pt x="80391" y="1244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12312523" y="6333489"/>
            <a:ext cx="147320" cy="213360"/>
          </a:xfrm>
          <a:custGeom>
            <a:avLst/>
            <a:gdLst/>
            <a:ahLst/>
            <a:cxnLst/>
            <a:rect l="l" t="t" r="r" b="b"/>
            <a:pathLst>
              <a:path w="147320" h="213359">
                <a:moveTo>
                  <a:pt x="147256" y="83820"/>
                </a:moveTo>
                <a:lnTo>
                  <a:pt x="27546" y="83820"/>
                </a:lnTo>
                <a:lnTo>
                  <a:pt x="27546" y="0"/>
                </a:lnTo>
                <a:lnTo>
                  <a:pt x="0" y="0"/>
                </a:lnTo>
                <a:lnTo>
                  <a:pt x="0" y="83820"/>
                </a:lnTo>
                <a:lnTo>
                  <a:pt x="0" y="105410"/>
                </a:lnTo>
                <a:lnTo>
                  <a:pt x="0" y="189230"/>
                </a:lnTo>
                <a:lnTo>
                  <a:pt x="0" y="213360"/>
                </a:lnTo>
                <a:lnTo>
                  <a:pt x="147256" y="213360"/>
                </a:lnTo>
                <a:lnTo>
                  <a:pt x="147256" y="189522"/>
                </a:lnTo>
                <a:lnTo>
                  <a:pt x="147256" y="189230"/>
                </a:lnTo>
                <a:lnTo>
                  <a:pt x="147256" y="105879"/>
                </a:lnTo>
                <a:lnTo>
                  <a:pt x="119710" y="105879"/>
                </a:lnTo>
                <a:lnTo>
                  <a:pt x="119710" y="189230"/>
                </a:lnTo>
                <a:lnTo>
                  <a:pt x="27546" y="189230"/>
                </a:lnTo>
                <a:lnTo>
                  <a:pt x="27546" y="105410"/>
                </a:lnTo>
                <a:lnTo>
                  <a:pt x="147256" y="105410"/>
                </a:lnTo>
                <a:lnTo>
                  <a:pt x="147256" y="83820"/>
                </a:lnTo>
                <a:close/>
              </a:path>
              <a:path w="147320" h="213359">
                <a:moveTo>
                  <a:pt x="147256" y="444"/>
                </a:moveTo>
                <a:lnTo>
                  <a:pt x="119710" y="444"/>
                </a:lnTo>
                <a:lnTo>
                  <a:pt x="119710" y="83591"/>
                </a:lnTo>
                <a:lnTo>
                  <a:pt x="147256" y="83591"/>
                </a:lnTo>
                <a:lnTo>
                  <a:pt x="147256" y="4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12610307" y="6306879"/>
            <a:ext cx="264795" cy="314960"/>
          </a:xfrm>
          <a:custGeom>
            <a:avLst/>
            <a:gdLst/>
            <a:ahLst/>
            <a:cxnLst/>
            <a:rect l="l" t="t" r="r" b="b"/>
            <a:pathLst>
              <a:path w="264795" h="314959">
                <a:moveTo>
                  <a:pt x="264468" y="0"/>
                </a:moveTo>
                <a:lnTo>
                  <a:pt x="236669" y="0"/>
                </a:lnTo>
                <a:lnTo>
                  <a:pt x="236669" y="314806"/>
                </a:lnTo>
                <a:lnTo>
                  <a:pt x="264468" y="314806"/>
                </a:lnTo>
                <a:lnTo>
                  <a:pt x="264468" y="0"/>
                </a:lnTo>
                <a:close/>
              </a:path>
              <a:path w="264795" h="314959">
                <a:moveTo>
                  <a:pt x="123719" y="171803"/>
                </a:moveTo>
                <a:lnTo>
                  <a:pt x="95669" y="171803"/>
                </a:lnTo>
                <a:lnTo>
                  <a:pt x="95669" y="298778"/>
                </a:lnTo>
                <a:lnTo>
                  <a:pt x="123719" y="298778"/>
                </a:lnTo>
                <a:lnTo>
                  <a:pt x="123719" y="171803"/>
                </a:lnTo>
                <a:close/>
              </a:path>
              <a:path w="264795" h="314959">
                <a:moveTo>
                  <a:pt x="101679" y="26046"/>
                </a:moveTo>
                <a:lnTo>
                  <a:pt x="21538" y="26046"/>
                </a:lnTo>
                <a:lnTo>
                  <a:pt x="21538" y="49337"/>
                </a:lnTo>
                <a:lnTo>
                  <a:pt x="74257" y="49337"/>
                </a:lnTo>
                <a:lnTo>
                  <a:pt x="73943" y="62285"/>
                </a:lnTo>
                <a:lnTo>
                  <a:pt x="73901" y="64023"/>
                </a:lnTo>
                <a:lnTo>
                  <a:pt x="73794" y="68245"/>
                </a:lnTo>
                <a:lnTo>
                  <a:pt x="72243" y="90347"/>
                </a:lnTo>
                <a:lnTo>
                  <a:pt x="72205" y="90879"/>
                </a:lnTo>
                <a:lnTo>
                  <a:pt x="68568" y="117872"/>
                </a:lnTo>
                <a:lnTo>
                  <a:pt x="61984" y="149514"/>
                </a:lnTo>
                <a:lnTo>
                  <a:pt x="3879" y="150265"/>
                </a:lnTo>
                <a:lnTo>
                  <a:pt x="0" y="150265"/>
                </a:lnTo>
                <a:lnTo>
                  <a:pt x="3879" y="172566"/>
                </a:lnTo>
                <a:lnTo>
                  <a:pt x="3958" y="173024"/>
                </a:lnTo>
                <a:lnTo>
                  <a:pt x="4007" y="173306"/>
                </a:lnTo>
                <a:lnTo>
                  <a:pt x="19656" y="173306"/>
                </a:lnTo>
                <a:lnTo>
                  <a:pt x="71609" y="172566"/>
                </a:lnTo>
                <a:lnTo>
                  <a:pt x="95669" y="171803"/>
                </a:lnTo>
                <a:lnTo>
                  <a:pt x="123719" y="171803"/>
                </a:lnTo>
                <a:lnTo>
                  <a:pt x="123719" y="170551"/>
                </a:lnTo>
                <a:lnTo>
                  <a:pt x="147173" y="169136"/>
                </a:lnTo>
                <a:lnTo>
                  <a:pt x="170661" y="167311"/>
                </a:lnTo>
                <a:lnTo>
                  <a:pt x="194033" y="165039"/>
                </a:lnTo>
                <a:lnTo>
                  <a:pt x="217134" y="162286"/>
                </a:lnTo>
                <a:lnTo>
                  <a:pt x="216003" y="150265"/>
                </a:lnTo>
                <a:lnTo>
                  <a:pt x="215932" y="149514"/>
                </a:lnTo>
                <a:lnTo>
                  <a:pt x="215873" y="148888"/>
                </a:lnTo>
                <a:lnTo>
                  <a:pt x="90159" y="148888"/>
                </a:lnTo>
                <a:lnTo>
                  <a:pt x="96679" y="115137"/>
                </a:lnTo>
                <a:lnTo>
                  <a:pt x="99986" y="86809"/>
                </a:lnTo>
                <a:lnTo>
                  <a:pt x="100052" y="86246"/>
                </a:lnTo>
                <a:lnTo>
                  <a:pt x="101264" y="64023"/>
                </a:lnTo>
                <a:lnTo>
                  <a:pt x="101359" y="62285"/>
                </a:lnTo>
                <a:lnTo>
                  <a:pt x="101578" y="49337"/>
                </a:lnTo>
                <a:lnTo>
                  <a:pt x="101679" y="26046"/>
                </a:lnTo>
                <a:close/>
              </a:path>
              <a:path w="264795" h="314959">
                <a:moveTo>
                  <a:pt x="194595" y="26046"/>
                </a:moveTo>
                <a:lnTo>
                  <a:pt x="116706" y="26046"/>
                </a:lnTo>
                <a:lnTo>
                  <a:pt x="116706" y="49337"/>
                </a:lnTo>
                <a:lnTo>
                  <a:pt x="167045" y="49337"/>
                </a:lnTo>
                <a:lnTo>
                  <a:pt x="166867" y="62285"/>
                </a:lnTo>
                <a:lnTo>
                  <a:pt x="162257" y="115137"/>
                </a:lnTo>
                <a:lnTo>
                  <a:pt x="122952" y="147730"/>
                </a:lnTo>
                <a:lnTo>
                  <a:pt x="90159" y="148888"/>
                </a:lnTo>
                <a:lnTo>
                  <a:pt x="215873" y="148888"/>
                </a:lnTo>
                <a:lnTo>
                  <a:pt x="215413" y="144004"/>
                </a:lnTo>
                <a:lnTo>
                  <a:pt x="184701" y="144004"/>
                </a:lnTo>
                <a:lnTo>
                  <a:pt x="190279" y="113399"/>
                </a:lnTo>
                <a:lnTo>
                  <a:pt x="193170" y="86809"/>
                </a:lnTo>
                <a:lnTo>
                  <a:pt x="194299" y="64023"/>
                </a:lnTo>
                <a:lnTo>
                  <a:pt x="194525" y="49337"/>
                </a:lnTo>
                <a:lnTo>
                  <a:pt x="194595" y="26046"/>
                </a:lnTo>
                <a:close/>
              </a:path>
              <a:path w="264795" h="314959">
                <a:moveTo>
                  <a:pt x="215131" y="140999"/>
                </a:moveTo>
                <a:lnTo>
                  <a:pt x="200010" y="142595"/>
                </a:lnTo>
                <a:lnTo>
                  <a:pt x="184701" y="144004"/>
                </a:lnTo>
                <a:lnTo>
                  <a:pt x="215413" y="144004"/>
                </a:lnTo>
                <a:lnTo>
                  <a:pt x="215349" y="143323"/>
                </a:lnTo>
                <a:lnTo>
                  <a:pt x="215281" y="142595"/>
                </a:lnTo>
                <a:lnTo>
                  <a:pt x="215208" y="141821"/>
                </a:lnTo>
                <a:lnTo>
                  <a:pt x="215131" y="140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13160029" y="6492457"/>
            <a:ext cx="27940" cy="130175"/>
          </a:xfrm>
          <a:custGeom>
            <a:avLst/>
            <a:gdLst/>
            <a:ahLst/>
            <a:cxnLst/>
            <a:rect l="l" t="t" r="r" b="b"/>
            <a:pathLst>
              <a:path w="27940" h="130175">
                <a:moveTo>
                  <a:pt x="27549" y="0"/>
                </a:moveTo>
                <a:lnTo>
                  <a:pt x="0" y="0"/>
                </a:lnTo>
                <a:lnTo>
                  <a:pt x="0" y="129979"/>
                </a:lnTo>
                <a:lnTo>
                  <a:pt x="27549" y="129979"/>
                </a:lnTo>
                <a:lnTo>
                  <a:pt x="275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12939383" y="6307137"/>
            <a:ext cx="248285" cy="234950"/>
          </a:xfrm>
          <a:custGeom>
            <a:avLst/>
            <a:gdLst/>
            <a:ahLst/>
            <a:cxnLst/>
            <a:rect l="l" t="t" r="r" b="b"/>
            <a:pathLst>
              <a:path w="248284" h="234950">
                <a:moveTo>
                  <a:pt x="248196" y="75882"/>
                </a:moveTo>
                <a:lnTo>
                  <a:pt x="220637" y="75882"/>
                </a:lnTo>
                <a:lnTo>
                  <a:pt x="220637" y="98742"/>
                </a:lnTo>
                <a:lnTo>
                  <a:pt x="220637" y="162242"/>
                </a:lnTo>
                <a:lnTo>
                  <a:pt x="143510" y="162242"/>
                </a:lnTo>
                <a:lnTo>
                  <a:pt x="143510" y="98742"/>
                </a:lnTo>
                <a:lnTo>
                  <a:pt x="220637" y="98742"/>
                </a:lnTo>
                <a:lnTo>
                  <a:pt x="220637" y="75882"/>
                </a:lnTo>
                <a:lnTo>
                  <a:pt x="143510" y="75882"/>
                </a:lnTo>
                <a:lnTo>
                  <a:pt x="143510" y="53022"/>
                </a:lnTo>
                <a:lnTo>
                  <a:pt x="143510" y="31432"/>
                </a:lnTo>
                <a:lnTo>
                  <a:pt x="116459" y="31432"/>
                </a:lnTo>
                <a:lnTo>
                  <a:pt x="116459" y="53022"/>
                </a:lnTo>
                <a:lnTo>
                  <a:pt x="116459" y="75882"/>
                </a:lnTo>
                <a:lnTo>
                  <a:pt x="116459" y="98742"/>
                </a:lnTo>
                <a:lnTo>
                  <a:pt x="116459" y="162242"/>
                </a:lnTo>
                <a:lnTo>
                  <a:pt x="116459" y="185102"/>
                </a:lnTo>
                <a:lnTo>
                  <a:pt x="116459" y="213042"/>
                </a:lnTo>
                <a:lnTo>
                  <a:pt x="27546" y="213042"/>
                </a:lnTo>
                <a:lnTo>
                  <a:pt x="27546" y="53022"/>
                </a:lnTo>
                <a:lnTo>
                  <a:pt x="116459" y="53022"/>
                </a:lnTo>
                <a:lnTo>
                  <a:pt x="116459" y="31432"/>
                </a:lnTo>
                <a:lnTo>
                  <a:pt x="0" y="31432"/>
                </a:lnTo>
                <a:lnTo>
                  <a:pt x="0" y="53022"/>
                </a:lnTo>
                <a:lnTo>
                  <a:pt x="0" y="213042"/>
                </a:lnTo>
                <a:lnTo>
                  <a:pt x="0" y="234632"/>
                </a:lnTo>
                <a:lnTo>
                  <a:pt x="143510" y="234632"/>
                </a:lnTo>
                <a:lnTo>
                  <a:pt x="143510" y="213042"/>
                </a:lnTo>
                <a:lnTo>
                  <a:pt x="143510" y="185102"/>
                </a:lnTo>
                <a:lnTo>
                  <a:pt x="248196" y="185102"/>
                </a:lnTo>
                <a:lnTo>
                  <a:pt x="248196" y="162534"/>
                </a:lnTo>
                <a:lnTo>
                  <a:pt x="248196" y="162242"/>
                </a:lnTo>
                <a:lnTo>
                  <a:pt x="248196" y="98742"/>
                </a:lnTo>
                <a:lnTo>
                  <a:pt x="248196" y="75882"/>
                </a:lnTo>
                <a:close/>
              </a:path>
              <a:path w="248284" h="234950">
                <a:moveTo>
                  <a:pt x="248196" y="0"/>
                </a:moveTo>
                <a:lnTo>
                  <a:pt x="220637" y="0"/>
                </a:lnTo>
                <a:lnTo>
                  <a:pt x="220637" y="75628"/>
                </a:lnTo>
                <a:lnTo>
                  <a:pt x="248196" y="75628"/>
                </a:lnTo>
                <a:lnTo>
                  <a:pt x="2481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13342658" y="6307129"/>
            <a:ext cx="248285" cy="315595"/>
          </a:xfrm>
          <a:custGeom>
            <a:avLst/>
            <a:gdLst/>
            <a:ahLst/>
            <a:cxnLst/>
            <a:rect l="l" t="t" r="r" b="b"/>
            <a:pathLst>
              <a:path w="248284" h="315595">
                <a:moveTo>
                  <a:pt x="247687" y="0"/>
                </a:moveTo>
                <a:lnTo>
                  <a:pt x="219888" y="0"/>
                </a:lnTo>
                <a:lnTo>
                  <a:pt x="219888" y="315307"/>
                </a:lnTo>
                <a:lnTo>
                  <a:pt x="247687" y="315307"/>
                </a:lnTo>
                <a:lnTo>
                  <a:pt x="247687" y="0"/>
                </a:lnTo>
                <a:close/>
              </a:path>
              <a:path w="248284" h="315595">
                <a:moveTo>
                  <a:pt x="80391" y="24293"/>
                </a:moveTo>
                <a:lnTo>
                  <a:pt x="47967" y="32135"/>
                </a:lnTo>
                <a:lnTo>
                  <a:pt x="22539" y="54158"/>
                </a:lnTo>
                <a:lnTo>
                  <a:pt x="5940" y="88672"/>
                </a:lnTo>
                <a:lnTo>
                  <a:pt x="0" y="133987"/>
                </a:lnTo>
                <a:lnTo>
                  <a:pt x="5940" y="179442"/>
                </a:lnTo>
                <a:lnTo>
                  <a:pt x="22539" y="214003"/>
                </a:lnTo>
                <a:lnTo>
                  <a:pt x="47967" y="235980"/>
                </a:lnTo>
                <a:lnTo>
                  <a:pt x="80391" y="243681"/>
                </a:lnTo>
                <a:lnTo>
                  <a:pt x="112605" y="235980"/>
                </a:lnTo>
                <a:lnTo>
                  <a:pt x="132400" y="218887"/>
                </a:lnTo>
                <a:lnTo>
                  <a:pt x="80391" y="218887"/>
                </a:lnTo>
                <a:lnTo>
                  <a:pt x="58705" y="212841"/>
                </a:lnTo>
                <a:lnTo>
                  <a:pt x="41761" y="195690"/>
                </a:lnTo>
                <a:lnTo>
                  <a:pt x="30733" y="168912"/>
                </a:lnTo>
                <a:lnTo>
                  <a:pt x="26797" y="133987"/>
                </a:lnTo>
                <a:lnTo>
                  <a:pt x="30733" y="99202"/>
                </a:lnTo>
                <a:lnTo>
                  <a:pt x="41761" y="72472"/>
                </a:lnTo>
                <a:lnTo>
                  <a:pt x="58705" y="55273"/>
                </a:lnTo>
                <a:lnTo>
                  <a:pt x="80391" y="49086"/>
                </a:lnTo>
                <a:lnTo>
                  <a:pt x="132195" y="49086"/>
                </a:lnTo>
                <a:lnTo>
                  <a:pt x="112605" y="32135"/>
                </a:lnTo>
                <a:lnTo>
                  <a:pt x="80391" y="24293"/>
                </a:lnTo>
                <a:close/>
              </a:path>
              <a:path w="248284" h="315595">
                <a:moveTo>
                  <a:pt x="132195" y="49086"/>
                </a:moveTo>
                <a:lnTo>
                  <a:pt x="80391" y="49086"/>
                </a:lnTo>
                <a:lnTo>
                  <a:pt x="102039" y="55273"/>
                </a:lnTo>
                <a:lnTo>
                  <a:pt x="118897" y="72472"/>
                </a:lnTo>
                <a:lnTo>
                  <a:pt x="129838" y="99202"/>
                </a:lnTo>
                <a:lnTo>
                  <a:pt x="133735" y="133987"/>
                </a:lnTo>
                <a:lnTo>
                  <a:pt x="129838" y="168912"/>
                </a:lnTo>
                <a:lnTo>
                  <a:pt x="118897" y="195690"/>
                </a:lnTo>
                <a:lnTo>
                  <a:pt x="102039" y="212841"/>
                </a:lnTo>
                <a:lnTo>
                  <a:pt x="80391" y="218887"/>
                </a:lnTo>
                <a:lnTo>
                  <a:pt x="132400" y="218887"/>
                </a:lnTo>
                <a:lnTo>
                  <a:pt x="138056" y="214003"/>
                </a:lnTo>
                <a:lnTo>
                  <a:pt x="154773" y="179442"/>
                </a:lnTo>
                <a:lnTo>
                  <a:pt x="160784" y="133987"/>
                </a:lnTo>
                <a:lnTo>
                  <a:pt x="154773" y="88672"/>
                </a:lnTo>
                <a:lnTo>
                  <a:pt x="138056" y="54158"/>
                </a:lnTo>
                <a:lnTo>
                  <a:pt x="132195" y="490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13643940" y="6314439"/>
            <a:ext cx="288290" cy="178435"/>
          </a:xfrm>
          <a:custGeom>
            <a:avLst/>
            <a:gdLst/>
            <a:ahLst/>
            <a:cxnLst/>
            <a:rect l="l" t="t" r="r" b="b"/>
            <a:pathLst>
              <a:path w="288290" h="178435">
                <a:moveTo>
                  <a:pt x="257949" y="106680"/>
                </a:moveTo>
                <a:lnTo>
                  <a:pt x="65112" y="106680"/>
                </a:lnTo>
                <a:lnTo>
                  <a:pt x="65112" y="74930"/>
                </a:lnTo>
                <a:lnTo>
                  <a:pt x="251193" y="74930"/>
                </a:lnTo>
                <a:lnTo>
                  <a:pt x="251193" y="53340"/>
                </a:lnTo>
                <a:lnTo>
                  <a:pt x="251193" y="22860"/>
                </a:lnTo>
                <a:lnTo>
                  <a:pt x="251193" y="0"/>
                </a:lnTo>
                <a:lnTo>
                  <a:pt x="36563" y="0"/>
                </a:lnTo>
                <a:lnTo>
                  <a:pt x="36563" y="22860"/>
                </a:lnTo>
                <a:lnTo>
                  <a:pt x="223393" y="22860"/>
                </a:lnTo>
                <a:lnTo>
                  <a:pt x="223393" y="53340"/>
                </a:lnTo>
                <a:lnTo>
                  <a:pt x="37566" y="53340"/>
                </a:lnTo>
                <a:lnTo>
                  <a:pt x="37566" y="74930"/>
                </a:lnTo>
                <a:lnTo>
                  <a:pt x="37566" y="106680"/>
                </a:lnTo>
                <a:lnTo>
                  <a:pt x="37566" y="128270"/>
                </a:lnTo>
                <a:lnTo>
                  <a:pt x="257949" y="128270"/>
                </a:lnTo>
                <a:lnTo>
                  <a:pt x="257949" y="106680"/>
                </a:lnTo>
                <a:close/>
              </a:path>
              <a:path w="288290" h="178435">
                <a:moveTo>
                  <a:pt x="288251" y="155232"/>
                </a:moveTo>
                <a:lnTo>
                  <a:pt x="0" y="155232"/>
                </a:lnTo>
                <a:lnTo>
                  <a:pt x="0" y="178028"/>
                </a:lnTo>
                <a:lnTo>
                  <a:pt x="288251" y="178028"/>
                </a:lnTo>
                <a:lnTo>
                  <a:pt x="288251" y="1552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13683259" y="6521450"/>
            <a:ext cx="212090" cy="96520"/>
          </a:xfrm>
          <a:custGeom>
            <a:avLst/>
            <a:gdLst/>
            <a:ahLst/>
            <a:cxnLst/>
            <a:rect l="l" t="t" r="r" b="b"/>
            <a:pathLst>
              <a:path w="212090" h="96520">
                <a:moveTo>
                  <a:pt x="211874" y="0"/>
                </a:moveTo>
                <a:lnTo>
                  <a:pt x="0" y="0"/>
                </a:lnTo>
                <a:lnTo>
                  <a:pt x="0" y="22860"/>
                </a:lnTo>
                <a:lnTo>
                  <a:pt x="0" y="73660"/>
                </a:lnTo>
                <a:lnTo>
                  <a:pt x="0" y="96520"/>
                </a:lnTo>
                <a:lnTo>
                  <a:pt x="211874" y="96520"/>
                </a:lnTo>
                <a:lnTo>
                  <a:pt x="211874" y="73660"/>
                </a:lnTo>
                <a:lnTo>
                  <a:pt x="27292" y="73660"/>
                </a:lnTo>
                <a:lnTo>
                  <a:pt x="27292" y="22860"/>
                </a:lnTo>
                <a:lnTo>
                  <a:pt x="184569" y="22860"/>
                </a:lnTo>
                <a:lnTo>
                  <a:pt x="184569" y="73444"/>
                </a:lnTo>
                <a:lnTo>
                  <a:pt x="211874" y="73444"/>
                </a:lnTo>
                <a:lnTo>
                  <a:pt x="211874" y="22860"/>
                </a:lnTo>
                <a:lnTo>
                  <a:pt x="211874" y="22352"/>
                </a:lnTo>
                <a:lnTo>
                  <a:pt x="2118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13969767" y="6307129"/>
            <a:ext cx="248285" cy="315595"/>
          </a:xfrm>
          <a:custGeom>
            <a:avLst/>
            <a:gdLst/>
            <a:ahLst/>
            <a:cxnLst/>
            <a:rect l="l" t="t" r="r" b="b"/>
            <a:pathLst>
              <a:path w="248284" h="315595">
                <a:moveTo>
                  <a:pt x="247687" y="0"/>
                </a:moveTo>
                <a:lnTo>
                  <a:pt x="219888" y="0"/>
                </a:lnTo>
                <a:lnTo>
                  <a:pt x="219888" y="315307"/>
                </a:lnTo>
                <a:lnTo>
                  <a:pt x="247687" y="315307"/>
                </a:lnTo>
                <a:lnTo>
                  <a:pt x="247687" y="0"/>
                </a:lnTo>
                <a:close/>
              </a:path>
              <a:path w="248284" h="315595">
                <a:moveTo>
                  <a:pt x="80391" y="24293"/>
                </a:moveTo>
                <a:lnTo>
                  <a:pt x="47967" y="32135"/>
                </a:lnTo>
                <a:lnTo>
                  <a:pt x="22539" y="54158"/>
                </a:lnTo>
                <a:lnTo>
                  <a:pt x="5940" y="88672"/>
                </a:lnTo>
                <a:lnTo>
                  <a:pt x="0" y="133987"/>
                </a:lnTo>
                <a:lnTo>
                  <a:pt x="5940" y="179442"/>
                </a:lnTo>
                <a:lnTo>
                  <a:pt x="22539" y="214003"/>
                </a:lnTo>
                <a:lnTo>
                  <a:pt x="47967" y="235980"/>
                </a:lnTo>
                <a:lnTo>
                  <a:pt x="80391" y="243681"/>
                </a:lnTo>
                <a:lnTo>
                  <a:pt x="112604" y="235980"/>
                </a:lnTo>
                <a:lnTo>
                  <a:pt x="132400" y="218887"/>
                </a:lnTo>
                <a:lnTo>
                  <a:pt x="80391" y="218887"/>
                </a:lnTo>
                <a:lnTo>
                  <a:pt x="58704" y="212841"/>
                </a:lnTo>
                <a:lnTo>
                  <a:pt x="41760" y="195690"/>
                </a:lnTo>
                <a:lnTo>
                  <a:pt x="30733" y="168912"/>
                </a:lnTo>
                <a:lnTo>
                  <a:pt x="26797" y="133987"/>
                </a:lnTo>
                <a:lnTo>
                  <a:pt x="30733" y="99202"/>
                </a:lnTo>
                <a:lnTo>
                  <a:pt x="41760" y="72472"/>
                </a:lnTo>
                <a:lnTo>
                  <a:pt x="58704" y="55273"/>
                </a:lnTo>
                <a:lnTo>
                  <a:pt x="80391" y="49086"/>
                </a:lnTo>
                <a:lnTo>
                  <a:pt x="132195" y="49086"/>
                </a:lnTo>
                <a:lnTo>
                  <a:pt x="112604" y="32135"/>
                </a:lnTo>
                <a:lnTo>
                  <a:pt x="80391" y="24293"/>
                </a:lnTo>
                <a:close/>
              </a:path>
              <a:path w="248284" h="315595">
                <a:moveTo>
                  <a:pt x="132195" y="49086"/>
                </a:moveTo>
                <a:lnTo>
                  <a:pt x="80391" y="49086"/>
                </a:lnTo>
                <a:lnTo>
                  <a:pt x="102039" y="55273"/>
                </a:lnTo>
                <a:lnTo>
                  <a:pt x="118897" y="72472"/>
                </a:lnTo>
                <a:lnTo>
                  <a:pt x="129838" y="99202"/>
                </a:lnTo>
                <a:lnTo>
                  <a:pt x="133736" y="133987"/>
                </a:lnTo>
                <a:lnTo>
                  <a:pt x="129838" y="168912"/>
                </a:lnTo>
                <a:lnTo>
                  <a:pt x="118897" y="195690"/>
                </a:lnTo>
                <a:lnTo>
                  <a:pt x="102039" y="212841"/>
                </a:lnTo>
                <a:lnTo>
                  <a:pt x="80391" y="218887"/>
                </a:lnTo>
                <a:lnTo>
                  <a:pt x="132400" y="218887"/>
                </a:lnTo>
                <a:lnTo>
                  <a:pt x="138056" y="214003"/>
                </a:lnTo>
                <a:lnTo>
                  <a:pt x="154773" y="179442"/>
                </a:lnTo>
                <a:lnTo>
                  <a:pt x="160784" y="133987"/>
                </a:lnTo>
                <a:lnTo>
                  <a:pt x="154773" y="88672"/>
                </a:lnTo>
                <a:lnTo>
                  <a:pt x="138056" y="54158"/>
                </a:lnTo>
                <a:lnTo>
                  <a:pt x="132195" y="490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14577987" y="6306819"/>
            <a:ext cx="80645" cy="314960"/>
          </a:xfrm>
          <a:custGeom>
            <a:avLst/>
            <a:gdLst/>
            <a:ahLst/>
            <a:cxnLst/>
            <a:rect l="l" t="t" r="r" b="b"/>
            <a:pathLst>
              <a:path w="80644" h="314959">
                <a:moveTo>
                  <a:pt x="80391" y="124460"/>
                </a:moveTo>
                <a:lnTo>
                  <a:pt x="27800" y="124460"/>
                </a:lnTo>
                <a:lnTo>
                  <a:pt x="27800" y="0"/>
                </a:lnTo>
                <a:lnTo>
                  <a:pt x="0" y="0"/>
                </a:lnTo>
                <a:lnTo>
                  <a:pt x="0" y="124460"/>
                </a:lnTo>
                <a:lnTo>
                  <a:pt x="0" y="148590"/>
                </a:lnTo>
                <a:lnTo>
                  <a:pt x="0" y="314960"/>
                </a:lnTo>
                <a:lnTo>
                  <a:pt x="27800" y="314960"/>
                </a:lnTo>
                <a:lnTo>
                  <a:pt x="27800" y="148590"/>
                </a:lnTo>
                <a:lnTo>
                  <a:pt x="80391" y="148590"/>
                </a:lnTo>
                <a:lnTo>
                  <a:pt x="80391" y="1244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14375130" y="6333489"/>
            <a:ext cx="147320" cy="213360"/>
          </a:xfrm>
          <a:custGeom>
            <a:avLst/>
            <a:gdLst/>
            <a:ahLst/>
            <a:cxnLst/>
            <a:rect l="l" t="t" r="r" b="b"/>
            <a:pathLst>
              <a:path w="147319" h="213359">
                <a:moveTo>
                  <a:pt x="147269" y="83820"/>
                </a:moveTo>
                <a:lnTo>
                  <a:pt x="27546" y="83820"/>
                </a:lnTo>
                <a:lnTo>
                  <a:pt x="27546" y="0"/>
                </a:lnTo>
                <a:lnTo>
                  <a:pt x="0" y="0"/>
                </a:lnTo>
                <a:lnTo>
                  <a:pt x="0" y="83820"/>
                </a:lnTo>
                <a:lnTo>
                  <a:pt x="0" y="105410"/>
                </a:lnTo>
                <a:lnTo>
                  <a:pt x="0" y="189230"/>
                </a:lnTo>
                <a:lnTo>
                  <a:pt x="0" y="213360"/>
                </a:lnTo>
                <a:lnTo>
                  <a:pt x="147269" y="213360"/>
                </a:lnTo>
                <a:lnTo>
                  <a:pt x="147269" y="189522"/>
                </a:lnTo>
                <a:lnTo>
                  <a:pt x="147269" y="189230"/>
                </a:lnTo>
                <a:lnTo>
                  <a:pt x="147269" y="105879"/>
                </a:lnTo>
                <a:lnTo>
                  <a:pt x="119710" y="105879"/>
                </a:lnTo>
                <a:lnTo>
                  <a:pt x="119710" y="189230"/>
                </a:lnTo>
                <a:lnTo>
                  <a:pt x="27546" y="189230"/>
                </a:lnTo>
                <a:lnTo>
                  <a:pt x="27546" y="105410"/>
                </a:lnTo>
                <a:lnTo>
                  <a:pt x="147269" y="105410"/>
                </a:lnTo>
                <a:lnTo>
                  <a:pt x="147269" y="83820"/>
                </a:lnTo>
                <a:close/>
              </a:path>
              <a:path w="147319" h="213359">
                <a:moveTo>
                  <a:pt x="147269" y="444"/>
                </a:moveTo>
                <a:lnTo>
                  <a:pt x="119710" y="444"/>
                </a:lnTo>
                <a:lnTo>
                  <a:pt x="119710" y="83591"/>
                </a:lnTo>
                <a:lnTo>
                  <a:pt x="147269" y="83591"/>
                </a:lnTo>
                <a:lnTo>
                  <a:pt x="147269" y="4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14675420" y="6307380"/>
            <a:ext cx="271145" cy="307975"/>
          </a:xfrm>
          <a:custGeom>
            <a:avLst/>
            <a:gdLst/>
            <a:ahLst/>
            <a:cxnLst/>
            <a:rect l="l" t="t" r="r" b="b"/>
            <a:pathLst>
              <a:path w="271144" h="307975">
                <a:moveTo>
                  <a:pt x="70374" y="209871"/>
                </a:moveTo>
                <a:lnTo>
                  <a:pt x="42575" y="209871"/>
                </a:lnTo>
                <a:lnTo>
                  <a:pt x="42575" y="307543"/>
                </a:lnTo>
                <a:lnTo>
                  <a:pt x="270728" y="307543"/>
                </a:lnTo>
                <a:lnTo>
                  <a:pt x="270728" y="284503"/>
                </a:lnTo>
                <a:lnTo>
                  <a:pt x="70374" y="284503"/>
                </a:lnTo>
                <a:lnTo>
                  <a:pt x="70374" y="209871"/>
                </a:lnTo>
                <a:close/>
              </a:path>
              <a:path w="271144" h="307975">
                <a:moveTo>
                  <a:pt x="260712" y="0"/>
                </a:moveTo>
                <a:lnTo>
                  <a:pt x="232912" y="0"/>
                </a:lnTo>
                <a:lnTo>
                  <a:pt x="232912" y="235917"/>
                </a:lnTo>
                <a:lnTo>
                  <a:pt x="260712" y="235917"/>
                </a:lnTo>
                <a:lnTo>
                  <a:pt x="260712" y="0"/>
                </a:lnTo>
                <a:close/>
              </a:path>
              <a:path w="271144" h="307975">
                <a:moveTo>
                  <a:pt x="121965" y="157278"/>
                </a:moveTo>
                <a:lnTo>
                  <a:pt x="94417" y="157278"/>
                </a:lnTo>
                <a:lnTo>
                  <a:pt x="94417" y="221391"/>
                </a:lnTo>
                <a:lnTo>
                  <a:pt x="121965" y="221391"/>
                </a:lnTo>
                <a:lnTo>
                  <a:pt x="121965" y="157278"/>
                </a:lnTo>
                <a:close/>
              </a:path>
              <a:path w="271144" h="307975">
                <a:moveTo>
                  <a:pt x="99175" y="24793"/>
                </a:moveTo>
                <a:lnTo>
                  <a:pt x="21789" y="24793"/>
                </a:lnTo>
                <a:lnTo>
                  <a:pt x="21789" y="47834"/>
                </a:lnTo>
                <a:lnTo>
                  <a:pt x="72128" y="47834"/>
                </a:lnTo>
                <a:lnTo>
                  <a:pt x="71607" y="63825"/>
                </a:lnTo>
                <a:lnTo>
                  <a:pt x="71593" y="64260"/>
                </a:lnTo>
                <a:lnTo>
                  <a:pt x="70031" y="82880"/>
                </a:lnTo>
                <a:lnTo>
                  <a:pt x="69920" y="84195"/>
                </a:lnTo>
                <a:lnTo>
                  <a:pt x="66440" y="107864"/>
                </a:lnTo>
                <a:lnTo>
                  <a:pt x="60482" y="135489"/>
                </a:lnTo>
                <a:lnTo>
                  <a:pt x="18169" y="135990"/>
                </a:lnTo>
                <a:lnTo>
                  <a:pt x="0" y="135990"/>
                </a:lnTo>
                <a:lnTo>
                  <a:pt x="3583" y="158207"/>
                </a:lnTo>
                <a:lnTo>
                  <a:pt x="3678" y="158796"/>
                </a:lnTo>
                <a:lnTo>
                  <a:pt x="3756" y="159281"/>
                </a:lnTo>
                <a:lnTo>
                  <a:pt x="47021" y="158796"/>
                </a:lnTo>
                <a:lnTo>
                  <a:pt x="70320" y="158207"/>
                </a:lnTo>
                <a:lnTo>
                  <a:pt x="94417" y="157278"/>
                </a:lnTo>
                <a:lnTo>
                  <a:pt x="121965" y="157278"/>
                </a:lnTo>
                <a:lnTo>
                  <a:pt x="121965" y="155650"/>
                </a:lnTo>
                <a:lnTo>
                  <a:pt x="144803" y="153903"/>
                </a:lnTo>
                <a:lnTo>
                  <a:pt x="167734" y="151627"/>
                </a:lnTo>
                <a:lnTo>
                  <a:pt x="190572" y="148765"/>
                </a:lnTo>
                <a:lnTo>
                  <a:pt x="213127" y="145256"/>
                </a:lnTo>
                <a:lnTo>
                  <a:pt x="211969" y="135990"/>
                </a:lnTo>
                <a:lnTo>
                  <a:pt x="211906" y="135489"/>
                </a:lnTo>
                <a:lnTo>
                  <a:pt x="211812" y="134738"/>
                </a:lnTo>
                <a:lnTo>
                  <a:pt x="88281" y="134738"/>
                </a:lnTo>
                <a:lnTo>
                  <a:pt x="94439" y="103348"/>
                </a:lnTo>
                <a:lnTo>
                  <a:pt x="97590" y="76917"/>
                </a:lnTo>
                <a:lnTo>
                  <a:pt x="97626" y="76619"/>
                </a:lnTo>
                <a:lnTo>
                  <a:pt x="98753" y="56795"/>
                </a:lnTo>
                <a:lnTo>
                  <a:pt x="98864" y="54845"/>
                </a:lnTo>
                <a:lnTo>
                  <a:pt x="99132" y="40571"/>
                </a:lnTo>
                <a:lnTo>
                  <a:pt x="99175" y="24793"/>
                </a:lnTo>
                <a:close/>
              </a:path>
              <a:path w="271144" h="307975">
                <a:moveTo>
                  <a:pt x="189084" y="24793"/>
                </a:moveTo>
                <a:lnTo>
                  <a:pt x="111697" y="24793"/>
                </a:lnTo>
                <a:lnTo>
                  <a:pt x="111697" y="47834"/>
                </a:lnTo>
                <a:lnTo>
                  <a:pt x="161912" y="47834"/>
                </a:lnTo>
                <a:lnTo>
                  <a:pt x="161471" y="63825"/>
                </a:lnTo>
                <a:lnTo>
                  <a:pt x="157069" y="105293"/>
                </a:lnTo>
                <a:lnTo>
                  <a:pt x="119884" y="133423"/>
                </a:lnTo>
                <a:lnTo>
                  <a:pt x="88281" y="134738"/>
                </a:lnTo>
                <a:lnTo>
                  <a:pt x="211812" y="134738"/>
                </a:lnTo>
                <a:lnTo>
                  <a:pt x="211077" y="128852"/>
                </a:lnTo>
                <a:lnTo>
                  <a:pt x="179943" y="128852"/>
                </a:lnTo>
                <a:lnTo>
                  <a:pt x="185228" y="100936"/>
                </a:lnTo>
                <a:lnTo>
                  <a:pt x="187942" y="76917"/>
                </a:lnTo>
                <a:lnTo>
                  <a:pt x="188942" y="56795"/>
                </a:lnTo>
                <a:lnTo>
                  <a:pt x="189021" y="47834"/>
                </a:lnTo>
                <a:lnTo>
                  <a:pt x="189084" y="24793"/>
                </a:lnTo>
                <a:close/>
              </a:path>
              <a:path w="271144" h="307975">
                <a:moveTo>
                  <a:pt x="210623" y="125221"/>
                </a:moveTo>
                <a:lnTo>
                  <a:pt x="195424" y="127178"/>
                </a:lnTo>
                <a:lnTo>
                  <a:pt x="187713" y="128056"/>
                </a:lnTo>
                <a:lnTo>
                  <a:pt x="179943" y="128852"/>
                </a:lnTo>
                <a:lnTo>
                  <a:pt x="211077" y="128852"/>
                </a:lnTo>
                <a:lnTo>
                  <a:pt x="210977" y="128056"/>
                </a:lnTo>
                <a:lnTo>
                  <a:pt x="210867" y="127178"/>
                </a:lnTo>
                <a:lnTo>
                  <a:pt x="210749" y="126229"/>
                </a:lnTo>
                <a:lnTo>
                  <a:pt x="210623" y="1252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15079915" y="6337934"/>
            <a:ext cx="287020" cy="241300"/>
          </a:xfrm>
          <a:custGeom>
            <a:avLst/>
            <a:gdLst/>
            <a:ahLst/>
            <a:cxnLst/>
            <a:rect l="l" t="t" r="r" b="b"/>
            <a:pathLst>
              <a:path w="287019" h="241300">
                <a:moveTo>
                  <a:pt x="287008" y="217384"/>
                </a:moveTo>
                <a:lnTo>
                  <a:pt x="0" y="217384"/>
                </a:lnTo>
                <a:lnTo>
                  <a:pt x="0" y="240926"/>
                </a:lnTo>
                <a:lnTo>
                  <a:pt x="287008" y="240926"/>
                </a:lnTo>
                <a:lnTo>
                  <a:pt x="287008" y="217384"/>
                </a:lnTo>
                <a:close/>
              </a:path>
              <a:path w="287019" h="241300">
                <a:moveTo>
                  <a:pt x="139997" y="135740"/>
                </a:moveTo>
                <a:lnTo>
                  <a:pt x="112448" y="135740"/>
                </a:lnTo>
                <a:lnTo>
                  <a:pt x="112448" y="217384"/>
                </a:lnTo>
                <a:lnTo>
                  <a:pt x="139997" y="217384"/>
                </a:lnTo>
                <a:lnTo>
                  <a:pt x="139997" y="135740"/>
                </a:lnTo>
                <a:close/>
              </a:path>
              <a:path w="287019" h="241300">
                <a:moveTo>
                  <a:pt x="249594" y="97171"/>
                </a:moveTo>
                <a:lnTo>
                  <a:pt x="222518" y="97171"/>
                </a:lnTo>
                <a:lnTo>
                  <a:pt x="220900" y="114325"/>
                </a:lnTo>
                <a:lnTo>
                  <a:pt x="218589" y="132594"/>
                </a:lnTo>
                <a:lnTo>
                  <a:pt x="215457" y="152060"/>
                </a:lnTo>
                <a:lnTo>
                  <a:pt x="211374" y="172805"/>
                </a:lnTo>
                <a:lnTo>
                  <a:pt x="238672" y="175811"/>
                </a:lnTo>
                <a:lnTo>
                  <a:pt x="246166" y="131416"/>
                </a:lnTo>
                <a:lnTo>
                  <a:pt x="249594" y="97171"/>
                </a:lnTo>
                <a:close/>
              </a:path>
              <a:path w="287019" h="241300">
                <a:moveTo>
                  <a:pt x="251695" y="0"/>
                </a:moveTo>
                <a:lnTo>
                  <a:pt x="34561" y="0"/>
                </a:lnTo>
                <a:lnTo>
                  <a:pt x="34561" y="23040"/>
                </a:lnTo>
                <a:lnTo>
                  <a:pt x="224647" y="23040"/>
                </a:lnTo>
                <a:lnTo>
                  <a:pt x="224563" y="41017"/>
                </a:lnTo>
                <a:lnTo>
                  <a:pt x="25544" y="84148"/>
                </a:lnTo>
                <a:lnTo>
                  <a:pt x="30052" y="108441"/>
                </a:lnTo>
                <a:lnTo>
                  <a:pt x="222518" y="97171"/>
                </a:lnTo>
                <a:lnTo>
                  <a:pt x="249594" y="97171"/>
                </a:lnTo>
                <a:lnTo>
                  <a:pt x="249973" y="93383"/>
                </a:lnTo>
                <a:lnTo>
                  <a:pt x="251386" y="60188"/>
                </a:lnTo>
                <a:lnTo>
                  <a:pt x="251469" y="52154"/>
                </a:lnTo>
                <a:lnTo>
                  <a:pt x="251584" y="41017"/>
                </a:lnTo>
                <a:lnTo>
                  <a:pt x="2516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15430284" y="6336029"/>
            <a:ext cx="217804" cy="144780"/>
          </a:xfrm>
          <a:custGeom>
            <a:avLst/>
            <a:gdLst/>
            <a:ahLst/>
            <a:cxnLst/>
            <a:rect l="l" t="t" r="r" b="b"/>
            <a:pathLst>
              <a:path w="217805" h="144779">
                <a:moveTo>
                  <a:pt x="217373" y="121920"/>
                </a:moveTo>
                <a:lnTo>
                  <a:pt x="27546" y="121920"/>
                </a:lnTo>
                <a:lnTo>
                  <a:pt x="27546" y="22860"/>
                </a:lnTo>
                <a:lnTo>
                  <a:pt x="214376" y="22860"/>
                </a:lnTo>
                <a:lnTo>
                  <a:pt x="214376" y="0"/>
                </a:lnTo>
                <a:lnTo>
                  <a:pt x="0" y="0"/>
                </a:lnTo>
                <a:lnTo>
                  <a:pt x="0" y="22860"/>
                </a:lnTo>
                <a:lnTo>
                  <a:pt x="0" y="121920"/>
                </a:lnTo>
                <a:lnTo>
                  <a:pt x="0" y="144780"/>
                </a:lnTo>
                <a:lnTo>
                  <a:pt x="217373" y="144780"/>
                </a:lnTo>
                <a:lnTo>
                  <a:pt x="217373" y="121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15393469" y="6555568"/>
            <a:ext cx="288290" cy="23495"/>
          </a:xfrm>
          <a:custGeom>
            <a:avLst/>
            <a:gdLst/>
            <a:ahLst/>
            <a:cxnLst/>
            <a:rect l="l" t="t" r="r" b="b"/>
            <a:pathLst>
              <a:path w="288290" h="23495">
                <a:moveTo>
                  <a:pt x="288259" y="0"/>
                </a:moveTo>
                <a:lnTo>
                  <a:pt x="0" y="0"/>
                </a:lnTo>
                <a:lnTo>
                  <a:pt x="0" y="23291"/>
                </a:lnTo>
                <a:lnTo>
                  <a:pt x="288259" y="23291"/>
                </a:lnTo>
                <a:lnTo>
                  <a:pt x="2882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0" name="object 60" descr=""/>
          <p:cNvGrpSpPr/>
          <p:nvPr/>
        </p:nvGrpSpPr>
        <p:grpSpPr>
          <a:xfrm>
            <a:off x="15729063" y="6319902"/>
            <a:ext cx="1754505" cy="345440"/>
            <a:chOff x="15729063" y="6319902"/>
            <a:chExt cx="1754505" cy="345440"/>
          </a:xfrm>
        </p:grpSpPr>
        <p:sp>
          <p:nvSpPr>
            <p:cNvPr id="61" name="object 61" descr=""/>
            <p:cNvSpPr/>
            <p:nvPr/>
          </p:nvSpPr>
          <p:spPr>
            <a:xfrm>
              <a:off x="15729063" y="6324910"/>
              <a:ext cx="74930" cy="320675"/>
            </a:xfrm>
            <a:custGeom>
              <a:avLst/>
              <a:gdLst/>
              <a:ahLst/>
              <a:cxnLst/>
              <a:rect l="l" t="t" r="r" b="b"/>
              <a:pathLst>
                <a:path w="74930" h="320675">
                  <a:moveTo>
                    <a:pt x="74882" y="0"/>
                  </a:moveTo>
                  <a:lnTo>
                    <a:pt x="47834" y="0"/>
                  </a:lnTo>
                  <a:lnTo>
                    <a:pt x="27364" y="34976"/>
                  </a:lnTo>
                  <a:lnTo>
                    <a:pt x="12365" y="73192"/>
                  </a:lnTo>
                  <a:lnTo>
                    <a:pt x="3142" y="114883"/>
                  </a:lnTo>
                  <a:lnTo>
                    <a:pt x="0" y="160283"/>
                  </a:lnTo>
                  <a:lnTo>
                    <a:pt x="3142" y="205684"/>
                  </a:lnTo>
                  <a:lnTo>
                    <a:pt x="12365" y="247375"/>
                  </a:lnTo>
                  <a:lnTo>
                    <a:pt x="27364" y="285591"/>
                  </a:lnTo>
                  <a:lnTo>
                    <a:pt x="47834" y="320567"/>
                  </a:lnTo>
                  <a:lnTo>
                    <a:pt x="74882" y="320567"/>
                  </a:lnTo>
                  <a:lnTo>
                    <a:pt x="57969" y="289958"/>
                  </a:lnTo>
                  <a:lnTo>
                    <a:pt x="44202" y="250380"/>
                  </a:lnTo>
                  <a:lnTo>
                    <a:pt x="34944" y="205825"/>
                  </a:lnTo>
                  <a:lnTo>
                    <a:pt x="31555" y="160283"/>
                  </a:lnTo>
                  <a:lnTo>
                    <a:pt x="34944" y="114742"/>
                  </a:lnTo>
                  <a:lnTo>
                    <a:pt x="44202" y="70186"/>
                  </a:lnTo>
                  <a:lnTo>
                    <a:pt x="57969" y="30608"/>
                  </a:lnTo>
                  <a:lnTo>
                    <a:pt x="748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26986" y="6400795"/>
              <a:ext cx="173306" cy="192340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024836" y="6398290"/>
              <a:ext cx="170051" cy="198851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16234456" y="6336681"/>
              <a:ext cx="31115" cy="256540"/>
            </a:xfrm>
            <a:custGeom>
              <a:avLst/>
              <a:gdLst/>
              <a:ahLst/>
              <a:cxnLst/>
              <a:rect l="l" t="t" r="r" b="b"/>
              <a:pathLst>
                <a:path w="31115" h="256540">
                  <a:moveTo>
                    <a:pt x="30553" y="0"/>
                  </a:moveTo>
                  <a:lnTo>
                    <a:pt x="0" y="0"/>
                  </a:lnTo>
                  <a:lnTo>
                    <a:pt x="0" y="256453"/>
                  </a:lnTo>
                  <a:lnTo>
                    <a:pt x="30553" y="256453"/>
                  </a:lnTo>
                  <a:lnTo>
                    <a:pt x="305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304582" y="6398290"/>
              <a:ext cx="175059" cy="198851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510194" y="6398290"/>
              <a:ext cx="163540" cy="198851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16705290" y="6328417"/>
              <a:ext cx="43180" cy="264795"/>
            </a:xfrm>
            <a:custGeom>
              <a:avLst/>
              <a:gdLst/>
              <a:ahLst/>
              <a:cxnLst/>
              <a:rect l="l" t="t" r="r" b="b"/>
              <a:pathLst>
                <a:path w="43180" h="264795">
                  <a:moveTo>
                    <a:pt x="21538" y="0"/>
                  </a:moveTo>
                  <a:lnTo>
                    <a:pt x="13207" y="1584"/>
                  </a:lnTo>
                  <a:lnTo>
                    <a:pt x="6355" y="5916"/>
                  </a:lnTo>
                  <a:lnTo>
                    <a:pt x="1710" y="12361"/>
                  </a:lnTo>
                  <a:lnTo>
                    <a:pt x="0" y="20285"/>
                  </a:lnTo>
                  <a:lnTo>
                    <a:pt x="1710" y="28210"/>
                  </a:lnTo>
                  <a:lnTo>
                    <a:pt x="6355" y="34655"/>
                  </a:lnTo>
                  <a:lnTo>
                    <a:pt x="13207" y="38987"/>
                  </a:lnTo>
                  <a:lnTo>
                    <a:pt x="21538" y="40571"/>
                  </a:lnTo>
                  <a:lnTo>
                    <a:pt x="29724" y="38987"/>
                  </a:lnTo>
                  <a:lnTo>
                    <a:pt x="36502" y="34655"/>
                  </a:lnTo>
                  <a:lnTo>
                    <a:pt x="41120" y="28210"/>
                  </a:lnTo>
                  <a:lnTo>
                    <a:pt x="42826" y="20285"/>
                  </a:lnTo>
                  <a:lnTo>
                    <a:pt x="41120" y="12361"/>
                  </a:lnTo>
                  <a:lnTo>
                    <a:pt x="36502" y="5916"/>
                  </a:lnTo>
                  <a:lnTo>
                    <a:pt x="29724" y="1584"/>
                  </a:lnTo>
                  <a:lnTo>
                    <a:pt x="21538" y="0"/>
                  </a:lnTo>
                  <a:close/>
                </a:path>
                <a:path w="43180" h="264795">
                  <a:moveTo>
                    <a:pt x="36565" y="72378"/>
                  </a:moveTo>
                  <a:lnTo>
                    <a:pt x="6011" y="72378"/>
                  </a:lnTo>
                  <a:lnTo>
                    <a:pt x="6011" y="264718"/>
                  </a:lnTo>
                  <a:lnTo>
                    <a:pt x="36565" y="264718"/>
                  </a:lnTo>
                  <a:lnTo>
                    <a:pt x="36565" y="723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774412" y="6354713"/>
              <a:ext cx="102932" cy="240926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16898620" y="6319913"/>
              <a:ext cx="584835" cy="345440"/>
            </a:xfrm>
            <a:custGeom>
              <a:avLst/>
              <a:gdLst/>
              <a:ahLst/>
              <a:cxnLst/>
              <a:rect l="l" t="t" r="r" b="b"/>
              <a:pathLst>
                <a:path w="584834" h="345440">
                  <a:moveTo>
                    <a:pt x="173316" y="80886"/>
                  </a:moveTo>
                  <a:lnTo>
                    <a:pt x="140258" y="80886"/>
                  </a:lnTo>
                  <a:lnTo>
                    <a:pt x="87655" y="233654"/>
                  </a:lnTo>
                  <a:lnTo>
                    <a:pt x="85661" y="233654"/>
                  </a:lnTo>
                  <a:lnTo>
                    <a:pt x="33070" y="80886"/>
                  </a:lnTo>
                  <a:lnTo>
                    <a:pt x="0" y="80886"/>
                  </a:lnTo>
                  <a:lnTo>
                    <a:pt x="71132" y="274485"/>
                  </a:lnTo>
                  <a:lnTo>
                    <a:pt x="65620" y="289255"/>
                  </a:lnTo>
                  <a:lnTo>
                    <a:pt x="57848" y="305587"/>
                  </a:lnTo>
                  <a:lnTo>
                    <a:pt x="49847" y="314172"/>
                  </a:lnTo>
                  <a:lnTo>
                    <a:pt x="41465" y="317500"/>
                  </a:lnTo>
                  <a:lnTo>
                    <a:pt x="32562" y="318058"/>
                  </a:lnTo>
                  <a:lnTo>
                    <a:pt x="27800" y="318058"/>
                  </a:lnTo>
                  <a:lnTo>
                    <a:pt x="20789" y="317804"/>
                  </a:lnTo>
                  <a:lnTo>
                    <a:pt x="17792" y="317550"/>
                  </a:lnTo>
                  <a:lnTo>
                    <a:pt x="17538" y="344601"/>
                  </a:lnTo>
                  <a:lnTo>
                    <a:pt x="21539" y="345109"/>
                  </a:lnTo>
                  <a:lnTo>
                    <a:pt x="28054" y="345351"/>
                  </a:lnTo>
                  <a:lnTo>
                    <a:pt x="34569" y="345351"/>
                  </a:lnTo>
                  <a:lnTo>
                    <a:pt x="53454" y="342658"/>
                  </a:lnTo>
                  <a:lnTo>
                    <a:pt x="69253" y="334467"/>
                  </a:lnTo>
                  <a:lnTo>
                    <a:pt x="82042" y="320636"/>
                  </a:lnTo>
                  <a:lnTo>
                    <a:pt x="91922" y="301028"/>
                  </a:lnTo>
                  <a:lnTo>
                    <a:pt x="173316" y="80886"/>
                  </a:lnTo>
                  <a:close/>
                </a:path>
                <a:path w="584834" h="345440">
                  <a:moveTo>
                    <a:pt x="447052" y="244678"/>
                  </a:moveTo>
                  <a:lnTo>
                    <a:pt x="439508" y="220472"/>
                  </a:lnTo>
                  <a:lnTo>
                    <a:pt x="426466" y="209613"/>
                  </a:lnTo>
                  <a:lnTo>
                    <a:pt x="419252" y="203606"/>
                  </a:lnTo>
                  <a:lnTo>
                    <a:pt x="419252" y="244678"/>
                  </a:lnTo>
                  <a:lnTo>
                    <a:pt x="413588" y="259372"/>
                  </a:lnTo>
                  <a:lnTo>
                    <a:pt x="397611" y="270217"/>
                  </a:lnTo>
                  <a:lnTo>
                    <a:pt x="372300" y="276936"/>
                  </a:lnTo>
                  <a:lnTo>
                    <a:pt x="338607" y="279234"/>
                  </a:lnTo>
                  <a:lnTo>
                    <a:pt x="304774" y="276936"/>
                  </a:lnTo>
                  <a:lnTo>
                    <a:pt x="279438" y="270217"/>
                  </a:lnTo>
                  <a:lnTo>
                    <a:pt x="263588" y="259372"/>
                  </a:lnTo>
                  <a:lnTo>
                    <a:pt x="258216" y="244678"/>
                  </a:lnTo>
                  <a:lnTo>
                    <a:pt x="263588" y="229933"/>
                  </a:lnTo>
                  <a:lnTo>
                    <a:pt x="304774" y="212102"/>
                  </a:lnTo>
                  <a:lnTo>
                    <a:pt x="372300" y="212102"/>
                  </a:lnTo>
                  <a:lnTo>
                    <a:pt x="413588" y="229933"/>
                  </a:lnTo>
                  <a:lnTo>
                    <a:pt x="419252" y="244678"/>
                  </a:lnTo>
                  <a:lnTo>
                    <a:pt x="419252" y="203606"/>
                  </a:lnTo>
                  <a:lnTo>
                    <a:pt x="418084" y="202628"/>
                  </a:lnTo>
                  <a:lnTo>
                    <a:pt x="384035" y="191604"/>
                  </a:lnTo>
                  <a:lnTo>
                    <a:pt x="338607" y="187833"/>
                  </a:lnTo>
                  <a:lnTo>
                    <a:pt x="292989" y="191604"/>
                  </a:lnTo>
                  <a:lnTo>
                    <a:pt x="258813" y="202628"/>
                  </a:lnTo>
                  <a:lnTo>
                    <a:pt x="237350" y="220472"/>
                  </a:lnTo>
                  <a:lnTo>
                    <a:pt x="229908" y="244678"/>
                  </a:lnTo>
                  <a:lnTo>
                    <a:pt x="237350" y="268846"/>
                  </a:lnTo>
                  <a:lnTo>
                    <a:pt x="258813" y="286600"/>
                  </a:lnTo>
                  <a:lnTo>
                    <a:pt x="292989" y="297535"/>
                  </a:lnTo>
                  <a:lnTo>
                    <a:pt x="338607" y="301282"/>
                  </a:lnTo>
                  <a:lnTo>
                    <a:pt x="384035" y="297535"/>
                  </a:lnTo>
                  <a:lnTo>
                    <a:pt x="418084" y="286600"/>
                  </a:lnTo>
                  <a:lnTo>
                    <a:pt x="426961" y="279234"/>
                  </a:lnTo>
                  <a:lnTo>
                    <a:pt x="439508" y="268846"/>
                  </a:lnTo>
                  <a:lnTo>
                    <a:pt x="447052" y="244678"/>
                  </a:lnTo>
                  <a:close/>
                </a:path>
                <a:path w="584834" h="345440">
                  <a:moveTo>
                    <a:pt x="448805" y="84137"/>
                  </a:moveTo>
                  <a:lnTo>
                    <a:pt x="259219" y="84137"/>
                  </a:lnTo>
                  <a:lnTo>
                    <a:pt x="259219" y="23037"/>
                  </a:lnTo>
                  <a:lnTo>
                    <a:pt x="446798" y="23037"/>
                  </a:lnTo>
                  <a:lnTo>
                    <a:pt x="446798" y="0"/>
                  </a:lnTo>
                  <a:lnTo>
                    <a:pt x="231660" y="0"/>
                  </a:lnTo>
                  <a:lnTo>
                    <a:pt x="231660" y="106934"/>
                  </a:lnTo>
                  <a:lnTo>
                    <a:pt x="448805" y="106934"/>
                  </a:lnTo>
                  <a:lnTo>
                    <a:pt x="448805" y="84137"/>
                  </a:lnTo>
                  <a:close/>
                </a:path>
                <a:path w="584834" h="345440">
                  <a:moveTo>
                    <a:pt x="482612" y="136982"/>
                  </a:moveTo>
                  <a:lnTo>
                    <a:pt x="195351" y="136982"/>
                  </a:lnTo>
                  <a:lnTo>
                    <a:pt x="195351" y="160274"/>
                  </a:lnTo>
                  <a:lnTo>
                    <a:pt x="482612" y="160274"/>
                  </a:lnTo>
                  <a:lnTo>
                    <a:pt x="482612" y="136982"/>
                  </a:lnTo>
                  <a:close/>
                </a:path>
                <a:path w="584834" h="345440">
                  <a:moveTo>
                    <a:pt x="584784" y="165290"/>
                  </a:moveTo>
                  <a:lnTo>
                    <a:pt x="581647" y="119888"/>
                  </a:lnTo>
                  <a:lnTo>
                    <a:pt x="572427" y="78193"/>
                  </a:lnTo>
                  <a:lnTo>
                    <a:pt x="557428" y="39979"/>
                  </a:lnTo>
                  <a:lnTo>
                    <a:pt x="536956" y="5003"/>
                  </a:lnTo>
                  <a:lnTo>
                    <a:pt x="509905" y="5003"/>
                  </a:lnTo>
                  <a:lnTo>
                    <a:pt x="526821" y="35610"/>
                  </a:lnTo>
                  <a:lnTo>
                    <a:pt x="540588" y="75196"/>
                  </a:lnTo>
                  <a:lnTo>
                    <a:pt x="549846" y="119748"/>
                  </a:lnTo>
                  <a:lnTo>
                    <a:pt x="553237" y="165290"/>
                  </a:lnTo>
                  <a:lnTo>
                    <a:pt x="549846" y="210832"/>
                  </a:lnTo>
                  <a:lnTo>
                    <a:pt x="540588" y="255384"/>
                  </a:lnTo>
                  <a:lnTo>
                    <a:pt x="526821" y="294957"/>
                  </a:lnTo>
                  <a:lnTo>
                    <a:pt x="509905" y="325564"/>
                  </a:lnTo>
                  <a:lnTo>
                    <a:pt x="536956" y="325564"/>
                  </a:lnTo>
                  <a:lnTo>
                    <a:pt x="557428" y="290588"/>
                  </a:lnTo>
                  <a:lnTo>
                    <a:pt x="572427" y="252374"/>
                  </a:lnTo>
                  <a:lnTo>
                    <a:pt x="581647" y="210693"/>
                  </a:lnTo>
                  <a:lnTo>
                    <a:pt x="584784" y="1652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 descr=""/>
          <p:cNvSpPr/>
          <p:nvPr/>
        </p:nvSpPr>
        <p:spPr>
          <a:xfrm>
            <a:off x="17530991" y="6318250"/>
            <a:ext cx="287655" cy="144145"/>
          </a:xfrm>
          <a:custGeom>
            <a:avLst/>
            <a:gdLst/>
            <a:ahLst/>
            <a:cxnLst/>
            <a:rect l="l" t="t" r="r" b="b"/>
            <a:pathLst>
              <a:path w="287655" h="144145">
                <a:moveTo>
                  <a:pt x="252945" y="72390"/>
                </a:moveTo>
                <a:lnTo>
                  <a:pt x="66116" y="72390"/>
                </a:lnTo>
                <a:lnTo>
                  <a:pt x="66116" y="21590"/>
                </a:lnTo>
                <a:lnTo>
                  <a:pt x="249694" y="21590"/>
                </a:lnTo>
                <a:lnTo>
                  <a:pt x="249694" y="0"/>
                </a:lnTo>
                <a:lnTo>
                  <a:pt x="38315" y="0"/>
                </a:lnTo>
                <a:lnTo>
                  <a:pt x="38315" y="21590"/>
                </a:lnTo>
                <a:lnTo>
                  <a:pt x="38315" y="72390"/>
                </a:lnTo>
                <a:lnTo>
                  <a:pt x="38315" y="95250"/>
                </a:lnTo>
                <a:lnTo>
                  <a:pt x="252945" y="95250"/>
                </a:lnTo>
                <a:lnTo>
                  <a:pt x="252945" y="72390"/>
                </a:lnTo>
                <a:close/>
              </a:path>
              <a:path w="287655" h="144145">
                <a:moveTo>
                  <a:pt x="287261" y="121119"/>
                </a:moveTo>
                <a:lnTo>
                  <a:pt x="0" y="121119"/>
                </a:lnTo>
                <a:lnTo>
                  <a:pt x="0" y="143662"/>
                </a:lnTo>
                <a:lnTo>
                  <a:pt x="287261" y="143662"/>
                </a:lnTo>
                <a:lnTo>
                  <a:pt x="287261" y="1211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17565802" y="6489700"/>
            <a:ext cx="224790" cy="128270"/>
          </a:xfrm>
          <a:custGeom>
            <a:avLst/>
            <a:gdLst/>
            <a:ahLst/>
            <a:cxnLst/>
            <a:rect l="l" t="t" r="r" b="b"/>
            <a:pathLst>
              <a:path w="224790" h="128270">
                <a:moveTo>
                  <a:pt x="224650" y="105410"/>
                </a:moveTo>
                <a:lnTo>
                  <a:pt x="28054" y="105410"/>
                </a:lnTo>
                <a:lnTo>
                  <a:pt x="28054" y="73660"/>
                </a:lnTo>
                <a:lnTo>
                  <a:pt x="215138" y="73660"/>
                </a:lnTo>
                <a:lnTo>
                  <a:pt x="215138" y="52070"/>
                </a:lnTo>
                <a:lnTo>
                  <a:pt x="215138" y="21590"/>
                </a:lnTo>
                <a:lnTo>
                  <a:pt x="215138" y="0"/>
                </a:lnTo>
                <a:lnTo>
                  <a:pt x="0" y="0"/>
                </a:lnTo>
                <a:lnTo>
                  <a:pt x="0" y="21590"/>
                </a:lnTo>
                <a:lnTo>
                  <a:pt x="187833" y="21590"/>
                </a:lnTo>
                <a:lnTo>
                  <a:pt x="187833" y="52070"/>
                </a:lnTo>
                <a:lnTo>
                  <a:pt x="762" y="52070"/>
                </a:lnTo>
                <a:lnTo>
                  <a:pt x="762" y="73660"/>
                </a:lnTo>
                <a:lnTo>
                  <a:pt x="762" y="105410"/>
                </a:lnTo>
                <a:lnTo>
                  <a:pt x="762" y="128270"/>
                </a:lnTo>
                <a:lnTo>
                  <a:pt x="224650" y="128270"/>
                </a:lnTo>
                <a:lnTo>
                  <a:pt x="224650" y="1054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9045232" y="6824802"/>
            <a:ext cx="233679" cy="126364"/>
          </a:xfrm>
          <a:custGeom>
            <a:avLst/>
            <a:gdLst/>
            <a:ahLst/>
            <a:cxnLst/>
            <a:rect l="l" t="t" r="r" b="b"/>
            <a:pathLst>
              <a:path w="233679" h="126365">
                <a:moveTo>
                  <a:pt x="104432" y="0"/>
                </a:moveTo>
                <a:lnTo>
                  <a:pt x="77889" y="0"/>
                </a:lnTo>
                <a:lnTo>
                  <a:pt x="77889" y="39547"/>
                </a:lnTo>
                <a:lnTo>
                  <a:pt x="26543" y="39547"/>
                </a:lnTo>
                <a:lnTo>
                  <a:pt x="26543" y="177"/>
                </a:lnTo>
                <a:lnTo>
                  <a:pt x="0" y="177"/>
                </a:lnTo>
                <a:lnTo>
                  <a:pt x="0" y="39547"/>
                </a:lnTo>
                <a:lnTo>
                  <a:pt x="0" y="61137"/>
                </a:lnTo>
                <a:lnTo>
                  <a:pt x="0" y="103047"/>
                </a:lnTo>
                <a:lnTo>
                  <a:pt x="0" y="125907"/>
                </a:lnTo>
                <a:lnTo>
                  <a:pt x="104432" y="125907"/>
                </a:lnTo>
                <a:lnTo>
                  <a:pt x="104432" y="103441"/>
                </a:lnTo>
                <a:lnTo>
                  <a:pt x="104432" y="103047"/>
                </a:lnTo>
                <a:lnTo>
                  <a:pt x="104432" y="61607"/>
                </a:lnTo>
                <a:lnTo>
                  <a:pt x="77889" y="61607"/>
                </a:lnTo>
                <a:lnTo>
                  <a:pt x="77889" y="103047"/>
                </a:lnTo>
                <a:lnTo>
                  <a:pt x="26543" y="103047"/>
                </a:lnTo>
                <a:lnTo>
                  <a:pt x="26543" y="61137"/>
                </a:lnTo>
                <a:lnTo>
                  <a:pt x="104432" y="61137"/>
                </a:lnTo>
                <a:lnTo>
                  <a:pt x="104432" y="40081"/>
                </a:lnTo>
                <a:lnTo>
                  <a:pt x="104432" y="39547"/>
                </a:lnTo>
                <a:lnTo>
                  <a:pt x="104432" y="0"/>
                </a:lnTo>
                <a:close/>
              </a:path>
              <a:path w="233679" h="126365">
                <a:moveTo>
                  <a:pt x="233413" y="0"/>
                </a:moveTo>
                <a:lnTo>
                  <a:pt x="206870" y="0"/>
                </a:lnTo>
                <a:lnTo>
                  <a:pt x="206870" y="39547"/>
                </a:lnTo>
                <a:lnTo>
                  <a:pt x="155778" y="39547"/>
                </a:lnTo>
                <a:lnTo>
                  <a:pt x="155778" y="177"/>
                </a:lnTo>
                <a:lnTo>
                  <a:pt x="128981" y="177"/>
                </a:lnTo>
                <a:lnTo>
                  <a:pt x="128981" y="39547"/>
                </a:lnTo>
                <a:lnTo>
                  <a:pt x="128981" y="61137"/>
                </a:lnTo>
                <a:lnTo>
                  <a:pt x="128981" y="103047"/>
                </a:lnTo>
                <a:lnTo>
                  <a:pt x="128981" y="125907"/>
                </a:lnTo>
                <a:lnTo>
                  <a:pt x="233413" y="125907"/>
                </a:lnTo>
                <a:lnTo>
                  <a:pt x="233413" y="103441"/>
                </a:lnTo>
                <a:lnTo>
                  <a:pt x="233413" y="103047"/>
                </a:lnTo>
                <a:lnTo>
                  <a:pt x="233413" y="61607"/>
                </a:lnTo>
                <a:lnTo>
                  <a:pt x="206870" y="61607"/>
                </a:lnTo>
                <a:lnTo>
                  <a:pt x="206870" y="103047"/>
                </a:lnTo>
                <a:lnTo>
                  <a:pt x="155778" y="103047"/>
                </a:lnTo>
                <a:lnTo>
                  <a:pt x="155778" y="61137"/>
                </a:lnTo>
                <a:lnTo>
                  <a:pt x="233413" y="61137"/>
                </a:lnTo>
                <a:lnTo>
                  <a:pt x="233413" y="40081"/>
                </a:lnTo>
                <a:lnTo>
                  <a:pt x="233413" y="39547"/>
                </a:lnTo>
                <a:lnTo>
                  <a:pt x="2334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9017940" y="6814794"/>
            <a:ext cx="574040" cy="315595"/>
          </a:xfrm>
          <a:custGeom>
            <a:avLst/>
            <a:gdLst/>
            <a:ahLst/>
            <a:cxnLst/>
            <a:rect l="l" t="t" r="r" b="b"/>
            <a:pathLst>
              <a:path w="574040" h="315595">
                <a:moveTo>
                  <a:pt x="256197" y="287058"/>
                </a:moveTo>
                <a:lnTo>
                  <a:pt x="64604" y="287058"/>
                </a:lnTo>
                <a:lnTo>
                  <a:pt x="64604" y="224815"/>
                </a:lnTo>
                <a:lnTo>
                  <a:pt x="37058" y="224815"/>
                </a:lnTo>
                <a:lnTo>
                  <a:pt x="37058" y="287058"/>
                </a:lnTo>
                <a:lnTo>
                  <a:pt x="37058" y="309905"/>
                </a:lnTo>
                <a:lnTo>
                  <a:pt x="256197" y="309905"/>
                </a:lnTo>
                <a:lnTo>
                  <a:pt x="256197" y="287058"/>
                </a:lnTo>
                <a:close/>
              </a:path>
              <a:path w="574040" h="315595">
                <a:moveTo>
                  <a:pt x="288251" y="167792"/>
                </a:moveTo>
                <a:lnTo>
                  <a:pt x="0" y="167792"/>
                </a:lnTo>
                <a:lnTo>
                  <a:pt x="0" y="190334"/>
                </a:lnTo>
                <a:lnTo>
                  <a:pt x="132486" y="190334"/>
                </a:lnTo>
                <a:lnTo>
                  <a:pt x="132486" y="252183"/>
                </a:lnTo>
                <a:lnTo>
                  <a:pt x="160032" y="252183"/>
                </a:lnTo>
                <a:lnTo>
                  <a:pt x="160032" y="190334"/>
                </a:lnTo>
                <a:lnTo>
                  <a:pt x="288251" y="190334"/>
                </a:lnTo>
                <a:lnTo>
                  <a:pt x="288251" y="167792"/>
                </a:lnTo>
                <a:close/>
              </a:path>
              <a:path w="574040" h="315595">
                <a:moveTo>
                  <a:pt x="486600" y="133985"/>
                </a:moveTo>
                <a:lnTo>
                  <a:pt x="480593" y="88671"/>
                </a:lnTo>
                <a:lnTo>
                  <a:pt x="463880" y="54152"/>
                </a:lnTo>
                <a:lnTo>
                  <a:pt x="459562" y="50431"/>
                </a:lnTo>
                <a:lnTo>
                  <a:pt x="459562" y="133985"/>
                </a:lnTo>
                <a:lnTo>
                  <a:pt x="455663" y="168910"/>
                </a:lnTo>
                <a:lnTo>
                  <a:pt x="444715" y="195681"/>
                </a:lnTo>
                <a:lnTo>
                  <a:pt x="427863" y="212839"/>
                </a:lnTo>
                <a:lnTo>
                  <a:pt x="406209" y="218884"/>
                </a:lnTo>
                <a:lnTo>
                  <a:pt x="384530" y="212839"/>
                </a:lnTo>
                <a:lnTo>
                  <a:pt x="367588" y="195681"/>
                </a:lnTo>
                <a:lnTo>
                  <a:pt x="356552" y="168910"/>
                </a:lnTo>
                <a:lnTo>
                  <a:pt x="352615" y="133985"/>
                </a:lnTo>
                <a:lnTo>
                  <a:pt x="356552" y="99199"/>
                </a:lnTo>
                <a:lnTo>
                  <a:pt x="367588" y="72466"/>
                </a:lnTo>
                <a:lnTo>
                  <a:pt x="384530" y="55270"/>
                </a:lnTo>
                <a:lnTo>
                  <a:pt x="406209" y="49085"/>
                </a:lnTo>
                <a:lnTo>
                  <a:pt x="427863" y="55270"/>
                </a:lnTo>
                <a:lnTo>
                  <a:pt x="444715" y="72466"/>
                </a:lnTo>
                <a:lnTo>
                  <a:pt x="455663" y="99199"/>
                </a:lnTo>
                <a:lnTo>
                  <a:pt x="459562" y="133985"/>
                </a:lnTo>
                <a:lnTo>
                  <a:pt x="459562" y="50431"/>
                </a:lnTo>
                <a:lnTo>
                  <a:pt x="458012" y="49085"/>
                </a:lnTo>
                <a:lnTo>
                  <a:pt x="438429" y="32131"/>
                </a:lnTo>
                <a:lnTo>
                  <a:pt x="406209" y="24282"/>
                </a:lnTo>
                <a:lnTo>
                  <a:pt x="373786" y="32131"/>
                </a:lnTo>
                <a:lnTo>
                  <a:pt x="348361" y="54152"/>
                </a:lnTo>
                <a:lnTo>
                  <a:pt x="331762" y="88671"/>
                </a:lnTo>
                <a:lnTo>
                  <a:pt x="325818" y="133985"/>
                </a:lnTo>
                <a:lnTo>
                  <a:pt x="331762" y="179438"/>
                </a:lnTo>
                <a:lnTo>
                  <a:pt x="348361" y="213995"/>
                </a:lnTo>
                <a:lnTo>
                  <a:pt x="373786" y="235978"/>
                </a:lnTo>
                <a:lnTo>
                  <a:pt x="406209" y="243674"/>
                </a:lnTo>
                <a:lnTo>
                  <a:pt x="438429" y="235978"/>
                </a:lnTo>
                <a:lnTo>
                  <a:pt x="458228" y="218884"/>
                </a:lnTo>
                <a:lnTo>
                  <a:pt x="463880" y="213995"/>
                </a:lnTo>
                <a:lnTo>
                  <a:pt x="480593" y="179438"/>
                </a:lnTo>
                <a:lnTo>
                  <a:pt x="486600" y="133985"/>
                </a:lnTo>
                <a:close/>
              </a:path>
              <a:path w="574040" h="315595">
                <a:moveTo>
                  <a:pt x="573506" y="0"/>
                </a:moveTo>
                <a:lnTo>
                  <a:pt x="545706" y="0"/>
                </a:lnTo>
                <a:lnTo>
                  <a:pt x="545706" y="315302"/>
                </a:lnTo>
                <a:lnTo>
                  <a:pt x="573506" y="315302"/>
                </a:lnTo>
                <a:lnTo>
                  <a:pt x="5735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9650806" y="6814794"/>
            <a:ext cx="568960" cy="314960"/>
          </a:xfrm>
          <a:custGeom>
            <a:avLst/>
            <a:gdLst/>
            <a:ahLst/>
            <a:cxnLst/>
            <a:rect l="l" t="t" r="r" b="b"/>
            <a:pathLst>
              <a:path w="568959" h="314959">
                <a:moveTo>
                  <a:pt x="255701" y="0"/>
                </a:moveTo>
                <a:lnTo>
                  <a:pt x="227901" y="0"/>
                </a:lnTo>
                <a:lnTo>
                  <a:pt x="227901" y="79133"/>
                </a:lnTo>
                <a:lnTo>
                  <a:pt x="161404" y="79133"/>
                </a:lnTo>
                <a:lnTo>
                  <a:pt x="152146" y="54127"/>
                </a:lnTo>
                <a:lnTo>
                  <a:pt x="140792" y="41567"/>
                </a:lnTo>
                <a:lnTo>
                  <a:pt x="135737" y="35991"/>
                </a:lnTo>
                <a:lnTo>
                  <a:pt x="135737" y="91655"/>
                </a:lnTo>
                <a:lnTo>
                  <a:pt x="131610" y="111785"/>
                </a:lnTo>
                <a:lnTo>
                  <a:pt x="120205" y="127749"/>
                </a:lnTo>
                <a:lnTo>
                  <a:pt x="102984" y="138315"/>
                </a:lnTo>
                <a:lnTo>
                  <a:pt x="81394" y="142240"/>
                </a:lnTo>
                <a:lnTo>
                  <a:pt x="59512" y="138315"/>
                </a:lnTo>
                <a:lnTo>
                  <a:pt x="42164" y="127749"/>
                </a:lnTo>
                <a:lnTo>
                  <a:pt x="30784" y="111785"/>
                </a:lnTo>
                <a:lnTo>
                  <a:pt x="26797" y="91655"/>
                </a:lnTo>
                <a:lnTo>
                  <a:pt x="30784" y="71437"/>
                </a:lnTo>
                <a:lnTo>
                  <a:pt x="42164" y="55524"/>
                </a:lnTo>
                <a:lnTo>
                  <a:pt x="59512" y="45173"/>
                </a:lnTo>
                <a:lnTo>
                  <a:pt x="81394" y="41567"/>
                </a:lnTo>
                <a:lnTo>
                  <a:pt x="102984" y="45173"/>
                </a:lnTo>
                <a:lnTo>
                  <a:pt x="120205" y="55524"/>
                </a:lnTo>
                <a:lnTo>
                  <a:pt x="131610" y="71437"/>
                </a:lnTo>
                <a:lnTo>
                  <a:pt x="135737" y="91655"/>
                </a:lnTo>
                <a:lnTo>
                  <a:pt x="135737" y="35991"/>
                </a:lnTo>
                <a:lnTo>
                  <a:pt x="134645" y="34772"/>
                </a:lnTo>
                <a:lnTo>
                  <a:pt x="110515" y="22326"/>
                </a:lnTo>
                <a:lnTo>
                  <a:pt x="81394" y="18021"/>
                </a:lnTo>
                <a:lnTo>
                  <a:pt x="48806" y="23329"/>
                </a:lnTo>
                <a:lnTo>
                  <a:pt x="23037" y="38493"/>
                </a:lnTo>
                <a:lnTo>
                  <a:pt x="6096" y="61836"/>
                </a:lnTo>
                <a:lnTo>
                  <a:pt x="0" y="91655"/>
                </a:lnTo>
                <a:lnTo>
                  <a:pt x="6096" y="121437"/>
                </a:lnTo>
                <a:lnTo>
                  <a:pt x="23037" y="144716"/>
                </a:lnTo>
                <a:lnTo>
                  <a:pt x="48806" y="159880"/>
                </a:lnTo>
                <a:lnTo>
                  <a:pt x="81394" y="165290"/>
                </a:lnTo>
                <a:lnTo>
                  <a:pt x="110998" y="160731"/>
                </a:lnTo>
                <a:lnTo>
                  <a:pt x="135394" y="147866"/>
                </a:lnTo>
                <a:lnTo>
                  <a:pt x="140322" y="142240"/>
                </a:lnTo>
                <a:lnTo>
                  <a:pt x="152882" y="127939"/>
                </a:lnTo>
                <a:lnTo>
                  <a:pt x="161785" y="102171"/>
                </a:lnTo>
                <a:lnTo>
                  <a:pt x="227901" y="102171"/>
                </a:lnTo>
                <a:lnTo>
                  <a:pt x="227901" y="179806"/>
                </a:lnTo>
                <a:lnTo>
                  <a:pt x="255701" y="179806"/>
                </a:lnTo>
                <a:lnTo>
                  <a:pt x="255701" y="102171"/>
                </a:lnTo>
                <a:lnTo>
                  <a:pt x="255701" y="79133"/>
                </a:lnTo>
                <a:lnTo>
                  <a:pt x="255701" y="0"/>
                </a:lnTo>
                <a:close/>
              </a:path>
              <a:path w="568959" h="314959">
                <a:moveTo>
                  <a:pt x="285508" y="289750"/>
                </a:moveTo>
                <a:lnTo>
                  <a:pt x="258076" y="276301"/>
                </a:lnTo>
                <a:lnTo>
                  <a:pt x="237794" y="257454"/>
                </a:lnTo>
                <a:lnTo>
                  <a:pt x="234073" y="250812"/>
                </a:lnTo>
                <a:lnTo>
                  <a:pt x="225209" y="235026"/>
                </a:lnTo>
                <a:lnTo>
                  <a:pt x="220891" y="210870"/>
                </a:lnTo>
                <a:lnTo>
                  <a:pt x="220891" y="191833"/>
                </a:lnTo>
                <a:lnTo>
                  <a:pt x="193840" y="191833"/>
                </a:lnTo>
                <a:lnTo>
                  <a:pt x="193840" y="210870"/>
                </a:lnTo>
                <a:lnTo>
                  <a:pt x="190817" y="230263"/>
                </a:lnTo>
                <a:lnTo>
                  <a:pt x="182143" y="250558"/>
                </a:lnTo>
                <a:lnTo>
                  <a:pt x="167868" y="269824"/>
                </a:lnTo>
                <a:lnTo>
                  <a:pt x="148005" y="286131"/>
                </a:lnTo>
                <a:lnTo>
                  <a:pt x="128333" y="271094"/>
                </a:lnTo>
                <a:lnTo>
                  <a:pt x="105854" y="232130"/>
                </a:lnTo>
                <a:lnTo>
                  <a:pt x="103187" y="210870"/>
                </a:lnTo>
                <a:lnTo>
                  <a:pt x="103187" y="191833"/>
                </a:lnTo>
                <a:lnTo>
                  <a:pt x="76390" y="191833"/>
                </a:lnTo>
                <a:lnTo>
                  <a:pt x="76390" y="210870"/>
                </a:lnTo>
                <a:lnTo>
                  <a:pt x="71894" y="234073"/>
                </a:lnTo>
                <a:lnTo>
                  <a:pt x="59296" y="256413"/>
                </a:lnTo>
                <a:lnTo>
                  <a:pt x="39268" y="275704"/>
                </a:lnTo>
                <a:lnTo>
                  <a:pt x="12522" y="289750"/>
                </a:lnTo>
                <a:lnTo>
                  <a:pt x="26301" y="310794"/>
                </a:lnTo>
                <a:lnTo>
                  <a:pt x="47129" y="300342"/>
                </a:lnTo>
                <a:lnTo>
                  <a:pt x="64833" y="286537"/>
                </a:lnTo>
                <a:lnTo>
                  <a:pt x="78917" y="270192"/>
                </a:lnTo>
                <a:lnTo>
                  <a:pt x="89281" y="251942"/>
                </a:lnTo>
                <a:lnTo>
                  <a:pt x="98310" y="271094"/>
                </a:lnTo>
                <a:lnTo>
                  <a:pt x="111150" y="288201"/>
                </a:lnTo>
                <a:lnTo>
                  <a:pt x="127863" y="302526"/>
                </a:lnTo>
                <a:lnTo>
                  <a:pt x="148513" y="313296"/>
                </a:lnTo>
                <a:lnTo>
                  <a:pt x="168668" y="301866"/>
                </a:lnTo>
                <a:lnTo>
                  <a:pt x="185077" y="286981"/>
                </a:lnTo>
                <a:lnTo>
                  <a:pt x="185712" y="286131"/>
                </a:lnTo>
                <a:lnTo>
                  <a:pt x="197815" y="269646"/>
                </a:lnTo>
                <a:lnTo>
                  <a:pt x="206984" y="250812"/>
                </a:lnTo>
                <a:lnTo>
                  <a:pt x="217055" y="269646"/>
                </a:lnTo>
                <a:lnTo>
                  <a:pt x="249288" y="300342"/>
                </a:lnTo>
                <a:lnTo>
                  <a:pt x="270979" y="310794"/>
                </a:lnTo>
                <a:lnTo>
                  <a:pt x="285508" y="289750"/>
                </a:lnTo>
                <a:close/>
              </a:path>
              <a:path w="568959" h="314959">
                <a:moveTo>
                  <a:pt x="475335" y="34302"/>
                </a:moveTo>
                <a:lnTo>
                  <a:pt x="326821" y="34302"/>
                </a:lnTo>
                <a:lnTo>
                  <a:pt x="326821" y="56845"/>
                </a:lnTo>
                <a:lnTo>
                  <a:pt x="447040" y="56845"/>
                </a:lnTo>
                <a:lnTo>
                  <a:pt x="438848" y="100139"/>
                </a:lnTo>
                <a:lnTo>
                  <a:pt x="421487" y="139661"/>
                </a:lnTo>
                <a:lnTo>
                  <a:pt x="394741" y="175145"/>
                </a:lnTo>
                <a:lnTo>
                  <a:pt x="358419" y="206324"/>
                </a:lnTo>
                <a:lnTo>
                  <a:pt x="312305" y="232905"/>
                </a:lnTo>
                <a:lnTo>
                  <a:pt x="327329" y="255701"/>
                </a:lnTo>
                <a:lnTo>
                  <a:pt x="374967" y="227926"/>
                </a:lnTo>
                <a:lnTo>
                  <a:pt x="412623" y="195795"/>
                </a:lnTo>
                <a:lnTo>
                  <a:pt x="440867" y="159842"/>
                </a:lnTo>
                <a:lnTo>
                  <a:pt x="460336" y="120586"/>
                </a:lnTo>
                <a:lnTo>
                  <a:pt x="471627" y="78562"/>
                </a:lnTo>
                <a:lnTo>
                  <a:pt x="475335" y="34302"/>
                </a:lnTo>
                <a:close/>
              </a:path>
              <a:path w="568959" h="314959">
                <a:moveTo>
                  <a:pt x="568502" y="0"/>
                </a:moveTo>
                <a:lnTo>
                  <a:pt x="540702" y="0"/>
                </a:lnTo>
                <a:lnTo>
                  <a:pt x="540702" y="314794"/>
                </a:lnTo>
                <a:lnTo>
                  <a:pt x="568502" y="314794"/>
                </a:lnTo>
                <a:lnTo>
                  <a:pt x="5685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10276662" y="6814794"/>
            <a:ext cx="361315" cy="358775"/>
          </a:xfrm>
          <a:custGeom>
            <a:avLst/>
            <a:gdLst/>
            <a:ahLst/>
            <a:cxnLst/>
            <a:rect l="l" t="t" r="r" b="b"/>
            <a:pathLst>
              <a:path w="361315" h="358775">
                <a:moveTo>
                  <a:pt x="202603" y="6756"/>
                </a:moveTo>
                <a:lnTo>
                  <a:pt x="175806" y="6756"/>
                </a:lnTo>
                <a:lnTo>
                  <a:pt x="175806" y="122707"/>
                </a:lnTo>
                <a:lnTo>
                  <a:pt x="135115" y="122707"/>
                </a:lnTo>
                <a:lnTo>
                  <a:pt x="128435" y="82638"/>
                </a:lnTo>
                <a:lnTo>
                  <a:pt x="114401" y="52590"/>
                </a:lnTo>
                <a:lnTo>
                  <a:pt x="114300" y="52362"/>
                </a:lnTo>
                <a:lnTo>
                  <a:pt x="109448" y="47879"/>
                </a:lnTo>
                <a:lnTo>
                  <a:pt x="109448" y="135737"/>
                </a:lnTo>
                <a:lnTo>
                  <a:pt x="106502" y="170319"/>
                </a:lnTo>
                <a:lnTo>
                  <a:pt x="98082" y="196557"/>
                </a:lnTo>
                <a:lnTo>
                  <a:pt x="84823" y="213182"/>
                </a:lnTo>
                <a:lnTo>
                  <a:pt x="67373" y="218884"/>
                </a:lnTo>
                <a:lnTo>
                  <a:pt x="50203" y="213182"/>
                </a:lnTo>
                <a:lnTo>
                  <a:pt x="37134" y="196557"/>
                </a:lnTo>
                <a:lnTo>
                  <a:pt x="28841" y="170319"/>
                </a:lnTo>
                <a:lnTo>
                  <a:pt x="26047" y="135737"/>
                </a:lnTo>
                <a:lnTo>
                  <a:pt x="28841" y="101193"/>
                </a:lnTo>
                <a:lnTo>
                  <a:pt x="37134" y="75006"/>
                </a:lnTo>
                <a:lnTo>
                  <a:pt x="50203" y="58394"/>
                </a:lnTo>
                <a:lnTo>
                  <a:pt x="67373" y="52590"/>
                </a:lnTo>
                <a:lnTo>
                  <a:pt x="84823" y="58394"/>
                </a:lnTo>
                <a:lnTo>
                  <a:pt x="98082" y="75006"/>
                </a:lnTo>
                <a:lnTo>
                  <a:pt x="106502" y="101193"/>
                </a:lnTo>
                <a:lnTo>
                  <a:pt x="109448" y="135737"/>
                </a:lnTo>
                <a:lnTo>
                  <a:pt x="109448" y="47879"/>
                </a:lnTo>
                <a:lnTo>
                  <a:pt x="93624" y="33223"/>
                </a:lnTo>
                <a:lnTo>
                  <a:pt x="67373" y="26543"/>
                </a:lnTo>
                <a:lnTo>
                  <a:pt x="39624" y="34201"/>
                </a:lnTo>
                <a:lnTo>
                  <a:pt x="18376" y="56057"/>
                </a:lnTo>
                <a:lnTo>
                  <a:pt x="4787" y="90462"/>
                </a:lnTo>
                <a:lnTo>
                  <a:pt x="0" y="135737"/>
                </a:lnTo>
                <a:lnTo>
                  <a:pt x="4787" y="181190"/>
                </a:lnTo>
                <a:lnTo>
                  <a:pt x="18376" y="215722"/>
                </a:lnTo>
                <a:lnTo>
                  <a:pt x="39624" y="237617"/>
                </a:lnTo>
                <a:lnTo>
                  <a:pt x="67373" y="245173"/>
                </a:lnTo>
                <a:lnTo>
                  <a:pt x="94018" y="238379"/>
                </a:lnTo>
                <a:lnTo>
                  <a:pt x="114541" y="218884"/>
                </a:lnTo>
                <a:lnTo>
                  <a:pt x="114871" y="218567"/>
                </a:lnTo>
                <a:lnTo>
                  <a:pt x="128943" y="187210"/>
                </a:lnTo>
                <a:lnTo>
                  <a:pt x="135242" y="145757"/>
                </a:lnTo>
                <a:lnTo>
                  <a:pt x="175806" y="145757"/>
                </a:lnTo>
                <a:lnTo>
                  <a:pt x="175806" y="298767"/>
                </a:lnTo>
                <a:lnTo>
                  <a:pt x="202603" y="298767"/>
                </a:lnTo>
                <a:lnTo>
                  <a:pt x="202603" y="145757"/>
                </a:lnTo>
                <a:lnTo>
                  <a:pt x="202603" y="122707"/>
                </a:lnTo>
                <a:lnTo>
                  <a:pt x="202603" y="6756"/>
                </a:lnTo>
                <a:close/>
              </a:path>
              <a:path w="361315" h="358775">
                <a:moveTo>
                  <a:pt x="265722" y="0"/>
                </a:moveTo>
                <a:lnTo>
                  <a:pt x="238925" y="0"/>
                </a:lnTo>
                <a:lnTo>
                  <a:pt x="238925" y="314794"/>
                </a:lnTo>
                <a:lnTo>
                  <a:pt x="265722" y="314794"/>
                </a:lnTo>
                <a:lnTo>
                  <a:pt x="265722" y="0"/>
                </a:lnTo>
                <a:close/>
              </a:path>
              <a:path w="361315" h="358775">
                <a:moveTo>
                  <a:pt x="361137" y="261962"/>
                </a:moveTo>
                <a:lnTo>
                  <a:pt x="327075" y="261962"/>
                </a:lnTo>
                <a:lnTo>
                  <a:pt x="307543" y="358381"/>
                </a:lnTo>
                <a:lnTo>
                  <a:pt x="333844" y="358381"/>
                </a:lnTo>
                <a:lnTo>
                  <a:pt x="361137" y="2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10768545" y="6814782"/>
            <a:ext cx="268605" cy="311150"/>
          </a:xfrm>
          <a:custGeom>
            <a:avLst/>
            <a:gdLst/>
            <a:ahLst/>
            <a:cxnLst/>
            <a:rect l="l" t="t" r="r" b="b"/>
            <a:pathLst>
              <a:path w="268604" h="311150">
                <a:moveTo>
                  <a:pt x="268475" y="0"/>
                </a:moveTo>
                <a:lnTo>
                  <a:pt x="241678" y="0"/>
                </a:lnTo>
                <a:lnTo>
                  <a:pt x="241678" y="195095"/>
                </a:lnTo>
                <a:lnTo>
                  <a:pt x="268475" y="195095"/>
                </a:lnTo>
                <a:lnTo>
                  <a:pt x="268475" y="0"/>
                </a:lnTo>
                <a:close/>
              </a:path>
              <a:path w="268604" h="311150">
                <a:moveTo>
                  <a:pt x="99927" y="143128"/>
                </a:moveTo>
                <a:lnTo>
                  <a:pt x="72879" y="143128"/>
                </a:lnTo>
                <a:lnTo>
                  <a:pt x="72879" y="194093"/>
                </a:lnTo>
                <a:lnTo>
                  <a:pt x="99927" y="194093"/>
                </a:lnTo>
                <a:lnTo>
                  <a:pt x="99927" y="143128"/>
                </a:lnTo>
                <a:close/>
              </a:path>
              <a:path w="268604" h="311150">
                <a:moveTo>
                  <a:pt x="211374" y="5509"/>
                </a:moveTo>
                <a:lnTo>
                  <a:pt x="184827" y="5509"/>
                </a:lnTo>
                <a:lnTo>
                  <a:pt x="184827" y="155775"/>
                </a:lnTo>
                <a:lnTo>
                  <a:pt x="128728" y="155775"/>
                </a:lnTo>
                <a:lnTo>
                  <a:pt x="128728" y="175811"/>
                </a:lnTo>
                <a:lnTo>
                  <a:pt x="184827" y="175811"/>
                </a:lnTo>
                <a:lnTo>
                  <a:pt x="184827" y="194093"/>
                </a:lnTo>
                <a:lnTo>
                  <a:pt x="211374" y="194093"/>
                </a:lnTo>
                <a:lnTo>
                  <a:pt x="211374" y="5509"/>
                </a:lnTo>
                <a:close/>
              </a:path>
              <a:path w="268604" h="311150">
                <a:moveTo>
                  <a:pt x="167546" y="113450"/>
                </a:moveTo>
                <a:lnTo>
                  <a:pt x="125202" y="118346"/>
                </a:lnTo>
                <a:lnTo>
                  <a:pt x="80298" y="121058"/>
                </a:lnTo>
                <a:lnTo>
                  <a:pt x="37132" y="122220"/>
                </a:lnTo>
                <a:lnTo>
                  <a:pt x="0" y="122466"/>
                </a:lnTo>
                <a:lnTo>
                  <a:pt x="2850" y="143128"/>
                </a:lnTo>
                <a:lnTo>
                  <a:pt x="2942" y="143797"/>
                </a:lnTo>
                <a:lnTo>
                  <a:pt x="3010" y="144290"/>
                </a:lnTo>
                <a:lnTo>
                  <a:pt x="29080" y="144290"/>
                </a:lnTo>
                <a:lnTo>
                  <a:pt x="53773" y="143797"/>
                </a:lnTo>
                <a:lnTo>
                  <a:pt x="72879" y="143128"/>
                </a:lnTo>
                <a:lnTo>
                  <a:pt x="99927" y="143128"/>
                </a:lnTo>
                <a:lnTo>
                  <a:pt x="99927" y="141625"/>
                </a:lnTo>
                <a:lnTo>
                  <a:pt x="117779" y="140091"/>
                </a:lnTo>
                <a:lnTo>
                  <a:pt x="135490" y="138088"/>
                </a:lnTo>
                <a:lnTo>
                  <a:pt x="152825" y="135568"/>
                </a:lnTo>
                <a:lnTo>
                  <a:pt x="169550" y="132484"/>
                </a:lnTo>
                <a:lnTo>
                  <a:pt x="167546" y="113450"/>
                </a:lnTo>
                <a:close/>
              </a:path>
              <a:path w="268604" h="311150">
                <a:moveTo>
                  <a:pt x="85401" y="11269"/>
                </a:moveTo>
                <a:lnTo>
                  <a:pt x="57207" y="14463"/>
                </a:lnTo>
                <a:lnTo>
                  <a:pt x="35469" y="23666"/>
                </a:lnTo>
                <a:lnTo>
                  <a:pt x="21479" y="38317"/>
                </a:lnTo>
                <a:lnTo>
                  <a:pt x="16529" y="57852"/>
                </a:lnTo>
                <a:lnTo>
                  <a:pt x="21479" y="77175"/>
                </a:lnTo>
                <a:lnTo>
                  <a:pt x="35469" y="91850"/>
                </a:lnTo>
                <a:lnTo>
                  <a:pt x="57207" y="101171"/>
                </a:lnTo>
                <a:lnTo>
                  <a:pt x="85401" y="104434"/>
                </a:lnTo>
                <a:lnTo>
                  <a:pt x="113490" y="101171"/>
                </a:lnTo>
                <a:lnTo>
                  <a:pt x="135239" y="91850"/>
                </a:lnTo>
                <a:lnTo>
                  <a:pt x="142611" y="84148"/>
                </a:lnTo>
                <a:lnTo>
                  <a:pt x="85401" y="84148"/>
                </a:lnTo>
                <a:lnTo>
                  <a:pt x="67432" y="82329"/>
                </a:lnTo>
                <a:lnTo>
                  <a:pt x="53967" y="77175"/>
                </a:lnTo>
                <a:lnTo>
                  <a:pt x="45111" y="68828"/>
                </a:lnTo>
                <a:lnTo>
                  <a:pt x="42075" y="57852"/>
                </a:lnTo>
                <a:lnTo>
                  <a:pt x="45111" y="46695"/>
                </a:lnTo>
                <a:lnTo>
                  <a:pt x="53750" y="38317"/>
                </a:lnTo>
                <a:lnTo>
                  <a:pt x="67432" y="33023"/>
                </a:lnTo>
                <a:lnTo>
                  <a:pt x="85401" y="31305"/>
                </a:lnTo>
                <a:lnTo>
                  <a:pt x="142563" y="31305"/>
                </a:lnTo>
                <a:lnTo>
                  <a:pt x="135239" y="23666"/>
                </a:lnTo>
                <a:lnTo>
                  <a:pt x="113490" y="14463"/>
                </a:lnTo>
                <a:lnTo>
                  <a:pt x="85401" y="11269"/>
                </a:lnTo>
                <a:close/>
              </a:path>
              <a:path w="268604" h="311150">
                <a:moveTo>
                  <a:pt x="142563" y="31305"/>
                </a:moveTo>
                <a:lnTo>
                  <a:pt x="85401" y="31305"/>
                </a:lnTo>
                <a:lnTo>
                  <a:pt x="103308" y="33023"/>
                </a:lnTo>
                <a:lnTo>
                  <a:pt x="117115" y="38317"/>
                </a:lnTo>
                <a:lnTo>
                  <a:pt x="125973" y="46695"/>
                </a:lnTo>
                <a:lnTo>
                  <a:pt x="129229" y="57852"/>
                </a:lnTo>
                <a:lnTo>
                  <a:pt x="125973" y="68828"/>
                </a:lnTo>
                <a:lnTo>
                  <a:pt x="116896" y="77175"/>
                </a:lnTo>
                <a:lnTo>
                  <a:pt x="103308" y="82329"/>
                </a:lnTo>
                <a:lnTo>
                  <a:pt x="85401" y="84148"/>
                </a:lnTo>
                <a:lnTo>
                  <a:pt x="142611" y="84148"/>
                </a:lnTo>
                <a:lnTo>
                  <a:pt x="149287" y="77175"/>
                </a:lnTo>
                <a:lnTo>
                  <a:pt x="154273" y="57852"/>
                </a:lnTo>
                <a:lnTo>
                  <a:pt x="149287" y="38317"/>
                </a:lnTo>
                <a:lnTo>
                  <a:pt x="142563" y="31305"/>
                </a:lnTo>
                <a:close/>
              </a:path>
              <a:path w="268604" h="311150">
                <a:moveTo>
                  <a:pt x="83398" y="206365"/>
                </a:moveTo>
                <a:lnTo>
                  <a:pt x="56100" y="206365"/>
                </a:lnTo>
                <a:lnTo>
                  <a:pt x="56100" y="310549"/>
                </a:lnTo>
                <a:lnTo>
                  <a:pt x="268475" y="310549"/>
                </a:lnTo>
                <a:lnTo>
                  <a:pt x="268475" y="288260"/>
                </a:lnTo>
                <a:lnTo>
                  <a:pt x="83398" y="288260"/>
                </a:lnTo>
                <a:lnTo>
                  <a:pt x="83398" y="258206"/>
                </a:lnTo>
                <a:lnTo>
                  <a:pt x="268475" y="258206"/>
                </a:lnTo>
                <a:lnTo>
                  <a:pt x="268475" y="236167"/>
                </a:lnTo>
                <a:lnTo>
                  <a:pt x="83398" y="236167"/>
                </a:lnTo>
                <a:lnTo>
                  <a:pt x="83398" y="206365"/>
                </a:lnTo>
                <a:close/>
              </a:path>
              <a:path w="268604" h="311150">
                <a:moveTo>
                  <a:pt x="268475" y="258206"/>
                </a:moveTo>
                <a:lnTo>
                  <a:pt x="240927" y="258206"/>
                </a:lnTo>
                <a:lnTo>
                  <a:pt x="240927" y="288260"/>
                </a:lnTo>
                <a:lnTo>
                  <a:pt x="268475" y="288260"/>
                </a:lnTo>
                <a:lnTo>
                  <a:pt x="268475" y="258206"/>
                </a:lnTo>
                <a:close/>
              </a:path>
              <a:path w="268604" h="311150">
                <a:moveTo>
                  <a:pt x="268475" y="206365"/>
                </a:moveTo>
                <a:lnTo>
                  <a:pt x="240927" y="206365"/>
                </a:lnTo>
                <a:lnTo>
                  <a:pt x="240927" y="236167"/>
                </a:lnTo>
                <a:lnTo>
                  <a:pt x="268475" y="236167"/>
                </a:lnTo>
                <a:lnTo>
                  <a:pt x="268475" y="2063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11083602" y="6814782"/>
            <a:ext cx="261620" cy="315595"/>
          </a:xfrm>
          <a:custGeom>
            <a:avLst/>
            <a:gdLst/>
            <a:ahLst/>
            <a:cxnLst/>
            <a:rect l="l" t="t" r="r" b="b"/>
            <a:pathLst>
              <a:path w="261620" h="315595">
                <a:moveTo>
                  <a:pt x="261211" y="0"/>
                </a:moveTo>
                <a:lnTo>
                  <a:pt x="233663" y="0"/>
                </a:lnTo>
                <a:lnTo>
                  <a:pt x="233663" y="107440"/>
                </a:lnTo>
                <a:lnTo>
                  <a:pt x="159032" y="107440"/>
                </a:lnTo>
                <a:lnTo>
                  <a:pt x="159032" y="130230"/>
                </a:lnTo>
                <a:lnTo>
                  <a:pt x="233663" y="130230"/>
                </a:lnTo>
                <a:lnTo>
                  <a:pt x="233663" y="315307"/>
                </a:lnTo>
                <a:lnTo>
                  <a:pt x="261211" y="315307"/>
                </a:lnTo>
                <a:lnTo>
                  <a:pt x="261211" y="0"/>
                </a:lnTo>
                <a:close/>
              </a:path>
              <a:path w="261620" h="315595">
                <a:moveTo>
                  <a:pt x="110946" y="27298"/>
                </a:moveTo>
                <a:lnTo>
                  <a:pt x="82897" y="27298"/>
                </a:lnTo>
                <a:lnTo>
                  <a:pt x="82897" y="84649"/>
                </a:lnTo>
                <a:lnTo>
                  <a:pt x="76318" y="127921"/>
                </a:lnTo>
                <a:lnTo>
                  <a:pt x="58635" y="168422"/>
                </a:lnTo>
                <a:lnTo>
                  <a:pt x="32358" y="202350"/>
                </a:lnTo>
                <a:lnTo>
                  <a:pt x="0" y="225899"/>
                </a:lnTo>
                <a:lnTo>
                  <a:pt x="17781" y="248189"/>
                </a:lnTo>
                <a:lnTo>
                  <a:pt x="43393" y="230077"/>
                </a:lnTo>
                <a:lnTo>
                  <a:pt x="65741" y="205378"/>
                </a:lnTo>
                <a:lnTo>
                  <a:pt x="83957" y="175445"/>
                </a:lnTo>
                <a:lnTo>
                  <a:pt x="97171" y="141625"/>
                </a:lnTo>
                <a:lnTo>
                  <a:pt x="124075" y="141625"/>
                </a:lnTo>
                <a:lnTo>
                  <a:pt x="117375" y="126806"/>
                </a:lnTo>
                <a:lnTo>
                  <a:pt x="110946" y="84649"/>
                </a:lnTo>
                <a:lnTo>
                  <a:pt x="110946" y="27298"/>
                </a:lnTo>
                <a:close/>
              </a:path>
              <a:path w="261620" h="315595">
                <a:moveTo>
                  <a:pt x="124075" y="141625"/>
                </a:moveTo>
                <a:lnTo>
                  <a:pt x="97171" y="141625"/>
                </a:lnTo>
                <a:lnTo>
                  <a:pt x="110457" y="173647"/>
                </a:lnTo>
                <a:lnTo>
                  <a:pt x="128696" y="201888"/>
                </a:lnTo>
                <a:lnTo>
                  <a:pt x="151021" y="225199"/>
                </a:lnTo>
                <a:lnTo>
                  <a:pt x="176562" y="242429"/>
                </a:lnTo>
                <a:lnTo>
                  <a:pt x="193342" y="219889"/>
                </a:lnTo>
                <a:lnTo>
                  <a:pt x="161133" y="197877"/>
                </a:lnTo>
                <a:lnTo>
                  <a:pt x="134957" y="165699"/>
                </a:lnTo>
                <a:lnTo>
                  <a:pt x="124075" y="141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/>
          <p:nvPr/>
        </p:nvSpPr>
        <p:spPr>
          <a:xfrm>
            <a:off x="11403669" y="6814532"/>
            <a:ext cx="255270" cy="314325"/>
          </a:xfrm>
          <a:custGeom>
            <a:avLst/>
            <a:gdLst/>
            <a:ahLst/>
            <a:cxnLst/>
            <a:rect l="l" t="t" r="r" b="b"/>
            <a:pathLst>
              <a:path w="255270" h="314325">
                <a:moveTo>
                  <a:pt x="107941" y="61859"/>
                </a:moveTo>
                <a:lnTo>
                  <a:pt x="80391" y="61859"/>
                </a:lnTo>
                <a:lnTo>
                  <a:pt x="80391" y="66116"/>
                </a:lnTo>
                <a:lnTo>
                  <a:pt x="74416" y="97281"/>
                </a:lnTo>
                <a:lnTo>
                  <a:pt x="57758" y="124971"/>
                </a:lnTo>
                <a:lnTo>
                  <a:pt x="32318" y="147401"/>
                </a:lnTo>
                <a:lnTo>
                  <a:pt x="0" y="162788"/>
                </a:lnTo>
                <a:lnTo>
                  <a:pt x="14024" y="184576"/>
                </a:lnTo>
                <a:lnTo>
                  <a:pt x="40628" y="172549"/>
                </a:lnTo>
                <a:lnTo>
                  <a:pt x="63440" y="155697"/>
                </a:lnTo>
                <a:lnTo>
                  <a:pt x="81767" y="134689"/>
                </a:lnTo>
                <a:lnTo>
                  <a:pt x="94917" y="110194"/>
                </a:lnTo>
                <a:lnTo>
                  <a:pt x="124337" y="110194"/>
                </a:lnTo>
                <a:lnTo>
                  <a:pt x="114076" y="94867"/>
                </a:lnTo>
                <a:lnTo>
                  <a:pt x="107941" y="66116"/>
                </a:lnTo>
                <a:lnTo>
                  <a:pt x="107941" y="61859"/>
                </a:lnTo>
                <a:close/>
              </a:path>
              <a:path w="255270" h="314325">
                <a:moveTo>
                  <a:pt x="124337" y="110194"/>
                </a:moveTo>
                <a:lnTo>
                  <a:pt x="94917" y="110194"/>
                </a:lnTo>
                <a:lnTo>
                  <a:pt x="108551" y="132292"/>
                </a:lnTo>
                <a:lnTo>
                  <a:pt x="127162" y="151079"/>
                </a:lnTo>
                <a:lnTo>
                  <a:pt x="149999" y="166016"/>
                </a:lnTo>
                <a:lnTo>
                  <a:pt x="176311" y="176562"/>
                </a:lnTo>
                <a:lnTo>
                  <a:pt x="189584" y="154773"/>
                </a:lnTo>
                <a:lnTo>
                  <a:pt x="156964" y="140815"/>
                </a:lnTo>
                <a:lnTo>
                  <a:pt x="131106" y="120306"/>
                </a:lnTo>
                <a:lnTo>
                  <a:pt x="124337" y="110194"/>
                </a:lnTo>
                <a:close/>
              </a:path>
              <a:path w="255270" h="314325">
                <a:moveTo>
                  <a:pt x="180319" y="39319"/>
                </a:moveTo>
                <a:lnTo>
                  <a:pt x="7763" y="39319"/>
                </a:lnTo>
                <a:lnTo>
                  <a:pt x="7763" y="61859"/>
                </a:lnTo>
                <a:lnTo>
                  <a:pt x="180319" y="61859"/>
                </a:lnTo>
                <a:lnTo>
                  <a:pt x="180319" y="39319"/>
                </a:lnTo>
                <a:close/>
              </a:path>
              <a:path w="255270" h="314325">
                <a:moveTo>
                  <a:pt x="108442" y="0"/>
                </a:moveTo>
                <a:lnTo>
                  <a:pt x="80391" y="0"/>
                </a:lnTo>
                <a:lnTo>
                  <a:pt x="80391" y="39319"/>
                </a:lnTo>
                <a:lnTo>
                  <a:pt x="108442" y="39319"/>
                </a:lnTo>
                <a:lnTo>
                  <a:pt x="108442" y="0"/>
                </a:lnTo>
                <a:close/>
              </a:path>
              <a:path w="255270" h="314325">
                <a:moveTo>
                  <a:pt x="253698" y="500"/>
                </a:moveTo>
                <a:lnTo>
                  <a:pt x="225899" y="500"/>
                </a:lnTo>
                <a:lnTo>
                  <a:pt x="225899" y="193592"/>
                </a:lnTo>
                <a:lnTo>
                  <a:pt x="253698" y="193592"/>
                </a:lnTo>
                <a:lnTo>
                  <a:pt x="253698" y="500"/>
                </a:lnTo>
                <a:close/>
              </a:path>
              <a:path w="255270" h="314325">
                <a:moveTo>
                  <a:pt x="148512" y="200103"/>
                </a:moveTo>
                <a:lnTo>
                  <a:pt x="103882" y="203809"/>
                </a:lnTo>
                <a:lnTo>
                  <a:pt x="70405" y="214911"/>
                </a:lnTo>
                <a:lnTo>
                  <a:pt x="49372" y="232821"/>
                </a:lnTo>
                <a:lnTo>
                  <a:pt x="42074" y="256954"/>
                </a:lnTo>
                <a:lnTo>
                  <a:pt x="49372" y="281341"/>
                </a:lnTo>
                <a:lnTo>
                  <a:pt x="70405" y="299341"/>
                </a:lnTo>
                <a:lnTo>
                  <a:pt x="103882" y="310486"/>
                </a:lnTo>
                <a:lnTo>
                  <a:pt x="148512" y="314305"/>
                </a:lnTo>
                <a:lnTo>
                  <a:pt x="192856" y="310486"/>
                </a:lnTo>
                <a:lnTo>
                  <a:pt x="226212" y="299341"/>
                </a:lnTo>
                <a:lnTo>
                  <a:pt x="234486" y="292267"/>
                </a:lnTo>
                <a:lnTo>
                  <a:pt x="148512" y="292267"/>
                </a:lnTo>
                <a:lnTo>
                  <a:pt x="115555" y="289883"/>
                </a:lnTo>
                <a:lnTo>
                  <a:pt x="90910" y="282969"/>
                </a:lnTo>
                <a:lnTo>
                  <a:pt x="75469" y="271875"/>
                </a:lnTo>
                <a:lnTo>
                  <a:pt x="70123" y="256954"/>
                </a:lnTo>
                <a:lnTo>
                  <a:pt x="75469" y="242428"/>
                </a:lnTo>
                <a:lnTo>
                  <a:pt x="90910" y="231471"/>
                </a:lnTo>
                <a:lnTo>
                  <a:pt x="115555" y="224553"/>
                </a:lnTo>
                <a:lnTo>
                  <a:pt x="148512" y="222142"/>
                </a:lnTo>
                <a:lnTo>
                  <a:pt x="234712" y="222142"/>
                </a:lnTo>
                <a:lnTo>
                  <a:pt x="226212" y="214911"/>
                </a:lnTo>
                <a:lnTo>
                  <a:pt x="192856" y="203809"/>
                </a:lnTo>
                <a:lnTo>
                  <a:pt x="148512" y="200103"/>
                </a:lnTo>
                <a:close/>
              </a:path>
              <a:path w="255270" h="314325">
                <a:moveTo>
                  <a:pt x="234712" y="222142"/>
                </a:moveTo>
                <a:lnTo>
                  <a:pt x="148512" y="222142"/>
                </a:lnTo>
                <a:lnTo>
                  <a:pt x="181403" y="224553"/>
                </a:lnTo>
                <a:lnTo>
                  <a:pt x="206145" y="231471"/>
                </a:lnTo>
                <a:lnTo>
                  <a:pt x="221731" y="242428"/>
                </a:lnTo>
                <a:lnTo>
                  <a:pt x="227151" y="256954"/>
                </a:lnTo>
                <a:lnTo>
                  <a:pt x="221731" y="271875"/>
                </a:lnTo>
                <a:lnTo>
                  <a:pt x="206145" y="282969"/>
                </a:lnTo>
                <a:lnTo>
                  <a:pt x="181403" y="289883"/>
                </a:lnTo>
                <a:lnTo>
                  <a:pt x="148512" y="292267"/>
                </a:lnTo>
                <a:lnTo>
                  <a:pt x="234486" y="292267"/>
                </a:lnTo>
                <a:lnTo>
                  <a:pt x="247265" y="281341"/>
                </a:lnTo>
                <a:lnTo>
                  <a:pt x="254700" y="256954"/>
                </a:lnTo>
                <a:lnTo>
                  <a:pt x="247265" y="232821"/>
                </a:lnTo>
                <a:lnTo>
                  <a:pt x="234712" y="2221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11710962" y="6835076"/>
            <a:ext cx="601980" cy="255904"/>
          </a:xfrm>
          <a:custGeom>
            <a:avLst/>
            <a:gdLst/>
            <a:ahLst/>
            <a:cxnLst/>
            <a:rect l="l" t="t" r="r" b="b"/>
            <a:pathLst>
              <a:path w="601979" h="255904">
                <a:moveTo>
                  <a:pt x="258445" y="86652"/>
                </a:moveTo>
                <a:lnTo>
                  <a:pt x="249707" y="51168"/>
                </a:lnTo>
                <a:lnTo>
                  <a:pt x="231648" y="30784"/>
                </a:lnTo>
                <a:lnTo>
                  <a:pt x="231648" y="86652"/>
                </a:lnTo>
                <a:lnTo>
                  <a:pt x="224955" y="112649"/>
                </a:lnTo>
                <a:lnTo>
                  <a:pt x="206425" y="132727"/>
                </a:lnTo>
                <a:lnTo>
                  <a:pt x="178409" y="145681"/>
                </a:lnTo>
                <a:lnTo>
                  <a:pt x="143243" y="150266"/>
                </a:lnTo>
                <a:lnTo>
                  <a:pt x="108051" y="145681"/>
                </a:lnTo>
                <a:lnTo>
                  <a:pt x="79984" y="132727"/>
                </a:lnTo>
                <a:lnTo>
                  <a:pt x="61429" y="112649"/>
                </a:lnTo>
                <a:lnTo>
                  <a:pt x="54838" y="86652"/>
                </a:lnTo>
                <a:lnTo>
                  <a:pt x="61429" y="60680"/>
                </a:lnTo>
                <a:lnTo>
                  <a:pt x="79984" y="40449"/>
                </a:lnTo>
                <a:lnTo>
                  <a:pt x="108051" y="27343"/>
                </a:lnTo>
                <a:lnTo>
                  <a:pt x="143243" y="22783"/>
                </a:lnTo>
                <a:lnTo>
                  <a:pt x="178409" y="27343"/>
                </a:lnTo>
                <a:lnTo>
                  <a:pt x="206425" y="40449"/>
                </a:lnTo>
                <a:lnTo>
                  <a:pt x="224955" y="60680"/>
                </a:lnTo>
                <a:lnTo>
                  <a:pt x="231648" y="86652"/>
                </a:lnTo>
                <a:lnTo>
                  <a:pt x="231648" y="30784"/>
                </a:lnTo>
                <a:lnTo>
                  <a:pt x="225552" y="23888"/>
                </a:lnTo>
                <a:lnTo>
                  <a:pt x="223266" y="22783"/>
                </a:lnTo>
                <a:lnTo>
                  <a:pt x="189039" y="6311"/>
                </a:lnTo>
                <a:lnTo>
                  <a:pt x="143243" y="0"/>
                </a:lnTo>
                <a:lnTo>
                  <a:pt x="97599" y="6311"/>
                </a:lnTo>
                <a:lnTo>
                  <a:pt x="61163" y="23888"/>
                </a:lnTo>
                <a:lnTo>
                  <a:pt x="37033" y="51168"/>
                </a:lnTo>
                <a:lnTo>
                  <a:pt x="28295" y="86652"/>
                </a:lnTo>
                <a:lnTo>
                  <a:pt x="37033" y="122262"/>
                </a:lnTo>
                <a:lnTo>
                  <a:pt x="61163" y="149580"/>
                </a:lnTo>
                <a:lnTo>
                  <a:pt x="97599" y="167017"/>
                </a:lnTo>
                <a:lnTo>
                  <a:pt x="143243" y="173050"/>
                </a:lnTo>
                <a:lnTo>
                  <a:pt x="189039" y="167017"/>
                </a:lnTo>
                <a:lnTo>
                  <a:pt x="224104" y="150266"/>
                </a:lnTo>
                <a:lnTo>
                  <a:pt x="225552" y="149580"/>
                </a:lnTo>
                <a:lnTo>
                  <a:pt x="249707" y="122262"/>
                </a:lnTo>
                <a:lnTo>
                  <a:pt x="258445" y="86652"/>
                </a:lnTo>
                <a:close/>
              </a:path>
              <a:path w="601979" h="255904">
                <a:moveTo>
                  <a:pt x="288251" y="229158"/>
                </a:moveTo>
                <a:lnTo>
                  <a:pt x="0" y="229158"/>
                </a:lnTo>
                <a:lnTo>
                  <a:pt x="0" y="252450"/>
                </a:lnTo>
                <a:lnTo>
                  <a:pt x="288251" y="252450"/>
                </a:lnTo>
                <a:lnTo>
                  <a:pt x="288251" y="229158"/>
                </a:lnTo>
                <a:close/>
              </a:path>
              <a:path w="601979" h="255904">
                <a:moveTo>
                  <a:pt x="601814" y="232473"/>
                </a:moveTo>
                <a:lnTo>
                  <a:pt x="470573" y="232473"/>
                </a:lnTo>
                <a:lnTo>
                  <a:pt x="470573" y="172783"/>
                </a:lnTo>
                <a:lnTo>
                  <a:pt x="572757" y="172783"/>
                </a:lnTo>
                <a:lnTo>
                  <a:pt x="572757" y="149923"/>
                </a:lnTo>
                <a:lnTo>
                  <a:pt x="377164" y="149923"/>
                </a:lnTo>
                <a:lnTo>
                  <a:pt x="377164" y="97853"/>
                </a:lnTo>
                <a:lnTo>
                  <a:pt x="565492" y="97853"/>
                </a:lnTo>
                <a:lnTo>
                  <a:pt x="565492" y="74993"/>
                </a:lnTo>
                <a:lnTo>
                  <a:pt x="565492" y="25463"/>
                </a:lnTo>
                <a:lnTo>
                  <a:pt x="565492" y="2603"/>
                </a:lnTo>
                <a:lnTo>
                  <a:pt x="348856" y="2603"/>
                </a:lnTo>
                <a:lnTo>
                  <a:pt x="348856" y="25463"/>
                </a:lnTo>
                <a:lnTo>
                  <a:pt x="537946" y="25463"/>
                </a:lnTo>
                <a:lnTo>
                  <a:pt x="537946" y="74993"/>
                </a:lnTo>
                <a:lnTo>
                  <a:pt x="349618" y="74993"/>
                </a:lnTo>
                <a:lnTo>
                  <a:pt x="349618" y="97853"/>
                </a:lnTo>
                <a:lnTo>
                  <a:pt x="349618" y="149923"/>
                </a:lnTo>
                <a:lnTo>
                  <a:pt x="349618" y="172783"/>
                </a:lnTo>
                <a:lnTo>
                  <a:pt x="443026" y="172783"/>
                </a:lnTo>
                <a:lnTo>
                  <a:pt x="443026" y="232473"/>
                </a:lnTo>
                <a:lnTo>
                  <a:pt x="313550" y="232473"/>
                </a:lnTo>
                <a:lnTo>
                  <a:pt x="313550" y="255333"/>
                </a:lnTo>
                <a:lnTo>
                  <a:pt x="601814" y="255333"/>
                </a:lnTo>
                <a:lnTo>
                  <a:pt x="601814" y="2324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12440312" y="6814782"/>
            <a:ext cx="248285" cy="315595"/>
          </a:xfrm>
          <a:custGeom>
            <a:avLst/>
            <a:gdLst/>
            <a:ahLst/>
            <a:cxnLst/>
            <a:rect l="l" t="t" r="r" b="b"/>
            <a:pathLst>
              <a:path w="248284" h="315595">
                <a:moveTo>
                  <a:pt x="247687" y="0"/>
                </a:moveTo>
                <a:lnTo>
                  <a:pt x="219888" y="0"/>
                </a:lnTo>
                <a:lnTo>
                  <a:pt x="219888" y="315307"/>
                </a:lnTo>
                <a:lnTo>
                  <a:pt x="247687" y="315307"/>
                </a:lnTo>
                <a:lnTo>
                  <a:pt x="247687" y="0"/>
                </a:lnTo>
                <a:close/>
              </a:path>
              <a:path w="248284" h="315595">
                <a:moveTo>
                  <a:pt x="80391" y="24292"/>
                </a:moveTo>
                <a:lnTo>
                  <a:pt x="47967" y="32135"/>
                </a:lnTo>
                <a:lnTo>
                  <a:pt x="22539" y="54158"/>
                </a:lnTo>
                <a:lnTo>
                  <a:pt x="5940" y="88672"/>
                </a:lnTo>
                <a:lnTo>
                  <a:pt x="0" y="133987"/>
                </a:lnTo>
                <a:lnTo>
                  <a:pt x="5940" y="179442"/>
                </a:lnTo>
                <a:lnTo>
                  <a:pt x="22539" y="214003"/>
                </a:lnTo>
                <a:lnTo>
                  <a:pt x="47967" y="235979"/>
                </a:lnTo>
                <a:lnTo>
                  <a:pt x="80391" y="243681"/>
                </a:lnTo>
                <a:lnTo>
                  <a:pt x="112605" y="235979"/>
                </a:lnTo>
                <a:lnTo>
                  <a:pt x="132400" y="218887"/>
                </a:lnTo>
                <a:lnTo>
                  <a:pt x="80391" y="218887"/>
                </a:lnTo>
                <a:lnTo>
                  <a:pt x="58705" y="212841"/>
                </a:lnTo>
                <a:lnTo>
                  <a:pt x="41761" y="195689"/>
                </a:lnTo>
                <a:lnTo>
                  <a:pt x="30733" y="168912"/>
                </a:lnTo>
                <a:lnTo>
                  <a:pt x="26797" y="133987"/>
                </a:lnTo>
                <a:lnTo>
                  <a:pt x="30733" y="99202"/>
                </a:lnTo>
                <a:lnTo>
                  <a:pt x="41761" y="72472"/>
                </a:lnTo>
                <a:lnTo>
                  <a:pt x="58705" y="55273"/>
                </a:lnTo>
                <a:lnTo>
                  <a:pt x="80391" y="49086"/>
                </a:lnTo>
                <a:lnTo>
                  <a:pt x="132195" y="49086"/>
                </a:lnTo>
                <a:lnTo>
                  <a:pt x="112605" y="32135"/>
                </a:lnTo>
                <a:lnTo>
                  <a:pt x="80391" y="24292"/>
                </a:lnTo>
                <a:close/>
              </a:path>
              <a:path w="248284" h="315595">
                <a:moveTo>
                  <a:pt x="132195" y="49086"/>
                </a:moveTo>
                <a:lnTo>
                  <a:pt x="80391" y="49086"/>
                </a:lnTo>
                <a:lnTo>
                  <a:pt x="102039" y="55273"/>
                </a:lnTo>
                <a:lnTo>
                  <a:pt x="118897" y="72472"/>
                </a:lnTo>
                <a:lnTo>
                  <a:pt x="129838" y="99202"/>
                </a:lnTo>
                <a:lnTo>
                  <a:pt x="133736" y="133987"/>
                </a:lnTo>
                <a:lnTo>
                  <a:pt x="129838" y="168912"/>
                </a:lnTo>
                <a:lnTo>
                  <a:pt x="118897" y="195689"/>
                </a:lnTo>
                <a:lnTo>
                  <a:pt x="102039" y="212841"/>
                </a:lnTo>
                <a:lnTo>
                  <a:pt x="80391" y="218887"/>
                </a:lnTo>
                <a:lnTo>
                  <a:pt x="132400" y="218887"/>
                </a:lnTo>
                <a:lnTo>
                  <a:pt x="138056" y="214003"/>
                </a:lnTo>
                <a:lnTo>
                  <a:pt x="154773" y="179442"/>
                </a:lnTo>
                <a:lnTo>
                  <a:pt x="160784" y="133987"/>
                </a:lnTo>
                <a:lnTo>
                  <a:pt x="154773" y="88672"/>
                </a:lnTo>
                <a:lnTo>
                  <a:pt x="138056" y="54158"/>
                </a:lnTo>
                <a:lnTo>
                  <a:pt x="132195" y="490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12828397" y="6814794"/>
            <a:ext cx="918844" cy="314960"/>
          </a:xfrm>
          <a:custGeom>
            <a:avLst/>
            <a:gdLst/>
            <a:ahLst/>
            <a:cxnLst/>
            <a:rect l="l" t="t" r="r" b="b"/>
            <a:pathLst>
              <a:path w="918844" h="314959">
                <a:moveTo>
                  <a:pt x="191592" y="219125"/>
                </a:moveTo>
                <a:lnTo>
                  <a:pt x="159918" y="196608"/>
                </a:lnTo>
                <a:lnTo>
                  <a:pt x="133985" y="164376"/>
                </a:lnTo>
                <a:lnTo>
                  <a:pt x="123926" y="142240"/>
                </a:lnTo>
                <a:lnTo>
                  <a:pt x="116497" y="125907"/>
                </a:lnTo>
                <a:lnTo>
                  <a:pt x="110185" y="84645"/>
                </a:lnTo>
                <a:lnTo>
                  <a:pt x="110185" y="27292"/>
                </a:lnTo>
                <a:lnTo>
                  <a:pt x="82638" y="27292"/>
                </a:lnTo>
                <a:lnTo>
                  <a:pt x="82638" y="84645"/>
                </a:lnTo>
                <a:lnTo>
                  <a:pt x="76073" y="127584"/>
                </a:lnTo>
                <a:lnTo>
                  <a:pt x="58407" y="167855"/>
                </a:lnTo>
                <a:lnTo>
                  <a:pt x="32207" y="201637"/>
                </a:lnTo>
                <a:lnTo>
                  <a:pt x="0" y="225145"/>
                </a:lnTo>
                <a:lnTo>
                  <a:pt x="17526" y="247434"/>
                </a:lnTo>
                <a:lnTo>
                  <a:pt x="42887" y="229501"/>
                </a:lnTo>
                <a:lnTo>
                  <a:pt x="65189" y="205117"/>
                </a:lnTo>
                <a:lnTo>
                  <a:pt x="83477" y="175602"/>
                </a:lnTo>
                <a:lnTo>
                  <a:pt x="96786" y="142240"/>
                </a:lnTo>
                <a:lnTo>
                  <a:pt x="109956" y="173621"/>
                </a:lnTo>
                <a:lnTo>
                  <a:pt x="127850" y="201409"/>
                </a:lnTo>
                <a:lnTo>
                  <a:pt x="149580" y="224409"/>
                </a:lnTo>
                <a:lnTo>
                  <a:pt x="174307" y="241427"/>
                </a:lnTo>
                <a:lnTo>
                  <a:pt x="191592" y="219125"/>
                </a:lnTo>
                <a:close/>
              </a:path>
              <a:path w="918844" h="314959">
                <a:moveTo>
                  <a:pt x="300774" y="127723"/>
                </a:moveTo>
                <a:lnTo>
                  <a:pt x="248183" y="127723"/>
                </a:lnTo>
                <a:lnTo>
                  <a:pt x="248183" y="0"/>
                </a:lnTo>
                <a:lnTo>
                  <a:pt x="220383" y="0"/>
                </a:lnTo>
                <a:lnTo>
                  <a:pt x="220383" y="314794"/>
                </a:lnTo>
                <a:lnTo>
                  <a:pt x="248183" y="314794"/>
                </a:lnTo>
                <a:lnTo>
                  <a:pt x="248183" y="151765"/>
                </a:lnTo>
                <a:lnTo>
                  <a:pt x="300774" y="151765"/>
                </a:lnTo>
                <a:lnTo>
                  <a:pt x="300774" y="127723"/>
                </a:lnTo>
                <a:close/>
              </a:path>
              <a:path w="918844" h="314959">
                <a:moveTo>
                  <a:pt x="510146" y="132232"/>
                </a:moveTo>
                <a:lnTo>
                  <a:pt x="477761" y="116560"/>
                </a:lnTo>
                <a:lnTo>
                  <a:pt x="452170" y="93662"/>
                </a:lnTo>
                <a:lnTo>
                  <a:pt x="444627" y="80886"/>
                </a:lnTo>
                <a:lnTo>
                  <a:pt x="435419" y="65316"/>
                </a:lnTo>
                <a:lnTo>
                  <a:pt x="429501" y="33299"/>
                </a:lnTo>
                <a:lnTo>
                  <a:pt x="429501" y="9004"/>
                </a:lnTo>
                <a:lnTo>
                  <a:pt x="401205" y="9004"/>
                </a:lnTo>
                <a:lnTo>
                  <a:pt x="401205" y="33299"/>
                </a:lnTo>
                <a:lnTo>
                  <a:pt x="395224" y="66776"/>
                </a:lnTo>
                <a:lnTo>
                  <a:pt x="378510" y="96723"/>
                </a:lnTo>
                <a:lnTo>
                  <a:pt x="352920" y="121132"/>
                </a:lnTo>
                <a:lnTo>
                  <a:pt x="320319" y="137985"/>
                </a:lnTo>
                <a:lnTo>
                  <a:pt x="334835" y="160032"/>
                </a:lnTo>
                <a:lnTo>
                  <a:pt x="361251" y="147116"/>
                </a:lnTo>
                <a:lnTo>
                  <a:pt x="384022" y="129146"/>
                </a:lnTo>
                <a:lnTo>
                  <a:pt x="402424" y="106832"/>
                </a:lnTo>
                <a:lnTo>
                  <a:pt x="415734" y="80886"/>
                </a:lnTo>
                <a:lnTo>
                  <a:pt x="429069" y="104902"/>
                </a:lnTo>
                <a:lnTo>
                  <a:pt x="447382" y="125476"/>
                </a:lnTo>
                <a:lnTo>
                  <a:pt x="469963" y="142049"/>
                </a:lnTo>
                <a:lnTo>
                  <a:pt x="496125" y="154012"/>
                </a:lnTo>
                <a:lnTo>
                  <a:pt x="510146" y="132232"/>
                </a:lnTo>
                <a:close/>
              </a:path>
              <a:path w="918844" h="314959">
                <a:moveTo>
                  <a:pt x="577519" y="0"/>
                </a:moveTo>
                <a:lnTo>
                  <a:pt x="550214" y="0"/>
                </a:lnTo>
                <a:lnTo>
                  <a:pt x="550214" y="163283"/>
                </a:lnTo>
                <a:lnTo>
                  <a:pt x="577519" y="163283"/>
                </a:lnTo>
                <a:lnTo>
                  <a:pt x="577519" y="0"/>
                </a:lnTo>
                <a:close/>
              </a:path>
              <a:path w="918844" h="314959">
                <a:moveTo>
                  <a:pt x="589292" y="288505"/>
                </a:moveTo>
                <a:lnTo>
                  <a:pt x="401205" y="288505"/>
                </a:lnTo>
                <a:lnTo>
                  <a:pt x="401205" y="254444"/>
                </a:lnTo>
                <a:lnTo>
                  <a:pt x="578015" y="254444"/>
                </a:lnTo>
                <a:lnTo>
                  <a:pt x="578015" y="179057"/>
                </a:lnTo>
                <a:lnTo>
                  <a:pt x="373151" y="179057"/>
                </a:lnTo>
                <a:lnTo>
                  <a:pt x="373151" y="201345"/>
                </a:lnTo>
                <a:lnTo>
                  <a:pt x="550468" y="201345"/>
                </a:lnTo>
                <a:lnTo>
                  <a:pt x="550468" y="232905"/>
                </a:lnTo>
                <a:lnTo>
                  <a:pt x="374154" y="232905"/>
                </a:lnTo>
                <a:lnTo>
                  <a:pt x="374154" y="311289"/>
                </a:lnTo>
                <a:lnTo>
                  <a:pt x="589292" y="311289"/>
                </a:lnTo>
                <a:lnTo>
                  <a:pt x="589292" y="288505"/>
                </a:lnTo>
                <a:close/>
              </a:path>
              <a:path w="918844" h="314959">
                <a:moveTo>
                  <a:pt x="886066" y="59855"/>
                </a:moveTo>
                <a:lnTo>
                  <a:pt x="878547" y="36563"/>
                </a:lnTo>
                <a:lnTo>
                  <a:pt x="865733" y="26543"/>
                </a:lnTo>
                <a:lnTo>
                  <a:pt x="857758" y="20307"/>
                </a:lnTo>
                <a:lnTo>
                  <a:pt x="857758" y="59855"/>
                </a:lnTo>
                <a:lnTo>
                  <a:pt x="852170" y="74320"/>
                </a:lnTo>
                <a:lnTo>
                  <a:pt x="835939" y="84924"/>
                </a:lnTo>
                <a:lnTo>
                  <a:pt x="809904" y="91440"/>
                </a:lnTo>
                <a:lnTo>
                  <a:pt x="774865" y="93662"/>
                </a:lnTo>
                <a:lnTo>
                  <a:pt x="739978" y="91440"/>
                </a:lnTo>
                <a:lnTo>
                  <a:pt x="714044" y="84924"/>
                </a:lnTo>
                <a:lnTo>
                  <a:pt x="697915" y="74320"/>
                </a:lnTo>
                <a:lnTo>
                  <a:pt x="692467" y="59855"/>
                </a:lnTo>
                <a:lnTo>
                  <a:pt x="697915" y="45872"/>
                </a:lnTo>
                <a:lnTo>
                  <a:pt x="714044" y="35394"/>
                </a:lnTo>
                <a:lnTo>
                  <a:pt x="739978" y="28816"/>
                </a:lnTo>
                <a:lnTo>
                  <a:pt x="774865" y="26543"/>
                </a:lnTo>
                <a:lnTo>
                  <a:pt x="809904" y="28816"/>
                </a:lnTo>
                <a:lnTo>
                  <a:pt x="835939" y="35394"/>
                </a:lnTo>
                <a:lnTo>
                  <a:pt x="852170" y="45872"/>
                </a:lnTo>
                <a:lnTo>
                  <a:pt x="857758" y="59855"/>
                </a:lnTo>
                <a:lnTo>
                  <a:pt x="857758" y="20307"/>
                </a:lnTo>
                <a:lnTo>
                  <a:pt x="856767" y="19532"/>
                </a:lnTo>
                <a:lnTo>
                  <a:pt x="821829" y="9067"/>
                </a:lnTo>
                <a:lnTo>
                  <a:pt x="774865" y="5499"/>
                </a:lnTo>
                <a:lnTo>
                  <a:pt x="727875" y="9067"/>
                </a:lnTo>
                <a:lnTo>
                  <a:pt x="692848" y="19532"/>
                </a:lnTo>
                <a:lnTo>
                  <a:pt x="670966" y="36563"/>
                </a:lnTo>
                <a:lnTo>
                  <a:pt x="663422" y="59855"/>
                </a:lnTo>
                <a:lnTo>
                  <a:pt x="670966" y="83426"/>
                </a:lnTo>
                <a:lnTo>
                  <a:pt x="692848" y="100634"/>
                </a:lnTo>
                <a:lnTo>
                  <a:pt x="727875" y="111239"/>
                </a:lnTo>
                <a:lnTo>
                  <a:pt x="774865" y="114947"/>
                </a:lnTo>
                <a:lnTo>
                  <a:pt x="821829" y="111239"/>
                </a:lnTo>
                <a:lnTo>
                  <a:pt x="856767" y="100634"/>
                </a:lnTo>
                <a:lnTo>
                  <a:pt x="865593" y="93662"/>
                </a:lnTo>
                <a:lnTo>
                  <a:pt x="878547" y="83426"/>
                </a:lnTo>
                <a:lnTo>
                  <a:pt x="886066" y="59855"/>
                </a:lnTo>
                <a:close/>
              </a:path>
              <a:path w="918844" h="314959">
                <a:moveTo>
                  <a:pt x="891070" y="289255"/>
                </a:moveTo>
                <a:lnTo>
                  <a:pt x="694474" y="289255"/>
                </a:lnTo>
                <a:lnTo>
                  <a:pt x="694474" y="256451"/>
                </a:lnTo>
                <a:lnTo>
                  <a:pt x="881557" y="256451"/>
                </a:lnTo>
                <a:lnTo>
                  <a:pt x="881557" y="186067"/>
                </a:lnTo>
                <a:lnTo>
                  <a:pt x="666419" y="186067"/>
                </a:lnTo>
                <a:lnTo>
                  <a:pt x="666419" y="207365"/>
                </a:lnTo>
                <a:lnTo>
                  <a:pt x="854252" y="207365"/>
                </a:lnTo>
                <a:lnTo>
                  <a:pt x="854252" y="235915"/>
                </a:lnTo>
                <a:lnTo>
                  <a:pt x="667181" y="235915"/>
                </a:lnTo>
                <a:lnTo>
                  <a:pt x="667181" y="311289"/>
                </a:lnTo>
                <a:lnTo>
                  <a:pt x="891070" y="311289"/>
                </a:lnTo>
                <a:lnTo>
                  <a:pt x="891070" y="289255"/>
                </a:lnTo>
                <a:close/>
              </a:path>
              <a:path w="918844" h="314959">
                <a:moveTo>
                  <a:pt x="918616" y="136232"/>
                </a:moveTo>
                <a:lnTo>
                  <a:pt x="631609" y="136232"/>
                </a:lnTo>
                <a:lnTo>
                  <a:pt x="631609" y="158775"/>
                </a:lnTo>
                <a:lnTo>
                  <a:pt x="918616" y="158775"/>
                </a:lnTo>
                <a:lnTo>
                  <a:pt x="918616" y="1362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/>
          <p:nvPr/>
        </p:nvSpPr>
        <p:spPr>
          <a:xfrm>
            <a:off x="13870140" y="6814794"/>
            <a:ext cx="890269" cy="314960"/>
          </a:xfrm>
          <a:custGeom>
            <a:avLst/>
            <a:gdLst/>
            <a:ahLst/>
            <a:cxnLst/>
            <a:rect l="l" t="t" r="r" b="b"/>
            <a:pathLst>
              <a:path w="890269" h="314959">
                <a:moveTo>
                  <a:pt x="163537" y="81394"/>
                </a:moveTo>
                <a:lnTo>
                  <a:pt x="157441" y="53073"/>
                </a:lnTo>
                <a:lnTo>
                  <a:pt x="143370" y="34810"/>
                </a:lnTo>
                <a:lnTo>
                  <a:pt x="140474" y="31051"/>
                </a:lnTo>
                <a:lnTo>
                  <a:pt x="136499" y="28854"/>
                </a:lnTo>
                <a:lnTo>
                  <a:pt x="136499" y="81394"/>
                </a:lnTo>
                <a:lnTo>
                  <a:pt x="132359" y="100406"/>
                </a:lnTo>
                <a:lnTo>
                  <a:pt x="120929" y="115379"/>
                </a:lnTo>
                <a:lnTo>
                  <a:pt x="103632" y="125196"/>
                </a:lnTo>
                <a:lnTo>
                  <a:pt x="81902" y="128727"/>
                </a:lnTo>
                <a:lnTo>
                  <a:pt x="60020" y="125196"/>
                </a:lnTo>
                <a:lnTo>
                  <a:pt x="42672" y="115379"/>
                </a:lnTo>
                <a:lnTo>
                  <a:pt x="31292" y="100406"/>
                </a:lnTo>
                <a:lnTo>
                  <a:pt x="27305" y="81394"/>
                </a:lnTo>
                <a:lnTo>
                  <a:pt x="31292" y="62560"/>
                </a:lnTo>
                <a:lnTo>
                  <a:pt x="42672" y="47764"/>
                </a:lnTo>
                <a:lnTo>
                  <a:pt x="60020" y="38138"/>
                </a:lnTo>
                <a:lnTo>
                  <a:pt x="81902" y="34810"/>
                </a:lnTo>
                <a:lnTo>
                  <a:pt x="103632" y="38138"/>
                </a:lnTo>
                <a:lnTo>
                  <a:pt x="120929" y="47764"/>
                </a:lnTo>
                <a:lnTo>
                  <a:pt x="132359" y="62560"/>
                </a:lnTo>
                <a:lnTo>
                  <a:pt x="136499" y="81394"/>
                </a:lnTo>
                <a:lnTo>
                  <a:pt x="136499" y="28854"/>
                </a:lnTo>
                <a:lnTo>
                  <a:pt x="114617" y="16725"/>
                </a:lnTo>
                <a:lnTo>
                  <a:pt x="81902" y="11518"/>
                </a:lnTo>
                <a:lnTo>
                  <a:pt x="49098" y="16725"/>
                </a:lnTo>
                <a:lnTo>
                  <a:pt x="23101" y="31051"/>
                </a:lnTo>
                <a:lnTo>
                  <a:pt x="6032" y="53073"/>
                </a:lnTo>
                <a:lnTo>
                  <a:pt x="0" y="81394"/>
                </a:lnTo>
                <a:lnTo>
                  <a:pt x="6032" y="109740"/>
                </a:lnTo>
                <a:lnTo>
                  <a:pt x="23101" y="131826"/>
                </a:lnTo>
                <a:lnTo>
                  <a:pt x="49098" y="146151"/>
                </a:lnTo>
                <a:lnTo>
                  <a:pt x="81902" y="151257"/>
                </a:lnTo>
                <a:lnTo>
                  <a:pt x="114617" y="146151"/>
                </a:lnTo>
                <a:lnTo>
                  <a:pt x="140474" y="131826"/>
                </a:lnTo>
                <a:lnTo>
                  <a:pt x="142849" y="128727"/>
                </a:lnTo>
                <a:lnTo>
                  <a:pt x="157441" y="109740"/>
                </a:lnTo>
                <a:lnTo>
                  <a:pt x="163537" y="81394"/>
                </a:lnTo>
                <a:close/>
              </a:path>
              <a:path w="890269" h="314959">
                <a:moveTo>
                  <a:pt x="251701" y="287997"/>
                </a:moveTo>
                <a:lnTo>
                  <a:pt x="67373" y="287997"/>
                </a:lnTo>
                <a:lnTo>
                  <a:pt x="67373" y="251942"/>
                </a:lnTo>
                <a:lnTo>
                  <a:pt x="240182" y="251942"/>
                </a:lnTo>
                <a:lnTo>
                  <a:pt x="240182" y="175298"/>
                </a:lnTo>
                <a:lnTo>
                  <a:pt x="39319" y="175298"/>
                </a:lnTo>
                <a:lnTo>
                  <a:pt x="39319" y="197599"/>
                </a:lnTo>
                <a:lnTo>
                  <a:pt x="212623" y="197599"/>
                </a:lnTo>
                <a:lnTo>
                  <a:pt x="212623" y="230898"/>
                </a:lnTo>
                <a:lnTo>
                  <a:pt x="40068" y="230898"/>
                </a:lnTo>
                <a:lnTo>
                  <a:pt x="40068" y="310540"/>
                </a:lnTo>
                <a:lnTo>
                  <a:pt x="251701" y="310540"/>
                </a:lnTo>
                <a:lnTo>
                  <a:pt x="251701" y="287997"/>
                </a:lnTo>
                <a:close/>
              </a:path>
              <a:path w="890269" h="314959">
                <a:moveTo>
                  <a:pt x="287515" y="68364"/>
                </a:moveTo>
                <a:lnTo>
                  <a:pt x="240182" y="68364"/>
                </a:lnTo>
                <a:lnTo>
                  <a:pt x="240182" y="0"/>
                </a:lnTo>
                <a:lnTo>
                  <a:pt x="212382" y="0"/>
                </a:lnTo>
                <a:lnTo>
                  <a:pt x="212382" y="160274"/>
                </a:lnTo>
                <a:lnTo>
                  <a:pt x="240182" y="160274"/>
                </a:lnTo>
                <a:lnTo>
                  <a:pt x="240182" y="91655"/>
                </a:lnTo>
                <a:lnTo>
                  <a:pt x="287515" y="91655"/>
                </a:lnTo>
                <a:lnTo>
                  <a:pt x="287515" y="68364"/>
                </a:lnTo>
                <a:close/>
              </a:path>
              <a:path w="890269" h="314959">
                <a:moveTo>
                  <a:pt x="471335" y="133985"/>
                </a:moveTo>
                <a:lnTo>
                  <a:pt x="465340" y="88671"/>
                </a:lnTo>
                <a:lnTo>
                  <a:pt x="448894" y="54152"/>
                </a:lnTo>
                <a:lnTo>
                  <a:pt x="444538" y="50342"/>
                </a:lnTo>
                <a:lnTo>
                  <a:pt x="444538" y="133985"/>
                </a:lnTo>
                <a:lnTo>
                  <a:pt x="440715" y="168910"/>
                </a:lnTo>
                <a:lnTo>
                  <a:pt x="429945" y="195681"/>
                </a:lnTo>
                <a:lnTo>
                  <a:pt x="413270" y="212839"/>
                </a:lnTo>
                <a:lnTo>
                  <a:pt x="391693" y="218884"/>
                </a:lnTo>
                <a:lnTo>
                  <a:pt x="370332" y="212839"/>
                </a:lnTo>
                <a:lnTo>
                  <a:pt x="353631" y="195681"/>
                </a:lnTo>
                <a:lnTo>
                  <a:pt x="342747" y="168910"/>
                </a:lnTo>
                <a:lnTo>
                  <a:pt x="338848" y="133985"/>
                </a:lnTo>
                <a:lnTo>
                  <a:pt x="342747" y="99199"/>
                </a:lnTo>
                <a:lnTo>
                  <a:pt x="353631" y="72466"/>
                </a:lnTo>
                <a:lnTo>
                  <a:pt x="370332" y="55270"/>
                </a:lnTo>
                <a:lnTo>
                  <a:pt x="391693" y="49085"/>
                </a:lnTo>
                <a:lnTo>
                  <a:pt x="413270" y="55270"/>
                </a:lnTo>
                <a:lnTo>
                  <a:pt x="429945" y="72466"/>
                </a:lnTo>
                <a:lnTo>
                  <a:pt x="440715" y="99199"/>
                </a:lnTo>
                <a:lnTo>
                  <a:pt x="444538" y="133985"/>
                </a:lnTo>
                <a:lnTo>
                  <a:pt x="444538" y="50342"/>
                </a:lnTo>
                <a:lnTo>
                  <a:pt x="443103" y="49085"/>
                </a:lnTo>
                <a:lnTo>
                  <a:pt x="423760" y="32131"/>
                </a:lnTo>
                <a:lnTo>
                  <a:pt x="391693" y="24282"/>
                </a:lnTo>
                <a:lnTo>
                  <a:pt x="359638" y="32131"/>
                </a:lnTo>
                <a:lnTo>
                  <a:pt x="334568" y="54152"/>
                </a:lnTo>
                <a:lnTo>
                  <a:pt x="318262" y="88671"/>
                </a:lnTo>
                <a:lnTo>
                  <a:pt x="312559" y="133985"/>
                </a:lnTo>
                <a:lnTo>
                  <a:pt x="318262" y="179438"/>
                </a:lnTo>
                <a:lnTo>
                  <a:pt x="334568" y="213995"/>
                </a:lnTo>
                <a:lnTo>
                  <a:pt x="359638" y="235978"/>
                </a:lnTo>
                <a:lnTo>
                  <a:pt x="391693" y="243674"/>
                </a:lnTo>
                <a:lnTo>
                  <a:pt x="423760" y="235978"/>
                </a:lnTo>
                <a:lnTo>
                  <a:pt x="443306" y="218884"/>
                </a:lnTo>
                <a:lnTo>
                  <a:pt x="448894" y="213995"/>
                </a:lnTo>
                <a:lnTo>
                  <a:pt x="465340" y="179438"/>
                </a:lnTo>
                <a:lnTo>
                  <a:pt x="471335" y="133985"/>
                </a:lnTo>
                <a:close/>
              </a:path>
              <a:path w="890269" h="314959">
                <a:moveTo>
                  <a:pt x="603821" y="125717"/>
                </a:moveTo>
                <a:lnTo>
                  <a:pt x="551230" y="125717"/>
                </a:lnTo>
                <a:lnTo>
                  <a:pt x="551230" y="0"/>
                </a:lnTo>
                <a:lnTo>
                  <a:pt x="523430" y="0"/>
                </a:lnTo>
                <a:lnTo>
                  <a:pt x="523430" y="314794"/>
                </a:lnTo>
                <a:lnTo>
                  <a:pt x="551230" y="314794"/>
                </a:lnTo>
                <a:lnTo>
                  <a:pt x="551230" y="149504"/>
                </a:lnTo>
                <a:lnTo>
                  <a:pt x="603821" y="149504"/>
                </a:lnTo>
                <a:lnTo>
                  <a:pt x="603821" y="125717"/>
                </a:lnTo>
                <a:close/>
              </a:path>
              <a:path w="890269" h="314959">
                <a:moveTo>
                  <a:pt x="771118" y="222885"/>
                </a:moveTo>
                <a:lnTo>
                  <a:pt x="769188" y="208368"/>
                </a:lnTo>
                <a:lnTo>
                  <a:pt x="767854" y="198348"/>
                </a:lnTo>
                <a:lnTo>
                  <a:pt x="739889" y="203111"/>
                </a:lnTo>
                <a:lnTo>
                  <a:pt x="713498" y="206171"/>
                </a:lnTo>
                <a:lnTo>
                  <a:pt x="688492" y="207822"/>
                </a:lnTo>
                <a:lnTo>
                  <a:pt x="664679" y="208368"/>
                </a:lnTo>
                <a:lnTo>
                  <a:pt x="664679" y="38315"/>
                </a:lnTo>
                <a:lnTo>
                  <a:pt x="636879" y="38315"/>
                </a:lnTo>
                <a:lnTo>
                  <a:pt x="636879" y="233159"/>
                </a:lnTo>
                <a:lnTo>
                  <a:pt x="656666" y="233159"/>
                </a:lnTo>
                <a:lnTo>
                  <a:pt x="682967" y="232676"/>
                </a:lnTo>
                <a:lnTo>
                  <a:pt x="710412" y="231025"/>
                </a:lnTo>
                <a:lnTo>
                  <a:pt x="739597" y="227876"/>
                </a:lnTo>
                <a:lnTo>
                  <a:pt x="771118" y="222885"/>
                </a:lnTo>
                <a:close/>
              </a:path>
              <a:path w="890269" h="314959">
                <a:moveTo>
                  <a:pt x="889825" y="0"/>
                </a:moveTo>
                <a:lnTo>
                  <a:pt x="862774" y="0"/>
                </a:lnTo>
                <a:lnTo>
                  <a:pt x="862774" y="128219"/>
                </a:lnTo>
                <a:lnTo>
                  <a:pt x="817194" y="128219"/>
                </a:lnTo>
                <a:lnTo>
                  <a:pt x="817194" y="7010"/>
                </a:lnTo>
                <a:lnTo>
                  <a:pt x="790905" y="7010"/>
                </a:lnTo>
                <a:lnTo>
                  <a:pt x="790905" y="298272"/>
                </a:lnTo>
                <a:lnTo>
                  <a:pt x="817194" y="298272"/>
                </a:lnTo>
                <a:lnTo>
                  <a:pt x="817194" y="151765"/>
                </a:lnTo>
                <a:lnTo>
                  <a:pt x="862774" y="151765"/>
                </a:lnTo>
                <a:lnTo>
                  <a:pt x="862774" y="314794"/>
                </a:lnTo>
                <a:lnTo>
                  <a:pt x="889825" y="314794"/>
                </a:lnTo>
                <a:lnTo>
                  <a:pt x="889825" y="151765"/>
                </a:lnTo>
                <a:lnTo>
                  <a:pt x="889825" y="128219"/>
                </a:lnTo>
                <a:lnTo>
                  <a:pt x="8898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/>
          <p:nvPr/>
        </p:nvSpPr>
        <p:spPr>
          <a:xfrm>
            <a:off x="14804803" y="6846588"/>
            <a:ext cx="287020" cy="238760"/>
          </a:xfrm>
          <a:custGeom>
            <a:avLst/>
            <a:gdLst/>
            <a:ahLst/>
            <a:cxnLst/>
            <a:rect l="l" t="t" r="r" b="b"/>
            <a:pathLst>
              <a:path w="287019" h="238759">
                <a:moveTo>
                  <a:pt x="287006" y="215130"/>
                </a:moveTo>
                <a:lnTo>
                  <a:pt x="0" y="215130"/>
                </a:lnTo>
                <a:lnTo>
                  <a:pt x="0" y="238421"/>
                </a:lnTo>
                <a:lnTo>
                  <a:pt x="287006" y="238421"/>
                </a:lnTo>
                <a:lnTo>
                  <a:pt x="287006" y="215130"/>
                </a:lnTo>
                <a:close/>
              </a:path>
              <a:path w="287019" h="238759">
                <a:moveTo>
                  <a:pt x="139997" y="102681"/>
                </a:moveTo>
                <a:lnTo>
                  <a:pt x="112448" y="102681"/>
                </a:lnTo>
                <a:lnTo>
                  <a:pt x="112448" y="215130"/>
                </a:lnTo>
                <a:lnTo>
                  <a:pt x="139997" y="215130"/>
                </a:lnTo>
                <a:lnTo>
                  <a:pt x="139997" y="102681"/>
                </a:lnTo>
                <a:close/>
              </a:path>
              <a:path w="287019" h="238759">
                <a:moveTo>
                  <a:pt x="252446" y="0"/>
                </a:moveTo>
                <a:lnTo>
                  <a:pt x="30553" y="0"/>
                </a:lnTo>
                <a:lnTo>
                  <a:pt x="30553" y="23040"/>
                </a:lnTo>
                <a:lnTo>
                  <a:pt x="224646" y="23040"/>
                </a:lnTo>
                <a:lnTo>
                  <a:pt x="224646" y="31305"/>
                </a:lnTo>
                <a:lnTo>
                  <a:pt x="224318" y="60994"/>
                </a:lnTo>
                <a:lnTo>
                  <a:pt x="222956" y="93947"/>
                </a:lnTo>
                <a:lnTo>
                  <a:pt x="219434" y="131079"/>
                </a:lnTo>
                <a:lnTo>
                  <a:pt x="212625" y="173306"/>
                </a:lnTo>
                <a:lnTo>
                  <a:pt x="240674" y="176562"/>
                </a:lnTo>
                <a:lnTo>
                  <a:pt x="247339" y="132593"/>
                </a:lnTo>
                <a:lnTo>
                  <a:pt x="250787" y="94729"/>
                </a:lnTo>
                <a:lnTo>
                  <a:pt x="252121" y="61468"/>
                </a:lnTo>
                <a:lnTo>
                  <a:pt x="252446" y="31305"/>
                </a:lnTo>
                <a:lnTo>
                  <a:pt x="2524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/>
          <p:nvPr/>
        </p:nvSpPr>
        <p:spPr>
          <a:xfrm>
            <a:off x="15208197" y="6814782"/>
            <a:ext cx="269240" cy="314960"/>
          </a:xfrm>
          <a:custGeom>
            <a:avLst/>
            <a:gdLst/>
            <a:ahLst/>
            <a:cxnLst/>
            <a:rect l="l" t="t" r="r" b="b"/>
            <a:pathLst>
              <a:path w="269240" h="314959">
                <a:moveTo>
                  <a:pt x="268975" y="155775"/>
                </a:moveTo>
                <a:lnTo>
                  <a:pt x="242429" y="155775"/>
                </a:lnTo>
                <a:lnTo>
                  <a:pt x="242429" y="314806"/>
                </a:lnTo>
                <a:lnTo>
                  <a:pt x="268975" y="314806"/>
                </a:lnTo>
                <a:lnTo>
                  <a:pt x="268975" y="155775"/>
                </a:lnTo>
                <a:close/>
              </a:path>
              <a:path w="269240" h="314959">
                <a:moveTo>
                  <a:pt x="200605" y="7513"/>
                </a:moveTo>
                <a:lnTo>
                  <a:pt x="174307" y="7513"/>
                </a:lnTo>
                <a:lnTo>
                  <a:pt x="174307" y="299279"/>
                </a:lnTo>
                <a:lnTo>
                  <a:pt x="200605" y="299279"/>
                </a:lnTo>
                <a:lnTo>
                  <a:pt x="200605" y="155775"/>
                </a:lnTo>
                <a:lnTo>
                  <a:pt x="268975" y="155775"/>
                </a:lnTo>
                <a:lnTo>
                  <a:pt x="268975" y="132734"/>
                </a:lnTo>
                <a:lnTo>
                  <a:pt x="200605" y="132734"/>
                </a:lnTo>
                <a:lnTo>
                  <a:pt x="200605" y="7513"/>
                </a:lnTo>
                <a:close/>
              </a:path>
              <a:path w="269240" h="314959">
                <a:moveTo>
                  <a:pt x="268975" y="0"/>
                </a:moveTo>
                <a:lnTo>
                  <a:pt x="242429" y="0"/>
                </a:lnTo>
                <a:lnTo>
                  <a:pt x="242429" y="132734"/>
                </a:lnTo>
                <a:lnTo>
                  <a:pt x="268975" y="132734"/>
                </a:lnTo>
                <a:lnTo>
                  <a:pt x="268975" y="0"/>
                </a:lnTo>
                <a:close/>
              </a:path>
              <a:path w="269240" h="314959">
                <a:moveTo>
                  <a:pt x="158029" y="54346"/>
                </a:moveTo>
                <a:lnTo>
                  <a:pt x="0" y="54346"/>
                </a:lnTo>
                <a:lnTo>
                  <a:pt x="0" y="77136"/>
                </a:lnTo>
                <a:lnTo>
                  <a:pt x="158029" y="77136"/>
                </a:lnTo>
                <a:lnTo>
                  <a:pt x="158029" y="54346"/>
                </a:lnTo>
                <a:close/>
              </a:path>
              <a:path w="269240" h="314959">
                <a:moveTo>
                  <a:pt x="93165" y="9516"/>
                </a:moveTo>
                <a:lnTo>
                  <a:pt x="65365" y="9516"/>
                </a:lnTo>
                <a:lnTo>
                  <a:pt x="65365" y="54346"/>
                </a:lnTo>
                <a:lnTo>
                  <a:pt x="93165" y="54346"/>
                </a:lnTo>
                <a:lnTo>
                  <a:pt x="93165" y="9516"/>
                </a:lnTo>
                <a:close/>
              </a:path>
              <a:path w="269240" h="314959">
                <a:moveTo>
                  <a:pt x="79140" y="98424"/>
                </a:moveTo>
                <a:lnTo>
                  <a:pt x="51951" y="103695"/>
                </a:lnTo>
                <a:lnTo>
                  <a:pt x="30491" y="118428"/>
                </a:lnTo>
                <a:lnTo>
                  <a:pt x="16451" y="141003"/>
                </a:lnTo>
                <a:lnTo>
                  <a:pt x="11520" y="169800"/>
                </a:lnTo>
                <a:lnTo>
                  <a:pt x="16451" y="198926"/>
                </a:lnTo>
                <a:lnTo>
                  <a:pt x="30491" y="221736"/>
                </a:lnTo>
                <a:lnTo>
                  <a:pt x="51951" y="236609"/>
                </a:lnTo>
                <a:lnTo>
                  <a:pt x="79140" y="241927"/>
                </a:lnTo>
                <a:lnTo>
                  <a:pt x="106442" y="236609"/>
                </a:lnTo>
                <a:lnTo>
                  <a:pt x="127945" y="221736"/>
                </a:lnTo>
                <a:lnTo>
                  <a:pt x="130485" y="217634"/>
                </a:lnTo>
                <a:lnTo>
                  <a:pt x="79140" y="217634"/>
                </a:lnTo>
                <a:lnTo>
                  <a:pt x="61843" y="214210"/>
                </a:lnTo>
                <a:lnTo>
                  <a:pt x="48210" y="204330"/>
                </a:lnTo>
                <a:lnTo>
                  <a:pt x="39272" y="189143"/>
                </a:lnTo>
                <a:lnTo>
                  <a:pt x="36064" y="169800"/>
                </a:lnTo>
                <a:lnTo>
                  <a:pt x="39272" y="150700"/>
                </a:lnTo>
                <a:lnTo>
                  <a:pt x="48210" y="135521"/>
                </a:lnTo>
                <a:lnTo>
                  <a:pt x="61843" y="125460"/>
                </a:lnTo>
                <a:lnTo>
                  <a:pt x="79140" y="121715"/>
                </a:lnTo>
                <a:lnTo>
                  <a:pt x="130002" y="121715"/>
                </a:lnTo>
                <a:lnTo>
                  <a:pt x="127945" y="118428"/>
                </a:lnTo>
                <a:lnTo>
                  <a:pt x="106442" y="103695"/>
                </a:lnTo>
                <a:lnTo>
                  <a:pt x="79140" y="98424"/>
                </a:lnTo>
                <a:close/>
              </a:path>
              <a:path w="269240" h="314959">
                <a:moveTo>
                  <a:pt x="130002" y="121715"/>
                </a:moveTo>
                <a:lnTo>
                  <a:pt x="79140" y="121715"/>
                </a:lnTo>
                <a:lnTo>
                  <a:pt x="96475" y="125460"/>
                </a:lnTo>
                <a:lnTo>
                  <a:pt x="110195" y="135521"/>
                </a:lnTo>
                <a:lnTo>
                  <a:pt x="119218" y="150700"/>
                </a:lnTo>
                <a:lnTo>
                  <a:pt x="122466" y="169800"/>
                </a:lnTo>
                <a:lnTo>
                  <a:pt x="119218" y="189143"/>
                </a:lnTo>
                <a:lnTo>
                  <a:pt x="110195" y="204330"/>
                </a:lnTo>
                <a:lnTo>
                  <a:pt x="96475" y="214210"/>
                </a:lnTo>
                <a:lnTo>
                  <a:pt x="79140" y="217634"/>
                </a:lnTo>
                <a:lnTo>
                  <a:pt x="130485" y="217634"/>
                </a:lnTo>
                <a:lnTo>
                  <a:pt x="142075" y="198926"/>
                </a:lnTo>
                <a:lnTo>
                  <a:pt x="147260" y="169800"/>
                </a:lnTo>
                <a:lnTo>
                  <a:pt x="142075" y="141003"/>
                </a:lnTo>
                <a:lnTo>
                  <a:pt x="130002" y="121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/>
          <p:nvPr/>
        </p:nvSpPr>
        <p:spPr>
          <a:xfrm>
            <a:off x="15527757" y="6811530"/>
            <a:ext cx="602615" cy="315595"/>
          </a:xfrm>
          <a:custGeom>
            <a:avLst/>
            <a:gdLst/>
            <a:ahLst/>
            <a:cxnLst/>
            <a:rect l="l" t="t" r="r" b="b"/>
            <a:pathLst>
              <a:path w="602615" h="315595">
                <a:moveTo>
                  <a:pt x="255701" y="3263"/>
                </a:moveTo>
                <a:lnTo>
                  <a:pt x="227901" y="3263"/>
                </a:lnTo>
                <a:lnTo>
                  <a:pt x="227901" y="49085"/>
                </a:lnTo>
                <a:lnTo>
                  <a:pt x="155028" y="49085"/>
                </a:lnTo>
                <a:lnTo>
                  <a:pt x="156298" y="42075"/>
                </a:lnTo>
                <a:lnTo>
                  <a:pt x="157276" y="34442"/>
                </a:lnTo>
                <a:lnTo>
                  <a:pt x="157848" y="26835"/>
                </a:lnTo>
                <a:lnTo>
                  <a:pt x="158026" y="19037"/>
                </a:lnTo>
                <a:lnTo>
                  <a:pt x="16027" y="19037"/>
                </a:lnTo>
                <a:lnTo>
                  <a:pt x="16027" y="42075"/>
                </a:lnTo>
                <a:lnTo>
                  <a:pt x="127228" y="42075"/>
                </a:lnTo>
                <a:lnTo>
                  <a:pt x="116103" y="77546"/>
                </a:lnTo>
                <a:lnTo>
                  <a:pt x="90703" y="107467"/>
                </a:lnTo>
                <a:lnTo>
                  <a:pt x="51765" y="131254"/>
                </a:lnTo>
                <a:lnTo>
                  <a:pt x="0" y="148259"/>
                </a:lnTo>
                <a:lnTo>
                  <a:pt x="10020" y="171310"/>
                </a:lnTo>
                <a:lnTo>
                  <a:pt x="58356" y="155638"/>
                </a:lnTo>
                <a:lnTo>
                  <a:pt x="98031" y="133692"/>
                </a:lnTo>
                <a:lnTo>
                  <a:pt x="128295" y="105575"/>
                </a:lnTo>
                <a:lnTo>
                  <a:pt x="148386" y="71374"/>
                </a:lnTo>
                <a:lnTo>
                  <a:pt x="227901" y="71374"/>
                </a:lnTo>
                <a:lnTo>
                  <a:pt x="227901" y="109194"/>
                </a:lnTo>
                <a:lnTo>
                  <a:pt x="143751" y="109194"/>
                </a:lnTo>
                <a:lnTo>
                  <a:pt x="143751" y="131254"/>
                </a:lnTo>
                <a:lnTo>
                  <a:pt x="227901" y="131254"/>
                </a:lnTo>
                <a:lnTo>
                  <a:pt x="227901" y="164287"/>
                </a:lnTo>
                <a:lnTo>
                  <a:pt x="255701" y="164287"/>
                </a:lnTo>
                <a:lnTo>
                  <a:pt x="255701" y="71374"/>
                </a:lnTo>
                <a:lnTo>
                  <a:pt x="255701" y="49085"/>
                </a:lnTo>
                <a:lnTo>
                  <a:pt x="255701" y="3263"/>
                </a:lnTo>
                <a:close/>
              </a:path>
              <a:path w="602615" h="315595">
                <a:moveTo>
                  <a:pt x="266471" y="292265"/>
                </a:moveTo>
                <a:lnTo>
                  <a:pt x="79895" y="292265"/>
                </a:lnTo>
                <a:lnTo>
                  <a:pt x="79895" y="255206"/>
                </a:lnTo>
                <a:lnTo>
                  <a:pt x="255701" y="255206"/>
                </a:lnTo>
                <a:lnTo>
                  <a:pt x="255701" y="178562"/>
                </a:lnTo>
                <a:lnTo>
                  <a:pt x="51587" y="178562"/>
                </a:lnTo>
                <a:lnTo>
                  <a:pt x="51587" y="201104"/>
                </a:lnTo>
                <a:lnTo>
                  <a:pt x="227901" y="201104"/>
                </a:lnTo>
                <a:lnTo>
                  <a:pt x="227901" y="233921"/>
                </a:lnTo>
                <a:lnTo>
                  <a:pt x="52336" y="233921"/>
                </a:lnTo>
                <a:lnTo>
                  <a:pt x="52336" y="315061"/>
                </a:lnTo>
                <a:lnTo>
                  <a:pt x="266471" y="315061"/>
                </a:lnTo>
                <a:lnTo>
                  <a:pt x="266471" y="292265"/>
                </a:lnTo>
                <a:close/>
              </a:path>
              <a:path w="602615" h="315595">
                <a:moveTo>
                  <a:pt x="478599" y="119964"/>
                </a:moveTo>
                <a:lnTo>
                  <a:pt x="473087" y="98488"/>
                </a:lnTo>
                <a:lnTo>
                  <a:pt x="464058" y="88912"/>
                </a:lnTo>
                <a:lnTo>
                  <a:pt x="457784" y="82245"/>
                </a:lnTo>
                <a:lnTo>
                  <a:pt x="452297" y="79883"/>
                </a:lnTo>
                <a:lnTo>
                  <a:pt x="452297" y="119964"/>
                </a:lnTo>
                <a:lnTo>
                  <a:pt x="448640" y="132803"/>
                </a:lnTo>
                <a:lnTo>
                  <a:pt x="438619" y="142506"/>
                </a:lnTo>
                <a:lnTo>
                  <a:pt x="423100" y="148628"/>
                </a:lnTo>
                <a:lnTo>
                  <a:pt x="402958" y="150774"/>
                </a:lnTo>
                <a:lnTo>
                  <a:pt x="382536" y="148628"/>
                </a:lnTo>
                <a:lnTo>
                  <a:pt x="366928" y="142506"/>
                </a:lnTo>
                <a:lnTo>
                  <a:pt x="356997" y="132803"/>
                </a:lnTo>
                <a:lnTo>
                  <a:pt x="353618" y="119964"/>
                </a:lnTo>
                <a:lnTo>
                  <a:pt x="356997" y="107188"/>
                </a:lnTo>
                <a:lnTo>
                  <a:pt x="366928" y="97396"/>
                </a:lnTo>
                <a:lnTo>
                  <a:pt x="382536" y="91122"/>
                </a:lnTo>
                <a:lnTo>
                  <a:pt x="402958" y="88912"/>
                </a:lnTo>
                <a:lnTo>
                  <a:pt x="423100" y="91122"/>
                </a:lnTo>
                <a:lnTo>
                  <a:pt x="438619" y="97396"/>
                </a:lnTo>
                <a:lnTo>
                  <a:pt x="448640" y="107188"/>
                </a:lnTo>
                <a:lnTo>
                  <a:pt x="452297" y="119964"/>
                </a:lnTo>
                <a:lnTo>
                  <a:pt x="452297" y="79883"/>
                </a:lnTo>
                <a:lnTo>
                  <a:pt x="433971" y="71958"/>
                </a:lnTo>
                <a:lnTo>
                  <a:pt x="402958" y="68376"/>
                </a:lnTo>
                <a:lnTo>
                  <a:pt x="371627" y="71958"/>
                </a:lnTo>
                <a:lnTo>
                  <a:pt x="347649" y="82245"/>
                </a:lnTo>
                <a:lnTo>
                  <a:pt x="332346" y="98488"/>
                </a:lnTo>
                <a:lnTo>
                  <a:pt x="327075" y="119964"/>
                </a:lnTo>
                <a:lnTo>
                  <a:pt x="332346" y="141554"/>
                </a:lnTo>
                <a:lnTo>
                  <a:pt x="347649" y="157784"/>
                </a:lnTo>
                <a:lnTo>
                  <a:pt x="371627" y="168008"/>
                </a:lnTo>
                <a:lnTo>
                  <a:pt x="402958" y="171551"/>
                </a:lnTo>
                <a:lnTo>
                  <a:pt x="433971" y="168008"/>
                </a:lnTo>
                <a:lnTo>
                  <a:pt x="457784" y="157784"/>
                </a:lnTo>
                <a:lnTo>
                  <a:pt x="464388" y="150774"/>
                </a:lnTo>
                <a:lnTo>
                  <a:pt x="473087" y="141554"/>
                </a:lnTo>
                <a:lnTo>
                  <a:pt x="478599" y="119964"/>
                </a:lnTo>
                <a:close/>
              </a:path>
              <a:path w="602615" h="315595">
                <a:moveTo>
                  <a:pt x="496633" y="31813"/>
                </a:moveTo>
                <a:lnTo>
                  <a:pt x="416737" y="31813"/>
                </a:lnTo>
                <a:lnTo>
                  <a:pt x="416737" y="0"/>
                </a:lnTo>
                <a:lnTo>
                  <a:pt x="389191" y="0"/>
                </a:lnTo>
                <a:lnTo>
                  <a:pt x="389191" y="31813"/>
                </a:lnTo>
                <a:lnTo>
                  <a:pt x="309041" y="31813"/>
                </a:lnTo>
                <a:lnTo>
                  <a:pt x="309041" y="54102"/>
                </a:lnTo>
                <a:lnTo>
                  <a:pt x="496633" y="54102"/>
                </a:lnTo>
                <a:lnTo>
                  <a:pt x="496633" y="31813"/>
                </a:lnTo>
                <a:close/>
              </a:path>
              <a:path w="602615" h="315595">
                <a:moveTo>
                  <a:pt x="566000" y="293014"/>
                </a:moveTo>
                <a:lnTo>
                  <a:pt x="381673" y="293014"/>
                </a:lnTo>
                <a:lnTo>
                  <a:pt x="381673" y="262470"/>
                </a:lnTo>
                <a:lnTo>
                  <a:pt x="554482" y="262470"/>
                </a:lnTo>
                <a:lnTo>
                  <a:pt x="554482" y="192595"/>
                </a:lnTo>
                <a:lnTo>
                  <a:pt x="353618" y="192595"/>
                </a:lnTo>
                <a:lnTo>
                  <a:pt x="353618" y="213626"/>
                </a:lnTo>
                <a:lnTo>
                  <a:pt x="526935" y="213626"/>
                </a:lnTo>
                <a:lnTo>
                  <a:pt x="526935" y="241935"/>
                </a:lnTo>
                <a:lnTo>
                  <a:pt x="354380" y="241935"/>
                </a:lnTo>
                <a:lnTo>
                  <a:pt x="354380" y="314553"/>
                </a:lnTo>
                <a:lnTo>
                  <a:pt x="566000" y="314553"/>
                </a:lnTo>
                <a:lnTo>
                  <a:pt x="566000" y="293014"/>
                </a:lnTo>
                <a:close/>
              </a:path>
              <a:path w="602615" h="315595">
                <a:moveTo>
                  <a:pt x="602068" y="78638"/>
                </a:moveTo>
                <a:lnTo>
                  <a:pt x="554482" y="78638"/>
                </a:lnTo>
                <a:lnTo>
                  <a:pt x="554482" y="2006"/>
                </a:lnTo>
                <a:lnTo>
                  <a:pt x="526681" y="2006"/>
                </a:lnTo>
                <a:lnTo>
                  <a:pt x="526681" y="176314"/>
                </a:lnTo>
                <a:lnTo>
                  <a:pt x="554482" y="176314"/>
                </a:lnTo>
                <a:lnTo>
                  <a:pt x="554482" y="101676"/>
                </a:lnTo>
                <a:lnTo>
                  <a:pt x="602068" y="101676"/>
                </a:lnTo>
                <a:lnTo>
                  <a:pt x="602068" y="786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/>
          <p:nvPr/>
        </p:nvSpPr>
        <p:spPr>
          <a:xfrm>
            <a:off x="16240179" y="6826052"/>
            <a:ext cx="287020" cy="304165"/>
          </a:xfrm>
          <a:custGeom>
            <a:avLst/>
            <a:gdLst/>
            <a:ahLst/>
            <a:cxnLst/>
            <a:rect l="l" t="t" r="r" b="b"/>
            <a:pathLst>
              <a:path w="287019" h="304165">
                <a:moveTo>
                  <a:pt x="158029" y="0"/>
                </a:moveTo>
                <a:lnTo>
                  <a:pt x="129229" y="0"/>
                </a:lnTo>
                <a:lnTo>
                  <a:pt x="129229" y="18032"/>
                </a:lnTo>
                <a:lnTo>
                  <a:pt x="119438" y="49771"/>
                </a:lnTo>
                <a:lnTo>
                  <a:pt x="119340" y="50088"/>
                </a:lnTo>
                <a:lnTo>
                  <a:pt x="93321" y="77261"/>
                </a:lnTo>
                <a:lnTo>
                  <a:pt x="56643" y="97485"/>
                </a:lnTo>
                <a:lnTo>
                  <a:pt x="14775" y="108692"/>
                </a:lnTo>
                <a:lnTo>
                  <a:pt x="26297" y="131482"/>
                </a:lnTo>
                <a:lnTo>
                  <a:pt x="62487" y="121889"/>
                </a:lnTo>
                <a:lnTo>
                  <a:pt x="95872" y="105921"/>
                </a:lnTo>
                <a:lnTo>
                  <a:pt x="123834" y="84201"/>
                </a:lnTo>
                <a:lnTo>
                  <a:pt x="143753" y="57351"/>
                </a:lnTo>
                <a:lnTo>
                  <a:pt x="175229" y="57351"/>
                </a:lnTo>
                <a:lnTo>
                  <a:pt x="167957" y="49771"/>
                </a:lnTo>
                <a:lnTo>
                  <a:pt x="158029" y="18032"/>
                </a:lnTo>
                <a:lnTo>
                  <a:pt x="158029" y="0"/>
                </a:lnTo>
                <a:close/>
              </a:path>
              <a:path w="287019" h="304165">
                <a:moveTo>
                  <a:pt x="175229" y="57351"/>
                </a:moveTo>
                <a:lnTo>
                  <a:pt x="143753" y="57351"/>
                </a:lnTo>
                <a:lnTo>
                  <a:pt x="158639" y="77261"/>
                </a:lnTo>
                <a:lnTo>
                  <a:pt x="163885" y="84201"/>
                </a:lnTo>
                <a:lnTo>
                  <a:pt x="191957" y="105921"/>
                </a:lnTo>
                <a:lnTo>
                  <a:pt x="225330" y="121889"/>
                </a:lnTo>
                <a:lnTo>
                  <a:pt x="261463" y="131482"/>
                </a:lnTo>
                <a:lnTo>
                  <a:pt x="272732" y="108692"/>
                </a:lnTo>
                <a:lnTo>
                  <a:pt x="231217" y="97485"/>
                </a:lnTo>
                <a:lnTo>
                  <a:pt x="231016" y="97485"/>
                </a:lnTo>
                <a:lnTo>
                  <a:pt x="194062" y="76980"/>
                </a:lnTo>
                <a:lnTo>
                  <a:pt x="175229" y="57351"/>
                </a:lnTo>
                <a:close/>
              </a:path>
              <a:path w="287019" h="304165">
                <a:moveTo>
                  <a:pt x="156526" y="189335"/>
                </a:moveTo>
                <a:lnTo>
                  <a:pt x="129229" y="189335"/>
                </a:lnTo>
                <a:lnTo>
                  <a:pt x="129229" y="303537"/>
                </a:lnTo>
                <a:lnTo>
                  <a:pt x="156526" y="303537"/>
                </a:lnTo>
                <a:lnTo>
                  <a:pt x="156526" y="189335"/>
                </a:lnTo>
                <a:close/>
              </a:path>
              <a:path w="287019" h="304165">
                <a:moveTo>
                  <a:pt x="287008" y="166043"/>
                </a:moveTo>
                <a:lnTo>
                  <a:pt x="0" y="166043"/>
                </a:lnTo>
                <a:lnTo>
                  <a:pt x="0" y="189335"/>
                </a:lnTo>
                <a:lnTo>
                  <a:pt x="287008" y="189335"/>
                </a:lnTo>
                <a:lnTo>
                  <a:pt x="287008" y="1660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/>
          <p:nvPr/>
        </p:nvSpPr>
        <p:spPr>
          <a:xfrm>
            <a:off x="16651808" y="6814794"/>
            <a:ext cx="989965" cy="315595"/>
          </a:xfrm>
          <a:custGeom>
            <a:avLst/>
            <a:gdLst/>
            <a:ahLst/>
            <a:cxnLst/>
            <a:rect l="l" t="t" r="r" b="b"/>
            <a:pathLst>
              <a:path w="989965" h="315595">
                <a:moveTo>
                  <a:pt x="165036" y="92151"/>
                </a:moveTo>
                <a:lnTo>
                  <a:pt x="158889" y="62166"/>
                </a:lnTo>
                <a:lnTo>
                  <a:pt x="144284" y="42316"/>
                </a:lnTo>
                <a:lnTo>
                  <a:pt x="141770" y="38912"/>
                </a:lnTo>
                <a:lnTo>
                  <a:pt x="137985" y="36728"/>
                </a:lnTo>
                <a:lnTo>
                  <a:pt x="137985" y="92151"/>
                </a:lnTo>
                <a:lnTo>
                  <a:pt x="133845" y="112306"/>
                </a:lnTo>
                <a:lnTo>
                  <a:pt x="122339" y="128092"/>
                </a:lnTo>
                <a:lnTo>
                  <a:pt x="104813" y="138430"/>
                </a:lnTo>
                <a:lnTo>
                  <a:pt x="82638" y="142240"/>
                </a:lnTo>
                <a:lnTo>
                  <a:pt x="60325" y="138430"/>
                </a:lnTo>
                <a:lnTo>
                  <a:pt x="42760" y="128092"/>
                </a:lnTo>
                <a:lnTo>
                  <a:pt x="31292" y="112306"/>
                </a:lnTo>
                <a:lnTo>
                  <a:pt x="27292" y="92151"/>
                </a:lnTo>
                <a:lnTo>
                  <a:pt x="31292" y="71970"/>
                </a:lnTo>
                <a:lnTo>
                  <a:pt x="42760" y="56159"/>
                </a:lnTo>
                <a:lnTo>
                  <a:pt x="60325" y="45885"/>
                </a:lnTo>
                <a:lnTo>
                  <a:pt x="82638" y="42316"/>
                </a:lnTo>
                <a:lnTo>
                  <a:pt x="104813" y="45885"/>
                </a:lnTo>
                <a:lnTo>
                  <a:pt x="122339" y="56159"/>
                </a:lnTo>
                <a:lnTo>
                  <a:pt x="133845" y="71970"/>
                </a:lnTo>
                <a:lnTo>
                  <a:pt x="137985" y="92151"/>
                </a:lnTo>
                <a:lnTo>
                  <a:pt x="137985" y="36728"/>
                </a:lnTo>
                <a:lnTo>
                  <a:pt x="115697" y="23863"/>
                </a:lnTo>
                <a:lnTo>
                  <a:pt x="82638" y="18529"/>
                </a:lnTo>
                <a:lnTo>
                  <a:pt x="49542" y="23863"/>
                </a:lnTo>
                <a:lnTo>
                  <a:pt x="23380" y="38912"/>
                </a:lnTo>
                <a:lnTo>
                  <a:pt x="6184" y="62166"/>
                </a:lnTo>
                <a:lnTo>
                  <a:pt x="0" y="92151"/>
                </a:lnTo>
                <a:lnTo>
                  <a:pt x="6184" y="121856"/>
                </a:lnTo>
                <a:lnTo>
                  <a:pt x="23380" y="144970"/>
                </a:lnTo>
                <a:lnTo>
                  <a:pt x="49542" y="159956"/>
                </a:lnTo>
                <a:lnTo>
                  <a:pt x="82638" y="165290"/>
                </a:lnTo>
                <a:lnTo>
                  <a:pt x="115697" y="159956"/>
                </a:lnTo>
                <a:lnTo>
                  <a:pt x="141770" y="144970"/>
                </a:lnTo>
                <a:lnTo>
                  <a:pt x="143789" y="142240"/>
                </a:lnTo>
                <a:lnTo>
                  <a:pt x="158889" y="121856"/>
                </a:lnTo>
                <a:lnTo>
                  <a:pt x="165036" y="92151"/>
                </a:lnTo>
                <a:close/>
              </a:path>
              <a:path w="989965" h="315595">
                <a:moveTo>
                  <a:pt x="252691" y="241"/>
                </a:moveTo>
                <a:lnTo>
                  <a:pt x="224891" y="241"/>
                </a:lnTo>
                <a:lnTo>
                  <a:pt x="224891" y="180060"/>
                </a:lnTo>
                <a:lnTo>
                  <a:pt x="252691" y="180060"/>
                </a:lnTo>
                <a:lnTo>
                  <a:pt x="252691" y="241"/>
                </a:lnTo>
                <a:close/>
              </a:path>
              <a:path w="989965" h="315595">
                <a:moveTo>
                  <a:pt x="281495" y="289750"/>
                </a:moveTo>
                <a:lnTo>
                  <a:pt x="254317" y="276237"/>
                </a:lnTo>
                <a:lnTo>
                  <a:pt x="234124" y="257479"/>
                </a:lnTo>
                <a:lnTo>
                  <a:pt x="230378" y="250812"/>
                </a:lnTo>
                <a:lnTo>
                  <a:pt x="221589" y="235204"/>
                </a:lnTo>
                <a:lnTo>
                  <a:pt x="217373" y="211112"/>
                </a:lnTo>
                <a:lnTo>
                  <a:pt x="217373" y="193840"/>
                </a:lnTo>
                <a:lnTo>
                  <a:pt x="190080" y="193840"/>
                </a:lnTo>
                <a:lnTo>
                  <a:pt x="190080" y="211112"/>
                </a:lnTo>
                <a:lnTo>
                  <a:pt x="187121" y="230479"/>
                </a:lnTo>
                <a:lnTo>
                  <a:pt x="178371" y="250634"/>
                </a:lnTo>
                <a:lnTo>
                  <a:pt x="163982" y="269709"/>
                </a:lnTo>
                <a:lnTo>
                  <a:pt x="144119" y="285750"/>
                </a:lnTo>
                <a:lnTo>
                  <a:pt x="124587" y="270878"/>
                </a:lnTo>
                <a:lnTo>
                  <a:pt x="102006" y="232168"/>
                </a:lnTo>
                <a:lnTo>
                  <a:pt x="99174" y="211112"/>
                </a:lnTo>
                <a:lnTo>
                  <a:pt x="99174" y="193840"/>
                </a:lnTo>
                <a:lnTo>
                  <a:pt x="72377" y="193840"/>
                </a:lnTo>
                <a:lnTo>
                  <a:pt x="72377" y="211112"/>
                </a:lnTo>
                <a:lnTo>
                  <a:pt x="67843" y="234111"/>
                </a:lnTo>
                <a:lnTo>
                  <a:pt x="55156" y="256260"/>
                </a:lnTo>
                <a:lnTo>
                  <a:pt x="35039" y="275501"/>
                </a:lnTo>
                <a:lnTo>
                  <a:pt x="8255" y="289750"/>
                </a:lnTo>
                <a:lnTo>
                  <a:pt x="22288" y="310299"/>
                </a:lnTo>
                <a:lnTo>
                  <a:pt x="43103" y="300062"/>
                </a:lnTo>
                <a:lnTo>
                  <a:pt x="60947" y="286359"/>
                </a:lnTo>
                <a:lnTo>
                  <a:pt x="75069" y="270090"/>
                </a:lnTo>
                <a:lnTo>
                  <a:pt x="85521" y="251815"/>
                </a:lnTo>
                <a:lnTo>
                  <a:pt x="94462" y="270878"/>
                </a:lnTo>
                <a:lnTo>
                  <a:pt x="107276" y="287921"/>
                </a:lnTo>
                <a:lnTo>
                  <a:pt x="124079" y="302234"/>
                </a:lnTo>
                <a:lnTo>
                  <a:pt x="144995" y="313042"/>
                </a:lnTo>
                <a:lnTo>
                  <a:pt x="165011" y="301701"/>
                </a:lnTo>
                <a:lnTo>
                  <a:pt x="181330" y="286905"/>
                </a:lnTo>
                <a:lnTo>
                  <a:pt x="182181" y="285750"/>
                </a:lnTo>
                <a:lnTo>
                  <a:pt x="193941" y="269709"/>
                </a:lnTo>
                <a:lnTo>
                  <a:pt x="203098" y="250812"/>
                </a:lnTo>
                <a:lnTo>
                  <a:pt x="213334" y="269709"/>
                </a:lnTo>
                <a:lnTo>
                  <a:pt x="227622" y="286359"/>
                </a:lnTo>
                <a:lnTo>
                  <a:pt x="245681" y="300062"/>
                </a:lnTo>
                <a:lnTo>
                  <a:pt x="267462" y="310299"/>
                </a:lnTo>
                <a:lnTo>
                  <a:pt x="281495" y="289750"/>
                </a:lnTo>
                <a:close/>
              </a:path>
              <a:path w="989965" h="315595">
                <a:moveTo>
                  <a:pt x="567245" y="0"/>
                </a:moveTo>
                <a:lnTo>
                  <a:pt x="539445" y="0"/>
                </a:lnTo>
                <a:lnTo>
                  <a:pt x="539445" y="79133"/>
                </a:lnTo>
                <a:lnTo>
                  <a:pt x="472960" y="79133"/>
                </a:lnTo>
                <a:lnTo>
                  <a:pt x="463689" y="54127"/>
                </a:lnTo>
                <a:lnTo>
                  <a:pt x="452335" y="41567"/>
                </a:lnTo>
                <a:lnTo>
                  <a:pt x="447281" y="35991"/>
                </a:lnTo>
                <a:lnTo>
                  <a:pt x="447281" y="91655"/>
                </a:lnTo>
                <a:lnTo>
                  <a:pt x="443166" y="111785"/>
                </a:lnTo>
                <a:lnTo>
                  <a:pt x="431761" y="127749"/>
                </a:lnTo>
                <a:lnTo>
                  <a:pt x="414528" y="138315"/>
                </a:lnTo>
                <a:lnTo>
                  <a:pt x="392938" y="142240"/>
                </a:lnTo>
                <a:lnTo>
                  <a:pt x="371055" y="138315"/>
                </a:lnTo>
                <a:lnTo>
                  <a:pt x="353707" y="127749"/>
                </a:lnTo>
                <a:lnTo>
                  <a:pt x="342328" y="111785"/>
                </a:lnTo>
                <a:lnTo>
                  <a:pt x="338340" y="91655"/>
                </a:lnTo>
                <a:lnTo>
                  <a:pt x="342328" y="71437"/>
                </a:lnTo>
                <a:lnTo>
                  <a:pt x="353707" y="55524"/>
                </a:lnTo>
                <a:lnTo>
                  <a:pt x="371055" y="45173"/>
                </a:lnTo>
                <a:lnTo>
                  <a:pt x="392938" y="41567"/>
                </a:lnTo>
                <a:lnTo>
                  <a:pt x="414528" y="45173"/>
                </a:lnTo>
                <a:lnTo>
                  <a:pt x="431761" y="55524"/>
                </a:lnTo>
                <a:lnTo>
                  <a:pt x="443166" y="71437"/>
                </a:lnTo>
                <a:lnTo>
                  <a:pt x="447281" y="91655"/>
                </a:lnTo>
                <a:lnTo>
                  <a:pt x="447281" y="35991"/>
                </a:lnTo>
                <a:lnTo>
                  <a:pt x="446189" y="34772"/>
                </a:lnTo>
                <a:lnTo>
                  <a:pt x="422059" y="22326"/>
                </a:lnTo>
                <a:lnTo>
                  <a:pt x="392938" y="18021"/>
                </a:lnTo>
                <a:lnTo>
                  <a:pt x="360362" y="23329"/>
                </a:lnTo>
                <a:lnTo>
                  <a:pt x="334581" y="38493"/>
                </a:lnTo>
                <a:lnTo>
                  <a:pt x="317639" y="61836"/>
                </a:lnTo>
                <a:lnTo>
                  <a:pt x="311543" y="91655"/>
                </a:lnTo>
                <a:lnTo>
                  <a:pt x="317639" y="121437"/>
                </a:lnTo>
                <a:lnTo>
                  <a:pt x="334581" y="144716"/>
                </a:lnTo>
                <a:lnTo>
                  <a:pt x="360362" y="159880"/>
                </a:lnTo>
                <a:lnTo>
                  <a:pt x="392938" y="165290"/>
                </a:lnTo>
                <a:lnTo>
                  <a:pt x="422541" y="160731"/>
                </a:lnTo>
                <a:lnTo>
                  <a:pt x="446938" y="147866"/>
                </a:lnTo>
                <a:lnTo>
                  <a:pt x="451878" y="142240"/>
                </a:lnTo>
                <a:lnTo>
                  <a:pt x="464439" y="127939"/>
                </a:lnTo>
                <a:lnTo>
                  <a:pt x="473329" y="102171"/>
                </a:lnTo>
                <a:lnTo>
                  <a:pt x="539445" y="102171"/>
                </a:lnTo>
                <a:lnTo>
                  <a:pt x="539445" y="179806"/>
                </a:lnTo>
                <a:lnTo>
                  <a:pt x="567245" y="179806"/>
                </a:lnTo>
                <a:lnTo>
                  <a:pt x="567245" y="102171"/>
                </a:lnTo>
                <a:lnTo>
                  <a:pt x="567245" y="79133"/>
                </a:lnTo>
                <a:lnTo>
                  <a:pt x="567245" y="0"/>
                </a:lnTo>
                <a:close/>
              </a:path>
              <a:path w="989965" h="315595">
                <a:moveTo>
                  <a:pt x="597052" y="289750"/>
                </a:moveTo>
                <a:lnTo>
                  <a:pt x="569620" y="276301"/>
                </a:lnTo>
                <a:lnTo>
                  <a:pt x="549338" y="257454"/>
                </a:lnTo>
                <a:lnTo>
                  <a:pt x="545617" y="250812"/>
                </a:lnTo>
                <a:lnTo>
                  <a:pt x="536752" y="235026"/>
                </a:lnTo>
                <a:lnTo>
                  <a:pt x="532434" y="210870"/>
                </a:lnTo>
                <a:lnTo>
                  <a:pt x="532434" y="191833"/>
                </a:lnTo>
                <a:lnTo>
                  <a:pt x="505383" y="191833"/>
                </a:lnTo>
                <a:lnTo>
                  <a:pt x="505383" y="210870"/>
                </a:lnTo>
                <a:lnTo>
                  <a:pt x="502361" y="230263"/>
                </a:lnTo>
                <a:lnTo>
                  <a:pt x="493699" y="250558"/>
                </a:lnTo>
                <a:lnTo>
                  <a:pt x="479412" y="269824"/>
                </a:lnTo>
                <a:lnTo>
                  <a:pt x="459562" y="286131"/>
                </a:lnTo>
                <a:lnTo>
                  <a:pt x="439877" y="271094"/>
                </a:lnTo>
                <a:lnTo>
                  <a:pt x="439178" y="270192"/>
                </a:lnTo>
                <a:lnTo>
                  <a:pt x="425780" y="252628"/>
                </a:lnTo>
                <a:lnTo>
                  <a:pt x="425500" y="251942"/>
                </a:lnTo>
                <a:lnTo>
                  <a:pt x="417398" y="232130"/>
                </a:lnTo>
                <a:lnTo>
                  <a:pt x="414731" y="210870"/>
                </a:lnTo>
                <a:lnTo>
                  <a:pt x="414731" y="191833"/>
                </a:lnTo>
                <a:lnTo>
                  <a:pt x="387934" y="191833"/>
                </a:lnTo>
                <a:lnTo>
                  <a:pt x="387934" y="210870"/>
                </a:lnTo>
                <a:lnTo>
                  <a:pt x="383451" y="234073"/>
                </a:lnTo>
                <a:lnTo>
                  <a:pt x="370840" y="256413"/>
                </a:lnTo>
                <a:lnTo>
                  <a:pt x="350812" y="275704"/>
                </a:lnTo>
                <a:lnTo>
                  <a:pt x="324065" y="289750"/>
                </a:lnTo>
                <a:lnTo>
                  <a:pt x="337845" y="310794"/>
                </a:lnTo>
                <a:lnTo>
                  <a:pt x="358673" y="300342"/>
                </a:lnTo>
                <a:lnTo>
                  <a:pt x="376377" y="286537"/>
                </a:lnTo>
                <a:lnTo>
                  <a:pt x="390461" y="270192"/>
                </a:lnTo>
                <a:lnTo>
                  <a:pt x="400824" y="251942"/>
                </a:lnTo>
                <a:lnTo>
                  <a:pt x="409854" y="271094"/>
                </a:lnTo>
                <a:lnTo>
                  <a:pt x="422694" y="288201"/>
                </a:lnTo>
                <a:lnTo>
                  <a:pt x="439407" y="302526"/>
                </a:lnTo>
                <a:lnTo>
                  <a:pt x="460057" y="313296"/>
                </a:lnTo>
                <a:lnTo>
                  <a:pt x="480212" y="301866"/>
                </a:lnTo>
                <a:lnTo>
                  <a:pt x="496620" y="286981"/>
                </a:lnTo>
                <a:lnTo>
                  <a:pt x="497255" y="286131"/>
                </a:lnTo>
                <a:lnTo>
                  <a:pt x="509358" y="269646"/>
                </a:lnTo>
                <a:lnTo>
                  <a:pt x="518541" y="250812"/>
                </a:lnTo>
                <a:lnTo>
                  <a:pt x="528599" y="269646"/>
                </a:lnTo>
                <a:lnTo>
                  <a:pt x="560832" y="300342"/>
                </a:lnTo>
                <a:lnTo>
                  <a:pt x="582523" y="310794"/>
                </a:lnTo>
                <a:lnTo>
                  <a:pt x="597052" y="289750"/>
                </a:lnTo>
                <a:close/>
              </a:path>
              <a:path w="989965" h="315595">
                <a:moveTo>
                  <a:pt x="808926" y="225894"/>
                </a:moveTo>
                <a:lnTo>
                  <a:pt x="807021" y="212864"/>
                </a:lnTo>
                <a:lnTo>
                  <a:pt x="805421" y="201853"/>
                </a:lnTo>
                <a:lnTo>
                  <a:pt x="771220" y="207200"/>
                </a:lnTo>
                <a:lnTo>
                  <a:pt x="737260" y="210553"/>
                </a:lnTo>
                <a:lnTo>
                  <a:pt x="701382" y="212305"/>
                </a:lnTo>
                <a:lnTo>
                  <a:pt x="661416" y="212864"/>
                </a:lnTo>
                <a:lnTo>
                  <a:pt x="661416" y="53594"/>
                </a:lnTo>
                <a:lnTo>
                  <a:pt x="780618" y="53594"/>
                </a:lnTo>
                <a:lnTo>
                  <a:pt x="780618" y="30797"/>
                </a:lnTo>
                <a:lnTo>
                  <a:pt x="633615" y="30797"/>
                </a:lnTo>
                <a:lnTo>
                  <a:pt x="633615" y="236410"/>
                </a:lnTo>
                <a:lnTo>
                  <a:pt x="658406" y="236410"/>
                </a:lnTo>
                <a:lnTo>
                  <a:pt x="700239" y="236004"/>
                </a:lnTo>
                <a:lnTo>
                  <a:pt x="737616" y="234442"/>
                </a:lnTo>
                <a:lnTo>
                  <a:pt x="773010" y="231228"/>
                </a:lnTo>
                <a:lnTo>
                  <a:pt x="808926" y="225894"/>
                </a:lnTo>
                <a:close/>
              </a:path>
              <a:path w="989965" h="315595">
                <a:moveTo>
                  <a:pt x="916114" y="124460"/>
                </a:moveTo>
                <a:lnTo>
                  <a:pt x="863523" y="124460"/>
                </a:lnTo>
                <a:lnTo>
                  <a:pt x="863523" y="0"/>
                </a:lnTo>
                <a:lnTo>
                  <a:pt x="835723" y="0"/>
                </a:lnTo>
                <a:lnTo>
                  <a:pt x="835723" y="315302"/>
                </a:lnTo>
                <a:lnTo>
                  <a:pt x="863523" y="315302"/>
                </a:lnTo>
                <a:lnTo>
                  <a:pt x="863523" y="147751"/>
                </a:lnTo>
                <a:lnTo>
                  <a:pt x="916114" y="147751"/>
                </a:lnTo>
                <a:lnTo>
                  <a:pt x="916114" y="124460"/>
                </a:lnTo>
                <a:close/>
              </a:path>
              <a:path w="989965" h="315595">
                <a:moveTo>
                  <a:pt x="989495" y="265214"/>
                </a:moveTo>
                <a:lnTo>
                  <a:pt x="987691" y="256374"/>
                </a:lnTo>
                <a:lnTo>
                  <a:pt x="982789" y="249123"/>
                </a:lnTo>
                <a:lnTo>
                  <a:pt x="975550" y="244221"/>
                </a:lnTo>
                <a:lnTo>
                  <a:pt x="966698" y="242417"/>
                </a:lnTo>
                <a:lnTo>
                  <a:pt x="957821" y="244221"/>
                </a:lnTo>
                <a:lnTo>
                  <a:pt x="950518" y="249123"/>
                </a:lnTo>
                <a:lnTo>
                  <a:pt x="945603" y="256374"/>
                </a:lnTo>
                <a:lnTo>
                  <a:pt x="943914" y="265214"/>
                </a:lnTo>
                <a:lnTo>
                  <a:pt x="945603" y="274053"/>
                </a:lnTo>
                <a:lnTo>
                  <a:pt x="950518" y="281305"/>
                </a:lnTo>
                <a:lnTo>
                  <a:pt x="957821" y="286207"/>
                </a:lnTo>
                <a:lnTo>
                  <a:pt x="966698" y="287997"/>
                </a:lnTo>
                <a:lnTo>
                  <a:pt x="975550" y="286207"/>
                </a:lnTo>
                <a:lnTo>
                  <a:pt x="982789" y="281305"/>
                </a:lnTo>
                <a:lnTo>
                  <a:pt x="987691" y="274053"/>
                </a:lnTo>
                <a:lnTo>
                  <a:pt x="989495" y="2652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8" name="object 88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8617" y="943272"/>
            <a:ext cx="7543983" cy="6984309"/>
          </a:xfrm>
          <a:prstGeom prst="rect">
            <a:avLst/>
          </a:prstGeom>
        </p:spPr>
      </p:pic>
      <p:sp>
        <p:nvSpPr>
          <p:cNvPr id="89" name="object 89" descr=""/>
          <p:cNvSpPr/>
          <p:nvPr/>
        </p:nvSpPr>
        <p:spPr>
          <a:xfrm>
            <a:off x="9019230" y="5263427"/>
            <a:ext cx="318770" cy="323850"/>
          </a:xfrm>
          <a:custGeom>
            <a:avLst/>
            <a:gdLst/>
            <a:ahLst/>
            <a:cxnLst/>
            <a:rect l="l" t="t" r="r" b="b"/>
            <a:pathLst>
              <a:path w="318770" h="323850">
                <a:moveTo>
                  <a:pt x="41513" y="0"/>
                </a:moveTo>
                <a:lnTo>
                  <a:pt x="41513" y="121218"/>
                </a:lnTo>
                <a:lnTo>
                  <a:pt x="277031" y="121218"/>
                </a:lnTo>
                <a:lnTo>
                  <a:pt x="277031" y="0"/>
                </a:lnTo>
                <a:lnTo>
                  <a:pt x="41513" y="0"/>
                </a:lnTo>
                <a:close/>
              </a:path>
              <a:path w="318770" h="323850">
                <a:moveTo>
                  <a:pt x="71679" y="96587"/>
                </a:moveTo>
                <a:lnTo>
                  <a:pt x="71679" y="24631"/>
                </a:lnTo>
                <a:lnTo>
                  <a:pt x="246589" y="24631"/>
                </a:lnTo>
                <a:lnTo>
                  <a:pt x="246589" y="96587"/>
                </a:lnTo>
                <a:lnTo>
                  <a:pt x="71679" y="96587"/>
                </a:lnTo>
                <a:close/>
              </a:path>
              <a:path w="318770" h="323850">
                <a:moveTo>
                  <a:pt x="0" y="186533"/>
                </a:moveTo>
                <a:lnTo>
                  <a:pt x="146403" y="186533"/>
                </a:lnTo>
                <a:lnTo>
                  <a:pt x="146403" y="257659"/>
                </a:lnTo>
                <a:lnTo>
                  <a:pt x="176846" y="257659"/>
                </a:lnTo>
                <a:lnTo>
                  <a:pt x="176846" y="186533"/>
                </a:lnTo>
                <a:lnTo>
                  <a:pt x="318545" y="186533"/>
                </a:lnTo>
                <a:lnTo>
                  <a:pt x="318545" y="161071"/>
                </a:lnTo>
                <a:lnTo>
                  <a:pt x="0" y="161071"/>
                </a:lnTo>
                <a:lnTo>
                  <a:pt x="0" y="186533"/>
                </a:lnTo>
                <a:close/>
              </a:path>
              <a:path w="318770" h="323850">
                <a:moveTo>
                  <a:pt x="40960" y="223341"/>
                </a:moveTo>
                <a:lnTo>
                  <a:pt x="40960" y="323250"/>
                </a:lnTo>
                <a:lnTo>
                  <a:pt x="283121" y="323250"/>
                </a:lnTo>
                <a:lnTo>
                  <a:pt x="283121" y="297788"/>
                </a:lnTo>
                <a:lnTo>
                  <a:pt x="71679" y="297788"/>
                </a:lnTo>
                <a:lnTo>
                  <a:pt x="71679" y="223341"/>
                </a:lnTo>
                <a:lnTo>
                  <a:pt x="40960" y="223341"/>
                </a:lnTo>
                <a:close/>
              </a:path>
            </a:pathLst>
          </a:custGeom>
          <a:ln w="80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0" name="object 90" descr=""/>
          <p:cNvGrpSpPr/>
          <p:nvPr/>
        </p:nvGrpSpPr>
        <p:grpSpPr>
          <a:xfrm>
            <a:off x="9358123" y="5242538"/>
            <a:ext cx="309880" cy="356235"/>
            <a:chOff x="9358123" y="5242538"/>
            <a:chExt cx="309880" cy="356235"/>
          </a:xfrm>
        </p:grpSpPr>
        <p:sp>
          <p:nvSpPr>
            <p:cNvPr id="91" name="object 91" descr=""/>
            <p:cNvSpPr/>
            <p:nvPr/>
          </p:nvSpPr>
          <p:spPr>
            <a:xfrm>
              <a:off x="9505490" y="5246545"/>
              <a:ext cx="158115" cy="347980"/>
            </a:xfrm>
            <a:custGeom>
              <a:avLst/>
              <a:gdLst/>
              <a:ahLst/>
              <a:cxnLst/>
              <a:rect l="l" t="t" r="r" b="b"/>
              <a:pathLst>
                <a:path w="158115" h="347979">
                  <a:moveTo>
                    <a:pt x="128691" y="347881"/>
                  </a:moveTo>
                  <a:lnTo>
                    <a:pt x="158026" y="347881"/>
                  </a:lnTo>
                  <a:lnTo>
                    <a:pt x="158026" y="0"/>
                  </a:lnTo>
                  <a:lnTo>
                    <a:pt x="128691" y="0"/>
                  </a:lnTo>
                  <a:lnTo>
                    <a:pt x="128691" y="347881"/>
                  </a:lnTo>
                  <a:close/>
                </a:path>
                <a:path w="158115" h="347979">
                  <a:moveTo>
                    <a:pt x="0" y="125370"/>
                  </a:moveTo>
                  <a:lnTo>
                    <a:pt x="0" y="150554"/>
                  </a:lnTo>
                  <a:lnTo>
                    <a:pt x="58671" y="150554"/>
                  </a:lnTo>
                  <a:lnTo>
                    <a:pt x="58671" y="329615"/>
                  </a:lnTo>
                  <a:lnTo>
                    <a:pt x="87731" y="329615"/>
                  </a:lnTo>
                  <a:lnTo>
                    <a:pt x="87731" y="8302"/>
                  </a:lnTo>
                  <a:lnTo>
                    <a:pt x="58671" y="8302"/>
                  </a:lnTo>
                  <a:lnTo>
                    <a:pt x="58671" y="125370"/>
                  </a:lnTo>
                  <a:lnTo>
                    <a:pt x="0" y="12537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58123" y="5283497"/>
              <a:ext cx="189289" cy="245194"/>
            </a:xfrm>
            <a:prstGeom prst="rect">
              <a:avLst/>
            </a:prstGeom>
          </p:spPr>
        </p:pic>
      </p:grpSp>
      <p:grpSp>
        <p:nvGrpSpPr>
          <p:cNvPr id="93" name="object 93" descr=""/>
          <p:cNvGrpSpPr/>
          <p:nvPr/>
        </p:nvGrpSpPr>
        <p:grpSpPr>
          <a:xfrm>
            <a:off x="9808200" y="5242538"/>
            <a:ext cx="305435" cy="356235"/>
            <a:chOff x="9808200" y="5242538"/>
            <a:chExt cx="305435" cy="356235"/>
          </a:xfrm>
        </p:grpSpPr>
        <p:sp>
          <p:nvSpPr>
            <p:cNvPr id="94" name="object 94" descr=""/>
            <p:cNvSpPr/>
            <p:nvPr/>
          </p:nvSpPr>
          <p:spPr>
            <a:xfrm>
              <a:off x="10004829" y="5246545"/>
              <a:ext cx="104775" cy="347980"/>
            </a:xfrm>
            <a:custGeom>
              <a:avLst/>
              <a:gdLst/>
              <a:ahLst/>
              <a:cxnLst/>
              <a:rect l="l" t="t" r="r" b="b"/>
              <a:pathLst>
                <a:path w="104775" h="347979">
                  <a:moveTo>
                    <a:pt x="75276" y="146680"/>
                  </a:moveTo>
                  <a:lnTo>
                    <a:pt x="29058" y="146680"/>
                  </a:lnTo>
                  <a:lnTo>
                    <a:pt x="29058" y="8302"/>
                  </a:lnTo>
                  <a:lnTo>
                    <a:pt x="0" y="8302"/>
                  </a:lnTo>
                  <a:lnTo>
                    <a:pt x="0" y="330722"/>
                  </a:lnTo>
                  <a:lnTo>
                    <a:pt x="29058" y="330722"/>
                  </a:lnTo>
                  <a:lnTo>
                    <a:pt x="29058" y="172141"/>
                  </a:lnTo>
                  <a:lnTo>
                    <a:pt x="75276" y="172141"/>
                  </a:lnTo>
                  <a:lnTo>
                    <a:pt x="75276" y="347881"/>
                  </a:lnTo>
                  <a:lnTo>
                    <a:pt x="104613" y="347881"/>
                  </a:lnTo>
                  <a:lnTo>
                    <a:pt x="104613" y="0"/>
                  </a:lnTo>
                  <a:lnTo>
                    <a:pt x="75276" y="0"/>
                  </a:lnTo>
                  <a:lnTo>
                    <a:pt x="75276" y="14668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08200" y="5253054"/>
              <a:ext cx="182647" cy="264843"/>
            </a:xfrm>
            <a:prstGeom prst="rect">
              <a:avLst/>
            </a:prstGeom>
          </p:spPr>
        </p:pic>
      </p:grpSp>
      <p:sp>
        <p:nvSpPr>
          <p:cNvPr id="96" name="object 96" descr=""/>
          <p:cNvSpPr/>
          <p:nvPr/>
        </p:nvSpPr>
        <p:spPr>
          <a:xfrm>
            <a:off x="10165348" y="5246545"/>
            <a:ext cx="294640" cy="344805"/>
          </a:xfrm>
          <a:custGeom>
            <a:avLst/>
            <a:gdLst/>
            <a:ahLst/>
            <a:cxnLst/>
            <a:rect l="l" t="t" r="r" b="b"/>
            <a:pathLst>
              <a:path w="294640" h="344804">
                <a:moveTo>
                  <a:pt x="251847" y="75277"/>
                </a:moveTo>
                <a:lnTo>
                  <a:pt x="251847" y="117067"/>
                </a:lnTo>
                <a:lnTo>
                  <a:pt x="158857" y="117067"/>
                </a:lnTo>
                <a:lnTo>
                  <a:pt x="158857" y="141422"/>
                </a:lnTo>
                <a:lnTo>
                  <a:pt x="251847" y="141422"/>
                </a:lnTo>
                <a:lnTo>
                  <a:pt x="251847" y="177953"/>
                </a:lnTo>
                <a:lnTo>
                  <a:pt x="282566" y="177953"/>
                </a:lnTo>
                <a:lnTo>
                  <a:pt x="282566" y="0"/>
                </a:lnTo>
                <a:lnTo>
                  <a:pt x="251847" y="0"/>
                </a:lnTo>
                <a:lnTo>
                  <a:pt x="251847" y="50646"/>
                </a:lnTo>
                <a:lnTo>
                  <a:pt x="171311" y="50646"/>
                </a:lnTo>
                <a:lnTo>
                  <a:pt x="172764" y="42654"/>
                </a:lnTo>
                <a:lnTo>
                  <a:pt x="173802" y="34456"/>
                </a:lnTo>
                <a:lnTo>
                  <a:pt x="174424" y="26049"/>
                </a:lnTo>
                <a:lnTo>
                  <a:pt x="174632" y="17435"/>
                </a:lnTo>
                <a:lnTo>
                  <a:pt x="17711" y="17435"/>
                </a:lnTo>
                <a:lnTo>
                  <a:pt x="17711" y="42897"/>
                </a:lnTo>
                <a:lnTo>
                  <a:pt x="140591" y="42897"/>
                </a:lnTo>
                <a:lnTo>
                  <a:pt x="128295" y="82092"/>
                </a:lnTo>
                <a:lnTo>
                  <a:pt x="100237" y="115164"/>
                </a:lnTo>
                <a:lnTo>
                  <a:pt x="57208" y="141439"/>
                </a:lnTo>
                <a:lnTo>
                  <a:pt x="0" y="160241"/>
                </a:lnTo>
                <a:lnTo>
                  <a:pt x="11070" y="185702"/>
                </a:lnTo>
                <a:lnTo>
                  <a:pt x="64481" y="168390"/>
                </a:lnTo>
                <a:lnTo>
                  <a:pt x="108331" y="144137"/>
                </a:lnTo>
                <a:lnTo>
                  <a:pt x="141778" y="113061"/>
                </a:lnTo>
                <a:lnTo>
                  <a:pt x="163977" y="75277"/>
                </a:lnTo>
                <a:lnTo>
                  <a:pt x="251847" y="75277"/>
                </a:lnTo>
                <a:close/>
              </a:path>
              <a:path w="294640" h="344804">
                <a:moveTo>
                  <a:pt x="88284" y="278415"/>
                </a:moveTo>
                <a:lnTo>
                  <a:pt x="282566" y="278415"/>
                </a:lnTo>
                <a:lnTo>
                  <a:pt x="282566" y="193728"/>
                </a:lnTo>
                <a:lnTo>
                  <a:pt x="57011" y="193728"/>
                </a:lnTo>
                <a:lnTo>
                  <a:pt x="57011" y="218636"/>
                </a:lnTo>
                <a:lnTo>
                  <a:pt x="251847" y="218636"/>
                </a:lnTo>
                <a:lnTo>
                  <a:pt x="251847" y="254891"/>
                </a:lnTo>
                <a:lnTo>
                  <a:pt x="57841" y="254891"/>
                </a:lnTo>
                <a:lnTo>
                  <a:pt x="57841" y="344560"/>
                </a:lnTo>
                <a:lnTo>
                  <a:pt x="294466" y="344560"/>
                </a:lnTo>
                <a:lnTo>
                  <a:pt x="294466" y="319375"/>
                </a:lnTo>
                <a:lnTo>
                  <a:pt x="88284" y="319375"/>
                </a:lnTo>
                <a:lnTo>
                  <a:pt x="88284" y="278415"/>
                </a:lnTo>
                <a:close/>
              </a:path>
            </a:pathLst>
          </a:custGeom>
          <a:ln w="80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7" name="object 97" descr=""/>
          <p:cNvGrpSpPr/>
          <p:nvPr/>
        </p:nvGrpSpPr>
        <p:grpSpPr>
          <a:xfrm>
            <a:off x="10606990" y="5242814"/>
            <a:ext cx="294005" cy="354330"/>
            <a:chOff x="10606990" y="5242814"/>
            <a:chExt cx="294005" cy="354330"/>
          </a:xfrm>
        </p:grpSpPr>
        <p:sp>
          <p:nvSpPr>
            <p:cNvPr id="98" name="object 98" descr=""/>
            <p:cNvSpPr/>
            <p:nvPr/>
          </p:nvSpPr>
          <p:spPr>
            <a:xfrm>
              <a:off x="10610997" y="5246822"/>
              <a:ext cx="283845" cy="209550"/>
            </a:xfrm>
            <a:custGeom>
              <a:avLst/>
              <a:gdLst/>
              <a:ahLst/>
              <a:cxnLst/>
              <a:rect l="l" t="t" r="r" b="b"/>
              <a:pathLst>
                <a:path w="283845" h="209550">
                  <a:moveTo>
                    <a:pt x="252954" y="89392"/>
                  </a:moveTo>
                  <a:lnTo>
                    <a:pt x="252954" y="136440"/>
                  </a:lnTo>
                  <a:lnTo>
                    <a:pt x="160241" y="136440"/>
                  </a:lnTo>
                  <a:lnTo>
                    <a:pt x="160241" y="161901"/>
                  </a:lnTo>
                  <a:lnTo>
                    <a:pt x="252954" y="161901"/>
                  </a:lnTo>
                  <a:lnTo>
                    <a:pt x="252954" y="208950"/>
                  </a:lnTo>
                  <a:lnTo>
                    <a:pt x="283673" y="208950"/>
                  </a:lnTo>
                  <a:lnTo>
                    <a:pt x="283673" y="0"/>
                  </a:lnTo>
                  <a:lnTo>
                    <a:pt x="252954" y="0"/>
                  </a:lnTo>
                  <a:lnTo>
                    <a:pt x="252954" y="64760"/>
                  </a:lnTo>
                  <a:lnTo>
                    <a:pt x="171726" y="64760"/>
                  </a:lnTo>
                  <a:lnTo>
                    <a:pt x="173564" y="55374"/>
                  </a:lnTo>
                  <a:lnTo>
                    <a:pt x="174909" y="45716"/>
                  </a:lnTo>
                  <a:lnTo>
                    <a:pt x="175734" y="35824"/>
                  </a:lnTo>
                  <a:lnTo>
                    <a:pt x="176015" y="25738"/>
                  </a:lnTo>
                  <a:lnTo>
                    <a:pt x="17711" y="25738"/>
                  </a:lnTo>
                  <a:lnTo>
                    <a:pt x="17711" y="51476"/>
                  </a:lnTo>
                  <a:lnTo>
                    <a:pt x="142805" y="51476"/>
                  </a:lnTo>
                  <a:lnTo>
                    <a:pt x="129598" y="94135"/>
                  </a:lnTo>
                  <a:lnTo>
                    <a:pt x="100461" y="131009"/>
                  </a:lnTo>
                  <a:lnTo>
                    <a:pt x="56795" y="161188"/>
                  </a:lnTo>
                  <a:lnTo>
                    <a:pt x="0" y="183765"/>
                  </a:lnTo>
                  <a:lnTo>
                    <a:pt x="12730" y="208120"/>
                  </a:lnTo>
                  <a:lnTo>
                    <a:pt x="64676" y="188187"/>
                  </a:lnTo>
                  <a:lnTo>
                    <a:pt x="107813" y="161573"/>
                  </a:lnTo>
                  <a:lnTo>
                    <a:pt x="141220" y="128550"/>
                  </a:lnTo>
                  <a:lnTo>
                    <a:pt x="163977" y="89392"/>
                  </a:lnTo>
                  <a:lnTo>
                    <a:pt x="252954" y="89392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660403" y="5455362"/>
              <a:ext cx="240212" cy="141410"/>
            </a:xfrm>
            <a:prstGeom prst="rect">
              <a:avLst/>
            </a:prstGeom>
          </p:spPr>
        </p:pic>
      </p:grpSp>
      <p:pic>
        <p:nvPicPr>
          <p:cNvPr id="100" name="object 100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949058" y="5239217"/>
            <a:ext cx="296117" cy="354511"/>
          </a:xfrm>
          <a:prstGeom prst="rect">
            <a:avLst/>
          </a:prstGeom>
        </p:spPr>
      </p:pic>
      <p:sp>
        <p:nvSpPr>
          <p:cNvPr id="101" name="object 101" descr=""/>
          <p:cNvSpPr/>
          <p:nvPr/>
        </p:nvSpPr>
        <p:spPr>
          <a:xfrm>
            <a:off x="9060739" y="5262879"/>
            <a:ext cx="235585" cy="121920"/>
          </a:xfrm>
          <a:custGeom>
            <a:avLst/>
            <a:gdLst/>
            <a:ahLst/>
            <a:cxnLst/>
            <a:rect l="l" t="t" r="r" b="b"/>
            <a:pathLst>
              <a:path w="235584" h="121920">
                <a:moveTo>
                  <a:pt x="235521" y="0"/>
                </a:moveTo>
                <a:lnTo>
                  <a:pt x="205079" y="0"/>
                </a:lnTo>
                <a:lnTo>
                  <a:pt x="205079" y="25412"/>
                </a:lnTo>
                <a:lnTo>
                  <a:pt x="205079" y="96520"/>
                </a:lnTo>
                <a:lnTo>
                  <a:pt x="30162" y="96520"/>
                </a:lnTo>
                <a:lnTo>
                  <a:pt x="30162" y="25412"/>
                </a:lnTo>
                <a:lnTo>
                  <a:pt x="205079" y="25412"/>
                </a:lnTo>
                <a:lnTo>
                  <a:pt x="205079" y="0"/>
                </a:lnTo>
                <a:lnTo>
                  <a:pt x="0" y="0"/>
                </a:lnTo>
                <a:lnTo>
                  <a:pt x="0" y="25412"/>
                </a:lnTo>
                <a:lnTo>
                  <a:pt x="0" y="96520"/>
                </a:lnTo>
                <a:lnTo>
                  <a:pt x="0" y="121920"/>
                </a:lnTo>
                <a:lnTo>
                  <a:pt x="235521" y="121920"/>
                </a:lnTo>
                <a:lnTo>
                  <a:pt x="235521" y="97142"/>
                </a:lnTo>
                <a:lnTo>
                  <a:pt x="235521" y="96520"/>
                </a:lnTo>
                <a:lnTo>
                  <a:pt x="235521" y="25412"/>
                </a:lnTo>
                <a:lnTo>
                  <a:pt x="235521" y="25184"/>
                </a:lnTo>
                <a:lnTo>
                  <a:pt x="2355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2" name="object 102" descr=""/>
          <p:cNvGrpSpPr/>
          <p:nvPr/>
        </p:nvGrpSpPr>
        <p:grpSpPr>
          <a:xfrm>
            <a:off x="9015223" y="5242538"/>
            <a:ext cx="652780" cy="356235"/>
            <a:chOff x="9015223" y="5242538"/>
            <a:chExt cx="652780" cy="356235"/>
          </a:xfrm>
        </p:grpSpPr>
        <p:sp>
          <p:nvSpPr>
            <p:cNvPr id="103" name="object 103" descr=""/>
            <p:cNvSpPr/>
            <p:nvPr/>
          </p:nvSpPr>
          <p:spPr>
            <a:xfrm>
              <a:off x="9019222" y="5424500"/>
              <a:ext cx="318770" cy="162560"/>
            </a:xfrm>
            <a:custGeom>
              <a:avLst/>
              <a:gdLst/>
              <a:ahLst/>
              <a:cxnLst/>
              <a:rect l="l" t="t" r="r" b="b"/>
              <a:pathLst>
                <a:path w="318770" h="162560">
                  <a:moveTo>
                    <a:pt x="283121" y="136829"/>
                  </a:moveTo>
                  <a:lnTo>
                    <a:pt x="71678" y="136829"/>
                  </a:lnTo>
                  <a:lnTo>
                    <a:pt x="71678" y="61899"/>
                  </a:lnTo>
                  <a:lnTo>
                    <a:pt x="40957" y="61899"/>
                  </a:lnTo>
                  <a:lnTo>
                    <a:pt x="40957" y="136829"/>
                  </a:lnTo>
                  <a:lnTo>
                    <a:pt x="40957" y="162229"/>
                  </a:lnTo>
                  <a:lnTo>
                    <a:pt x="283121" y="162229"/>
                  </a:lnTo>
                  <a:lnTo>
                    <a:pt x="283121" y="136829"/>
                  </a:lnTo>
                  <a:close/>
                </a:path>
                <a:path w="318770" h="162560">
                  <a:moveTo>
                    <a:pt x="318554" y="0"/>
                  </a:moveTo>
                  <a:lnTo>
                    <a:pt x="0" y="0"/>
                  </a:lnTo>
                  <a:lnTo>
                    <a:pt x="0" y="25463"/>
                  </a:lnTo>
                  <a:lnTo>
                    <a:pt x="146405" y="25463"/>
                  </a:lnTo>
                  <a:lnTo>
                    <a:pt x="146405" y="96596"/>
                  </a:lnTo>
                  <a:lnTo>
                    <a:pt x="176847" y="96596"/>
                  </a:lnTo>
                  <a:lnTo>
                    <a:pt x="176847" y="25463"/>
                  </a:lnTo>
                  <a:lnTo>
                    <a:pt x="318554" y="25463"/>
                  </a:lnTo>
                  <a:lnTo>
                    <a:pt x="3185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9019230" y="5263427"/>
              <a:ext cx="318770" cy="323850"/>
            </a:xfrm>
            <a:custGeom>
              <a:avLst/>
              <a:gdLst/>
              <a:ahLst/>
              <a:cxnLst/>
              <a:rect l="l" t="t" r="r" b="b"/>
              <a:pathLst>
                <a:path w="318770" h="323850">
                  <a:moveTo>
                    <a:pt x="41513" y="0"/>
                  </a:moveTo>
                  <a:lnTo>
                    <a:pt x="41513" y="121218"/>
                  </a:lnTo>
                  <a:lnTo>
                    <a:pt x="277031" y="121218"/>
                  </a:lnTo>
                  <a:lnTo>
                    <a:pt x="277031" y="0"/>
                  </a:lnTo>
                  <a:lnTo>
                    <a:pt x="41513" y="0"/>
                  </a:lnTo>
                  <a:close/>
                </a:path>
                <a:path w="318770" h="323850">
                  <a:moveTo>
                    <a:pt x="71679" y="96587"/>
                  </a:moveTo>
                  <a:lnTo>
                    <a:pt x="71679" y="24631"/>
                  </a:lnTo>
                  <a:lnTo>
                    <a:pt x="246589" y="24631"/>
                  </a:lnTo>
                  <a:lnTo>
                    <a:pt x="246589" y="96587"/>
                  </a:lnTo>
                  <a:lnTo>
                    <a:pt x="71679" y="96587"/>
                  </a:lnTo>
                  <a:close/>
                </a:path>
                <a:path w="318770" h="323850">
                  <a:moveTo>
                    <a:pt x="0" y="186533"/>
                  </a:moveTo>
                  <a:lnTo>
                    <a:pt x="146403" y="186533"/>
                  </a:lnTo>
                  <a:lnTo>
                    <a:pt x="146403" y="257659"/>
                  </a:lnTo>
                  <a:lnTo>
                    <a:pt x="176846" y="257659"/>
                  </a:lnTo>
                  <a:lnTo>
                    <a:pt x="176846" y="186533"/>
                  </a:lnTo>
                  <a:lnTo>
                    <a:pt x="318545" y="186533"/>
                  </a:lnTo>
                  <a:lnTo>
                    <a:pt x="318545" y="161071"/>
                  </a:lnTo>
                  <a:lnTo>
                    <a:pt x="0" y="161071"/>
                  </a:lnTo>
                  <a:lnTo>
                    <a:pt x="0" y="186533"/>
                  </a:lnTo>
                  <a:close/>
                </a:path>
                <a:path w="318770" h="323850">
                  <a:moveTo>
                    <a:pt x="40960" y="223341"/>
                  </a:moveTo>
                  <a:lnTo>
                    <a:pt x="40960" y="323250"/>
                  </a:lnTo>
                  <a:lnTo>
                    <a:pt x="283121" y="323250"/>
                  </a:lnTo>
                  <a:lnTo>
                    <a:pt x="283121" y="297788"/>
                  </a:lnTo>
                  <a:lnTo>
                    <a:pt x="71679" y="297788"/>
                  </a:lnTo>
                  <a:lnTo>
                    <a:pt x="71679" y="223341"/>
                  </a:lnTo>
                  <a:lnTo>
                    <a:pt x="40960" y="223341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9362131" y="5246545"/>
              <a:ext cx="301625" cy="347980"/>
            </a:xfrm>
            <a:custGeom>
              <a:avLst/>
              <a:gdLst/>
              <a:ahLst/>
              <a:cxnLst/>
              <a:rect l="l" t="t" r="r" b="b"/>
              <a:pathLst>
                <a:path w="301625" h="347979">
                  <a:moveTo>
                    <a:pt x="301386" y="0"/>
                  </a:moveTo>
                  <a:lnTo>
                    <a:pt x="272050" y="0"/>
                  </a:lnTo>
                  <a:lnTo>
                    <a:pt x="272050" y="347881"/>
                  </a:lnTo>
                  <a:lnTo>
                    <a:pt x="301386" y="347881"/>
                  </a:lnTo>
                  <a:lnTo>
                    <a:pt x="301386" y="0"/>
                  </a:lnTo>
                  <a:close/>
                </a:path>
                <a:path w="301625" h="347979">
                  <a:moveTo>
                    <a:pt x="231090" y="8302"/>
                  </a:moveTo>
                  <a:lnTo>
                    <a:pt x="202031" y="8302"/>
                  </a:lnTo>
                  <a:lnTo>
                    <a:pt x="202031" y="125370"/>
                  </a:lnTo>
                  <a:lnTo>
                    <a:pt x="143359" y="125370"/>
                  </a:lnTo>
                  <a:lnTo>
                    <a:pt x="143359" y="150554"/>
                  </a:lnTo>
                  <a:lnTo>
                    <a:pt x="202031" y="150554"/>
                  </a:lnTo>
                  <a:lnTo>
                    <a:pt x="202031" y="329615"/>
                  </a:lnTo>
                  <a:lnTo>
                    <a:pt x="231090" y="329615"/>
                  </a:lnTo>
                  <a:lnTo>
                    <a:pt x="231090" y="8302"/>
                  </a:lnTo>
                  <a:close/>
                </a:path>
                <a:path w="301625" h="347979">
                  <a:moveTo>
                    <a:pt x="106273" y="66421"/>
                  </a:moveTo>
                  <a:lnTo>
                    <a:pt x="76661" y="66421"/>
                  </a:lnTo>
                  <a:lnTo>
                    <a:pt x="76661" y="99078"/>
                  </a:lnTo>
                  <a:lnTo>
                    <a:pt x="71493" y="146118"/>
                  </a:lnTo>
                  <a:lnTo>
                    <a:pt x="56492" y="189992"/>
                  </a:lnTo>
                  <a:lnTo>
                    <a:pt x="32410" y="227432"/>
                  </a:lnTo>
                  <a:lnTo>
                    <a:pt x="0" y="255168"/>
                  </a:lnTo>
                  <a:lnTo>
                    <a:pt x="19372" y="278139"/>
                  </a:lnTo>
                  <a:lnTo>
                    <a:pt x="43662" y="258372"/>
                  </a:lnTo>
                  <a:lnTo>
                    <a:pt x="64034" y="232612"/>
                  </a:lnTo>
                  <a:lnTo>
                    <a:pt x="80202" y="201975"/>
                  </a:lnTo>
                  <a:lnTo>
                    <a:pt x="91882" y="167575"/>
                  </a:lnTo>
                  <a:lnTo>
                    <a:pt x="119593" y="167575"/>
                  </a:lnTo>
                  <a:lnTo>
                    <a:pt x="111259" y="143774"/>
                  </a:lnTo>
                  <a:lnTo>
                    <a:pt x="106273" y="99078"/>
                  </a:lnTo>
                  <a:lnTo>
                    <a:pt x="106273" y="66421"/>
                  </a:lnTo>
                  <a:close/>
                </a:path>
                <a:path w="301625" h="347979">
                  <a:moveTo>
                    <a:pt x="119593" y="167575"/>
                  </a:moveTo>
                  <a:lnTo>
                    <a:pt x="91882" y="167575"/>
                  </a:lnTo>
                  <a:lnTo>
                    <a:pt x="103342" y="199354"/>
                  </a:lnTo>
                  <a:lnTo>
                    <a:pt x="118997" y="227432"/>
                  </a:lnTo>
                  <a:lnTo>
                    <a:pt x="119108" y="227631"/>
                  </a:lnTo>
                  <a:lnTo>
                    <a:pt x="138974" y="251445"/>
                  </a:lnTo>
                  <a:lnTo>
                    <a:pt x="162731" y="269836"/>
                  </a:lnTo>
                  <a:lnTo>
                    <a:pt x="181274" y="247142"/>
                  </a:lnTo>
                  <a:lnTo>
                    <a:pt x="149356" y="220816"/>
                  </a:lnTo>
                  <a:lnTo>
                    <a:pt x="125819" y="185356"/>
                  </a:lnTo>
                  <a:lnTo>
                    <a:pt x="119593" y="167575"/>
                  </a:lnTo>
                  <a:close/>
                </a:path>
                <a:path w="301625" h="347979">
                  <a:moveTo>
                    <a:pt x="169927" y="40959"/>
                  </a:moveTo>
                  <a:lnTo>
                    <a:pt x="9409" y="40959"/>
                  </a:lnTo>
                  <a:lnTo>
                    <a:pt x="9409" y="66421"/>
                  </a:lnTo>
                  <a:lnTo>
                    <a:pt x="169927" y="66421"/>
                  </a:lnTo>
                  <a:lnTo>
                    <a:pt x="169927" y="409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9505489" y="5246545"/>
              <a:ext cx="158115" cy="347980"/>
            </a:xfrm>
            <a:custGeom>
              <a:avLst/>
              <a:gdLst/>
              <a:ahLst/>
              <a:cxnLst/>
              <a:rect l="l" t="t" r="r" b="b"/>
              <a:pathLst>
                <a:path w="158115" h="347979">
                  <a:moveTo>
                    <a:pt x="128691" y="347881"/>
                  </a:moveTo>
                  <a:lnTo>
                    <a:pt x="158026" y="347881"/>
                  </a:lnTo>
                  <a:lnTo>
                    <a:pt x="158026" y="0"/>
                  </a:lnTo>
                  <a:lnTo>
                    <a:pt x="128691" y="0"/>
                  </a:lnTo>
                  <a:lnTo>
                    <a:pt x="128691" y="347881"/>
                  </a:lnTo>
                  <a:close/>
                </a:path>
                <a:path w="158115" h="347979">
                  <a:moveTo>
                    <a:pt x="0" y="125370"/>
                  </a:moveTo>
                  <a:lnTo>
                    <a:pt x="0" y="150554"/>
                  </a:lnTo>
                  <a:lnTo>
                    <a:pt x="58671" y="150554"/>
                  </a:lnTo>
                  <a:lnTo>
                    <a:pt x="58671" y="329615"/>
                  </a:lnTo>
                  <a:lnTo>
                    <a:pt x="87731" y="329615"/>
                  </a:lnTo>
                  <a:lnTo>
                    <a:pt x="87731" y="8302"/>
                  </a:lnTo>
                  <a:lnTo>
                    <a:pt x="58671" y="8302"/>
                  </a:lnTo>
                  <a:lnTo>
                    <a:pt x="58671" y="125370"/>
                  </a:lnTo>
                  <a:lnTo>
                    <a:pt x="0" y="12537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358123" y="5283497"/>
              <a:ext cx="189289" cy="245194"/>
            </a:xfrm>
            <a:prstGeom prst="rect">
              <a:avLst/>
            </a:prstGeom>
          </p:spPr>
        </p:pic>
      </p:grpSp>
      <p:grpSp>
        <p:nvGrpSpPr>
          <p:cNvPr id="108" name="object 108" descr=""/>
          <p:cNvGrpSpPr/>
          <p:nvPr/>
        </p:nvGrpSpPr>
        <p:grpSpPr>
          <a:xfrm>
            <a:off x="9808200" y="5242538"/>
            <a:ext cx="305435" cy="356235"/>
            <a:chOff x="9808200" y="5242538"/>
            <a:chExt cx="305435" cy="356235"/>
          </a:xfrm>
        </p:grpSpPr>
        <p:sp>
          <p:nvSpPr>
            <p:cNvPr id="109" name="object 109" descr=""/>
            <p:cNvSpPr/>
            <p:nvPr/>
          </p:nvSpPr>
          <p:spPr>
            <a:xfrm>
              <a:off x="9812208" y="5246545"/>
              <a:ext cx="297815" cy="347980"/>
            </a:xfrm>
            <a:custGeom>
              <a:avLst/>
              <a:gdLst/>
              <a:ahLst/>
              <a:cxnLst/>
              <a:rect l="l" t="t" r="r" b="b"/>
              <a:pathLst>
                <a:path w="297815" h="347979">
                  <a:moveTo>
                    <a:pt x="297235" y="172141"/>
                  </a:moveTo>
                  <a:lnTo>
                    <a:pt x="267898" y="172141"/>
                  </a:lnTo>
                  <a:lnTo>
                    <a:pt x="267898" y="347881"/>
                  </a:lnTo>
                  <a:lnTo>
                    <a:pt x="297235" y="347881"/>
                  </a:lnTo>
                  <a:lnTo>
                    <a:pt x="297235" y="172141"/>
                  </a:lnTo>
                  <a:close/>
                </a:path>
                <a:path w="297815" h="347979">
                  <a:moveTo>
                    <a:pt x="221680" y="8302"/>
                  </a:moveTo>
                  <a:lnTo>
                    <a:pt x="192621" y="8302"/>
                  </a:lnTo>
                  <a:lnTo>
                    <a:pt x="192621" y="330722"/>
                  </a:lnTo>
                  <a:lnTo>
                    <a:pt x="221680" y="330722"/>
                  </a:lnTo>
                  <a:lnTo>
                    <a:pt x="221680" y="172141"/>
                  </a:lnTo>
                  <a:lnTo>
                    <a:pt x="297235" y="172141"/>
                  </a:lnTo>
                  <a:lnTo>
                    <a:pt x="297235" y="146680"/>
                  </a:lnTo>
                  <a:lnTo>
                    <a:pt x="221680" y="146680"/>
                  </a:lnTo>
                  <a:lnTo>
                    <a:pt x="221680" y="8302"/>
                  </a:lnTo>
                  <a:close/>
                </a:path>
                <a:path w="297815" h="347979">
                  <a:moveTo>
                    <a:pt x="297235" y="0"/>
                  </a:moveTo>
                  <a:lnTo>
                    <a:pt x="267898" y="0"/>
                  </a:lnTo>
                  <a:lnTo>
                    <a:pt x="267898" y="146680"/>
                  </a:lnTo>
                  <a:lnTo>
                    <a:pt x="297235" y="146680"/>
                  </a:lnTo>
                  <a:lnTo>
                    <a:pt x="297235" y="0"/>
                  </a:lnTo>
                  <a:close/>
                </a:path>
                <a:path w="297815" h="347979">
                  <a:moveTo>
                    <a:pt x="174632" y="60056"/>
                  </a:moveTo>
                  <a:lnTo>
                    <a:pt x="0" y="60056"/>
                  </a:lnTo>
                  <a:lnTo>
                    <a:pt x="0" y="85240"/>
                  </a:lnTo>
                  <a:lnTo>
                    <a:pt x="174632" y="85240"/>
                  </a:lnTo>
                  <a:lnTo>
                    <a:pt x="174632" y="60056"/>
                  </a:lnTo>
                  <a:close/>
                </a:path>
                <a:path w="297815" h="347979">
                  <a:moveTo>
                    <a:pt x="102952" y="10516"/>
                  </a:moveTo>
                  <a:lnTo>
                    <a:pt x="72232" y="10516"/>
                  </a:lnTo>
                  <a:lnTo>
                    <a:pt x="72232" y="60056"/>
                  </a:lnTo>
                  <a:lnTo>
                    <a:pt x="102952" y="60056"/>
                  </a:lnTo>
                  <a:lnTo>
                    <a:pt x="102952" y="10516"/>
                  </a:lnTo>
                  <a:close/>
                </a:path>
                <a:path w="297815" h="347979">
                  <a:moveTo>
                    <a:pt x="87455" y="108764"/>
                  </a:moveTo>
                  <a:lnTo>
                    <a:pt x="57409" y="114589"/>
                  </a:lnTo>
                  <a:lnTo>
                    <a:pt x="33694" y="130870"/>
                  </a:lnTo>
                  <a:lnTo>
                    <a:pt x="18179" y="155817"/>
                  </a:lnTo>
                  <a:lnTo>
                    <a:pt x="12730" y="187640"/>
                  </a:lnTo>
                  <a:lnTo>
                    <a:pt x="18179" y="219825"/>
                  </a:lnTo>
                  <a:lnTo>
                    <a:pt x="33694" y="245032"/>
                  </a:lnTo>
                  <a:lnTo>
                    <a:pt x="57409" y="261468"/>
                  </a:lnTo>
                  <a:lnTo>
                    <a:pt x="87455" y="267345"/>
                  </a:lnTo>
                  <a:lnTo>
                    <a:pt x="117625" y="261468"/>
                  </a:lnTo>
                  <a:lnTo>
                    <a:pt x="141387" y="245032"/>
                  </a:lnTo>
                  <a:lnTo>
                    <a:pt x="144194" y="240500"/>
                  </a:lnTo>
                  <a:lnTo>
                    <a:pt x="87455" y="240500"/>
                  </a:lnTo>
                  <a:lnTo>
                    <a:pt x="68341" y="236716"/>
                  </a:lnTo>
                  <a:lnTo>
                    <a:pt x="53275" y="225797"/>
                  </a:lnTo>
                  <a:lnTo>
                    <a:pt x="43399" y="209015"/>
                  </a:lnTo>
                  <a:lnTo>
                    <a:pt x="39853" y="187640"/>
                  </a:lnTo>
                  <a:lnTo>
                    <a:pt x="43399" y="166533"/>
                  </a:lnTo>
                  <a:lnTo>
                    <a:pt x="53275" y="149759"/>
                  </a:lnTo>
                  <a:lnTo>
                    <a:pt x="68341" y="138641"/>
                  </a:lnTo>
                  <a:lnTo>
                    <a:pt x="87455" y="134503"/>
                  </a:lnTo>
                  <a:lnTo>
                    <a:pt x="143661" y="134503"/>
                  </a:lnTo>
                  <a:lnTo>
                    <a:pt x="141387" y="130870"/>
                  </a:lnTo>
                  <a:lnTo>
                    <a:pt x="117625" y="114589"/>
                  </a:lnTo>
                  <a:lnTo>
                    <a:pt x="87455" y="108764"/>
                  </a:lnTo>
                  <a:close/>
                </a:path>
                <a:path w="297815" h="347979">
                  <a:moveTo>
                    <a:pt x="143661" y="134503"/>
                  </a:moveTo>
                  <a:lnTo>
                    <a:pt x="87455" y="134503"/>
                  </a:lnTo>
                  <a:lnTo>
                    <a:pt x="106611" y="138641"/>
                  </a:lnTo>
                  <a:lnTo>
                    <a:pt x="121772" y="149759"/>
                  </a:lnTo>
                  <a:lnTo>
                    <a:pt x="131744" y="166533"/>
                  </a:lnTo>
                  <a:lnTo>
                    <a:pt x="135333" y="187640"/>
                  </a:lnTo>
                  <a:lnTo>
                    <a:pt x="131744" y="209015"/>
                  </a:lnTo>
                  <a:lnTo>
                    <a:pt x="121772" y="225797"/>
                  </a:lnTo>
                  <a:lnTo>
                    <a:pt x="106611" y="236716"/>
                  </a:lnTo>
                  <a:lnTo>
                    <a:pt x="87455" y="240500"/>
                  </a:lnTo>
                  <a:lnTo>
                    <a:pt x="144194" y="240500"/>
                  </a:lnTo>
                  <a:lnTo>
                    <a:pt x="157002" y="219825"/>
                  </a:lnTo>
                  <a:lnTo>
                    <a:pt x="162731" y="187640"/>
                  </a:lnTo>
                  <a:lnTo>
                    <a:pt x="157002" y="155817"/>
                  </a:lnTo>
                  <a:lnTo>
                    <a:pt x="143661" y="1345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0004829" y="5246545"/>
              <a:ext cx="104775" cy="347980"/>
            </a:xfrm>
            <a:custGeom>
              <a:avLst/>
              <a:gdLst/>
              <a:ahLst/>
              <a:cxnLst/>
              <a:rect l="l" t="t" r="r" b="b"/>
              <a:pathLst>
                <a:path w="104775" h="347979">
                  <a:moveTo>
                    <a:pt x="75276" y="146680"/>
                  </a:moveTo>
                  <a:lnTo>
                    <a:pt x="29058" y="146680"/>
                  </a:lnTo>
                  <a:lnTo>
                    <a:pt x="29058" y="8302"/>
                  </a:lnTo>
                  <a:lnTo>
                    <a:pt x="0" y="8302"/>
                  </a:lnTo>
                  <a:lnTo>
                    <a:pt x="0" y="330722"/>
                  </a:lnTo>
                  <a:lnTo>
                    <a:pt x="29058" y="330722"/>
                  </a:lnTo>
                  <a:lnTo>
                    <a:pt x="29058" y="172141"/>
                  </a:lnTo>
                  <a:lnTo>
                    <a:pt x="75276" y="172141"/>
                  </a:lnTo>
                  <a:lnTo>
                    <a:pt x="75276" y="347881"/>
                  </a:lnTo>
                  <a:lnTo>
                    <a:pt x="104613" y="347881"/>
                  </a:lnTo>
                  <a:lnTo>
                    <a:pt x="104613" y="0"/>
                  </a:lnTo>
                  <a:lnTo>
                    <a:pt x="75276" y="0"/>
                  </a:lnTo>
                  <a:lnTo>
                    <a:pt x="75276" y="14668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808200" y="5253054"/>
              <a:ext cx="182647" cy="264843"/>
            </a:xfrm>
            <a:prstGeom prst="rect">
              <a:avLst/>
            </a:prstGeom>
          </p:spPr>
        </p:pic>
      </p:grpSp>
      <p:grpSp>
        <p:nvGrpSpPr>
          <p:cNvPr id="112" name="object 112" descr=""/>
          <p:cNvGrpSpPr/>
          <p:nvPr/>
        </p:nvGrpSpPr>
        <p:grpSpPr>
          <a:xfrm>
            <a:off x="10161341" y="5242538"/>
            <a:ext cx="302895" cy="353060"/>
            <a:chOff x="10161341" y="5242538"/>
            <a:chExt cx="302895" cy="353060"/>
          </a:xfrm>
        </p:grpSpPr>
        <p:sp>
          <p:nvSpPr>
            <p:cNvPr id="113" name="object 113" descr=""/>
            <p:cNvSpPr/>
            <p:nvPr/>
          </p:nvSpPr>
          <p:spPr>
            <a:xfrm>
              <a:off x="10165348" y="5246545"/>
              <a:ext cx="294640" cy="344805"/>
            </a:xfrm>
            <a:custGeom>
              <a:avLst/>
              <a:gdLst/>
              <a:ahLst/>
              <a:cxnLst/>
              <a:rect l="l" t="t" r="r" b="b"/>
              <a:pathLst>
                <a:path w="294640" h="344804">
                  <a:moveTo>
                    <a:pt x="174632" y="17435"/>
                  </a:moveTo>
                  <a:lnTo>
                    <a:pt x="17711" y="17435"/>
                  </a:lnTo>
                  <a:lnTo>
                    <a:pt x="17711" y="42897"/>
                  </a:lnTo>
                  <a:lnTo>
                    <a:pt x="140591" y="42897"/>
                  </a:lnTo>
                  <a:lnTo>
                    <a:pt x="128295" y="82092"/>
                  </a:lnTo>
                  <a:lnTo>
                    <a:pt x="100237" y="115164"/>
                  </a:lnTo>
                  <a:lnTo>
                    <a:pt x="57208" y="141439"/>
                  </a:lnTo>
                  <a:lnTo>
                    <a:pt x="0" y="160241"/>
                  </a:lnTo>
                  <a:lnTo>
                    <a:pt x="11070" y="185702"/>
                  </a:lnTo>
                  <a:lnTo>
                    <a:pt x="64481" y="168390"/>
                  </a:lnTo>
                  <a:lnTo>
                    <a:pt x="108331" y="144137"/>
                  </a:lnTo>
                  <a:lnTo>
                    <a:pt x="141778" y="113061"/>
                  </a:lnTo>
                  <a:lnTo>
                    <a:pt x="163977" y="75277"/>
                  </a:lnTo>
                  <a:lnTo>
                    <a:pt x="282566" y="75277"/>
                  </a:lnTo>
                  <a:lnTo>
                    <a:pt x="282566" y="50646"/>
                  </a:lnTo>
                  <a:lnTo>
                    <a:pt x="171311" y="50646"/>
                  </a:lnTo>
                  <a:lnTo>
                    <a:pt x="172720" y="42897"/>
                  </a:lnTo>
                  <a:lnTo>
                    <a:pt x="172764" y="42654"/>
                  </a:lnTo>
                  <a:lnTo>
                    <a:pt x="173802" y="34456"/>
                  </a:lnTo>
                  <a:lnTo>
                    <a:pt x="174424" y="26049"/>
                  </a:lnTo>
                  <a:lnTo>
                    <a:pt x="174632" y="17435"/>
                  </a:lnTo>
                  <a:close/>
                </a:path>
                <a:path w="294640" h="344804">
                  <a:moveTo>
                    <a:pt x="282566" y="75277"/>
                  </a:moveTo>
                  <a:lnTo>
                    <a:pt x="251847" y="75277"/>
                  </a:lnTo>
                  <a:lnTo>
                    <a:pt x="251847" y="117067"/>
                  </a:lnTo>
                  <a:lnTo>
                    <a:pt x="158857" y="117067"/>
                  </a:lnTo>
                  <a:lnTo>
                    <a:pt x="158857" y="141439"/>
                  </a:lnTo>
                  <a:lnTo>
                    <a:pt x="251847" y="141439"/>
                  </a:lnTo>
                  <a:lnTo>
                    <a:pt x="251847" y="177953"/>
                  </a:lnTo>
                  <a:lnTo>
                    <a:pt x="282566" y="177953"/>
                  </a:lnTo>
                  <a:lnTo>
                    <a:pt x="282566" y="75277"/>
                  </a:lnTo>
                  <a:close/>
                </a:path>
                <a:path w="294640" h="344804">
                  <a:moveTo>
                    <a:pt x="282566" y="0"/>
                  </a:moveTo>
                  <a:lnTo>
                    <a:pt x="251847" y="0"/>
                  </a:lnTo>
                  <a:lnTo>
                    <a:pt x="251847" y="50646"/>
                  </a:lnTo>
                  <a:lnTo>
                    <a:pt x="282566" y="50646"/>
                  </a:lnTo>
                  <a:lnTo>
                    <a:pt x="282566" y="0"/>
                  </a:lnTo>
                  <a:close/>
                </a:path>
                <a:path w="294640" h="344804">
                  <a:moveTo>
                    <a:pt x="282566" y="193728"/>
                  </a:moveTo>
                  <a:lnTo>
                    <a:pt x="57011" y="193728"/>
                  </a:lnTo>
                  <a:lnTo>
                    <a:pt x="57011" y="218636"/>
                  </a:lnTo>
                  <a:lnTo>
                    <a:pt x="251847" y="218636"/>
                  </a:lnTo>
                  <a:lnTo>
                    <a:pt x="251847" y="254891"/>
                  </a:lnTo>
                  <a:lnTo>
                    <a:pt x="57841" y="254891"/>
                  </a:lnTo>
                  <a:lnTo>
                    <a:pt x="57841" y="344560"/>
                  </a:lnTo>
                  <a:lnTo>
                    <a:pt x="294466" y="344560"/>
                  </a:lnTo>
                  <a:lnTo>
                    <a:pt x="294466" y="319375"/>
                  </a:lnTo>
                  <a:lnTo>
                    <a:pt x="88284" y="319375"/>
                  </a:lnTo>
                  <a:lnTo>
                    <a:pt x="88284" y="278415"/>
                  </a:lnTo>
                  <a:lnTo>
                    <a:pt x="282566" y="278415"/>
                  </a:lnTo>
                  <a:lnTo>
                    <a:pt x="282566" y="1937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0165348" y="5246545"/>
              <a:ext cx="294640" cy="344805"/>
            </a:xfrm>
            <a:custGeom>
              <a:avLst/>
              <a:gdLst/>
              <a:ahLst/>
              <a:cxnLst/>
              <a:rect l="l" t="t" r="r" b="b"/>
              <a:pathLst>
                <a:path w="294640" h="344804">
                  <a:moveTo>
                    <a:pt x="251847" y="75277"/>
                  </a:moveTo>
                  <a:lnTo>
                    <a:pt x="251847" y="117067"/>
                  </a:lnTo>
                  <a:lnTo>
                    <a:pt x="158857" y="117067"/>
                  </a:lnTo>
                  <a:lnTo>
                    <a:pt x="158857" y="141422"/>
                  </a:lnTo>
                  <a:lnTo>
                    <a:pt x="251847" y="141422"/>
                  </a:lnTo>
                  <a:lnTo>
                    <a:pt x="251847" y="177953"/>
                  </a:lnTo>
                  <a:lnTo>
                    <a:pt x="282566" y="177953"/>
                  </a:lnTo>
                  <a:lnTo>
                    <a:pt x="282566" y="0"/>
                  </a:lnTo>
                  <a:lnTo>
                    <a:pt x="251847" y="0"/>
                  </a:lnTo>
                  <a:lnTo>
                    <a:pt x="251847" y="50646"/>
                  </a:lnTo>
                  <a:lnTo>
                    <a:pt x="171311" y="50646"/>
                  </a:lnTo>
                  <a:lnTo>
                    <a:pt x="172764" y="42654"/>
                  </a:lnTo>
                  <a:lnTo>
                    <a:pt x="173802" y="34456"/>
                  </a:lnTo>
                  <a:lnTo>
                    <a:pt x="174424" y="26049"/>
                  </a:lnTo>
                  <a:lnTo>
                    <a:pt x="174632" y="17435"/>
                  </a:lnTo>
                  <a:lnTo>
                    <a:pt x="17711" y="17435"/>
                  </a:lnTo>
                  <a:lnTo>
                    <a:pt x="17711" y="42897"/>
                  </a:lnTo>
                  <a:lnTo>
                    <a:pt x="140591" y="42897"/>
                  </a:lnTo>
                  <a:lnTo>
                    <a:pt x="128295" y="82092"/>
                  </a:lnTo>
                  <a:lnTo>
                    <a:pt x="100237" y="115164"/>
                  </a:lnTo>
                  <a:lnTo>
                    <a:pt x="57208" y="141439"/>
                  </a:lnTo>
                  <a:lnTo>
                    <a:pt x="0" y="160241"/>
                  </a:lnTo>
                  <a:lnTo>
                    <a:pt x="11070" y="185702"/>
                  </a:lnTo>
                  <a:lnTo>
                    <a:pt x="64481" y="168390"/>
                  </a:lnTo>
                  <a:lnTo>
                    <a:pt x="108331" y="144137"/>
                  </a:lnTo>
                  <a:lnTo>
                    <a:pt x="141778" y="113061"/>
                  </a:lnTo>
                  <a:lnTo>
                    <a:pt x="163977" y="75277"/>
                  </a:lnTo>
                  <a:lnTo>
                    <a:pt x="251847" y="75277"/>
                  </a:lnTo>
                  <a:close/>
                </a:path>
                <a:path w="294640" h="344804">
                  <a:moveTo>
                    <a:pt x="88284" y="278415"/>
                  </a:moveTo>
                  <a:lnTo>
                    <a:pt x="282566" y="278415"/>
                  </a:lnTo>
                  <a:lnTo>
                    <a:pt x="282566" y="193728"/>
                  </a:lnTo>
                  <a:lnTo>
                    <a:pt x="57011" y="193728"/>
                  </a:lnTo>
                  <a:lnTo>
                    <a:pt x="57011" y="218636"/>
                  </a:lnTo>
                  <a:lnTo>
                    <a:pt x="251847" y="218636"/>
                  </a:lnTo>
                  <a:lnTo>
                    <a:pt x="251847" y="254891"/>
                  </a:lnTo>
                  <a:lnTo>
                    <a:pt x="57841" y="254891"/>
                  </a:lnTo>
                  <a:lnTo>
                    <a:pt x="57841" y="344560"/>
                  </a:lnTo>
                  <a:lnTo>
                    <a:pt x="294466" y="344560"/>
                  </a:lnTo>
                  <a:lnTo>
                    <a:pt x="294466" y="319375"/>
                  </a:lnTo>
                  <a:lnTo>
                    <a:pt x="88284" y="319375"/>
                  </a:lnTo>
                  <a:lnTo>
                    <a:pt x="88284" y="278415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5" name="object 115" descr=""/>
          <p:cNvGrpSpPr/>
          <p:nvPr/>
        </p:nvGrpSpPr>
        <p:grpSpPr>
          <a:xfrm>
            <a:off x="10606990" y="5242814"/>
            <a:ext cx="294005" cy="354330"/>
            <a:chOff x="10606990" y="5242814"/>
            <a:chExt cx="294005" cy="354330"/>
          </a:xfrm>
        </p:grpSpPr>
        <p:sp>
          <p:nvSpPr>
            <p:cNvPr id="116" name="object 116" descr=""/>
            <p:cNvSpPr/>
            <p:nvPr/>
          </p:nvSpPr>
          <p:spPr>
            <a:xfrm>
              <a:off x="10610998" y="5246822"/>
              <a:ext cx="285750" cy="346075"/>
            </a:xfrm>
            <a:custGeom>
              <a:avLst/>
              <a:gdLst/>
              <a:ahLst/>
              <a:cxnLst/>
              <a:rect l="l" t="t" r="r" b="b"/>
              <a:pathLst>
                <a:path w="285750" h="346075">
                  <a:moveTo>
                    <a:pt x="283673" y="89392"/>
                  </a:moveTo>
                  <a:lnTo>
                    <a:pt x="252954" y="89392"/>
                  </a:lnTo>
                  <a:lnTo>
                    <a:pt x="252954" y="136440"/>
                  </a:lnTo>
                  <a:lnTo>
                    <a:pt x="160241" y="136440"/>
                  </a:lnTo>
                  <a:lnTo>
                    <a:pt x="160241" y="161901"/>
                  </a:lnTo>
                  <a:lnTo>
                    <a:pt x="252954" y="161901"/>
                  </a:lnTo>
                  <a:lnTo>
                    <a:pt x="252954" y="208950"/>
                  </a:lnTo>
                  <a:lnTo>
                    <a:pt x="283673" y="208950"/>
                  </a:lnTo>
                  <a:lnTo>
                    <a:pt x="283673" y="89392"/>
                  </a:lnTo>
                  <a:close/>
                </a:path>
                <a:path w="285750" h="346075">
                  <a:moveTo>
                    <a:pt x="176016" y="25738"/>
                  </a:moveTo>
                  <a:lnTo>
                    <a:pt x="17711" y="25738"/>
                  </a:lnTo>
                  <a:lnTo>
                    <a:pt x="17711" y="51476"/>
                  </a:lnTo>
                  <a:lnTo>
                    <a:pt x="142805" y="51476"/>
                  </a:lnTo>
                  <a:lnTo>
                    <a:pt x="129598" y="94135"/>
                  </a:lnTo>
                  <a:lnTo>
                    <a:pt x="100461" y="131009"/>
                  </a:lnTo>
                  <a:lnTo>
                    <a:pt x="56795" y="161188"/>
                  </a:lnTo>
                  <a:lnTo>
                    <a:pt x="0" y="183765"/>
                  </a:lnTo>
                  <a:lnTo>
                    <a:pt x="12730" y="208120"/>
                  </a:lnTo>
                  <a:lnTo>
                    <a:pt x="64676" y="188187"/>
                  </a:lnTo>
                  <a:lnTo>
                    <a:pt x="107813" y="161573"/>
                  </a:lnTo>
                  <a:lnTo>
                    <a:pt x="141220" y="128550"/>
                  </a:lnTo>
                  <a:lnTo>
                    <a:pt x="163977" y="89392"/>
                  </a:lnTo>
                  <a:lnTo>
                    <a:pt x="283673" y="89392"/>
                  </a:lnTo>
                  <a:lnTo>
                    <a:pt x="283673" y="64760"/>
                  </a:lnTo>
                  <a:lnTo>
                    <a:pt x="171726" y="64760"/>
                  </a:lnTo>
                  <a:lnTo>
                    <a:pt x="173564" y="55374"/>
                  </a:lnTo>
                  <a:lnTo>
                    <a:pt x="174909" y="45716"/>
                  </a:lnTo>
                  <a:lnTo>
                    <a:pt x="175734" y="35824"/>
                  </a:lnTo>
                  <a:lnTo>
                    <a:pt x="176016" y="25738"/>
                  </a:lnTo>
                  <a:close/>
                </a:path>
                <a:path w="285750" h="346075">
                  <a:moveTo>
                    <a:pt x="283673" y="0"/>
                  </a:moveTo>
                  <a:lnTo>
                    <a:pt x="252954" y="0"/>
                  </a:lnTo>
                  <a:lnTo>
                    <a:pt x="252954" y="64760"/>
                  </a:lnTo>
                  <a:lnTo>
                    <a:pt x="283673" y="64760"/>
                  </a:lnTo>
                  <a:lnTo>
                    <a:pt x="283673" y="0"/>
                  </a:lnTo>
                  <a:close/>
                </a:path>
                <a:path w="285750" h="346075">
                  <a:moveTo>
                    <a:pt x="169926" y="212548"/>
                  </a:moveTo>
                  <a:lnTo>
                    <a:pt x="121598" y="217088"/>
                  </a:lnTo>
                  <a:lnTo>
                    <a:pt x="84893" y="230191"/>
                  </a:lnTo>
                  <a:lnTo>
                    <a:pt x="61577" y="251077"/>
                  </a:lnTo>
                  <a:lnTo>
                    <a:pt x="53413" y="278969"/>
                  </a:lnTo>
                  <a:lnTo>
                    <a:pt x="61577" y="307064"/>
                  </a:lnTo>
                  <a:lnTo>
                    <a:pt x="84893" y="328127"/>
                  </a:lnTo>
                  <a:lnTo>
                    <a:pt x="121598" y="341355"/>
                  </a:lnTo>
                  <a:lnTo>
                    <a:pt x="169926" y="345944"/>
                  </a:lnTo>
                  <a:lnTo>
                    <a:pt x="217658" y="341355"/>
                  </a:lnTo>
                  <a:lnTo>
                    <a:pt x="254129" y="328127"/>
                  </a:lnTo>
                  <a:lnTo>
                    <a:pt x="261971" y="321036"/>
                  </a:lnTo>
                  <a:lnTo>
                    <a:pt x="169926" y="321036"/>
                  </a:lnTo>
                  <a:lnTo>
                    <a:pt x="134294" y="318160"/>
                  </a:lnTo>
                  <a:lnTo>
                    <a:pt x="107173" y="309862"/>
                  </a:lnTo>
                  <a:lnTo>
                    <a:pt x="89910" y="296634"/>
                  </a:lnTo>
                  <a:lnTo>
                    <a:pt x="83856" y="278969"/>
                  </a:lnTo>
                  <a:lnTo>
                    <a:pt x="89910" y="261308"/>
                  </a:lnTo>
                  <a:lnTo>
                    <a:pt x="107173" y="248111"/>
                  </a:lnTo>
                  <a:lnTo>
                    <a:pt x="134294" y="239895"/>
                  </a:lnTo>
                  <a:lnTo>
                    <a:pt x="169926" y="237179"/>
                  </a:lnTo>
                  <a:lnTo>
                    <a:pt x="261922" y="237179"/>
                  </a:lnTo>
                  <a:lnTo>
                    <a:pt x="254129" y="230191"/>
                  </a:lnTo>
                  <a:lnTo>
                    <a:pt x="217658" y="217088"/>
                  </a:lnTo>
                  <a:lnTo>
                    <a:pt x="169926" y="212548"/>
                  </a:lnTo>
                  <a:close/>
                </a:path>
                <a:path w="285750" h="346075">
                  <a:moveTo>
                    <a:pt x="261922" y="237179"/>
                  </a:moveTo>
                  <a:lnTo>
                    <a:pt x="169926" y="237179"/>
                  </a:lnTo>
                  <a:lnTo>
                    <a:pt x="204923" y="239895"/>
                  </a:lnTo>
                  <a:lnTo>
                    <a:pt x="231747" y="248111"/>
                  </a:lnTo>
                  <a:lnTo>
                    <a:pt x="248971" y="261308"/>
                  </a:lnTo>
                  <a:lnTo>
                    <a:pt x="255168" y="278969"/>
                  </a:lnTo>
                  <a:lnTo>
                    <a:pt x="248971" y="296634"/>
                  </a:lnTo>
                  <a:lnTo>
                    <a:pt x="231747" y="309862"/>
                  </a:lnTo>
                  <a:lnTo>
                    <a:pt x="204923" y="318160"/>
                  </a:lnTo>
                  <a:lnTo>
                    <a:pt x="169926" y="321036"/>
                  </a:lnTo>
                  <a:lnTo>
                    <a:pt x="261971" y="321036"/>
                  </a:lnTo>
                  <a:lnTo>
                    <a:pt x="277420" y="307064"/>
                  </a:lnTo>
                  <a:lnTo>
                    <a:pt x="285610" y="278969"/>
                  </a:lnTo>
                  <a:lnTo>
                    <a:pt x="277420" y="251077"/>
                  </a:lnTo>
                  <a:lnTo>
                    <a:pt x="261922" y="237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0610997" y="5246822"/>
              <a:ext cx="283845" cy="209550"/>
            </a:xfrm>
            <a:custGeom>
              <a:avLst/>
              <a:gdLst/>
              <a:ahLst/>
              <a:cxnLst/>
              <a:rect l="l" t="t" r="r" b="b"/>
              <a:pathLst>
                <a:path w="283845" h="209550">
                  <a:moveTo>
                    <a:pt x="252954" y="89392"/>
                  </a:moveTo>
                  <a:lnTo>
                    <a:pt x="252954" y="136440"/>
                  </a:lnTo>
                  <a:lnTo>
                    <a:pt x="160241" y="136440"/>
                  </a:lnTo>
                  <a:lnTo>
                    <a:pt x="160241" y="161901"/>
                  </a:lnTo>
                  <a:lnTo>
                    <a:pt x="252954" y="161901"/>
                  </a:lnTo>
                  <a:lnTo>
                    <a:pt x="252954" y="208950"/>
                  </a:lnTo>
                  <a:lnTo>
                    <a:pt x="283673" y="208950"/>
                  </a:lnTo>
                  <a:lnTo>
                    <a:pt x="283673" y="0"/>
                  </a:lnTo>
                  <a:lnTo>
                    <a:pt x="252954" y="0"/>
                  </a:lnTo>
                  <a:lnTo>
                    <a:pt x="252954" y="64760"/>
                  </a:lnTo>
                  <a:lnTo>
                    <a:pt x="171726" y="64760"/>
                  </a:lnTo>
                  <a:lnTo>
                    <a:pt x="173564" y="55374"/>
                  </a:lnTo>
                  <a:lnTo>
                    <a:pt x="174909" y="45716"/>
                  </a:lnTo>
                  <a:lnTo>
                    <a:pt x="175734" y="35824"/>
                  </a:lnTo>
                  <a:lnTo>
                    <a:pt x="176015" y="25738"/>
                  </a:lnTo>
                  <a:lnTo>
                    <a:pt x="17711" y="25738"/>
                  </a:lnTo>
                  <a:lnTo>
                    <a:pt x="17711" y="51476"/>
                  </a:lnTo>
                  <a:lnTo>
                    <a:pt x="142805" y="51476"/>
                  </a:lnTo>
                  <a:lnTo>
                    <a:pt x="129598" y="94135"/>
                  </a:lnTo>
                  <a:lnTo>
                    <a:pt x="100461" y="131009"/>
                  </a:lnTo>
                  <a:lnTo>
                    <a:pt x="56795" y="161188"/>
                  </a:lnTo>
                  <a:lnTo>
                    <a:pt x="0" y="183765"/>
                  </a:lnTo>
                  <a:lnTo>
                    <a:pt x="12730" y="208120"/>
                  </a:lnTo>
                  <a:lnTo>
                    <a:pt x="64676" y="188187"/>
                  </a:lnTo>
                  <a:lnTo>
                    <a:pt x="107813" y="161573"/>
                  </a:lnTo>
                  <a:lnTo>
                    <a:pt x="141220" y="128550"/>
                  </a:lnTo>
                  <a:lnTo>
                    <a:pt x="163977" y="89392"/>
                  </a:lnTo>
                  <a:lnTo>
                    <a:pt x="252954" y="89392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8" name="object 11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660403" y="5455362"/>
              <a:ext cx="240212" cy="141410"/>
            </a:xfrm>
            <a:prstGeom prst="rect">
              <a:avLst/>
            </a:prstGeom>
          </p:spPr>
        </p:pic>
      </p:grpSp>
      <p:grpSp>
        <p:nvGrpSpPr>
          <p:cNvPr id="119" name="object 119" descr=""/>
          <p:cNvGrpSpPr/>
          <p:nvPr/>
        </p:nvGrpSpPr>
        <p:grpSpPr>
          <a:xfrm>
            <a:off x="10949058" y="5239217"/>
            <a:ext cx="296545" cy="354965"/>
            <a:chOff x="10949058" y="5239217"/>
            <a:chExt cx="296545" cy="354965"/>
          </a:xfrm>
        </p:grpSpPr>
        <p:sp>
          <p:nvSpPr>
            <p:cNvPr id="120" name="object 120" descr=""/>
            <p:cNvSpPr/>
            <p:nvPr/>
          </p:nvSpPr>
          <p:spPr>
            <a:xfrm>
              <a:off x="10953066" y="5243224"/>
              <a:ext cx="288290" cy="346710"/>
            </a:xfrm>
            <a:custGeom>
              <a:avLst/>
              <a:gdLst/>
              <a:ahLst/>
              <a:cxnLst/>
              <a:rect l="l" t="t" r="r" b="b"/>
              <a:pathLst>
                <a:path w="288290" h="346710">
                  <a:moveTo>
                    <a:pt x="288102" y="3320"/>
                  </a:moveTo>
                  <a:lnTo>
                    <a:pt x="257383" y="3320"/>
                  </a:lnTo>
                  <a:lnTo>
                    <a:pt x="257383" y="109041"/>
                  </a:lnTo>
                  <a:lnTo>
                    <a:pt x="198157" y="109041"/>
                  </a:lnTo>
                  <a:lnTo>
                    <a:pt x="198157" y="134779"/>
                  </a:lnTo>
                  <a:lnTo>
                    <a:pt x="257383" y="134779"/>
                  </a:lnTo>
                  <a:lnTo>
                    <a:pt x="257383" y="214208"/>
                  </a:lnTo>
                  <a:lnTo>
                    <a:pt x="288102" y="214208"/>
                  </a:lnTo>
                  <a:lnTo>
                    <a:pt x="288102" y="3320"/>
                  </a:lnTo>
                  <a:close/>
                </a:path>
                <a:path w="288290" h="346710">
                  <a:moveTo>
                    <a:pt x="101569" y="83026"/>
                  </a:moveTo>
                  <a:lnTo>
                    <a:pt x="68977" y="87575"/>
                  </a:lnTo>
                  <a:lnTo>
                    <a:pt x="43416" y="100323"/>
                  </a:lnTo>
                  <a:lnTo>
                    <a:pt x="26728" y="119921"/>
                  </a:lnTo>
                  <a:lnTo>
                    <a:pt x="20756" y="145019"/>
                  </a:lnTo>
                  <a:lnTo>
                    <a:pt x="26728" y="170467"/>
                  </a:lnTo>
                  <a:lnTo>
                    <a:pt x="43416" y="190026"/>
                  </a:lnTo>
                  <a:lnTo>
                    <a:pt x="68977" y="202580"/>
                  </a:lnTo>
                  <a:lnTo>
                    <a:pt x="101569" y="207012"/>
                  </a:lnTo>
                  <a:lnTo>
                    <a:pt x="134122" y="202580"/>
                  </a:lnTo>
                  <a:lnTo>
                    <a:pt x="159618" y="190026"/>
                  </a:lnTo>
                  <a:lnTo>
                    <a:pt x="165192" y="183488"/>
                  </a:lnTo>
                  <a:lnTo>
                    <a:pt x="101569" y="183488"/>
                  </a:lnTo>
                  <a:lnTo>
                    <a:pt x="80687" y="180591"/>
                  </a:lnTo>
                  <a:lnTo>
                    <a:pt x="64449" y="172764"/>
                  </a:lnTo>
                  <a:lnTo>
                    <a:pt x="53972" y="160682"/>
                  </a:lnTo>
                  <a:lnTo>
                    <a:pt x="50370" y="145019"/>
                  </a:lnTo>
                  <a:lnTo>
                    <a:pt x="53972" y="129594"/>
                  </a:lnTo>
                  <a:lnTo>
                    <a:pt x="64449" y="117516"/>
                  </a:lnTo>
                  <a:lnTo>
                    <a:pt x="80687" y="109642"/>
                  </a:lnTo>
                  <a:lnTo>
                    <a:pt x="101569" y="106827"/>
                  </a:lnTo>
                  <a:lnTo>
                    <a:pt x="165152" y="106827"/>
                  </a:lnTo>
                  <a:lnTo>
                    <a:pt x="159618" y="100323"/>
                  </a:lnTo>
                  <a:lnTo>
                    <a:pt x="134122" y="87575"/>
                  </a:lnTo>
                  <a:lnTo>
                    <a:pt x="101569" y="83026"/>
                  </a:lnTo>
                  <a:close/>
                </a:path>
                <a:path w="288290" h="346710">
                  <a:moveTo>
                    <a:pt x="165152" y="106827"/>
                  </a:moveTo>
                  <a:lnTo>
                    <a:pt x="101569" y="106827"/>
                  </a:lnTo>
                  <a:lnTo>
                    <a:pt x="122296" y="109642"/>
                  </a:lnTo>
                  <a:lnTo>
                    <a:pt x="138482" y="117516"/>
                  </a:lnTo>
                  <a:lnTo>
                    <a:pt x="149011" y="129594"/>
                  </a:lnTo>
                  <a:lnTo>
                    <a:pt x="152769" y="145019"/>
                  </a:lnTo>
                  <a:lnTo>
                    <a:pt x="149011" y="160682"/>
                  </a:lnTo>
                  <a:lnTo>
                    <a:pt x="138482" y="172764"/>
                  </a:lnTo>
                  <a:lnTo>
                    <a:pt x="122296" y="180591"/>
                  </a:lnTo>
                  <a:lnTo>
                    <a:pt x="101569" y="183488"/>
                  </a:lnTo>
                  <a:lnTo>
                    <a:pt x="165192" y="183488"/>
                  </a:lnTo>
                  <a:lnTo>
                    <a:pt x="176293" y="170467"/>
                  </a:lnTo>
                  <a:lnTo>
                    <a:pt x="182381" y="145019"/>
                  </a:lnTo>
                  <a:lnTo>
                    <a:pt x="176293" y="119921"/>
                  </a:lnTo>
                  <a:lnTo>
                    <a:pt x="165152" y="106827"/>
                  </a:lnTo>
                  <a:close/>
                </a:path>
                <a:path w="288290" h="346710">
                  <a:moveTo>
                    <a:pt x="203138" y="39852"/>
                  </a:moveTo>
                  <a:lnTo>
                    <a:pt x="0" y="39852"/>
                  </a:lnTo>
                  <a:lnTo>
                    <a:pt x="0" y="65037"/>
                  </a:lnTo>
                  <a:lnTo>
                    <a:pt x="203138" y="65037"/>
                  </a:lnTo>
                  <a:lnTo>
                    <a:pt x="203138" y="39852"/>
                  </a:lnTo>
                  <a:close/>
                </a:path>
                <a:path w="288290" h="346710">
                  <a:moveTo>
                    <a:pt x="116790" y="0"/>
                  </a:moveTo>
                  <a:lnTo>
                    <a:pt x="86625" y="0"/>
                  </a:lnTo>
                  <a:lnTo>
                    <a:pt x="86625" y="39852"/>
                  </a:lnTo>
                  <a:lnTo>
                    <a:pt x="116790" y="39852"/>
                  </a:lnTo>
                  <a:lnTo>
                    <a:pt x="116790" y="0"/>
                  </a:lnTo>
                  <a:close/>
                </a:path>
                <a:path w="288290" h="346710">
                  <a:moveTo>
                    <a:pt x="288102" y="232750"/>
                  </a:moveTo>
                  <a:lnTo>
                    <a:pt x="60610" y="232750"/>
                  </a:lnTo>
                  <a:lnTo>
                    <a:pt x="60610" y="346497"/>
                  </a:lnTo>
                  <a:lnTo>
                    <a:pt x="288102" y="346497"/>
                  </a:lnTo>
                  <a:lnTo>
                    <a:pt x="288102" y="321312"/>
                  </a:lnTo>
                  <a:lnTo>
                    <a:pt x="91329" y="321312"/>
                  </a:lnTo>
                  <a:lnTo>
                    <a:pt x="91329" y="257382"/>
                  </a:lnTo>
                  <a:lnTo>
                    <a:pt x="288102" y="257382"/>
                  </a:lnTo>
                  <a:lnTo>
                    <a:pt x="288102" y="232750"/>
                  </a:lnTo>
                  <a:close/>
                </a:path>
                <a:path w="288290" h="346710">
                  <a:moveTo>
                    <a:pt x="288102" y="257382"/>
                  </a:moveTo>
                  <a:lnTo>
                    <a:pt x="257936" y="257382"/>
                  </a:lnTo>
                  <a:lnTo>
                    <a:pt x="257936" y="321312"/>
                  </a:lnTo>
                  <a:lnTo>
                    <a:pt x="288102" y="321312"/>
                  </a:lnTo>
                  <a:lnTo>
                    <a:pt x="288102" y="2573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1" name="object 12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949058" y="5239217"/>
              <a:ext cx="296117" cy="354511"/>
            </a:xfrm>
            <a:prstGeom prst="rect">
              <a:avLst/>
            </a:prstGeom>
          </p:spPr>
        </p:pic>
      </p:grpSp>
      <p:grpSp>
        <p:nvGrpSpPr>
          <p:cNvPr id="122" name="object 122" descr=""/>
          <p:cNvGrpSpPr/>
          <p:nvPr/>
        </p:nvGrpSpPr>
        <p:grpSpPr>
          <a:xfrm>
            <a:off x="9021481" y="1713824"/>
            <a:ext cx="377825" cy="270510"/>
            <a:chOff x="9021481" y="1713824"/>
            <a:chExt cx="377825" cy="270510"/>
          </a:xfrm>
        </p:grpSpPr>
        <p:pic>
          <p:nvPicPr>
            <p:cNvPr id="123" name="object 12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021481" y="1777590"/>
              <a:ext cx="159934" cy="206333"/>
            </a:xfrm>
            <a:prstGeom prst="rect">
              <a:avLst/>
            </a:prstGeom>
          </p:spPr>
        </p:pic>
        <p:sp>
          <p:nvSpPr>
            <p:cNvPr id="124" name="object 124" descr=""/>
            <p:cNvSpPr/>
            <p:nvPr/>
          </p:nvSpPr>
          <p:spPr>
            <a:xfrm>
              <a:off x="9222372" y="1713824"/>
              <a:ext cx="176530" cy="269875"/>
            </a:xfrm>
            <a:custGeom>
              <a:avLst/>
              <a:gdLst/>
              <a:ahLst/>
              <a:cxnLst/>
              <a:rect l="l" t="t" r="r" b="b"/>
              <a:pathLst>
                <a:path w="176529" h="269875">
                  <a:moveTo>
                    <a:pt x="85022" y="63766"/>
                  </a:moveTo>
                  <a:lnTo>
                    <a:pt x="50631" y="70947"/>
                  </a:lnTo>
                  <a:lnTo>
                    <a:pt x="23750" y="91469"/>
                  </a:lnTo>
                  <a:lnTo>
                    <a:pt x="6249" y="123802"/>
                  </a:lnTo>
                  <a:lnTo>
                    <a:pt x="75" y="165896"/>
                  </a:lnTo>
                  <a:lnTo>
                    <a:pt x="0" y="166414"/>
                  </a:lnTo>
                  <a:lnTo>
                    <a:pt x="6241" y="209217"/>
                  </a:lnTo>
                  <a:lnTo>
                    <a:pt x="23685" y="241716"/>
                  </a:lnTo>
                  <a:lnTo>
                    <a:pt x="50413" y="262356"/>
                  </a:lnTo>
                  <a:lnTo>
                    <a:pt x="84504" y="269582"/>
                  </a:lnTo>
                  <a:lnTo>
                    <a:pt x="108667" y="265722"/>
                  </a:lnTo>
                  <a:lnTo>
                    <a:pt x="125200" y="256394"/>
                  </a:lnTo>
                  <a:lnTo>
                    <a:pt x="135901" y="244977"/>
                  </a:lnTo>
                  <a:lnTo>
                    <a:pt x="138302" y="241327"/>
                  </a:lnTo>
                  <a:lnTo>
                    <a:pt x="89169" y="241327"/>
                  </a:lnTo>
                  <a:lnTo>
                    <a:pt x="64252" y="235483"/>
                  </a:lnTo>
                  <a:lnTo>
                    <a:pt x="46334" y="219456"/>
                  </a:lnTo>
                  <a:lnTo>
                    <a:pt x="35512" y="195507"/>
                  </a:lnTo>
                  <a:lnTo>
                    <a:pt x="31946" y="166414"/>
                  </a:lnTo>
                  <a:lnTo>
                    <a:pt x="31883" y="165896"/>
                  </a:lnTo>
                  <a:lnTo>
                    <a:pt x="35439" y="136747"/>
                  </a:lnTo>
                  <a:lnTo>
                    <a:pt x="46140" y="113308"/>
                  </a:lnTo>
                  <a:lnTo>
                    <a:pt x="64034" y="97694"/>
                  </a:lnTo>
                  <a:lnTo>
                    <a:pt x="89169" y="92020"/>
                  </a:lnTo>
                  <a:lnTo>
                    <a:pt x="138684" y="92020"/>
                  </a:lnTo>
                  <a:lnTo>
                    <a:pt x="136164" y="88152"/>
                  </a:lnTo>
                  <a:lnTo>
                    <a:pt x="125751" y="76889"/>
                  </a:lnTo>
                  <a:lnTo>
                    <a:pt x="109360" y="67618"/>
                  </a:lnTo>
                  <a:lnTo>
                    <a:pt x="85022" y="63766"/>
                  </a:lnTo>
                  <a:close/>
                </a:path>
                <a:path w="176529" h="269875">
                  <a:moveTo>
                    <a:pt x="176524" y="234847"/>
                  </a:moveTo>
                  <a:lnTo>
                    <a:pt x="145937" y="234847"/>
                  </a:lnTo>
                  <a:lnTo>
                    <a:pt x="145937" y="265434"/>
                  </a:lnTo>
                  <a:lnTo>
                    <a:pt x="176524" y="265434"/>
                  </a:lnTo>
                  <a:lnTo>
                    <a:pt x="176524" y="234847"/>
                  </a:lnTo>
                  <a:close/>
                </a:path>
                <a:path w="176529" h="269875">
                  <a:moveTo>
                    <a:pt x="138684" y="92020"/>
                  </a:moveTo>
                  <a:lnTo>
                    <a:pt x="89169" y="92020"/>
                  </a:lnTo>
                  <a:lnTo>
                    <a:pt x="113527" y="97330"/>
                  </a:lnTo>
                  <a:lnTo>
                    <a:pt x="131227" y="112336"/>
                  </a:lnTo>
                  <a:lnTo>
                    <a:pt x="142025" y="135653"/>
                  </a:lnTo>
                  <a:lnTo>
                    <a:pt x="145678" y="165896"/>
                  </a:lnTo>
                  <a:lnTo>
                    <a:pt x="142071" y="195507"/>
                  </a:lnTo>
                  <a:lnTo>
                    <a:pt x="141952" y="196492"/>
                  </a:lnTo>
                  <a:lnTo>
                    <a:pt x="131032" y="220331"/>
                  </a:lnTo>
                  <a:lnTo>
                    <a:pt x="113308" y="235811"/>
                  </a:lnTo>
                  <a:lnTo>
                    <a:pt x="89169" y="241327"/>
                  </a:lnTo>
                  <a:lnTo>
                    <a:pt x="138302" y="241327"/>
                  </a:lnTo>
                  <a:lnTo>
                    <a:pt x="142568" y="234847"/>
                  </a:lnTo>
                  <a:lnTo>
                    <a:pt x="176524" y="234847"/>
                  </a:lnTo>
                  <a:lnTo>
                    <a:pt x="176524" y="97982"/>
                  </a:lnTo>
                  <a:lnTo>
                    <a:pt x="142568" y="97982"/>
                  </a:lnTo>
                  <a:lnTo>
                    <a:pt x="138684" y="92020"/>
                  </a:lnTo>
                  <a:close/>
                </a:path>
                <a:path w="176529" h="269875">
                  <a:moveTo>
                    <a:pt x="176524" y="0"/>
                  </a:moveTo>
                  <a:lnTo>
                    <a:pt x="144901" y="0"/>
                  </a:lnTo>
                  <a:lnTo>
                    <a:pt x="144901" y="97982"/>
                  </a:lnTo>
                  <a:lnTo>
                    <a:pt x="176524" y="97982"/>
                  </a:lnTo>
                  <a:lnTo>
                    <a:pt x="1765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5" name="object 125" descr=""/>
          <p:cNvGrpSpPr/>
          <p:nvPr/>
        </p:nvGrpSpPr>
        <p:grpSpPr>
          <a:xfrm>
            <a:off x="9444000" y="1701382"/>
            <a:ext cx="1067435" cy="282575"/>
            <a:chOff x="9444000" y="1701382"/>
            <a:chExt cx="1067435" cy="282575"/>
          </a:xfrm>
        </p:grpSpPr>
        <p:sp>
          <p:nvSpPr>
            <p:cNvPr id="126" name="object 126" descr=""/>
            <p:cNvSpPr/>
            <p:nvPr/>
          </p:nvSpPr>
          <p:spPr>
            <a:xfrm>
              <a:off x="9443999" y="1701393"/>
              <a:ext cx="325120" cy="282575"/>
            </a:xfrm>
            <a:custGeom>
              <a:avLst/>
              <a:gdLst/>
              <a:ahLst/>
              <a:cxnLst/>
              <a:rect l="l" t="t" r="r" b="b"/>
              <a:pathLst>
                <a:path w="325120" h="282575">
                  <a:moveTo>
                    <a:pt x="176517" y="12433"/>
                  </a:moveTo>
                  <a:lnTo>
                    <a:pt x="145669" y="12433"/>
                  </a:lnTo>
                  <a:lnTo>
                    <a:pt x="145669" y="178333"/>
                  </a:lnTo>
                  <a:lnTo>
                    <a:pt x="142062" y="207949"/>
                  </a:lnTo>
                  <a:lnTo>
                    <a:pt x="141947" y="208927"/>
                  </a:lnTo>
                  <a:lnTo>
                    <a:pt x="131025" y="232765"/>
                  </a:lnTo>
                  <a:lnTo>
                    <a:pt x="113309" y="248246"/>
                  </a:lnTo>
                  <a:lnTo>
                    <a:pt x="89166" y="253758"/>
                  </a:lnTo>
                  <a:lnTo>
                    <a:pt x="64249" y="247916"/>
                  </a:lnTo>
                  <a:lnTo>
                    <a:pt x="46329" y="231889"/>
                  </a:lnTo>
                  <a:lnTo>
                    <a:pt x="35509" y="207949"/>
                  </a:lnTo>
                  <a:lnTo>
                    <a:pt x="31940" y="178854"/>
                  </a:lnTo>
                  <a:lnTo>
                    <a:pt x="31877" y="178333"/>
                  </a:lnTo>
                  <a:lnTo>
                    <a:pt x="35433" y="149186"/>
                  </a:lnTo>
                  <a:lnTo>
                    <a:pt x="46139" y="125742"/>
                  </a:lnTo>
                  <a:lnTo>
                    <a:pt x="64033" y="110134"/>
                  </a:lnTo>
                  <a:lnTo>
                    <a:pt x="89166" y="104457"/>
                  </a:lnTo>
                  <a:lnTo>
                    <a:pt x="113525" y="109766"/>
                  </a:lnTo>
                  <a:lnTo>
                    <a:pt x="131216" y="124777"/>
                  </a:lnTo>
                  <a:lnTo>
                    <a:pt x="142024" y="148094"/>
                  </a:lnTo>
                  <a:lnTo>
                    <a:pt x="145669" y="178333"/>
                  </a:lnTo>
                  <a:lnTo>
                    <a:pt x="145669" y="12433"/>
                  </a:lnTo>
                  <a:lnTo>
                    <a:pt x="144894" y="12433"/>
                  </a:lnTo>
                  <a:lnTo>
                    <a:pt x="144894" y="110413"/>
                  </a:lnTo>
                  <a:lnTo>
                    <a:pt x="142557" y="110413"/>
                  </a:lnTo>
                  <a:lnTo>
                    <a:pt x="109359" y="80060"/>
                  </a:lnTo>
                  <a:lnTo>
                    <a:pt x="85013" y="76200"/>
                  </a:lnTo>
                  <a:lnTo>
                    <a:pt x="50622" y="83388"/>
                  </a:lnTo>
                  <a:lnTo>
                    <a:pt x="23749" y="103911"/>
                  </a:lnTo>
                  <a:lnTo>
                    <a:pt x="6248" y="136245"/>
                  </a:lnTo>
                  <a:lnTo>
                    <a:pt x="76" y="178333"/>
                  </a:lnTo>
                  <a:lnTo>
                    <a:pt x="0" y="178854"/>
                  </a:lnTo>
                  <a:lnTo>
                    <a:pt x="6235" y="221653"/>
                  </a:lnTo>
                  <a:lnTo>
                    <a:pt x="23685" y="254152"/>
                  </a:lnTo>
                  <a:lnTo>
                    <a:pt x="50406" y="274789"/>
                  </a:lnTo>
                  <a:lnTo>
                    <a:pt x="84493" y="282016"/>
                  </a:lnTo>
                  <a:lnTo>
                    <a:pt x="108661" y="278155"/>
                  </a:lnTo>
                  <a:lnTo>
                    <a:pt x="125196" y="268833"/>
                  </a:lnTo>
                  <a:lnTo>
                    <a:pt x="135890" y="257416"/>
                  </a:lnTo>
                  <a:lnTo>
                    <a:pt x="138303" y="253758"/>
                  </a:lnTo>
                  <a:lnTo>
                    <a:pt x="142557" y="247281"/>
                  </a:lnTo>
                  <a:lnTo>
                    <a:pt x="145935" y="247281"/>
                  </a:lnTo>
                  <a:lnTo>
                    <a:pt x="145935" y="277876"/>
                  </a:lnTo>
                  <a:lnTo>
                    <a:pt x="176517" y="277876"/>
                  </a:lnTo>
                  <a:lnTo>
                    <a:pt x="176517" y="247281"/>
                  </a:lnTo>
                  <a:lnTo>
                    <a:pt x="176517" y="110413"/>
                  </a:lnTo>
                  <a:lnTo>
                    <a:pt x="176517" y="12433"/>
                  </a:lnTo>
                  <a:close/>
                </a:path>
                <a:path w="325120" h="282575">
                  <a:moveTo>
                    <a:pt x="324535" y="2324"/>
                  </a:moveTo>
                  <a:lnTo>
                    <a:pt x="318046" y="1028"/>
                  </a:lnTo>
                  <a:lnTo>
                    <a:pt x="308724" y="0"/>
                  </a:lnTo>
                  <a:lnTo>
                    <a:pt x="300939" y="0"/>
                  </a:lnTo>
                  <a:lnTo>
                    <a:pt x="277355" y="3543"/>
                  </a:lnTo>
                  <a:lnTo>
                    <a:pt x="259562" y="13766"/>
                  </a:lnTo>
                  <a:lnTo>
                    <a:pt x="248335" y="30073"/>
                  </a:lnTo>
                  <a:lnTo>
                    <a:pt x="244436" y="51841"/>
                  </a:lnTo>
                  <a:lnTo>
                    <a:pt x="244436" y="78790"/>
                  </a:lnTo>
                  <a:lnTo>
                    <a:pt x="212293" y="78790"/>
                  </a:lnTo>
                  <a:lnTo>
                    <a:pt x="212293" y="105232"/>
                  </a:lnTo>
                  <a:lnTo>
                    <a:pt x="244436" y="105232"/>
                  </a:lnTo>
                  <a:lnTo>
                    <a:pt x="244436" y="277876"/>
                  </a:lnTo>
                  <a:lnTo>
                    <a:pt x="276059" y="277876"/>
                  </a:lnTo>
                  <a:lnTo>
                    <a:pt x="276059" y="105232"/>
                  </a:lnTo>
                  <a:lnTo>
                    <a:pt x="320128" y="105232"/>
                  </a:lnTo>
                  <a:lnTo>
                    <a:pt x="320128" y="78790"/>
                  </a:lnTo>
                  <a:lnTo>
                    <a:pt x="276059" y="78790"/>
                  </a:lnTo>
                  <a:lnTo>
                    <a:pt x="276059" y="58839"/>
                  </a:lnTo>
                  <a:lnTo>
                    <a:pt x="277939" y="45427"/>
                  </a:lnTo>
                  <a:lnTo>
                    <a:pt x="283768" y="36156"/>
                  </a:lnTo>
                  <a:lnTo>
                    <a:pt x="293776" y="30772"/>
                  </a:lnTo>
                  <a:lnTo>
                    <a:pt x="308203" y="29032"/>
                  </a:lnTo>
                  <a:lnTo>
                    <a:pt x="312089" y="29032"/>
                  </a:lnTo>
                  <a:lnTo>
                    <a:pt x="317792" y="29286"/>
                  </a:lnTo>
                  <a:lnTo>
                    <a:pt x="324535" y="30327"/>
                  </a:lnTo>
                  <a:lnTo>
                    <a:pt x="324535" y="2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7" name="object 12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792124" y="1777590"/>
              <a:ext cx="181190" cy="205815"/>
            </a:xfrm>
            <a:prstGeom prst="rect">
              <a:avLst/>
            </a:prstGeom>
          </p:spPr>
        </p:pic>
        <p:pic>
          <p:nvPicPr>
            <p:cNvPr id="128" name="object 12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014271" y="1777072"/>
              <a:ext cx="100574" cy="202187"/>
            </a:xfrm>
            <a:prstGeom prst="rect">
              <a:avLst/>
            </a:prstGeom>
          </p:spPr>
        </p:pic>
        <p:pic>
          <p:nvPicPr>
            <p:cNvPr id="129" name="object 12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136100" y="1777590"/>
              <a:ext cx="169266" cy="205815"/>
            </a:xfrm>
            <a:prstGeom prst="rect">
              <a:avLst/>
            </a:prstGeom>
          </p:spPr>
        </p:pic>
        <p:pic>
          <p:nvPicPr>
            <p:cNvPr id="130" name="object 13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334918" y="1777590"/>
              <a:ext cx="176006" cy="205815"/>
            </a:xfrm>
            <a:prstGeom prst="rect">
              <a:avLst/>
            </a:prstGeom>
          </p:spPr>
        </p:pic>
      </p:grpSp>
      <p:sp>
        <p:nvSpPr>
          <p:cNvPr id="131" name="object 131" descr=""/>
          <p:cNvSpPr/>
          <p:nvPr/>
        </p:nvSpPr>
        <p:spPr>
          <a:xfrm>
            <a:off x="10539438" y="1692909"/>
            <a:ext cx="298450" cy="164465"/>
          </a:xfrm>
          <a:custGeom>
            <a:avLst/>
            <a:gdLst/>
            <a:ahLst/>
            <a:cxnLst/>
            <a:rect l="l" t="t" r="r" b="b"/>
            <a:pathLst>
              <a:path w="298450" h="164464">
                <a:moveTo>
                  <a:pt x="265684" y="96520"/>
                </a:moveTo>
                <a:lnTo>
                  <a:pt x="67386" y="96520"/>
                </a:lnTo>
                <a:lnTo>
                  <a:pt x="67386" y="67310"/>
                </a:lnTo>
                <a:lnTo>
                  <a:pt x="259981" y="67310"/>
                </a:lnTo>
                <a:lnTo>
                  <a:pt x="259981" y="48260"/>
                </a:lnTo>
                <a:lnTo>
                  <a:pt x="259981" y="20320"/>
                </a:lnTo>
                <a:lnTo>
                  <a:pt x="259981" y="0"/>
                </a:lnTo>
                <a:lnTo>
                  <a:pt x="37833" y="0"/>
                </a:lnTo>
                <a:lnTo>
                  <a:pt x="37833" y="20320"/>
                </a:lnTo>
                <a:lnTo>
                  <a:pt x="231216" y="20320"/>
                </a:lnTo>
                <a:lnTo>
                  <a:pt x="231216" y="48260"/>
                </a:lnTo>
                <a:lnTo>
                  <a:pt x="38874" y="48260"/>
                </a:lnTo>
                <a:lnTo>
                  <a:pt x="38874" y="67310"/>
                </a:lnTo>
                <a:lnTo>
                  <a:pt x="38874" y="96520"/>
                </a:lnTo>
                <a:lnTo>
                  <a:pt x="38874" y="116840"/>
                </a:lnTo>
                <a:lnTo>
                  <a:pt x="265684" y="116840"/>
                </a:lnTo>
                <a:lnTo>
                  <a:pt x="265684" y="96520"/>
                </a:lnTo>
                <a:close/>
              </a:path>
              <a:path w="298450" h="164464">
                <a:moveTo>
                  <a:pt x="298348" y="141719"/>
                </a:moveTo>
                <a:lnTo>
                  <a:pt x="0" y="141719"/>
                </a:lnTo>
                <a:lnTo>
                  <a:pt x="0" y="164261"/>
                </a:lnTo>
                <a:lnTo>
                  <a:pt x="298348" y="164261"/>
                </a:lnTo>
                <a:lnTo>
                  <a:pt x="298348" y="1417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 descr=""/>
          <p:cNvSpPr/>
          <p:nvPr/>
        </p:nvSpPr>
        <p:spPr>
          <a:xfrm>
            <a:off x="10575468" y="1883409"/>
            <a:ext cx="236220" cy="120650"/>
          </a:xfrm>
          <a:custGeom>
            <a:avLst/>
            <a:gdLst/>
            <a:ahLst/>
            <a:cxnLst/>
            <a:rect l="l" t="t" r="r" b="b"/>
            <a:pathLst>
              <a:path w="236220" h="120650">
                <a:moveTo>
                  <a:pt x="235623" y="100330"/>
                </a:moveTo>
                <a:lnTo>
                  <a:pt x="29286" y="100330"/>
                </a:lnTo>
                <a:lnTo>
                  <a:pt x="29286" y="68580"/>
                </a:lnTo>
                <a:lnTo>
                  <a:pt x="224993" y="68580"/>
                </a:lnTo>
                <a:lnTo>
                  <a:pt x="224993" y="49530"/>
                </a:lnTo>
                <a:lnTo>
                  <a:pt x="224993" y="21590"/>
                </a:lnTo>
                <a:lnTo>
                  <a:pt x="224993" y="0"/>
                </a:lnTo>
                <a:lnTo>
                  <a:pt x="0" y="0"/>
                </a:lnTo>
                <a:lnTo>
                  <a:pt x="0" y="21590"/>
                </a:lnTo>
                <a:lnTo>
                  <a:pt x="196481" y="21590"/>
                </a:lnTo>
                <a:lnTo>
                  <a:pt x="196481" y="49530"/>
                </a:lnTo>
                <a:lnTo>
                  <a:pt x="508" y="49530"/>
                </a:lnTo>
                <a:lnTo>
                  <a:pt x="508" y="68580"/>
                </a:lnTo>
                <a:lnTo>
                  <a:pt x="508" y="100330"/>
                </a:lnTo>
                <a:lnTo>
                  <a:pt x="508" y="120650"/>
                </a:lnTo>
                <a:lnTo>
                  <a:pt x="235623" y="120650"/>
                </a:lnTo>
                <a:lnTo>
                  <a:pt x="235623" y="1003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 descr=""/>
          <p:cNvSpPr/>
          <p:nvPr/>
        </p:nvSpPr>
        <p:spPr>
          <a:xfrm>
            <a:off x="10970006" y="1683236"/>
            <a:ext cx="256540" cy="326390"/>
          </a:xfrm>
          <a:custGeom>
            <a:avLst/>
            <a:gdLst/>
            <a:ahLst/>
            <a:cxnLst/>
            <a:rect l="l" t="t" r="r" b="b"/>
            <a:pathLst>
              <a:path w="256540" h="326389">
                <a:moveTo>
                  <a:pt x="256362" y="0"/>
                </a:moveTo>
                <a:lnTo>
                  <a:pt x="227589" y="0"/>
                </a:lnTo>
                <a:lnTo>
                  <a:pt x="227589" y="326349"/>
                </a:lnTo>
                <a:lnTo>
                  <a:pt x="256362" y="326349"/>
                </a:lnTo>
                <a:lnTo>
                  <a:pt x="256362" y="0"/>
                </a:lnTo>
                <a:close/>
              </a:path>
              <a:path w="256540" h="326389">
                <a:moveTo>
                  <a:pt x="83207" y="25143"/>
                </a:moveTo>
                <a:lnTo>
                  <a:pt x="49647" y="33259"/>
                </a:lnTo>
                <a:lnTo>
                  <a:pt x="23329" y="56054"/>
                </a:lnTo>
                <a:lnTo>
                  <a:pt x="6148" y="91777"/>
                </a:lnTo>
                <a:lnTo>
                  <a:pt x="0" y="138679"/>
                </a:lnTo>
                <a:lnTo>
                  <a:pt x="6148" y="185726"/>
                </a:lnTo>
                <a:lnTo>
                  <a:pt x="23329" y="221497"/>
                </a:lnTo>
                <a:lnTo>
                  <a:pt x="49647" y="244244"/>
                </a:lnTo>
                <a:lnTo>
                  <a:pt x="83207" y="252214"/>
                </a:lnTo>
                <a:lnTo>
                  <a:pt x="116548" y="244244"/>
                </a:lnTo>
                <a:lnTo>
                  <a:pt x="137037" y="226552"/>
                </a:lnTo>
                <a:lnTo>
                  <a:pt x="83207" y="226552"/>
                </a:lnTo>
                <a:lnTo>
                  <a:pt x="60761" y="220294"/>
                </a:lnTo>
                <a:lnTo>
                  <a:pt x="43223" y="202542"/>
                </a:lnTo>
                <a:lnTo>
                  <a:pt x="31810" y="174827"/>
                </a:lnTo>
                <a:lnTo>
                  <a:pt x="27735" y="138679"/>
                </a:lnTo>
                <a:lnTo>
                  <a:pt x="31810" y="102676"/>
                </a:lnTo>
                <a:lnTo>
                  <a:pt x="43223" y="75009"/>
                </a:lnTo>
                <a:lnTo>
                  <a:pt x="60761" y="57209"/>
                </a:lnTo>
                <a:lnTo>
                  <a:pt x="83207" y="50805"/>
                </a:lnTo>
                <a:lnTo>
                  <a:pt x="136825" y="50805"/>
                </a:lnTo>
                <a:lnTo>
                  <a:pt x="116548" y="33259"/>
                </a:lnTo>
                <a:lnTo>
                  <a:pt x="83207" y="25143"/>
                </a:lnTo>
                <a:close/>
              </a:path>
              <a:path w="256540" h="326389">
                <a:moveTo>
                  <a:pt x="136825" y="50805"/>
                </a:moveTo>
                <a:lnTo>
                  <a:pt x="83207" y="50805"/>
                </a:lnTo>
                <a:lnTo>
                  <a:pt x="105613" y="57209"/>
                </a:lnTo>
                <a:lnTo>
                  <a:pt x="123061" y="75009"/>
                </a:lnTo>
                <a:lnTo>
                  <a:pt x="134385" y="102676"/>
                </a:lnTo>
                <a:lnTo>
                  <a:pt x="138419" y="138679"/>
                </a:lnTo>
                <a:lnTo>
                  <a:pt x="134385" y="174827"/>
                </a:lnTo>
                <a:lnTo>
                  <a:pt x="123061" y="202542"/>
                </a:lnTo>
                <a:lnTo>
                  <a:pt x="105613" y="220294"/>
                </a:lnTo>
                <a:lnTo>
                  <a:pt x="83207" y="226552"/>
                </a:lnTo>
                <a:lnTo>
                  <a:pt x="137037" y="226552"/>
                </a:lnTo>
                <a:lnTo>
                  <a:pt x="142891" y="221497"/>
                </a:lnTo>
                <a:lnTo>
                  <a:pt x="160194" y="185726"/>
                </a:lnTo>
                <a:lnTo>
                  <a:pt x="166415" y="138679"/>
                </a:lnTo>
                <a:lnTo>
                  <a:pt x="160194" y="91777"/>
                </a:lnTo>
                <a:lnTo>
                  <a:pt x="142891" y="56054"/>
                </a:lnTo>
                <a:lnTo>
                  <a:pt x="136825" y="50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 descr=""/>
          <p:cNvSpPr/>
          <p:nvPr/>
        </p:nvSpPr>
        <p:spPr>
          <a:xfrm>
            <a:off x="11282350" y="1683244"/>
            <a:ext cx="919480" cy="326390"/>
          </a:xfrm>
          <a:custGeom>
            <a:avLst/>
            <a:gdLst/>
            <a:ahLst/>
            <a:cxnLst/>
            <a:rect l="l" t="t" r="r" b="b"/>
            <a:pathLst>
              <a:path w="919479" h="326389">
                <a:moveTo>
                  <a:pt x="260515" y="267246"/>
                </a:moveTo>
                <a:lnTo>
                  <a:pt x="252704" y="242620"/>
                </a:lnTo>
                <a:lnTo>
                  <a:pt x="239636" y="231990"/>
                </a:lnTo>
                <a:lnTo>
                  <a:pt x="231736" y="225590"/>
                </a:lnTo>
                <a:lnTo>
                  <a:pt x="231736" y="267246"/>
                </a:lnTo>
                <a:lnTo>
                  <a:pt x="225882" y="282194"/>
                </a:lnTo>
                <a:lnTo>
                  <a:pt x="209346" y="293331"/>
                </a:lnTo>
                <a:lnTo>
                  <a:pt x="183146" y="300240"/>
                </a:lnTo>
                <a:lnTo>
                  <a:pt x="148272" y="302501"/>
                </a:lnTo>
                <a:lnTo>
                  <a:pt x="113258" y="300240"/>
                </a:lnTo>
                <a:lnTo>
                  <a:pt x="87033" y="293331"/>
                </a:lnTo>
                <a:lnTo>
                  <a:pt x="70624" y="282194"/>
                </a:lnTo>
                <a:lnTo>
                  <a:pt x="65062" y="267246"/>
                </a:lnTo>
                <a:lnTo>
                  <a:pt x="70624" y="252476"/>
                </a:lnTo>
                <a:lnTo>
                  <a:pt x="87033" y="241452"/>
                </a:lnTo>
                <a:lnTo>
                  <a:pt x="113258" y="234518"/>
                </a:lnTo>
                <a:lnTo>
                  <a:pt x="148272" y="231990"/>
                </a:lnTo>
                <a:lnTo>
                  <a:pt x="183146" y="234518"/>
                </a:lnTo>
                <a:lnTo>
                  <a:pt x="209346" y="241452"/>
                </a:lnTo>
                <a:lnTo>
                  <a:pt x="225882" y="252476"/>
                </a:lnTo>
                <a:lnTo>
                  <a:pt x="231736" y="267246"/>
                </a:lnTo>
                <a:lnTo>
                  <a:pt x="231736" y="225590"/>
                </a:lnTo>
                <a:lnTo>
                  <a:pt x="230543" y="224612"/>
                </a:lnTo>
                <a:lnTo>
                  <a:pt x="195300" y="213588"/>
                </a:lnTo>
                <a:lnTo>
                  <a:pt x="148272" y="209956"/>
                </a:lnTo>
                <a:lnTo>
                  <a:pt x="100952" y="213588"/>
                </a:lnTo>
                <a:lnTo>
                  <a:pt x="65582" y="224612"/>
                </a:lnTo>
                <a:lnTo>
                  <a:pt x="43434" y="242620"/>
                </a:lnTo>
                <a:lnTo>
                  <a:pt x="35775" y="267246"/>
                </a:lnTo>
                <a:lnTo>
                  <a:pt x="43434" y="292023"/>
                </a:lnTo>
                <a:lnTo>
                  <a:pt x="65582" y="310146"/>
                </a:lnTo>
                <a:lnTo>
                  <a:pt x="100952" y="321271"/>
                </a:lnTo>
                <a:lnTo>
                  <a:pt x="148272" y="325056"/>
                </a:lnTo>
                <a:lnTo>
                  <a:pt x="195300" y="321271"/>
                </a:lnTo>
                <a:lnTo>
                  <a:pt x="230543" y="310146"/>
                </a:lnTo>
                <a:lnTo>
                  <a:pt x="239890" y="302501"/>
                </a:lnTo>
                <a:lnTo>
                  <a:pt x="252704" y="292023"/>
                </a:lnTo>
                <a:lnTo>
                  <a:pt x="260515" y="267246"/>
                </a:lnTo>
                <a:close/>
              </a:path>
              <a:path w="919479" h="326389">
                <a:moveTo>
                  <a:pt x="297065" y="161226"/>
                </a:moveTo>
                <a:lnTo>
                  <a:pt x="223189" y="161226"/>
                </a:lnTo>
                <a:lnTo>
                  <a:pt x="223189" y="122732"/>
                </a:lnTo>
                <a:lnTo>
                  <a:pt x="223189" y="114960"/>
                </a:lnTo>
                <a:lnTo>
                  <a:pt x="260654" y="82029"/>
                </a:lnTo>
                <a:lnTo>
                  <a:pt x="263359" y="66611"/>
                </a:lnTo>
                <a:lnTo>
                  <a:pt x="255371" y="40995"/>
                </a:lnTo>
                <a:lnTo>
                  <a:pt x="240601" y="28765"/>
                </a:lnTo>
                <a:lnTo>
                  <a:pt x="234073" y="23380"/>
                </a:lnTo>
                <a:lnTo>
                  <a:pt x="234073" y="66611"/>
                </a:lnTo>
                <a:lnTo>
                  <a:pt x="228104" y="82550"/>
                </a:lnTo>
                <a:lnTo>
                  <a:pt x="210997" y="94348"/>
                </a:lnTo>
                <a:lnTo>
                  <a:pt x="194678" y="98780"/>
                </a:lnTo>
                <a:lnTo>
                  <a:pt x="194678" y="122732"/>
                </a:lnTo>
                <a:lnTo>
                  <a:pt x="194678" y="161226"/>
                </a:lnTo>
                <a:lnTo>
                  <a:pt x="102387" y="161226"/>
                </a:lnTo>
                <a:lnTo>
                  <a:pt x="102387" y="122859"/>
                </a:lnTo>
                <a:lnTo>
                  <a:pt x="112928" y="124472"/>
                </a:lnTo>
                <a:lnTo>
                  <a:pt x="124117" y="125603"/>
                </a:lnTo>
                <a:lnTo>
                  <a:pt x="135915" y="126276"/>
                </a:lnTo>
                <a:lnTo>
                  <a:pt x="148272" y="126492"/>
                </a:lnTo>
                <a:lnTo>
                  <a:pt x="159753" y="126276"/>
                </a:lnTo>
                <a:lnTo>
                  <a:pt x="160464" y="126276"/>
                </a:lnTo>
                <a:lnTo>
                  <a:pt x="171653" y="125603"/>
                </a:lnTo>
                <a:lnTo>
                  <a:pt x="172110" y="125603"/>
                </a:lnTo>
                <a:lnTo>
                  <a:pt x="182981" y="124472"/>
                </a:lnTo>
                <a:lnTo>
                  <a:pt x="183311" y="124472"/>
                </a:lnTo>
                <a:lnTo>
                  <a:pt x="193827" y="122859"/>
                </a:lnTo>
                <a:lnTo>
                  <a:pt x="194678" y="122732"/>
                </a:lnTo>
                <a:lnTo>
                  <a:pt x="194678" y="98780"/>
                </a:lnTo>
                <a:lnTo>
                  <a:pt x="183984" y="101676"/>
                </a:lnTo>
                <a:lnTo>
                  <a:pt x="148272" y="104203"/>
                </a:lnTo>
                <a:lnTo>
                  <a:pt x="112458" y="101676"/>
                </a:lnTo>
                <a:lnTo>
                  <a:pt x="85483" y="94348"/>
                </a:lnTo>
                <a:lnTo>
                  <a:pt x="68516" y="82550"/>
                </a:lnTo>
                <a:lnTo>
                  <a:pt x="62738" y="66611"/>
                </a:lnTo>
                <a:lnTo>
                  <a:pt x="68516" y="50749"/>
                </a:lnTo>
                <a:lnTo>
                  <a:pt x="85483" y="38849"/>
                </a:lnTo>
                <a:lnTo>
                  <a:pt x="112458" y="31369"/>
                </a:lnTo>
                <a:lnTo>
                  <a:pt x="148272" y="28765"/>
                </a:lnTo>
                <a:lnTo>
                  <a:pt x="183984" y="31369"/>
                </a:lnTo>
                <a:lnTo>
                  <a:pt x="210997" y="38849"/>
                </a:lnTo>
                <a:lnTo>
                  <a:pt x="228104" y="50749"/>
                </a:lnTo>
                <a:lnTo>
                  <a:pt x="234073" y="66611"/>
                </a:lnTo>
                <a:lnTo>
                  <a:pt x="234073" y="23380"/>
                </a:lnTo>
                <a:lnTo>
                  <a:pt x="232448" y="22034"/>
                </a:lnTo>
                <a:lnTo>
                  <a:pt x="196215" y="10261"/>
                </a:lnTo>
                <a:lnTo>
                  <a:pt x="148272" y="6223"/>
                </a:lnTo>
                <a:lnTo>
                  <a:pt x="100177" y="10261"/>
                </a:lnTo>
                <a:lnTo>
                  <a:pt x="63868" y="22034"/>
                </a:lnTo>
                <a:lnTo>
                  <a:pt x="40919" y="40995"/>
                </a:lnTo>
                <a:lnTo>
                  <a:pt x="32918" y="66611"/>
                </a:lnTo>
                <a:lnTo>
                  <a:pt x="35623" y="82029"/>
                </a:lnTo>
                <a:lnTo>
                  <a:pt x="43421" y="95211"/>
                </a:lnTo>
                <a:lnTo>
                  <a:pt x="43497" y="95338"/>
                </a:lnTo>
                <a:lnTo>
                  <a:pt x="56273" y="106438"/>
                </a:lnTo>
                <a:lnTo>
                  <a:pt x="73621" y="115214"/>
                </a:lnTo>
                <a:lnTo>
                  <a:pt x="73621" y="161226"/>
                </a:lnTo>
                <a:lnTo>
                  <a:pt x="0" y="161226"/>
                </a:lnTo>
                <a:lnTo>
                  <a:pt x="0" y="184823"/>
                </a:lnTo>
                <a:lnTo>
                  <a:pt x="297065" y="184823"/>
                </a:lnTo>
                <a:lnTo>
                  <a:pt x="297065" y="161226"/>
                </a:lnTo>
                <a:close/>
              </a:path>
              <a:path w="919479" h="326389">
                <a:moveTo>
                  <a:pt x="501065" y="178079"/>
                </a:moveTo>
                <a:lnTo>
                  <a:pt x="494969" y="147777"/>
                </a:lnTo>
                <a:lnTo>
                  <a:pt x="480580" y="127266"/>
                </a:lnTo>
                <a:lnTo>
                  <a:pt x="478345" y="124091"/>
                </a:lnTo>
                <a:lnTo>
                  <a:pt x="473583" y="121183"/>
                </a:lnTo>
                <a:lnTo>
                  <a:pt x="473583" y="178079"/>
                </a:lnTo>
                <a:lnTo>
                  <a:pt x="469519" y="198437"/>
                </a:lnTo>
                <a:lnTo>
                  <a:pt x="458584" y="214401"/>
                </a:lnTo>
                <a:lnTo>
                  <a:pt x="442061" y="224777"/>
                </a:lnTo>
                <a:lnTo>
                  <a:pt x="421220" y="228371"/>
                </a:lnTo>
                <a:lnTo>
                  <a:pt x="400215" y="224777"/>
                </a:lnTo>
                <a:lnTo>
                  <a:pt x="383578" y="214401"/>
                </a:lnTo>
                <a:lnTo>
                  <a:pt x="372668" y="198437"/>
                </a:lnTo>
                <a:lnTo>
                  <a:pt x="368858" y="178079"/>
                </a:lnTo>
                <a:lnTo>
                  <a:pt x="372668" y="157670"/>
                </a:lnTo>
                <a:lnTo>
                  <a:pt x="383578" y="141592"/>
                </a:lnTo>
                <a:lnTo>
                  <a:pt x="400215" y="131051"/>
                </a:lnTo>
                <a:lnTo>
                  <a:pt x="421220" y="127266"/>
                </a:lnTo>
                <a:lnTo>
                  <a:pt x="442061" y="131051"/>
                </a:lnTo>
                <a:lnTo>
                  <a:pt x="458584" y="141592"/>
                </a:lnTo>
                <a:lnTo>
                  <a:pt x="469519" y="157670"/>
                </a:lnTo>
                <a:lnTo>
                  <a:pt x="473583" y="178079"/>
                </a:lnTo>
                <a:lnTo>
                  <a:pt x="473583" y="121183"/>
                </a:lnTo>
                <a:lnTo>
                  <a:pt x="453123" y="108673"/>
                </a:lnTo>
                <a:lnTo>
                  <a:pt x="421220" y="103162"/>
                </a:lnTo>
                <a:lnTo>
                  <a:pt x="389140" y="108673"/>
                </a:lnTo>
                <a:lnTo>
                  <a:pt x="363804" y="124091"/>
                </a:lnTo>
                <a:lnTo>
                  <a:pt x="347230" y="147777"/>
                </a:lnTo>
                <a:lnTo>
                  <a:pt x="341388" y="178079"/>
                </a:lnTo>
                <a:lnTo>
                  <a:pt x="347230" y="208330"/>
                </a:lnTo>
                <a:lnTo>
                  <a:pt x="363804" y="231927"/>
                </a:lnTo>
                <a:lnTo>
                  <a:pt x="389140" y="247269"/>
                </a:lnTo>
                <a:lnTo>
                  <a:pt x="421220" y="252730"/>
                </a:lnTo>
                <a:lnTo>
                  <a:pt x="453123" y="247269"/>
                </a:lnTo>
                <a:lnTo>
                  <a:pt x="478345" y="231927"/>
                </a:lnTo>
                <a:lnTo>
                  <a:pt x="480860" y="228371"/>
                </a:lnTo>
                <a:lnTo>
                  <a:pt x="494969" y="208330"/>
                </a:lnTo>
                <a:lnTo>
                  <a:pt x="501065" y="178079"/>
                </a:lnTo>
                <a:close/>
              </a:path>
              <a:path w="919479" h="326389">
                <a:moveTo>
                  <a:pt x="516610" y="52362"/>
                </a:moveTo>
                <a:lnTo>
                  <a:pt x="435216" y="52362"/>
                </a:lnTo>
                <a:lnTo>
                  <a:pt x="435216" y="3886"/>
                </a:lnTo>
                <a:lnTo>
                  <a:pt x="406450" y="3886"/>
                </a:lnTo>
                <a:lnTo>
                  <a:pt x="406450" y="52362"/>
                </a:lnTo>
                <a:lnTo>
                  <a:pt x="322719" y="52362"/>
                </a:lnTo>
                <a:lnTo>
                  <a:pt x="322719" y="76212"/>
                </a:lnTo>
                <a:lnTo>
                  <a:pt x="516610" y="76212"/>
                </a:lnTo>
                <a:lnTo>
                  <a:pt x="516610" y="52362"/>
                </a:lnTo>
                <a:close/>
              </a:path>
              <a:path w="919479" h="326389">
                <a:moveTo>
                  <a:pt x="631190" y="134277"/>
                </a:moveTo>
                <a:lnTo>
                  <a:pt x="576757" y="134277"/>
                </a:lnTo>
                <a:lnTo>
                  <a:pt x="576757" y="0"/>
                </a:lnTo>
                <a:lnTo>
                  <a:pt x="548233" y="0"/>
                </a:lnTo>
                <a:lnTo>
                  <a:pt x="548233" y="325831"/>
                </a:lnTo>
                <a:lnTo>
                  <a:pt x="576757" y="325831"/>
                </a:lnTo>
                <a:lnTo>
                  <a:pt x="576757" y="158381"/>
                </a:lnTo>
                <a:lnTo>
                  <a:pt x="631190" y="158381"/>
                </a:lnTo>
                <a:lnTo>
                  <a:pt x="631190" y="134277"/>
                </a:lnTo>
                <a:close/>
              </a:path>
              <a:path w="919479" h="326389">
                <a:moveTo>
                  <a:pt x="919175" y="0"/>
                </a:moveTo>
                <a:lnTo>
                  <a:pt x="890663" y="0"/>
                </a:lnTo>
                <a:lnTo>
                  <a:pt x="890663" y="72834"/>
                </a:lnTo>
                <a:lnTo>
                  <a:pt x="890663" y="96939"/>
                </a:lnTo>
                <a:lnTo>
                  <a:pt x="890663" y="176009"/>
                </a:lnTo>
                <a:lnTo>
                  <a:pt x="814324" y="176009"/>
                </a:lnTo>
                <a:lnTo>
                  <a:pt x="815949" y="167259"/>
                </a:lnTo>
                <a:lnTo>
                  <a:pt x="817130" y="158115"/>
                </a:lnTo>
                <a:lnTo>
                  <a:pt x="817841" y="148590"/>
                </a:lnTo>
                <a:lnTo>
                  <a:pt x="818083" y="138671"/>
                </a:lnTo>
                <a:lnTo>
                  <a:pt x="817765" y="127533"/>
                </a:lnTo>
                <a:lnTo>
                  <a:pt x="816851" y="116840"/>
                </a:lnTo>
                <a:lnTo>
                  <a:pt x="815352" y="106641"/>
                </a:lnTo>
                <a:lnTo>
                  <a:pt x="813282" y="96939"/>
                </a:lnTo>
                <a:lnTo>
                  <a:pt x="890663" y="96939"/>
                </a:lnTo>
                <a:lnTo>
                  <a:pt x="890663" y="72834"/>
                </a:lnTo>
                <a:lnTo>
                  <a:pt x="804989" y="72834"/>
                </a:lnTo>
                <a:lnTo>
                  <a:pt x="792619" y="52717"/>
                </a:lnTo>
                <a:lnTo>
                  <a:pt x="790867" y="51054"/>
                </a:lnTo>
                <a:lnTo>
                  <a:pt x="790867" y="138671"/>
                </a:lnTo>
                <a:lnTo>
                  <a:pt x="786879" y="174828"/>
                </a:lnTo>
                <a:lnTo>
                  <a:pt x="775728" y="202539"/>
                </a:lnTo>
                <a:lnTo>
                  <a:pt x="758609" y="220294"/>
                </a:lnTo>
                <a:lnTo>
                  <a:pt x="736688" y="226555"/>
                </a:lnTo>
                <a:lnTo>
                  <a:pt x="714667" y="220294"/>
                </a:lnTo>
                <a:lnTo>
                  <a:pt x="697547" y="202539"/>
                </a:lnTo>
                <a:lnTo>
                  <a:pt x="686460" y="174828"/>
                </a:lnTo>
                <a:lnTo>
                  <a:pt x="682510" y="138671"/>
                </a:lnTo>
                <a:lnTo>
                  <a:pt x="686460" y="102679"/>
                </a:lnTo>
                <a:lnTo>
                  <a:pt x="697547" y="75006"/>
                </a:lnTo>
                <a:lnTo>
                  <a:pt x="714667" y="57213"/>
                </a:lnTo>
                <a:lnTo>
                  <a:pt x="736688" y="50800"/>
                </a:lnTo>
                <a:lnTo>
                  <a:pt x="758609" y="57213"/>
                </a:lnTo>
                <a:lnTo>
                  <a:pt x="775728" y="75006"/>
                </a:lnTo>
                <a:lnTo>
                  <a:pt x="786879" y="102679"/>
                </a:lnTo>
                <a:lnTo>
                  <a:pt x="790867" y="138671"/>
                </a:lnTo>
                <a:lnTo>
                  <a:pt x="790867" y="51054"/>
                </a:lnTo>
                <a:lnTo>
                  <a:pt x="790600" y="50800"/>
                </a:lnTo>
                <a:lnTo>
                  <a:pt x="776820" y="37757"/>
                </a:lnTo>
                <a:lnTo>
                  <a:pt x="758024" y="28422"/>
                </a:lnTo>
                <a:lnTo>
                  <a:pt x="736688" y="25146"/>
                </a:lnTo>
                <a:lnTo>
                  <a:pt x="703554" y="33261"/>
                </a:lnTo>
                <a:lnTo>
                  <a:pt x="677684" y="56057"/>
                </a:lnTo>
                <a:lnTo>
                  <a:pt x="660908" y="91770"/>
                </a:lnTo>
                <a:lnTo>
                  <a:pt x="655040" y="138671"/>
                </a:lnTo>
                <a:lnTo>
                  <a:pt x="660908" y="185724"/>
                </a:lnTo>
                <a:lnTo>
                  <a:pt x="677684" y="221500"/>
                </a:lnTo>
                <a:lnTo>
                  <a:pt x="703554" y="244246"/>
                </a:lnTo>
                <a:lnTo>
                  <a:pt x="736688" y="252209"/>
                </a:lnTo>
                <a:lnTo>
                  <a:pt x="759053" y="248678"/>
                </a:lnTo>
                <a:lnTo>
                  <a:pt x="778586" y="238429"/>
                </a:lnTo>
                <a:lnTo>
                  <a:pt x="790257" y="226555"/>
                </a:lnTo>
                <a:lnTo>
                  <a:pt x="794753" y="221970"/>
                </a:lnTo>
                <a:lnTo>
                  <a:pt x="807059" y="199847"/>
                </a:lnTo>
                <a:lnTo>
                  <a:pt x="890663" y="199847"/>
                </a:lnTo>
                <a:lnTo>
                  <a:pt x="890663" y="326351"/>
                </a:lnTo>
                <a:lnTo>
                  <a:pt x="919175" y="326351"/>
                </a:lnTo>
                <a:lnTo>
                  <a:pt x="919175" y="199847"/>
                </a:lnTo>
                <a:lnTo>
                  <a:pt x="919175" y="176009"/>
                </a:lnTo>
                <a:lnTo>
                  <a:pt x="919175" y="96939"/>
                </a:lnTo>
                <a:lnTo>
                  <a:pt x="919175" y="72834"/>
                </a:lnTo>
                <a:lnTo>
                  <a:pt x="919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 descr=""/>
          <p:cNvSpPr/>
          <p:nvPr/>
        </p:nvSpPr>
        <p:spPr>
          <a:xfrm>
            <a:off x="12253891" y="1954374"/>
            <a:ext cx="55880" cy="100330"/>
          </a:xfrm>
          <a:custGeom>
            <a:avLst/>
            <a:gdLst/>
            <a:ahLst/>
            <a:cxnLst/>
            <a:rect l="l" t="t" r="r" b="b"/>
            <a:pathLst>
              <a:path w="55879" h="100330">
                <a:moveTo>
                  <a:pt x="55472" y="0"/>
                </a:moveTo>
                <a:lnTo>
                  <a:pt x="20218" y="0"/>
                </a:lnTo>
                <a:lnTo>
                  <a:pt x="0" y="99796"/>
                </a:lnTo>
                <a:lnTo>
                  <a:pt x="27216" y="99796"/>
                </a:lnTo>
                <a:lnTo>
                  <a:pt x="554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 descr=""/>
          <p:cNvSpPr/>
          <p:nvPr/>
        </p:nvSpPr>
        <p:spPr>
          <a:xfrm>
            <a:off x="12446394" y="1683244"/>
            <a:ext cx="593725" cy="326390"/>
          </a:xfrm>
          <a:custGeom>
            <a:avLst/>
            <a:gdLst/>
            <a:ahLst/>
            <a:cxnLst/>
            <a:rect l="l" t="t" r="r" b="b"/>
            <a:pathLst>
              <a:path w="593725" h="326389">
                <a:moveTo>
                  <a:pt x="263359" y="67652"/>
                </a:moveTo>
                <a:lnTo>
                  <a:pt x="255371" y="41656"/>
                </a:lnTo>
                <a:lnTo>
                  <a:pt x="240068" y="28765"/>
                </a:lnTo>
                <a:lnTo>
                  <a:pt x="234073" y="23723"/>
                </a:lnTo>
                <a:lnTo>
                  <a:pt x="234073" y="67652"/>
                </a:lnTo>
                <a:lnTo>
                  <a:pt x="228028" y="83629"/>
                </a:lnTo>
                <a:lnTo>
                  <a:pt x="210807" y="95516"/>
                </a:lnTo>
                <a:lnTo>
                  <a:pt x="183769" y="102933"/>
                </a:lnTo>
                <a:lnTo>
                  <a:pt x="148272" y="105498"/>
                </a:lnTo>
                <a:lnTo>
                  <a:pt x="112674" y="102933"/>
                </a:lnTo>
                <a:lnTo>
                  <a:pt x="85674" y="95516"/>
                </a:lnTo>
                <a:lnTo>
                  <a:pt x="68592" y="83629"/>
                </a:lnTo>
                <a:lnTo>
                  <a:pt x="62738" y="67652"/>
                </a:lnTo>
                <a:lnTo>
                  <a:pt x="68592" y="51295"/>
                </a:lnTo>
                <a:lnTo>
                  <a:pt x="85674" y="39077"/>
                </a:lnTo>
                <a:lnTo>
                  <a:pt x="112674" y="31419"/>
                </a:lnTo>
                <a:lnTo>
                  <a:pt x="148272" y="28765"/>
                </a:lnTo>
                <a:lnTo>
                  <a:pt x="183769" y="31419"/>
                </a:lnTo>
                <a:lnTo>
                  <a:pt x="210807" y="39077"/>
                </a:lnTo>
                <a:lnTo>
                  <a:pt x="228028" y="51295"/>
                </a:lnTo>
                <a:lnTo>
                  <a:pt x="234073" y="67652"/>
                </a:lnTo>
                <a:lnTo>
                  <a:pt x="234073" y="23723"/>
                </a:lnTo>
                <a:lnTo>
                  <a:pt x="232448" y="22352"/>
                </a:lnTo>
                <a:lnTo>
                  <a:pt x="196215" y="10350"/>
                </a:lnTo>
                <a:lnTo>
                  <a:pt x="148272" y="6223"/>
                </a:lnTo>
                <a:lnTo>
                  <a:pt x="100393" y="10350"/>
                </a:lnTo>
                <a:lnTo>
                  <a:pt x="64058" y="22352"/>
                </a:lnTo>
                <a:lnTo>
                  <a:pt x="40995" y="41656"/>
                </a:lnTo>
                <a:lnTo>
                  <a:pt x="32918" y="67652"/>
                </a:lnTo>
                <a:lnTo>
                  <a:pt x="40995" y="93205"/>
                </a:lnTo>
                <a:lnTo>
                  <a:pt x="64058" y="112242"/>
                </a:lnTo>
                <a:lnTo>
                  <a:pt x="100393" y="124079"/>
                </a:lnTo>
                <a:lnTo>
                  <a:pt x="148272" y="128054"/>
                </a:lnTo>
                <a:lnTo>
                  <a:pt x="196215" y="124079"/>
                </a:lnTo>
                <a:lnTo>
                  <a:pt x="232448" y="112242"/>
                </a:lnTo>
                <a:lnTo>
                  <a:pt x="240563" y="105498"/>
                </a:lnTo>
                <a:lnTo>
                  <a:pt x="255371" y="93205"/>
                </a:lnTo>
                <a:lnTo>
                  <a:pt x="263359" y="67652"/>
                </a:lnTo>
                <a:close/>
              </a:path>
              <a:path w="593725" h="326389">
                <a:moveTo>
                  <a:pt x="297065" y="153187"/>
                </a:moveTo>
                <a:lnTo>
                  <a:pt x="0" y="153187"/>
                </a:lnTo>
                <a:lnTo>
                  <a:pt x="0" y="177038"/>
                </a:lnTo>
                <a:lnTo>
                  <a:pt x="134277" y="177038"/>
                </a:lnTo>
                <a:lnTo>
                  <a:pt x="134277" y="214363"/>
                </a:lnTo>
                <a:lnTo>
                  <a:pt x="36296" y="214363"/>
                </a:lnTo>
                <a:lnTo>
                  <a:pt x="36296" y="321424"/>
                </a:lnTo>
                <a:lnTo>
                  <a:pt x="260515" y="321424"/>
                </a:lnTo>
                <a:lnTo>
                  <a:pt x="260515" y="297840"/>
                </a:lnTo>
                <a:lnTo>
                  <a:pt x="260515" y="237439"/>
                </a:lnTo>
                <a:lnTo>
                  <a:pt x="260515" y="214363"/>
                </a:lnTo>
                <a:lnTo>
                  <a:pt x="232511" y="214363"/>
                </a:lnTo>
                <a:lnTo>
                  <a:pt x="232511" y="237439"/>
                </a:lnTo>
                <a:lnTo>
                  <a:pt x="232511" y="297840"/>
                </a:lnTo>
                <a:lnTo>
                  <a:pt x="64808" y="297840"/>
                </a:lnTo>
                <a:lnTo>
                  <a:pt x="64808" y="237439"/>
                </a:lnTo>
                <a:lnTo>
                  <a:pt x="232511" y="237439"/>
                </a:lnTo>
                <a:lnTo>
                  <a:pt x="232511" y="214363"/>
                </a:lnTo>
                <a:lnTo>
                  <a:pt x="162534" y="214363"/>
                </a:lnTo>
                <a:lnTo>
                  <a:pt x="162534" y="177038"/>
                </a:lnTo>
                <a:lnTo>
                  <a:pt x="297065" y="177038"/>
                </a:lnTo>
                <a:lnTo>
                  <a:pt x="297065" y="153187"/>
                </a:lnTo>
                <a:close/>
              </a:path>
              <a:path w="593725" h="326389">
                <a:moveTo>
                  <a:pt x="525424" y="159931"/>
                </a:moveTo>
                <a:lnTo>
                  <a:pt x="491832" y="143865"/>
                </a:lnTo>
                <a:lnTo>
                  <a:pt x="465416" y="120662"/>
                </a:lnTo>
                <a:lnTo>
                  <a:pt x="457949" y="108343"/>
                </a:lnTo>
                <a:lnTo>
                  <a:pt x="448144" y="92202"/>
                </a:lnTo>
                <a:lnTo>
                  <a:pt x="441960" y="60388"/>
                </a:lnTo>
                <a:lnTo>
                  <a:pt x="441960" y="46393"/>
                </a:lnTo>
                <a:lnTo>
                  <a:pt x="516877" y="46393"/>
                </a:lnTo>
                <a:lnTo>
                  <a:pt x="516877" y="22809"/>
                </a:lnTo>
                <a:lnTo>
                  <a:pt x="336715" y="22809"/>
                </a:lnTo>
                <a:lnTo>
                  <a:pt x="336715" y="46393"/>
                </a:lnTo>
                <a:lnTo>
                  <a:pt x="412927" y="46393"/>
                </a:lnTo>
                <a:lnTo>
                  <a:pt x="412927" y="60388"/>
                </a:lnTo>
                <a:lnTo>
                  <a:pt x="406628" y="93980"/>
                </a:lnTo>
                <a:lnTo>
                  <a:pt x="389343" y="124193"/>
                </a:lnTo>
                <a:lnTo>
                  <a:pt x="362915" y="149009"/>
                </a:lnTo>
                <a:lnTo>
                  <a:pt x="329209" y="166408"/>
                </a:lnTo>
                <a:lnTo>
                  <a:pt x="344233" y="188709"/>
                </a:lnTo>
                <a:lnTo>
                  <a:pt x="371703" y="175463"/>
                </a:lnTo>
                <a:lnTo>
                  <a:pt x="395287" y="157175"/>
                </a:lnTo>
                <a:lnTo>
                  <a:pt x="414286" y="134569"/>
                </a:lnTo>
                <a:lnTo>
                  <a:pt x="427964" y="108343"/>
                </a:lnTo>
                <a:lnTo>
                  <a:pt x="441744" y="132600"/>
                </a:lnTo>
                <a:lnTo>
                  <a:pt x="460603" y="153403"/>
                </a:lnTo>
                <a:lnTo>
                  <a:pt x="483831" y="170154"/>
                </a:lnTo>
                <a:lnTo>
                  <a:pt x="510654" y="182219"/>
                </a:lnTo>
                <a:lnTo>
                  <a:pt x="525424" y="159931"/>
                </a:lnTo>
                <a:close/>
              </a:path>
              <a:path w="593725" h="326389">
                <a:moveTo>
                  <a:pt x="593598" y="214363"/>
                </a:moveTo>
                <a:lnTo>
                  <a:pt x="374307" y="214363"/>
                </a:lnTo>
                <a:lnTo>
                  <a:pt x="374307" y="237959"/>
                </a:lnTo>
                <a:lnTo>
                  <a:pt x="564832" y="237959"/>
                </a:lnTo>
                <a:lnTo>
                  <a:pt x="564832" y="325831"/>
                </a:lnTo>
                <a:lnTo>
                  <a:pt x="593598" y="325831"/>
                </a:lnTo>
                <a:lnTo>
                  <a:pt x="593598" y="214363"/>
                </a:lnTo>
                <a:close/>
              </a:path>
              <a:path w="593725" h="326389">
                <a:moveTo>
                  <a:pt x="593598" y="0"/>
                </a:moveTo>
                <a:lnTo>
                  <a:pt x="564832" y="0"/>
                </a:lnTo>
                <a:lnTo>
                  <a:pt x="564832" y="197002"/>
                </a:lnTo>
                <a:lnTo>
                  <a:pt x="593598" y="197002"/>
                </a:lnTo>
                <a:lnTo>
                  <a:pt x="5935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 descr=""/>
          <p:cNvSpPr/>
          <p:nvPr/>
        </p:nvSpPr>
        <p:spPr>
          <a:xfrm>
            <a:off x="13102990" y="1683495"/>
            <a:ext cx="261620" cy="321310"/>
          </a:xfrm>
          <a:custGeom>
            <a:avLst/>
            <a:gdLst/>
            <a:ahLst/>
            <a:cxnLst/>
            <a:rect l="l" t="t" r="r" b="b"/>
            <a:pathLst>
              <a:path w="261619" h="321310">
                <a:moveTo>
                  <a:pt x="261546" y="0"/>
                </a:moveTo>
                <a:lnTo>
                  <a:pt x="232774" y="0"/>
                </a:lnTo>
                <a:lnTo>
                  <a:pt x="232774" y="186115"/>
                </a:lnTo>
                <a:lnTo>
                  <a:pt x="261546" y="186115"/>
                </a:lnTo>
                <a:lnTo>
                  <a:pt x="261546" y="0"/>
                </a:lnTo>
                <a:close/>
              </a:path>
              <a:path w="261619" h="321310">
                <a:moveTo>
                  <a:pt x="85541" y="17108"/>
                </a:moveTo>
                <a:lnTo>
                  <a:pt x="51288" y="22640"/>
                </a:lnTo>
                <a:lnTo>
                  <a:pt x="24204" y="38234"/>
                </a:lnTo>
                <a:lnTo>
                  <a:pt x="6403" y="62381"/>
                </a:lnTo>
                <a:lnTo>
                  <a:pt x="0" y="93576"/>
                </a:lnTo>
                <a:lnTo>
                  <a:pt x="6403" y="124212"/>
                </a:lnTo>
                <a:lnTo>
                  <a:pt x="24204" y="148140"/>
                </a:lnTo>
                <a:lnTo>
                  <a:pt x="51288" y="163710"/>
                </a:lnTo>
                <a:lnTo>
                  <a:pt x="85541" y="169266"/>
                </a:lnTo>
                <a:lnTo>
                  <a:pt x="119753" y="163710"/>
                </a:lnTo>
                <a:lnTo>
                  <a:pt x="146747" y="148140"/>
                </a:lnTo>
                <a:lnTo>
                  <a:pt x="149146" y="144900"/>
                </a:lnTo>
                <a:lnTo>
                  <a:pt x="85541" y="144900"/>
                </a:lnTo>
                <a:lnTo>
                  <a:pt x="62446" y="141109"/>
                </a:lnTo>
                <a:lnTo>
                  <a:pt x="44261" y="130514"/>
                </a:lnTo>
                <a:lnTo>
                  <a:pt x="32394" y="114281"/>
                </a:lnTo>
                <a:lnTo>
                  <a:pt x="28255" y="93576"/>
                </a:lnTo>
                <a:lnTo>
                  <a:pt x="32394" y="72535"/>
                </a:lnTo>
                <a:lnTo>
                  <a:pt x="44261" y="56087"/>
                </a:lnTo>
                <a:lnTo>
                  <a:pt x="62446" y="45423"/>
                </a:lnTo>
                <a:lnTo>
                  <a:pt x="85541" y="41733"/>
                </a:lnTo>
                <a:lnTo>
                  <a:pt x="149314" y="41733"/>
                </a:lnTo>
                <a:lnTo>
                  <a:pt x="146747" y="38234"/>
                </a:lnTo>
                <a:lnTo>
                  <a:pt x="119753" y="22640"/>
                </a:lnTo>
                <a:lnTo>
                  <a:pt x="85541" y="17108"/>
                </a:lnTo>
                <a:close/>
              </a:path>
              <a:path w="261619" h="321310">
                <a:moveTo>
                  <a:pt x="149314" y="41733"/>
                </a:moveTo>
                <a:lnTo>
                  <a:pt x="85541" y="41733"/>
                </a:lnTo>
                <a:lnTo>
                  <a:pt x="108489" y="45423"/>
                </a:lnTo>
                <a:lnTo>
                  <a:pt x="126626" y="56087"/>
                </a:lnTo>
                <a:lnTo>
                  <a:pt x="138542" y="72535"/>
                </a:lnTo>
                <a:lnTo>
                  <a:pt x="142827" y="93576"/>
                </a:lnTo>
                <a:lnTo>
                  <a:pt x="138542" y="114281"/>
                </a:lnTo>
                <a:lnTo>
                  <a:pt x="126626" y="130514"/>
                </a:lnTo>
                <a:lnTo>
                  <a:pt x="108489" y="141109"/>
                </a:lnTo>
                <a:lnTo>
                  <a:pt x="85541" y="144900"/>
                </a:lnTo>
                <a:lnTo>
                  <a:pt x="149146" y="144900"/>
                </a:lnTo>
                <a:lnTo>
                  <a:pt x="164459" y="124212"/>
                </a:lnTo>
                <a:lnTo>
                  <a:pt x="170822" y="93576"/>
                </a:lnTo>
                <a:lnTo>
                  <a:pt x="164459" y="62381"/>
                </a:lnTo>
                <a:lnTo>
                  <a:pt x="149314" y="41733"/>
                </a:lnTo>
                <a:close/>
              </a:path>
              <a:path w="261619" h="321310">
                <a:moveTo>
                  <a:pt x="261546" y="203742"/>
                </a:moveTo>
                <a:lnTo>
                  <a:pt x="49509" y="203742"/>
                </a:lnTo>
                <a:lnTo>
                  <a:pt x="49509" y="321165"/>
                </a:lnTo>
                <a:lnTo>
                  <a:pt x="261546" y="321165"/>
                </a:lnTo>
                <a:lnTo>
                  <a:pt x="261546" y="297577"/>
                </a:lnTo>
                <a:lnTo>
                  <a:pt x="78024" y="297577"/>
                </a:lnTo>
                <a:lnTo>
                  <a:pt x="78024" y="227071"/>
                </a:lnTo>
                <a:lnTo>
                  <a:pt x="261546" y="227071"/>
                </a:lnTo>
                <a:lnTo>
                  <a:pt x="261546" y="203742"/>
                </a:lnTo>
                <a:close/>
              </a:path>
              <a:path w="261619" h="321310">
                <a:moveTo>
                  <a:pt x="261546" y="227071"/>
                </a:moveTo>
                <a:lnTo>
                  <a:pt x="233292" y="227071"/>
                </a:lnTo>
                <a:lnTo>
                  <a:pt x="233292" y="297577"/>
                </a:lnTo>
                <a:lnTo>
                  <a:pt x="261546" y="297577"/>
                </a:lnTo>
                <a:lnTo>
                  <a:pt x="261546" y="2270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 descr=""/>
          <p:cNvSpPr/>
          <p:nvPr/>
        </p:nvSpPr>
        <p:spPr>
          <a:xfrm>
            <a:off x="13420008" y="1688939"/>
            <a:ext cx="297180" cy="316865"/>
          </a:xfrm>
          <a:custGeom>
            <a:avLst/>
            <a:gdLst/>
            <a:ahLst/>
            <a:cxnLst/>
            <a:rect l="l" t="t" r="r" b="b"/>
            <a:pathLst>
              <a:path w="297180" h="316864">
                <a:moveTo>
                  <a:pt x="148270" y="0"/>
                </a:moveTo>
                <a:lnTo>
                  <a:pt x="99627" y="3685"/>
                </a:lnTo>
                <a:lnTo>
                  <a:pt x="63377" y="14515"/>
                </a:lnTo>
                <a:lnTo>
                  <a:pt x="40737" y="32150"/>
                </a:lnTo>
                <a:lnTo>
                  <a:pt x="32920" y="56249"/>
                </a:lnTo>
                <a:lnTo>
                  <a:pt x="40737" y="80651"/>
                </a:lnTo>
                <a:lnTo>
                  <a:pt x="63377" y="98468"/>
                </a:lnTo>
                <a:lnTo>
                  <a:pt x="99627" y="109432"/>
                </a:lnTo>
                <a:lnTo>
                  <a:pt x="148270" y="113276"/>
                </a:lnTo>
                <a:lnTo>
                  <a:pt x="196872" y="109432"/>
                </a:lnTo>
                <a:lnTo>
                  <a:pt x="233033" y="98468"/>
                </a:lnTo>
                <a:lnTo>
                  <a:pt x="242178" y="91243"/>
                </a:lnTo>
                <a:lnTo>
                  <a:pt x="148270" y="91243"/>
                </a:lnTo>
                <a:lnTo>
                  <a:pt x="112162" y="88946"/>
                </a:lnTo>
                <a:lnTo>
                  <a:pt x="85313" y="82203"/>
                </a:lnTo>
                <a:lnTo>
                  <a:pt x="68622" y="71231"/>
                </a:lnTo>
                <a:lnTo>
                  <a:pt x="62989" y="56249"/>
                </a:lnTo>
                <a:lnTo>
                  <a:pt x="68622" y="41785"/>
                </a:lnTo>
                <a:lnTo>
                  <a:pt x="85313" y="30943"/>
                </a:lnTo>
                <a:lnTo>
                  <a:pt x="112162" y="24134"/>
                </a:lnTo>
                <a:lnTo>
                  <a:pt x="148270" y="21773"/>
                </a:lnTo>
                <a:lnTo>
                  <a:pt x="242314" y="21773"/>
                </a:lnTo>
                <a:lnTo>
                  <a:pt x="233033" y="14515"/>
                </a:lnTo>
                <a:lnTo>
                  <a:pt x="196872" y="3685"/>
                </a:lnTo>
                <a:lnTo>
                  <a:pt x="148270" y="0"/>
                </a:lnTo>
                <a:close/>
              </a:path>
              <a:path w="297180" h="316864">
                <a:moveTo>
                  <a:pt x="242314" y="21773"/>
                </a:moveTo>
                <a:lnTo>
                  <a:pt x="148270" y="21773"/>
                </a:lnTo>
                <a:lnTo>
                  <a:pt x="184531" y="24134"/>
                </a:lnTo>
                <a:lnTo>
                  <a:pt x="211485" y="30943"/>
                </a:lnTo>
                <a:lnTo>
                  <a:pt x="228281" y="41785"/>
                </a:lnTo>
                <a:lnTo>
                  <a:pt x="234069" y="56249"/>
                </a:lnTo>
                <a:lnTo>
                  <a:pt x="228281" y="71231"/>
                </a:lnTo>
                <a:lnTo>
                  <a:pt x="211485" y="82203"/>
                </a:lnTo>
                <a:lnTo>
                  <a:pt x="184531" y="88946"/>
                </a:lnTo>
                <a:lnTo>
                  <a:pt x="148270" y="91243"/>
                </a:lnTo>
                <a:lnTo>
                  <a:pt x="242178" y="91243"/>
                </a:lnTo>
                <a:lnTo>
                  <a:pt x="255584" y="80651"/>
                </a:lnTo>
                <a:lnTo>
                  <a:pt x="263360" y="56249"/>
                </a:lnTo>
                <a:lnTo>
                  <a:pt x="255584" y="32150"/>
                </a:lnTo>
                <a:lnTo>
                  <a:pt x="242314" y="21773"/>
                </a:lnTo>
                <a:close/>
              </a:path>
              <a:path w="297180" h="316864">
                <a:moveTo>
                  <a:pt x="297058" y="135309"/>
                </a:moveTo>
                <a:lnTo>
                  <a:pt x="0" y="135309"/>
                </a:lnTo>
                <a:lnTo>
                  <a:pt x="0" y="158638"/>
                </a:lnTo>
                <a:lnTo>
                  <a:pt x="297058" y="158638"/>
                </a:lnTo>
                <a:lnTo>
                  <a:pt x="297058" y="135309"/>
                </a:lnTo>
                <a:close/>
              </a:path>
              <a:path w="297180" h="316864">
                <a:moveTo>
                  <a:pt x="258694" y="186893"/>
                </a:moveTo>
                <a:lnTo>
                  <a:pt x="36030" y="186893"/>
                </a:lnTo>
                <a:lnTo>
                  <a:pt x="36030" y="208926"/>
                </a:lnTo>
                <a:lnTo>
                  <a:pt x="230440" y="208926"/>
                </a:lnTo>
                <a:lnTo>
                  <a:pt x="230440" y="238476"/>
                </a:lnTo>
                <a:lnTo>
                  <a:pt x="36808" y="238476"/>
                </a:lnTo>
                <a:lnTo>
                  <a:pt x="36808" y="316499"/>
                </a:lnTo>
                <a:lnTo>
                  <a:pt x="268545" y="316499"/>
                </a:lnTo>
                <a:lnTo>
                  <a:pt x="268545" y="293689"/>
                </a:lnTo>
                <a:lnTo>
                  <a:pt x="65062" y="293689"/>
                </a:lnTo>
                <a:lnTo>
                  <a:pt x="65062" y="259731"/>
                </a:lnTo>
                <a:lnTo>
                  <a:pt x="258694" y="259731"/>
                </a:lnTo>
                <a:lnTo>
                  <a:pt x="258694" y="1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 descr=""/>
          <p:cNvSpPr/>
          <p:nvPr/>
        </p:nvSpPr>
        <p:spPr>
          <a:xfrm>
            <a:off x="13838085" y="1683244"/>
            <a:ext cx="602615" cy="326390"/>
          </a:xfrm>
          <a:custGeom>
            <a:avLst/>
            <a:gdLst/>
            <a:ahLst/>
            <a:cxnLst/>
            <a:rect l="l" t="t" r="r" b="b"/>
            <a:pathLst>
              <a:path w="602615" h="326389">
                <a:moveTo>
                  <a:pt x="297065" y="161226"/>
                </a:moveTo>
                <a:lnTo>
                  <a:pt x="248323" y="161226"/>
                </a:lnTo>
                <a:lnTo>
                  <a:pt x="253720" y="128358"/>
                </a:lnTo>
                <a:lnTo>
                  <a:pt x="256489" y="99466"/>
                </a:lnTo>
                <a:lnTo>
                  <a:pt x="257517" y="73596"/>
                </a:lnTo>
                <a:lnTo>
                  <a:pt x="257657" y="21259"/>
                </a:lnTo>
                <a:lnTo>
                  <a:pt x="37325" y="21259"/>
                </a:lnTo>
                <a:lnTo>
                  <a:pt x="37325" y="45097"/>
                </a:lnTo>
                <a:lnTo>
                  <a:pt x="229146" y="45097"/>
                </a:lnTo>
                <a:lnTo>
                  <a:pt x="228993" y="73393"/>
                </a:lnTo>
                <a:lnTo>
                  <a:pt x="227888" y="99326"/>
                </a:lnTo>
                <a:lnTo>
                  <a:pt x="224878" y="128333"/>
                </a:lnTo>
                <a:lnTo>
                  <a:pt x="219036" y="161226"/>
                </a:lnTo>
                <a:lnTo>
                  <a:pt x="0" y="161226"/>
                </a:lnTo>
                <a:lnTo>
                  <a:pt x="0" y="185077"/>
                </a:lnTo>
                <a:lnTo>
                  <a:pt x="133502" y="185077"/>
                </a:lnTo>
                <a:lnTo>
                  <a:pt x="133502" y="326351"/>
                </a:lnTo>
                <a:lnTo>
                  <a:pt x="162267" y="326351"/>
                </a:lnTo>
                <a:lnTo>
                  <a:pt x="162267" y="185077"/>
                </a:lnTo>
                <a:lnTo>
                  <a:pt x="297065" y="185077"/>
                </a:lnTo>
                <a:lnTo>
                  <a:pt x="297065" y="161226"/>
                </a:lnTo>
                <a:close/>
              </a:path>
              <a:path w="602615" h="326389">
                <a:moveTo>
                  <a:pt x="492506" y="143865"/>
                </a:moveTo>
                <a:lnTo>
                  <a:pt x="486905" y="118389"/>
                </a:lnTo>
                <a:lnTo>
                  <a:pt x="476008" y="104457"/>
                </a:lnTo>
                <a:lnTo>
                  <a:pt x="471538" y="98755"/>
                </a:lnTo>
                <a:lnTo>
                  <a:pt x="465289" y="95402"/>
                </a:lnTo>
                <a:lnTo>
                  <a:pt x="465289" y="143865"/>
                </a:lnTo>
                <a:lnTo>
                  <a:pt x="461708" y="159969"/>
                </a:lnTo>
                <a:lnTo>
                  <a:pt x="452005" y="172402"/>
                </a:lnTo>
                <a:lnTo>
                  <a:pt x="437146" y="180428"/>
                </a:lnTo>
                <a:lnTo>
                  <a:pt x="418109" y="183261"/>
                </a:lnTo>
                <a:lnTo>
                  <a:pt x="398932" y="180428"/>
                </a:lnTo>
                <a:lnTo>
                  <a:pt x="384060" y="172402"/>
                </a:lnTo>
                <a:lnTo>
                  <a:pt x="374484" y="159969"/>
                </a:lnTo>
                <a:lnTo>
                  <a:pt x="371195" y="143865"/>
                </a:lnTo>
                <a:lnTo>
                  <a:pt x="374484" y="127901"/>
                </a:lnTo>
                <a:lnTo>
                  <a:pt x="384060" y="115506"/>
                </a:lnTo>
                <a:lnTo>
                  <a:pt x="398932" y="107442"/>
                </a:lnTo>
                <a:lnTo>
                  <a:pt x="418109" y="104457"/>
                </a:lnTo>
                <a:lnTo>
                  <a:pt x="437146" y="107442"/>
                </a:lnTo>
                <a:lnTo>
                  <a:pt x="452005" y="115506"/>
                </a:lnTo>
                <a:lnTo>
                  <a:pt x="461708" y="127901"/>
                </a:lnTo>
                <a:lnTo>
                  <a:pt x="465289" y="143865"/>
                </a:lnTo>
                <a:lnTo>
                  <a:pt x="465289" y="95402"/>
                </a:lnTo>
                <a:lnTo>
                  <a:pt x="448068" y="86118"/>
                </a:lnTo>
                <a:lnTo>
                  <a:pt x="418109" y="81648"/>
                </a:lnTo>
                <a:lnTo>
                  <a:pt x="388048" y="86118"/>
                </a:lnTo>
                <a:lnTo>
                  <a:pt x="364655" y="98755"/>
                </a:lnTo>
                <a:lnTo>
                  <a:pt x="349516" y="118389"/>
                </a:lnTo>
                <a:lnTo>
                  <a:pt x="344233" y="143865"/>
                </a:lnTo>
                <a:lnTo>
                  <a:pt x="349516" y="169214"/>
                </a:lnTo>
                <a:lnTo>
                  <a:pt x="364655" y="188861"/>
                </a:lnTo>
                <a:lnTo>
                  <a:pt x="388048" y="201561"/>
                </a:lnTo>
                <a:lnTo>
                  <a:pt x="418109" y="206070"/>
                </a:lnTo>
                <a:lnTo>
                  <a:pt x="448068" y="201561"/>
                </a:lnTo>
                <a:lnTo>
                  <a:pt x="471538" y="188861"/>
                </a:lnTo>
                <a:lnTo>
                  <a:pt x="475919" y="183261"/>
                </a:lnTo>
                <a:lnTo>
                  <a:pt x="486905" y="169214"/>
                </a:lnTo>
                <a:lnTo>
                  <a:pt x="492506" y="143865"/>
                </a:lnTo>
                <a:close/>
              </a:path>
              <a:path w="602615" h="326389">
                <a:moveTo>
                  <a:pt x="509358" y="40170"/>
                </a:moveTo>
                <a:lnTo>
                  <a:pt x="432625" y="40170"/>
                </a:lnTo>
                <a:lnTo>
                  <a:pt x="432625" y="0"/>
                </a:lnTo>
                <a:lnTo>
                  <a:pt x="404114" y="0"/>
                </a:lnTo>
                <a:lnTo>
                  <a:pt x="404114" y="40170"/>
                </a:lnTo>
                <a:lnTo>
                  <a:pt x="324802" y="40170"/>
                </a:lnTo>
                <a:lnTo>
                  <a:pt x="324802" y="63766"/>
                </a:lnTo>
                <a:lnTo>
                  <a:pt x="509358" y="63766"/>
                </a:lnTo>
                <a:lnTo>
                  <a:pt x="509358" y="40170"/>
                </a:lnTo>
                <a:close/>
              </a:path>
              <a:path w="602615" h="326389">
                <a:moveTo>
                  <a:pt x="594639" y="254"/>
                </a:moveTo>
                <a:lnTo>
                  <a:pt x="565861" y="254"/>
                </a:lnTo>
                <a:lnTo>
                  <a:pt x="565861" y="87096"/>
                </a:lnTo>
                <a:lnTo>
                  <a:pt x="509092" y="87096"/>
                </a:lnTo>
                <a:lnTo>
                  <a:pt x="509092" y="110947"/>
                </a:lnTo>
                <a:lnTo>
                  <a:pt x="565861" y="110947"/>
                </a:lnTo>
                <a:lnTo>
                  <a:pt x="565861" y="155270"/>
                </a:lnTo>
                <a:lnTo>
                  <a:pt x="509092" y="155270"/>
                </a:lnTo>
                <a:lnTo>
                  <a:pt x="509092" y="178600"/>
                </a:lnTo>
                <a:lnTo>
                  <a:pt x="565861" y="178600"/>
                </a:lnTo>
                <a:lnTo>
                  <a:pt x="565861" y="248843"/>
                </a:lnTo>
                <a:lnTo>
                  <a:pt x="594639" y="248843"/>
                </a:lnTo>
                <a:lnTo>
                  <a:pt x="594639" y="254"/>
                </a:lnTo>
                <a:close/>
              </a:path>
              <a:path w="602615" h="326389">
                <a:moveTo>
                  <a:pt x="602157" y="294728"/>
                </a:moveTo>
                <a:lnTo>
                  <a:pt x="412927" y="294728"/>
                </a:lnTo>
                <a:lnTo>
                  <a:pt x="412927" y="226809"/>
                </a:lnTo>
                <a:lnTo>
                  <a:pt x="383895" y="226809"/>
                </a:lnTo>
                <a:lnTo>
                  <a:pt x="383895" y="318566"/>
                </a:lnTo>
                <a:lnTo>
                  <a:pt x="602157" y="318566"/>
                </a:lnTo>
                <a:lnTo>
                  <a:pt x="602157" y="2947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 descr=""/>
          <p:cNvSpPr/>
          <p:nvPr/>
        </p:nvSpPr>
        <p:spPr>
          <a:xfrm>
            <a:off x="14485340" y="1683244"/>
            <a:ext cx="704850" cy="371475"/>
          </a:xfrm>
          <a:custGeom>
            <a:avLst/>
            <a:gdLst/>
            <a:ahLst/>
            <a:cxnLst/>
            <a:rect l="l" t="t" r="r" b="b"/>
            <a:pathLst>
              <a:path w="704850" h="371475">
                <a:moveTo>
                  <a:pt x="178346" y="178079"/>
                </a:moveTo>
                <a:lnTo>
                  <a:pt x="172250" y="147777"/>
                </a:lnTo>
                <a:lnTo>
                  <a:pt x="157861" y="127266"/>
                </a:lnTo>
                <a:lnTo>
                  <a:pt x="155625" y="124091"/>
                </a:lnTo>
                <a:lnTo>
                  <a:pt x="150863" y="121183"/>
                </a:lnTo>
                <a:lnTo>
                  <a:pt x="150863" y="178079"/>
                </a:lnTo>
                <a:lnTo>
                  <a:pt x="146799" y="198437"/>
                </a:lnTo>
                <a:lnTo>
                  <a:pt x="135864" y="214401"/>
                </a:lnTo>
                <a:lnTo>
                  <a:pt x="119329" y="224777"/>
                </a:lnTo>
                <a:lnTo>
                  <a:pt x="98501" y="228371"/>
                </a:lnTo>
                <a:lnTo>
                  <a:pt x="77495" y="224777"/>
                </a:lnTo>
                <a:lnTo>
                  <a:pt x="60858" y="214401"/>
                </a:lnTo>
                <a:lnTo>
                  <a:pt x="49949" y="198437"/>
                </a:lnTo>
                <a:lnTo>
                  <a:pt x="46139" y="178079"/>
                </a:lnTo>
                <a:lnTo>
                  <a:pt x="49949" y="157670"/>
                </a:lnTo>
                <a:lnTo>
                  <a:pt x="60858" y="141592"/>
                </a:lnTo>
                <a:lnTo>
                  <a:pt x="77495" y="131051"/>
                </a:lnTo>
                <a:lnTo>
                  <a:pt x="98501" y="127266"/>
                </a:lnTo>
                <a:lnTo>
                  <a:pt x="119329" y="131051"/>
                </a:lnTo>
                <a:lnTo>
                  <a:pt x="135864" y="141592"/>
                </a:lnTo>
                <a:lnTo>
                  <a:pt x="146799" y="157670"/>
                </a:lnTo>
                <a:lnTo>
                  <a:pt x="150863" y="178079"/>
                </a:lnTo>
                <a:lnTo>
                  <a:pt x="150863" y="121183"/>
                </a:lnTo>
                <a:lnTo>
                  <a:pt x="130403" y="108673"/>
                </a:lnTo>
                <a:lnTo>
                  <a:pt x="98501" y="103162"/>
                </a:lnTo>
                <a:lnTo>
                  <a:pt x="66421" y="108673"/>
                </a:lnTo>
                <a:lnTo>
                  <a:pt x="41084" y="124091"/>
                </a:lnTo>
                <a:lnTo>
                  <a:pt x="24511" y="147777"/>
                </a:lnTo>
                <a:lnTo>
                  <a:pt x="18669" y="178079"/>
                </a:lnTo>
                <a:lnTo>
                  <a:pt x="24511" y="208330"/>
                </a:lnTo>
                <a:lnTo>
                  <a:pt x="41084" y="231927"/>
                </a:lnTo>
                <a:lnTo>
                  <a:pt x="66421" y="247269"/>
                </a:lnTo>
                <a:lnTo>
                  <a:pt x="98501" y="252730"/>
                </a:lnTo>
                <a:lnTo>
                  <a:pt x="130403" y="247269"/>
                </a:lnTo>
                <a:lnTo>
                  <a:pt x="155625" y="231927"/>
                </a:lnTo>
                <a:lnTo>
                  <a:pt x="158140" y="228371"/>
                </a:lnTo>
                <a:lnTo>
                  <a:pt x="172250" y="208330"/>
                </a:lnTo>
                <a:lnTo>
                  <a:pt x="178346" y="178079"/>
                </a:lnTo>
                <a:close/>
              </a:path>
              <a:path w="704850" h="371475">
                <a:moveTo>
                  <a:pt x="193890" y="52362"/>
                </a:moveTo>
                <a:lnTo>
                  <a:pt x="112496" y="52362"/>
                </a:lnTo>
                <a:lnTo>
                  <a:pt x="112496" y="3886"/>
                </a:lnTo>
                <a:lnTo>
                  <a:pt x="83731" y="3886"/>
                </a:lnTo>
                <a:lnTo>
                  <a:pt x="83731" y="52362"/>
                </a:lnTo>
                <a:lnTo>
                  <a:pt x="0" y="52362"/>
                </a:lnTo>
                <a:lnTo>
                  <a:pt x="0" y="76212"/>
                </a:lnTo>
                <a:lnTo>
                  <a:pt x="193890" y="76212"/>
                </a:lnTo>
                <a:lnTo>
                  <a:pt x="193890" y="52362"/>
                </a:lnTo>
                <a:close/>
              </a:path>
              <a:path w="704850" h="371475">
                <a:moveTo>
                  <a:pt x="308470" y="134277"/>
                </a:moveTo>
                <a:lnTo>
                  <a:pt x="254038" y="134277"/>
                </a:lnTo>
                <a:lnTo>
                  <a:pt x="254038" y="0"/>
                </a:lnTo>
                <a:lnTo>
                  <a:pt x="225513" y="0"/>
                </a:lnTo>
                <a:lnTo>
                  <a:pt x="225513" y="325831"/>
                </a:lnTo>
                <a:lnTo>
                  <a:pt x="254038" y="325831"/>
                </a:lnTo>
                <a:lnTo>
                  <a:pt x="254038" y="158381"/>
                </a:lnTo>
                <a:lnTo>
                  <a:pt x="308470" y="158381"/>
                </a:lnTo>
                <a:lnTo>
                  <a:pt x="308470" y="134277"/>
                </a:lnTo>
                <a:close/>
              </a:path>
              <a:path w="704850" h="371475">
                <a:moveTo>
                  <a:pt x="587641" y="32918"/>
                </a:moveTo>
                <a:lnTo>
                  <a:pt x="357974" y="32918"/>
                </a:lnTo>
                <a:lnTo>
                  <a:pt x="357974" y="56769"/>
                </a:lnTo>
                <a:lnTo>
                  <a:pt x="558863" y="56769"/>
                </a:lnTo>
                <a:lnTo>
                  <a:pt x="558863" y="65316"/>
                </a:lnTo>
                <a:lnTo>
                  <a:pt x="558533" y="96050"/>
                </a:lnTo>
                <a:lnTo>
                  <a:pt x="557123" y="130149"/>
                </a:lnTo>
                <a:lnTo>
                  <a:pt x="553478" y="168592"/>
                </a:lnTo>
                <a:lnTo>
                  <a:pt x="546430" y="212293"/>
                </a:lnTo>
                <a:lnTo>
                  <a:pt x="575462" y="215658"/>
                </a:lnTo>
                <a:lnTo>
                  <a:pt x="582358" y="170154"/>
                </a:lnTo>
                <a:lnTo>
                  <a:pt x="585927" y="130962"/>
                </a:lnTo>
                <a:lnTo>
                  <a:pt x="587311" y="96532"/>
                </a:lnTo>
                <a:lnTo>
                  <a:pt x="587641" y="65316"/>
                </a:lnTo>
                <a:lnTo>
                  <a:pt x="587641" y="32918"/>
                </a:lnTo>
                <a:close/>
              </a:path>
              <a:path w="704850" h="371475">
                <a:moveTo>
                  <a:pt x="623417" y="255587"/>
                </a:moveTo>
                <a:lnTo>
                  <a:pt x="471258" y="255587"/>
                </a:lnTo>
                <a:lnTo>
                  <a:pt x="471258" y="139192"/>
                </a:lnTo>
                <a:lnTo>
                  <a:pt x="442747" y="139192"/>
                </a:lnTo>
                <a:lnTo>
                  <a:pt x="442747" y="255587"/>
                </a:lnTo>
                <a:lnTo>
                  <a:pt x="326351" y="255587"/>
                </a:lnTo>
                <a:lnTo>
                  <a:pt x="326351" y="279692"/>
                </a:lnTo>
                <a:lnTo>
                  <a:pt x="623417" y="279692"/>
                </a:lnTo>
                <a:lnTo>
                  <a:pt x="623417" y="255587"/>
                </a:lnTo>
                <a:close/>
              </a:path>
              <a:path w="704850" h="371475">
                <a:moveTo>
                  <a:pt x="704291" y="271132"/>
                </a:moveTo>
                <a:lnTo>
                  <a:pt x="669036" y="271132"/>
                </a:lnTo>
                <a:lnTo>
                  <a:pt x="648817" y="370928"/>
                </a:lnTo>
                <a:lnTo>
                  <a:pt x="676033" y="370928"/>
                </a:lnTo>
                <a:lnTo>
                  <a:pt x="704291" y="2711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1" name="object 141" descr=""/>
          <p:cNvGrpSpPr/>
          <p:nvPr/>
        </p:nvGrpSpPr>
        <p:grpSpPr>
          <a:xfrm>
            <a:off x="9021481" y="2239187"/>
            <a:ext cx="770255" cy="269875"/>
            <a:chOff x="9021481" y="2239187"/>
            <a:chExt cx="770255" cy="269875"/>
          </a:xfrm>
        </p:grpSpPr>
        <p:pic>
          <p:nvPicPr>
            <p:cNvPr id="142" name="object 142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021481" y="2302954"/>
              <a:ext cx="154491" cy="205815"/>
            </a:xfrm>
            <a:prstGeom prst="rect">
              <a:avLst/>
            </a:prstGeom>
          </p:spPr>
        </p:pic>
        <p:pic>
          <p:nvPicPr>
            <p:cNvPr id="143" name="object 14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207597" y="2302954"/>
              <a:ext cx="169266" cy="205815"/>
            </a:xfrm>
            <a:prstGeom prst="rect">
              <a:avLst/>
            </a:prstGeom>
          </p:spPr>
        </p:pic>
        <p:pic>
          <p:nvPicPr>
            <p:cNvPr id="144" name="object 14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415746" y="2302435"/>
              <a:ext cx="100575" cy="202187"/>
            </a:xfrm>
            <a:prstGeom prst="rect">
              <a:avLst/>
            </a:prstGeom>
          </p:spPr>
        </p:pic>
        <p:pic>
          <p:nvPicPr>
            <p:cNvPr id="145" name="object 14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537576" y="2302953"/>
              <a:ext cx="181190" cy="205815"/>
            </a:xfrm>
            <a:prstGeom prst="rect">
              <a:avLst/>
            </a:prstGeom>
          </p:spPr>
        </p:pic>
        <p:sp>
          <p:nvSpPr>
            <p:cNvPr id="146" name="object 146" descr=""/>
            <p:cNvSpPr/>
            <p:nvPr/>
          </p:nvSpPr>
          <p:spPr>
            <a:xfrm>
              <a:off x="9759722" y="2239187"/>
              <a:ext cx="31750" cy="265430"/>
            </a:xfrm>
            <a:custGeom>
              <a:avLst/>
              <a:gdLst/>
              <a:ahLst/>
              <a:cxnLst/>
              <a:rect l="l" t="t" r="r" b="b"/>
              <a:pathLst>
                <a:path w="31750" h="265430">
                  <a:moveTo>
                    <a:pt x="31623" y="0"/>
                  </a:moveTo>
                  <a:lnTo>
                    <a:pt x="0" y="0"/>
                  </a:lnTo>
                  <a:lnTo>
                    <a:pt x="0" y="265434"/>
                  </a:lnTo>
                  <a:lnTo>
                    <a:pt x="31623" y="265434"/>
                  </a:lnTo>
                  <a:lnTo>
                    <a:pt x="316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7" name="object 147" descr=""/>
          <p:cNvSpPr/>
          <p:nvPr/>
        </p:nvSpPr>
        <p:spPr>
          <a:xfrm>
            <a:off x="9841624" y="2214308"/>
            <a:ext cx="367665" cy="316865"/>
          </a:xfrm>
          <a:custGeom>
            <a:avLst/>
            <a:gdLst/>
            <a:ahLst/>
            <a:cxnLst/>
            <a:rect l="l" t="t" r="r" b="b"/>
            <a:pathLst>
              <a:path w="367665" h="316864">
                <a:moveTo>
                  <a:pt x="31623" y="24879"/>
                </a:moveTo>
                <a:lnTo>
                  <a:pt x="0" y="24879"/>
                </a:lnTo>
                <a:lnTo>
                  <a:pt x="0" y="290322"/>
                </a:lnTo>
                <a:lnTo>
                  <a:pt x="31623" y="290322"/>
                </a:lnTo>
                <a:lnTo>
                  <a:pt x="31623" y="24879"/>
                </a:lnTo>
                <a:close/>
              </a:path>
              <a:path w="367665" h="316864">
                <a:moveTo>
                  <a:pt x="333349" y="56248"/>
                </a:moveTo>
                <a:lnTo>
                  <a:pt x="325577" y="32156"/>
                </a:lnTo>
                <a:lnTo>
                  <a:pt x="312305" y="21780"/>
                </a:lnTo>
                <a:lnTo>
                  <a:pt x="304063" y="15341"/>
                </a:lnTo>
                <a:lnTo>
                  <a:pt x="304063" y="56248"/>
                </a:lnTo>
                <a:lnTo>
                  <a:pt x="298272" y="71234"/>
                </a:lnTo>
                <a:lnTo>
                  <a:pt x="281482" y="82207"/>
                </a:lnTo>
                <a:lnTo>
                  <a:pt x="254520" y="88950"/>
                </a:lnTo>
                <a:lnTo>
                  <a:pt x="218262" y="91249"/>
                </a:lnTo>
                <a:lnTo>
                  <a:pt x="182156" y="88950"/>
                </a:lnTo>
                <a:lnTo>
                  <a:pt x="155308" y="82207"/>
                </a:lnTo>
                <a:lnTo>
                  <a:pt x="138620" y="71234"/>
                </a:lnTo>
                <a:lnTo>
                  <a:pt x="132981" y="56248"/>
                </a:lnTo>
                <a:lnTo>
                  <a:pt x="138620" y="41783"/>
                </a:lnTo>
                <a:lnTo>
                  <a:pt x="155308" y="30949"/>
                </a:lnTo>
                <a:lnTo>
                  <a:pt x="182156" y="24130"/>
                </a:lnTo>
                <a:lnTo>
                  <a:pt x="218262" y="21780"/>
                </a:lnTo>
                <a:lnTo>
                  <a:pt x="254520" y="24130"/>
                </a:lnTo>
                <a:lnTo>
                  <a:pt x="281482" y="30949"/>
                </a:lnTo>
                <a:lnTo>
                  <a:pt x="298272" y="41783"/>
                </a:lnTo>
                <a:lnTo>
                  <a:pt x="304063" y="56248"/>
                </a:lnTo>
                <a:lnTo>
                  <a:pt x="304063" y="15341"/>
                </a:lnTo>
                <a:lnTo>
                  <a:pt x="303022" y="14516"/>
                </a:lnTo>
                <a:lnTo>
                  <a:pt x="266865" y="3683"/>
                </a:lnTo>
                <a:lnTo>
                  <a:pt x="218262" y="0"/>
                </a:lnTo>
                <a:lnTo>
                  <a:pt x="169621" y="3683"/>
                </a:lnTo>
                <a:lnTo>
                  <a:pt x="133375" y="14516"/>
                </a:lnTo>
                <a:lnTo>
                  <a:pt x="110731" y="32156"/>
                </a:lnTo>
                <a:lnTo>
                  <a:pt x="102908" y="56248"/>
                </a:lnTo>
                <a:lnTo>
                  <a:pt x="110731" y="80657"/>
                </a:lnTo>
                <a:lnTo>
                  <a:pt x="133375" y="98475"/>
                </a:lnTo>
                <a:lnTo>
                  <a:pt x="169621" y="109435"/>
                </a:lnTo>
                <a:lnTo>
                  <a:pt x="218262" y="113271"/>
                </a:lnTo>
                <a:lnTo>
                  <a:pt x="266865" y="109435"/>
                </a:lnTo>
                <a:lnTo>
                  <a:pt x="303022" y="98475"/>
                </a:lnTo>
                <a:lnTo>
                  <a:pt x="312166" y="91249"/>
                </a:lnTo>
                <a:lnTo>
                  <a:pt x="325577" y="80657"/>
                </a:lnTo>
                <a:lnTo>
                  <a:pt x="333349" y="56248"/>
                </a:lnTo>
                <a:close/>
              </a:path>
              <a:path w="367665" h="316864">
                <a:moveTo>
                  <a:pt x="338543" y="293687"/>
                </a:moveTo>
                <a:lnTo>
                  <a:pt x="135051" y="293687"/>
                </a:lnTo>
                <a:lnTo>
                  <a:pt x="135051" y="259727"/>
                </a:lnTo>
                <a:lnTo>
                  <a:pt x="328688" y="259727"/>
                </a:lnTo>
                <a:lnTo>
                  <a:pt x="328688" y="186893"/>
                </a:lnTo>
                <a:lnTo>
                  <a:pt x="106019" y="186893"/>
                </a:lnTo>
                <a:lnTo>
                  <a:pt x="106019" y="208927"/>
                </a:lnTo>
                <a:lnTo>
                  <a:pt x="300431" y="208927"/>
                </a:lnTo>
                <a:lnTo>
                  <a:pt x="300431" y="238480"/>
                </a:lnTo>
                <a:lnTo>
                  <a:pt x="106794" y="238480"/>
                </a:lnTo>
                <a:lnTo>
                  <a:pt x="106794" y="316496"/>
                </a:lnTo>
                <a:lnTo>
                  <a:pt x="338543" y="316496"/>
                </a:lnTo>
                <a:lnTo>
                  <a:pt x="338543" y="293687"/>
                </a:lnTo>
                <a:close/>
              </a:path>
              <a:path w="367665" h="316864">
                <a:moveTo>
                  <a:pt x="367055" y="135305"/>
                </a:moveTo>
                <a:lnTo>
                  <a:pt x="69989" y="135305"/>
                </a:lnTo>
                <a:lnTo>
                  <a:pt x="69989" y="158635"/>
                </a:lnTo>
                <a:lnTo>
                  <a:pt x="367055" y="158635"/>
                </a:lnTo>
                <a:lnTo>
                  <a:pt x="367055" y="1353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 descr=""/>
          <p:cNvSpPr/>
          <p:nvPr/>
        </p:nvSpPr>
        <p:spPr>
          <a:xfrm>
            <a:off x="10328059" y="2205494"/>
            <a:ext cx="928369" cy="329565"/>
          </a:xfrm>
          <a:custGeom>
            <a:avLst/>
            <a:gdLst/>
            <a:ahLst/>
            <a:cxnLst/>
            <a:rect l="l" t="t" r="r" b="b"/>
            <a:pathLst>
              <a:path w="928370" h="329564">
                <a:moveTo>
                  <a:pt x="197002" y="27990"/>
                </a:moveTo>
                <a:lnTo>
                  <a:pt x="117157" y="27990"/>
                </a:lnTo>
                <a:lnTo>
                  <a:pt x="117157" y="0"/>
                </a:lnTo>
                <a:lnTo>
                  <a:pt x="88392" y="0"/>
                </a:lnTo>
                <a:lnTo>
                  <a:pt x="88392" y="27990"/>
                </a:lnTo>
                <a:lnTo>
                  <a:pt x="8293" y="27990"/>
                </a:lnTo>
                <a:lnTo>
                  <a:pt x="8293" y="48729"/>
                </a:lnTo>
                <a:lnTo>
                  <a:pt x="197002" y="48729"/>
                </a:lnTo>
                <a:lnTo>
                  <a:pt x="197002" y="27990"/>
                </a:lnTo>
                <a:close/>
              </a:path>
              <a:path w="928370" h="329564">
                <a:moveTo>
                  <a:pt x="209181" y="175488"/>
                </a:moveTo>
                <a:lnTo>
                  <a:pt x="207797" y="164084"/>
                </a:lnTo>
                <a:lnTo>
                  <a:pt x="206844" y="156311"/>
                </a:lnTo>
                <a:lnTo>
                  <a:pt x="185089" y="159016"/>
                </a:lnTo>
                <a:lnTo>
                  <a:pt x="162737" y="161163"/>
                </a:lnTo>
                <a:lnTo>
                  <a:pt x="140017" y="162826"/>
                </a:lnTo>
                <a:lnTo>
                  <a:pt x="117157" y="164084"/>
                </a:lnTo>
                <a:lnTo>
                  <a:pt x="117157" y="144907"/>
                </a:lnTo>
                <a:lnTo>
                  <a:pt x="142227" y="140423"/>
                </a:lnTo>
                <a:lnTo>
                  <a:pt x="142532" y="140423"/>
                </a:lnTo>
                <a:lnTo>
                  <a:pt x="162102" y="131457"/>
                </a:lnTo>
                <a:lnTo>
                  <a:pt x="167335" y="125984"/>
                </a:lnTo>
                <a:lnTo>
                  <a:pt x="174307" y="118668"/>
                </a:lnTo>
                <a:lnTo>
                  <a:pt x="174434" y="118541"/>
                </a:lnTo>
                <a:lnTo>
                  <a:pt x="178854" y="101866"/>
                </a:lnTo>
                <a:lnTo>
                  <a:pt x="173329" y="84010"/>
                </a:lnTo>
                <a:lnTo>
                  <a:pt x="167284" y="78803"/>
                </a:lnTo>
                <a:lnTo>
                  <a:pt x="157924" y="70739"/>
                </a:lnTo>
                <a:lnTo>
                  <a:pt x="151384" y="68491"/>
                </a:lnTo>
                <a:lnTo>
                  <a:pt x="151384" y="101866"/>
                </a:lnTo>
                <a:lnTo>
                  <a:pt x="147955" y="111874"/>
                </a:lnTo>
                <a:lnTo>
                  <a:pt x="138163" y="119468"/>
                </a:lnTo>
                <a:lnTo>
                  <a:pt x="122732" y="124294"/>
                </a:lnTo>
                <a:lnTo>
                  <a:pt x="102387" y="125984"/>
                </a:lnTo>
                <a:lnTo>
                  <a:pt x="82054" y="124294"/>
                </a:lnTo>
                <a:lnTo>
                  <a:pt x="66649" y="119468"/>
                </a:lnTo>
                <a:lnTo>
                  <a:pt x="56934" y="111874"/>
                </a:lnTo>
                <a:lnTo>
                  <a:pt x="53657" y="101866"/>
                </a:lnTo>
                <a:lnTo>
                  <a:pt x="56934" y="92290"/>
                </a:lnTo>
                <a:lnTo>
                  <a:pt x="66649" y="85090"/>
                </a:lnTo>
                <a:lnTo>
                  <a:pt x="82054" y="80505"/>
                </a:lnTo>
                <a:lnTo>
                  <a:pt x="102387" y="78803"/>
                </a:lnTo>
                <a:lnTo>
                  <a:pt x="122732" y="80505"/>
                </a:lnTo>
                <a:lnTo>
                  <a:pt x="138163" y="85090"/>
                </a:lnTo>
                <a:lnTo>
                  <a:pt x="147955" y="92290"/>
                </a:lnTo>
                <a:lnTo>
                  <a:pt x="151384" y="101866"/>
                </a:lnTo>
                <a:lnTo>
                  <a:pt x="151384" y="68491"/>
                </a:lnTo>
                <a:lnTo>
                  <a:pt x="133870" y="62471"/>
                </a:lnTo>
                <a:lnTo>
                  <a:pt x="102387" y="59626"/>
                </a:lnTo>
                <a:lnTo>
                  <a:pt x="70866" y="62471"/>
                </a:lnTo>
                <a:lnTo>
                  <a:pt x="46786" y="70739"/>
                </a:lnTo>
                <a:lnTo>
                  <a:pt x="31457" y="84010"/>
                </a:lnTo>
                <a:lnTo>
                  <a:pt x="26174" y="101866"/>
                </a:lnTo>
                <a:lnTo>
                  <a:pt x="30365" y="118541"/>
                </a:lnTo>
                <a:lnTo>
                  <a:pt x="30391" y="118668"/>
                </a:lnTo>
                <a:lnTo>
                  <a:pt x="42799" y="131597"/>
                </a:lnTo>
                <a:lnTo>
                  <a:pt x="62445" y="140423"/>
                </a:lnTo>
                <a:lnTo>
                  <a:pt x="88392" y="144907"/>
                </a:lnTo>
                <a:lnTo>
                  <a:pt x="88392" y="165252"/>
                </a:lnTo>
                <a:lnTo>
                  <a:pt x="64795" y="165773"/>
                </a:lnTo>
                <a:lnTo>
                  <a:pt x="32410" y="166154"/>
                </a:lnTo>
                <a:lnTo>
                  <a:pt x="0" y="166154"/>
                </a:lnTo>
                <a:lnTo>
                  <a:pt x="3327" y="187413"/>
                </a:lnTo>
                <a:lnTo>
                  <a:pt x="3365" y="187667"/>
                </a:lnTo>
                <a:lnTo>
                  <a:pt x="49822" y="187413"/>
                </a:lnTo>
                <a:lnTo>
                  <a:pt x="101422" y="185953"/>
                </a:lnTo>
                <a:lnTo>
                  <a:pt x="155448" y="182308"/>
                </a:lnTo>
                <a:lnTo>
                  <a:pt x="209181" y="175488"/>
                </a:lnTo>
                <a:close/>
              </a:path>
              <a:path w="928370" h="329564">
                <a:moveTo>
                  <a:pt x="268287" y="304571"/>
                </a:moveTo>
                <a:lnTo>
                  <a:pt x="72834" y="304571"/>
                </a:lnTo>
                <a:lnTo>
                  <a:pt x="72834" y="275539"/>
                </a:lnTo>
                <a:lnTo>
                  <a:pt x="255841" y="275539"/>
                </a:lnTo>
                <a:lnTo>
                  <a:pt x="255841" y="210223"/>
                </a:lnTo>
                <a:lnTo>
                  <a:pt x="43548" y="210223"/>
                </a:lnTo>
                <a:lnTo>
                  <a:pt x="43548" y="230695"/>
                </a:lnTo>
                <a:lnTo>
                  <a:pt x="227330" y="230695"/>
                </a:lnTo>
                <a:lnTo>
                  <a:pt x="227330" y="256362"/>
                </a:lnTo>
                <a:lnTo>
                  <a:pt x="44323" y="256362"/>
                </a:lnTo>
                <a:lnTo>
                  <a:pt x="44323" y="325310"/>
                </a:lnTo>
                <a:lnTo>
                  <a:pt x="268287" y="325310"/>
                </a:lnTo>
                <a:lnTo>
                  <a:pt x="268287" y="304571"/>
                </a:lnTo>
                <a:close/>
              </a:path>
              <a:path w="928370" h="329564">
                <a:moveTo>
                  <a:pt x="304571" y="86575"/>
                </a:moveTo>
                <a:lnTo>
                  <a:pt x="255841" y="86575"/>
                </a:lnTo>
                <a:lnTo>
                  <a:pt x="255841" y="3111"/>
                </a:lnTo>
                <a:lnTo>
                  <a:pt x="227063" y="3111"/>
                </a:lnTo>
                <a:lnTo>
                  <a:pt x="227063" y="195453"/>
                </a:lnTo>
                <a:lnTo>
                  <a:pt x="255841" y="195453"/>
                </a:lnTo>
                <a:lnTo>
                  <a:pt x="255841" y="111201"/>
                </a:lnTo>
                <a:lnTo>
                  <a:pt x="304571" y="111201"/>
                </a:lnTo>
                <a:lnTo>
                  <a:pt x="304571" y="86575"/>
                </a:lnTo>
                <a:close/>
              </a:path>
              <a:path w="928370" h="329564">
                <a:moveTo>
                  <a:pt x="586600" y="270357"/>
                </a:moveTo>
                <a:lnTo>
                  <a:pt x="578789" y="245732"/>
                </a:lnTo>
                <a:lnTo>
                  <a:pt x="565721" y="235102"/>
                </a:lnTo>
                <a:lnTo>
                  <a:pt x="557822" y="228701"/>
                </a:lnTo>
                <a:lnTo>
                  <a:pt x="557822" y="270357"/>
                </a:lnTo>
                <a:lnTo>
                  <a:pt x="551967" y="285305"/>
                </a:lnTo>
                <a:lnTo>
                  <a:pt x="535432" y="296443"/>
                </a:lnTo>
                <a:lnTo>
                  <a:pt x="509231" y="303352"/>
                </a:lnTo>
                <a:lnTo>
                  <a:pt x="474357" y="305612"/>
                </a:lnTo>
                <a:lnTo>
                  <a:pt x="439343" y="303352"/>
                </a:lnTo>
                <a:lnTo>
                  <a:pt x="413118" y="296443"/>
                </a:lnTo>
                <a:lnTo>
                  <a:pt x="396722" y="285305"/>
                </a:lnTo>
                <a:lnTo>
                  <a:pt x="391147" y="270357"/>
                </a:lnTo>
                <a:lnTo>
                  <a:pt x="396722" y="255600"/>
                </a:lnTo>
                <a:lnTo>
                  <a:pt x="413118" y="244563"/>
                </a:lnTo>
                <a:lnTo>
                  <a:pt x="439343" y="237629"/>
                </a:lnTo>
                <a:lnTo>
                  <a:pt x="474357" y="235102"/>
                </a:lnTo>
                <a:lnTo>
                  <a:pt x="509231" y="237629"/>
                </a:lnTo>
                <a:lnTo>
                  <a:pt x="535432" y="244563"/>
                </a:lnTo>
                <a:lnTo>
                  <a:pt x="551967" y="255600"/>
                </a:lnTo>
                <a:lnTo>
                  <a:pt x="557822" y="270357"/>
                </a:lnTo>
                <a:lnTo>
                  <a:pt x="557822" y="228701"/>
                </a:lnTo>
                <a:lnTo>
                  <a:pt x="556628" y="227723"/>
                </a:lnTo>
                <a:lnTo>
                  <a:pt x="521385" y="216700"/>
                </a:lnTo>
                <a:lnTo>
                  <a:pt x="474357" y="213080"/>
                </a:lnTo>
                <a:lnTo>
                  <a:pt x="427037" y="216700"/>
                </a:lnTo>
                <a:lnTo>
                  <a:pt x="391668" y="227723"/>
                </a:lnTo>
                <a:lnTo>
                  <a:pt x="369519" y="245732"/>
                </a:lnTo>
                <a:lnTo>
                  <a:pt x="361861" y="270357"/>
                </a:lnTo>
                <a:lnTo>
                  <a:pt x="369519" y="295135"/>
                </a:lnTo>
                <a:lnTo>
                  <a:pt x="391668" y="313258"/>
                </a:lnTo>
                <a:lnTo>
                  <a:pt x="427037" y="324383"/>
                </a:lnTo>
                <a:lnTo>
                  <a:pt x="474357" y="328168"/>
                </a:lnTo>
                <a:lnTo>
                  <a:pt x="521385" y="324383"/>
                </a:lnTo>
                <a:lnTo>
                  <a:pt x="556628" y="313258"/>
                </a:lnTo>
                <a:lnTo>
                  <a:pt x="565988" y="305612"/>
                </a:lnTo>
                <a:lnTo>
                  <a:pt x="578789" y="295135"/>
                </a:lnTo>
                <a:lnTo>
                  <a:pt x="586600" y="270357"/>
                </a:lnTo>
                <a:close/>
              </a:path>
              <a:path w="928370" h="329564">
                <a:moveTo>
                  <a:pt x="623150" y="164338"/>
                </a:moveTo>
                <a:lnTo>
                  <a:pt x="549275" y="164338"/>
                </a:lnTo>
                <a:lnTo>
                  <a:pt x="549275" y="125844"/>
                </a:lnTo>
                <a:lnTo>
                  <a:pt x="549275" y="118071"/>
                </a:lnTo>
                <a:lnTo>
                  <a:pt x="566381" y="109372"/>
                </a:lnTo>
                <a:lnTo>
                  <a:pt x="568718" y="107315"/>
                </a:lnTo>
                <a:lnTo>
                  <a:pt x="578980" y="98323"/>
                </a:lnTo>
                <a:lnTo>
                  <a:pt x="586740" y="85140"/>
                </a:lnTo>
                <a:lnTo>
                  <a:pt x="589445" y="69735"/>
                </a:lnTo>
                <a:lnTo>
                  <a:pt x="581456" y="44107"/>
                </a:lnTo>
                <a:lnTo>
                  <a:pt x="566686" y="31889"/>
                </a:lnTo>
                <a:lnTo>
                  <a:pt x="560158" y="26492"/>
                </a:lnTo>
                <a:lnTo>
                  <a:pt x="560158" y="69735"/>
                </a:lnTo>
                <a:lnTo>
                  <a:pt x="554189" y="85661"/>
                </a:lnTo>
                <a:lnTo>
                  <a:pt x="537095" y="97459"/>
                </a:lnTo>
                <a:lnTo>
                  <a:pt x="520763" y="101904"/>
                </a:lnTo>
                <a:lnTo>
                  <a:pt x="520763" y="125844"/>
                </a:lnTo>
                <a:lnTo>
                  <a:pt x="520763" y="164338"/>
                </a:lnTo>
                <a:lnTo>
                  <a:pt x="428485" y="164338"/>
                </a:lnTo>
                <a:lnTo>
                  <a:pt x="428485" y="125984"/>
                </a:lnTo>
                <a:lnTo>
                  <a:pt x="439026" y="127584"/>
                </a:lnTo>
                <a:lnTo>
                  <a:pt x="450202" y="128714"/>
                </a:lnTo>
                <a:lnTo>
                  <a:pt x="462000" y="129387"/>
                </a:lnTo>
                <a:lnTo>
                  <a:pt x="474357" y="129603"/>
                </a:lnTo>
                <a:lnTo>
                  <a:pt x="485838" y="129387"/>
                </a:lnTo>
                <a:lnTo>
                  <a:pt x="486562" y="129387"/>
                </a:lnTo>
                <a:lnTo>
                  <a:pt x="497738" y="128714"/>
                </a:lnTo>
                <a:lnTo>
                  <a:pt x="498195" y="128714"/>
                </a:lnTo>
                <a:lnTo>
                  <a:pt x="509066" y="127584"/>
                </a:lnTo>
                <a:lnTo>
                  <a:pt x="509409" y="127584"/>
                </a:lnTo>
                <a:lnTo>
                  <a:pt x="519912" y="125984"/>
                </a:lnTo>
                <a:lnTo>
                  <a:pt x="520763" y="125844"/>
                </a:lnTo>
                <a:lnTo>
                  <a:pt x="520763" y="101904"/>
                </a:lnTo>
                <a:lnTo>
                  <a:pt x="510070" y="104800"/>
                </a:lnTo>
                <a:lnTo>
                  <a:pt x="474357" y="107315"/>
                </a:lnTo>
                <a:lnTo>
                  <a:pt x="438543" y="104800"/>
                </a:lnTo>
                <a:lnTo>
                  <a:pt x="411568" y="97459"/>
                </a:lnTo>
                <a:lnTo>
                  <a:pt x="394601" y="85661"/>
                </a:lnTo>
                <a:lnTo>
                  <a:pt x="388823" y="69735"/>
                </a:lnTo>
                <a:lnTo>
                  <a:pt x="394601" y="53860"/>
                </a:lnTo>
                <a:lnTo>
                  <a:pt x="411568" y="41960"/>
                </a:lnTo>
                <a:lnTo>
                  <a:pt x="438543" y="34480"/>
                </a:lnTo>
                <a:lnTo>
                  <a:pt x="474357" y="31889"/>
                </a:lnTo>
                <a:lnTo>
                  <a:pt x="510070" y="34480"/>
                </a:lnTo>
                <a:lnTo>
                  <a:pt x="537095" y="41960"/>
                </a:lnTo>
                <a:lnTo>
                  <a:pt x="554189" y="53860"/>
                </a:lnTo>
                <a:lnTo>
                  <a:pt x="560158" y="69735"/>
                </a:lnTo>
                <a:lnTo>
                  <a:pt x="560158" y="26492"/>
                </a:lnTo>
                <a:lnTo>
                  <a:pt x="558546" y="25146"/>
                </a:lnTo>
                <a:lnTo>
                  <a:pt x="522312" y="13373"/>
                </a:lnTo>
                <a:lnTo>
                  <a:pt x="474357" y="9334"/>
                </a:lnTo>
                <a:lnTo>
                  <a:pt x="426262" y="13373"/>
                </a:lnTo>
                <a:lnTo>
                  <a:pt x="389953" y="25146"/>
                </a:lnTo>
                <a:lnTo>
                  <a:pt x="367004" y="44107"/>
                </a:lnTo>
                <a:lnTo>
                  <a:pt x="359016" y="69735"/>
                </a:lnTo>
                <a:lnTo>
                  <a:pt x="361708" y="85140"/>
                </a:lnTo>
                <a:lnTo>
                  <a:pt x="369506" y="98323"/>
                </a:lnTo>
                <a:lnTo>
                  <a:pt x="369595" y="98450"/>
                </a:lnTo>
                <a:lnTo>
                  <a:pt x="382358" y="109550"/>
                </a:lnTo>
                <a:lnTo>
                  <a:pt x="399707" y="118338"/>
                </a:lnTo>
                <a:lnTo>
                  <a:pt x="399707" y="164338"/>
                </a:lnTo>
                <a:lnTo>
                  <a:pt x="326085" y="164338"/>
                </a:lnTo>
                <a:lnTo>
                  <a:pt x="326085" y="187934"/>
                </a:lnTo>
                <a:lnTo>
                  <a:pt x="623150" y="187934"/>
                </a:lnTo>
                <a:lnTo>
                  <a:pt x="623150" y="164338"/>
                </a:lnTo>
                <a:close/>
              </a:path>
              <a:path w="928370" h="329564">
                <a:moveTo>
                  <a:pt x="802271" y="178854"/>
                </a:moveTo>
                <a:lnTo>
                  <a:pt x="796899" y="149047"/>
                </a:lnTo>
                <a:lnTo>
                  <a:pt x="784402" y="129095"/>
                </a:lnTo>
                <a:lnTo>
                  <a:pt x="782269" y="125691"/>
                </a:lnTo>
                <a:lnTo>
                  <a:pt x="776605" y="121818"/>
                </a:lnTo>
                <a:lnTo>
                  <a:pt x="776605" y="178854"/>
                </a:lnTo>
                <a:lnTo>
                  <a:pt x="773239" y="198882"/>
                </a:lnTo>
                <a:lnTo>
                  <a:pt x="763905" y="214591"/>
                </a:lnTo>
                <a:lnTo>
                  <a:pt x="749706" y="224828"/>
                </a:lnTo>
                <a:lnTo>
                  <a:pt x="731761" y="228371"/>
                </a:lnTo>
                <a:lnTo>
                  <a:pt x="713854" y="224828"/>
                </a:lnTo>
                <a:lnTo>
                  <a:pt x="699744" y="214591"/>
                </a:lnTo>
                <a:lnTo>
                  <a:pt x="690499" y="198882"/>
                </a:lnTo>
                <a:lnTo>
                  <a:pt x="687171" y="178854"/>
                </a:lnTo>
                <a:lnTo>
                  <a:pt x="690499" y="159092"/>
                </a:lnTo>
                <a:lnTo>
                  <a:pt x="699744" y="143383"/>
                </a:lnTo>
                <a:lnTo>
                  <a:pt x="713854" y="132969"/>
                </a:lnTo>
                <a:lnTo>
                  <a:pt x="731761" y="129095"/>
                </a:lnTo>
                <a:lnTo>
                  <a:pt x="749706" y="132969"/>
                </a:lnTo>
                <a:lnTo>
                  <a:pt x="763905" y="143383"/>
                </a:lnTo>
                <a:lnTo>
                  <a:pt x="773239" y="159092"/>
                </a:lnTo>
                <a:lnTo>
                  <a:pt x="776605" y="178854"/>
                </a:lnTo>
                <a:lnTo>
                  <a:pt x="776605" y="121818"/>
                </a:lnTo>
                <a:lnTo>
                  <a:pt x="760018" y="110439"/>
                </a:lnTo>
                <a:lnTo>
                  <a:pt x="731761" y="104978"/>
                </a:lnTo>
                <a:lnTo>
                  <a:pt x="703618" y="110439"/>
                </a:lnTo>
                <a:lnTo>
                  <a:pt x="681405" y="125691"/>
                </a:lnTo>
                <a:lnTo>
                  <a:pt x="666877" y="149047"/>
                </a:lnTo>
                <a:lnTo>
                  <a:pt x="661771" y="178854"/>
                </a:lnTo>
                <a:lnTo>
                  <a:pt x="666877" y="209003"/>
                </a:lnTo>
                <a:lnTo>
                  <a:pt x="681405" y="232613"/>
                </a:lnTo>
                <a:lnTo>
                  <a:pt x="703618" y="248005"/>
                </a:lnTo>
                <a:lnTo>
                  <a:pt x="731761" y="253517"/>
                </a:lnTo>
                <a:lnTo>
                  <a:pt x="760018" y="248005"/>
                </a:lnTo>
                <a:lnTo>
                  <a:pt x="782269" y="232613"/>
                </a:lnTo>
                <a:lnTo>
                  <a:pt x="784898" y="228371"/>
                </a:lnTo>
                <a:lnTo>
                  <a:pt x="796899" y="209003"/>
                </a:lnTo>
                <a:lnTo>
                  <a:pt x="802271" y="178854"/>
                </a:lnTo>
                <a:close/>
              </a:path>
              <a:path w="928370" h="329564">
                <a:moveTo>
                  <a:pt x="813409" y="59359"/>
                </a:moveTo>
                <a:lnTo>
                  <a:pt x="746277" y="59359"/>
                </a:lnTo>
                <a:lnTo>
                  <a:pt x="746277" y="12966"/>
                </a:lnTo>
                <a:lnTo>
                  <a:pt x="717499" y="12966"/>
                </a:lnTo>
                <a:lnTo>
                  <a:pt x="717499" y="59359"/>
                </a:lnTo>
                <a:lnTo>
                  <a:pt x="649846" y="59359"/>
                </a:lnTo>
                <a:lnTo>
                  <a:pt x="649846" y="82943"/>
                </a:lnTo>
                <a:lnTo>
                  <a:pt x="813409" y="82943"/>
                </a:lnTo>
                <a:lnTo>
                  <a:pt x="813409" y="59359"/>
                </a:lnTo>
                <a:close/>
              </a:path>
              <a:path w="928370" h="329564">
                <a:moveTo>
                  <a:pt x="928243" y="3111"/>
                </a:moveTo>
                <a:lnTo>
                  <a:pt x="900772" y="3111"/>
                </a:lnTo>
                <a:lnTo>
                  <a:pt x="900772" y="140500"/>
                </a:lnTo>
                <a:lnTo>
                  <a:pt x="857478" y="140500"/>
                </a:lnTo>
                <a:lnTo>
                  <a:pt x="857478" y="10883"/>
                </a:lnTo>
                <a:lnTo>
                  <a:pt x="830262" y="10883"/>
                </a:lnTo>
                <a:lnTo>
                  <a:pt x="830262" y="312877"/>
                </a:lnTo>
                <a:lnTo>
                  <a:pt x="857478" y="312877"/>
                </a:lnTo>
                <a:lnTo>
                  <a:pt x="857478" y="164338"/>
                </a:lnTo>
                <a:lnTo>
                  <a:pt x="900772" y="164338"/>
                </a:lnTo>
                <a:lnTo>
                  <a:pt x="900772" y="328942"/>
                </a:lnTo>
                <a:lnTo>
                  <a:pt x="928243" y="328942"/>
                </a:lnTo>
                <a:lnTo>
                  <a:pt x="928243" y="164338"/>
                </a:lnTo>
                <a:lnTo>
                  <a:pt x="928243" y="140500"/>
                </a:lnTo>
                <a:lnTo>
                  <a:pt x="928243" y="31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 descr=""/>
          <p:cNvSpPr/>
          <p:nvPr/>
        </p:nvSpPr>
        <p:spPr>
          <a:xfrm>
            <a:off x="11301152" y="2479738"/>
            <a:ext cx="55880" cy="100330"/>
          </a:xfrm>
          <a:custGeom>
            <a:avLst/>
            <a:gdLst/>
            <a:ahLst/>
            <a:cxnLst/>
            <a:rect l="l" t="t" r="r" b="b"/>
            <a:pathLst>
              <a:path w="55879" h="100330">
                <a:moveTo>
                  <a:pt x="55472" y="0"/>
                </a:moveTo>
                <a:lnTo>
                  <a:pt x="20218" y="0"/>
                </a:lnTo>
                <a:lnTo>
                  <a:pt x="0" y="99796"/>
                </a:lnTo>
                <a:lnTo>
                  <a:pt x="27218" y="99796"/>
                </a:lnTo>
                <a:lnTo>
                  <a:pt x="554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 descr=""/>
          <p:cNvSpPr/>
          <p:nvPr/>
        </p:nvSpPr>
        <p:spPr>
          <a:xfrm>
            <a:off x="11745339" y="2361795"/>
            <a:ext cx="27940" cy="172720"/>
          </a:xfrm>
          <a:custGeom>
            <a:avLst/>
            <a:gdLst/>
            <a:ahLst/>
            <a:cxnLst/>
            <a:rect l="l" t="t" r="r" b="b"/>
            <a:pathLst>
              <a:path w="27940" h="172719">
                <a:moveTo>
                  <a:pt x="27735" y="0"/>
                </a:moveTo>
                <a:lnTo>
                  <a:pt x="0" y="0"/>
                </a:lnTo>
                <a:lnTo>
                  <a:pt x="0" y="172635"/>
                </a:lnTo>
                <a:lnTo>
                  <a:pt x="27735" y="172635"/>
                </a:lnTo>
                <a:lnTo>
                  <a:pt x="277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 descr=""/>
          <p:cNvSpPr/>
          <p:nvPr/>
        </p:nvSpPr>
        <p:spPr>
          <a:xfrm>
            <a:off x="11505819" y="2208605"/>
            <a:ext cx="267335" cy="309880"/>
          </a:xfrm>
          <a:custGeom>
            <a:avLst/>
            <a:gdLst/>
            <a:ahLst/>
            <a:cxnLst/>
            <a:rect l="l" t="t" r="r" b="b"/>
            <a:pathLst>
              <a:path w="267334" h="309880">
                <a:moveTo>
                  <a:pt x="125196" y="31102"/>
                </a:moveTo>
                <a:lnTo>
                  <a:pt x="98501" y="31102"/>
                </a:lnTo>
                <a:lnTo>
                  <a:pt x="98501" y="110413"/>
                </a:lnTo>
                <a:lnTo>
                  <a:pt x="27482" y="110413"/>
                </a:lnTo>
                <a:lnTo>
                  <a:pt x="27482" y="31673"/>
                </a:lnTo>
                <a:lnTo>
                  <a:pt x="0" y="31673"/>
                </a:lnTo>
                <a:lnTo>
                  <a:pt x="0" y="110413"/>
                </a:lnTo>
                <a:lnTo>
                  <a:pt x="0" y="134543"/>
                </a:lnTo>
                <a:lnTo>
                  <a:pt x="0" y="220903"/>
                </a:lnTo>
                <a:lnTo>
                  <a:pt x="0" y="243763"/>
                </a:lnTo>
                <a:lnTo>
                  <a:pt x="125196" y="243763"/>
                </a:lnTo>
                <a:lnTo>
                  <a:pt x="125196" y="220903"/>
                </a:lnTo>
                <a:lnTo>
                  <a:pt x="27482" y="220903"/>
                </a:lnTo>
                <a:lnTo>
                  <a:pt x="27482" y="134543"/>
                </a:lnTo>
                <a:lnTo>
                  <a:pt x="98501" y="134543"/>
                </a:lnTo>
                <a:lnTo>
                  <a:pt x="98501" y="220332"/>
                </a:lnTo>
                <a:lnTo>
                  <a:pt x="125196" y="220332"/>
                </a:lnTo>
                <a:lnTo>
                  <a:pt x="125196" y="134543"/>
                </a:lnTo>
                <a:lnTo>
                  <a:pt x="125196" y="134010"/>
                </a:lnTo>
                <a:lnTo>
                  <a:pt x="125196" y="110680"/>
                </a:lnTo>
                <a:lnTo>
                  <a:pt x="125196" y="110413"/>
                </a:lnTo>
                <a:lnTo>
                  <a:pt x="125196" y="31102"/>
                </a:lnTo>
                <a:close/>
              </a:path>
              <a:path w="267334" h="309880">
                <a:moveTo>
                  <a:pt x="267246" y="129463"/>
                </a:moveTo>
                <a:lnTo>
                  <a:pt x="193890" y="129463"/>
                </a:lnTo>
                <a:lnTo>
                  <a:pt x="193890" y="7543"/>
                </a:lnTo>
                <a:lnTo>
                  <a:pt x="166420" y="7543"/>
                </a:lnTo>
                <a:lnTo>
                  <a:pt x="166420" y="129463"/>
                </a:lnTo>
                <a:lnTo>
                  <a:pt x="166420" y="153593"/>
                </a:lnTo>
                <a:lnTo>
                  <a:pt x="166420" y="309803"/>
                </a:lnTo>
                <a:lnTo>
                  <a:pt x="193890" y="309803"/>
                </a:lnTo>
                <a:lnTo>
                  <a:pt x="193890" y="153593"/>
                </a:lnTo>
                <a:lnTo>
                  <a:pt x="267246" y="153593"/>
                </a:lnTo>
                <a:lnTo>
                  <a:pt x="267246" y="129463"/>
                </a:lnTo>
                <a:close/>
              </a:path>
              <a:path w="267334" h="309880">
                <a:moveTo>
                  <a:pt x="267246" y="0"/>
                </a:moveTo>
                <a:lnTo>
                  <a:pt x="239509" y="0"/>
                </a:lnTo>
                <a:lnTo>
                  <a:pt x="239509" y="129082"/>
                </a:lnTo>
                <a:lnTo>
                  <a:pt x="267246" y="129082"/>
                </a:lnTo>
                <a:lnTo>
                  <a:pt x="2672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 descr=""/>
          <p:cNvSpPr/>
          <p:nvPr/>
        </p:nvSpPr>
        <p:spPr>
          <a:xfrm>
            <a:off x="11822843" y="2208859"/>
            <a:ext cx="267970" cy="324485"/>
          </a:xfrm>
          <a:custGeom>
            <a:avLst/>
            <a:gdLst/>
            <a:ahLst/>
            <a:cxnLst/>
            <a:rect l="l" t="t" r="r" b="b"/>
            <a:pathLst>
              <a:path w="267970" h="324485">
                <a:moveTo>
                  <a:pt x="265694" y="83726"/>
                </a:moveTo>
                <a:lnTo>
                  <a:pt x="236921" y="83726"/>
                </a:lnTo>
                <a:lnTo>
                  <a:pt x="236921" y="127792"/>
                </a:lnTo>
                <a:lnTo>
                  <a:pt x="150085" y="127792"/>
                </a:lnTo>
                <a:lnTo>
                  <a:pt x="150085" y="151640"/>
                </a:lnTo>
                <a:lnTo>
                  <a:pt x="236921" y="151640"/>
                </a:lnTo>
                <a:lnTo>
                  <a:pt x="236921" y="195706"/>
                </a:lnTo>
                <a:lnTo>
                  <a:pt x="265694" y="195706"/>
                </a:lnTo>
                <a:lnTo>
                  <a:pt x="265694" y="83726"/>
                </a:lnTo>
                <a:close/>
              </a:path>
              <a:path w="267970" h="324485">
                <a:moveTo>
                  <a:pt x="164860" y="24107"/>
                </a:moveTo>
                <a:lnTo>
                  <a:pt x="16589" y="24107"/>
                </a:lnTo>
                <a:lnTo>
                  <a:pt x="16589" y="48213"/>
                </a:lnTo>
                <a:lnTo>
                  <a:pt x="133754" y="48213"/>
                </a:lnTo>
                <a:lnTo>
                  <a:pt x="121385" y="88169"/>
                </a:lnTo>
                <a:lnTo>
                  <a:pt x="94094" y="122705"/>
                </a:lnTo>
                <a:lnTo>
                  <a:pt x="53195" y="150971"/>
                </a:lnTo>
                <a:lnTo>
                  <a:pt x="0" y="172117"/>
                </a:lnTo>
                <a:lnTo>
                  <a:pt x="11924" y="194928"/>
                </a:lnTo>
                <a:lnTo>
                  <a:pt x="60577" y="176259"/>
                </a:lnTo>
                <a:lnTo>
                  <a:pt x="100980" y="151332"/>
                </a:lnTo>
                <a:lnTo>
                  <a:pt x="132270" y="120403"/>
                </a:lnTo>
                <a:lnTo>
                  <a:pt x="153584" y="83726"/>
                </a:lnTo>
                <a:lnTo>
                  <a:pt x="265694" y="83726"/>
                </a:lnTo>
                <a:lnTo>
                  <a:pt x="265694" y="60656"/>
                </a:lnTo>
                <a:lnTo>
                  <a:pt x="160842" y="60656"/>
                </a:lnTo>
                <a:lnTo>
                  <a:pt x="162564" y="51865"/>
                </a:lnTo>
                <a:lnTo>
                  <a:pt x="163824" y="42819"/>
                </a:lnTo>
                <a:lnTo>
                  <a:pt x="164597" y="33554"/>
                </a:lnTo>
                <a:lnTo>
                  <a:pt x="164860" y="24107"/>
                </a:lnTo>
                <a:close/>
              </a:path>
              <a:path w="267970" h="324485">
                <a:moveTo>
                  <a:pt x="265694" y="0"/>
                </a:moveTo>
                <a:lnTo>
                  <a:pt x="236921" y="0"/>
                </a:lnTo>
                <a:lnTo>
                  <a:pt x="236921" y="60656"/>
                </a:lnTo>
                <a:lnTo>
                  <a:pt x="265694" y="60656"/>
                </a:lnTo>
                <a:lnTo>
                  <a:pt x="265694" y="0"/>
                </a:lnTo>
                <a:close/>
              </a:path>
              <a:path w="267970" h="324485">
                <a:moveTo>
                  <a:pt x="159157" y="199076"/>
                </a:moveTo>
                <a:lnTo>
                  <a:pt x="113892" y="203328"/>
                </a:lnTo>
                <a:lnTo>
                  <a:pt x="79514" y="215601"/>
                </a:lnTo>
                <a:lnTo>
                  <a:pt x="57675" y="235163"/>
                </a:lnTo>
                <a:lnTo>
                  <a:pt x="50028" y="261287"/>
                </a:lnTo>
                <a:lnTo>
                  <a:pt x="57675" y="287601"/>
                </a:lnTo>
                <a:lnTo>
                  <a:pt x="79514" y="307330"/>
                </a:lnTo>
                <a:lnTo>
                  <a:pt x="113892" y="319720"/>
                </a:lnTo>
                <a:lnTo>
                  <a:pt x="159157" y="324017"/>
                </a:lnTo>
                <a:lnTo>
                  <a:pt x="203863" y="319720"/>
                </a:lnTo>
                <a:lnTo>
                  <a:pt x="238023" y="307330"/>
                </a:lnTo>
                <a:lnTo>
                  <a:pt x="245368" y="300687"/>
                </a:lnTo>
                <a:lnTo>
                  <a:pt x="159157" y="300687"/>
                </a:lnTo>
                <a:lnTo>
                  <a:pt x="125783" y="297994"/>
                </a:lnTo>
                <a:lnTo>
                  <a:pt x="100380" y="290222"/>
                </a:lnTo>
                <a:lnTo>
                  <a:pt x="84212" y="277832"/>
                </a:lnTo>
                <a:lnTo>
                  <a:pt x="78541" y="261287"/>
                </a:lnTo>
                <a:lnTo>
                  <a:pt x="84212" y="244746"/>
                </a:lnTo>
                <a:lnTo>
                  <a:pt x="100380" y="232385"/>
                </a:lnTo>
                <a:lnTo>
                  <a:pt x="125783" y="224689"/>
                </a:lnTo>
                <a:lnTo>
                  <a:pt x="159157" y="222146"/>
                </a:lnTo>
                <a:lnTo>
                  <a:pt x="245322" y="222146"/>
                </a:lnTo>
                <a:lnTo>
                  <a:pt x="238023" y="215601"/>
                </a:lnTo>
                <a:lnTo>
                  <a:pt x="203863" y="203328"/>
                </a:lnTo>
                <a:lnTo>
                  <a:pt x="159157" y="199076"/>
                </a:lnTo>
                <a:close/>
              </a:path>
              <a:path w="267970" h="324485">
                <a:moveTo>
                  <a:pt x="245322" y="222146"/>
                </a:moveTo>
                <a:lnTo>
                  <a:pt x="159157" y="222146"/>
                </a:lnTo>
                <a:lnTo>
                  <a:pt x="191935" y="224689"/>
                </a:lnTo>
                <a:lnTo>
                  <a:pt x="217059" y="232385"/>
                </a:lnTo>
                <a:lnTo>
                  <a:pt x="233191" y="244746"/>
                </a:lnTo>
                <a:lnTo>
                  <a:pt x="238995" y="261287"/>
                </a:lnTo>
                <a:lnTo>
                  <a:pt x="233191" y="277832"/>
                </a:lnTo>
                <a:lnTo>
                  <a:pt x="217059" y="290222"/>
                </a:lnTo>
                <a:lnTo>
                  <a:pt x="191935" y="297994"/>
                </a:lnTo>
                <a:lnTo>
                  <a:pt x="159157" y="300687"/>
                </a:lnTo>
                <a:lnTo>
                  <a:pt x="245368" y="300687"/>
                </a:lnTo>
                <a:lnTo>
                  <a:pt x="259838" y="287601"/>
                </a:lnTo>
                <a:lnTo>
                  <a:pt x="267509" y="261287"/>
                </a:lnTo>
                <a:lnTo>
                  <a:pt x="259838" y="235163"/>
                </a:lnTo>
                <a:lnTo>
                  <a:pt x="245322" y="2221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 descr=""/>
          <p:cNvSpPr/>
          <p:nvPr/>
        </p:nvSpPr>
        <p:spPr>
          <a:xfrm>
            <a:off x="12142972" y="2214303"/>
            <a:ext cx="297180" cy="316865"/>
          </a:xfrm>
          <a:custGeom>
            <a:avLst/>
            <a:gdLst/>
            <a:ahLst/>
            <a:cxnLst/>
            <a:rect l="l" t="t" r="r" b="b"/>
            <a:pathLst>
              <a:path w="297179" h="316864">
                <a:moveTo>
                  <a:pt x="148270" y="0"/>
                </a:moveTo>
                <a:lnTo>
                  <a:pt x="99627" y="3685"/>
                </a:lnTo>
                <a:lnTo>
                  <a:pt x="63377" y="14515"/>
                </a:lnTo>
                <a:lnTo>
                  <a:pt x="40737" y="32150"/>
                </a:lnTo>
                <a:lnTo>
                  <a:pt x="32920" y="56249"/>
                </a:lnTo>
                <a:lnTo>
                  <a:pt x="40737" y="80651"/>
                </a:lnTo>
                <a:lnTo>
                  <a:pt x="63377" y="98468"/>
                </a:lnTo>
                <a:lnTo>
                  <a:pt x="99627" y="109432"/>
                </a:lnTo>
                <a:lnTo>
                  <a:pt x="148270" y="113276"/>
                </a:lnTo>
                <a:lnTo>
                  <a:pt x="196873" y="109432"/>
                </a:lnTo>
                <a:lnTo>
                  <a:pt x="233033" y="98468"/>
                </a:lnTo>
                <a:lnTo>
                  <a:pt x="242179" y="91243"/>
                </a:lnTo>
                <a:lnTo>
                  <a:pt x="148270" y="91243"/>
                </a:lnTo>
                <a:lnTo>
                  <a:pt x="112162" y="88946"/>
                </a:lnTo>
                <a:lnTo>
                  <a:pt x="85313" y="82203"/>
                </a:lnTo>
                <a:lnTo>
                  <a:pt x="68622" y="71231"/>
                </a:lnTo>
                <a:lnTo>
                  <a:pt x="62989" y="56249"/>
                </a:lnTo>
                <a:lnTo>
                  <a:pt x="68622" y="41785"/>
                </a:lnTo>
                <a:lnTo>
                  <a:pt x="85313" y="30943"/>
                </a:lnTo>
                <a:lnTo>
                  <a:pt x="112162" y="24134"/>
                </a:lnTo>
                <a:lnTo>
                  <a:pt x="148270" y="21773"/>
                </a:lnTo>
                <a:lnTo>
                  <a:pt x="242315" y="21773"/>
                </a:lnTo>
                <a:lnTo>
                  <a:pt x="233033" y="14515"/>
                </a:lnTo>
                <a:lnTo>
                  <a:pt x="196873" y="3685"/>
                </a:lnTo>
                <a:lnTo>
                  <a:pt x="148270" y="0"/>
                </a:lnTo>
                <a:close/>
              </a:path>
              <a:path w="297179" h="316864">
                <a:moveTo>
                  <a:pt x="242315" y="21773"/>
                </a:moveTo>
                <a:lnTo>
                  <a:pt x="148270" y="21773"/>
                </a:lnTo>
                <a:lnTo>
                  <a:pt x="184531" y="24134"/>
                </a:lnTo>
                <a:lnTo>
                  <a:pt x="211486" y="30943"/>
                </a:lnTo>
                <a:lnTo>
                  <a:pt x="228282" y="41785"/>
                </a:lnTo>
                <a:lnTo>
                  <a:pt x="234070" y="56249"/>
                </a:lnTo>
                <a:lnTo>
                  <a:pt x="228282" y="71231"/>
                </a:lnTo>
                <a:lnTo>
                  <a:pt x="211486" y="82203"/>
                </a:lnTo>
                <a:lnTo>
                  <a:pt x="184531" y="88946"/>
                </a:lnTo>
                <a:lnTo>
                  <a:pt x="148270" y="91243"/>
                </a:lnTo>
                <a:lnTo>
                  <a:pt x="242179" y="91243"/>
                </a:lnTo>
                <a:lnTo>
                  <a:pt x="255585" y="80651"/>
                </a:lnTo>
                <a:lnTo>
                  <a:pt x="263361" y="56249"/>
                </a:lnTo>
                <a:lnTo>
                  <a:pt x="255585" y="32150"/>
                </a:lnTo>
                <a:lnTo>
                  <a:pt x="242315" y="21773"/>
                </a:lnTo>
                <a:close/>
              </a:path>
              <a:path w="297179" h="316864">
                <a:moveTo>
                  <a:pt x="297058" y="135309"/>
                </a:moveTo>
                <a:lnTo>
                  <a:pt x="0" y="135309"/>
                </a:lnTo>
                <a:lnTo>
                  <a:pt x="0" y="158638"/>
                </a:lnTo>
                <a:lnTo>
                  <a:pt x="297058" y="158638"/>
                </a:lnTo>
                <a:lnTo>
                  <a:pt x="297058" y="135309"/>
                </a:lnTo>
                <a:close/>
              </a:path>
              <a:path w="297179" h="316864">
                <a:moveTo>
                  <a:pt x="258695" y="186893"/>
                </a:moveTo>
                <a:lnTo>
                  <a:pt x="36030" y="186893"/>
                </a:lnTo>
                <a:lnTo>
                  <a:pt x="36030" y="208926"/>
                </a:lnTo>
                <a:lnTo>
                  <a:pt x="230441" y="208926"/>
                </a:lnTo>
                <a:lnTo>
                  <a:pt x="230441" y="238476"/>
                </a:lnTo>
                <a:lnTo>
                  <a:pt x="36808" y="238476"/>
                </a:lnTo>
                <a:lnTo>
                  <a:pt x="36808" y="316499"/>
                </a:lnTo>
                <a:lnTo>
                  <a:pt x="268545" y="316499"/>
                </a:lnTo>
                <a:lnTo>
                  <a:pt x="268545" y="293689"/>
                </a:lnTo>
                <a:lnTo>
                  <a:pt x="65062" y="293689"/>
                </a:lnTo>
                <a:lnTo>
                  <a:pt x="65062" y="259731"/>
                </a:lnTo>
                <a:lnTo>
                  <a:pt x="258695" y="259731"/>
                </a:lnTo>
                <a:lnTo>
                  <a:pt x="258695" y="1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 descr=""/>
          <p:cNvSpPr/>
          <p:nvPr/>
        </p:nvSpPr>
        <p:spPr>
          <a:xfrm>
            <a:off x="12561138" y="2208605"/>
            <a:ext cx="602615" cy="326390"/>
          </a:xfrm>
          <a:custGeom>
            <a:avLst/>
            <a:gdLst/>
            <a:ahLst/>
            <a:cxnLst/>
            <a:rect l="l" t="t" r="r" b="b"/>
            <a:pathLst>
              <a:path w="602615" h="326389">
                <a:moveTo>
                  <a:pt x="297065" y="161226"/>
                </a:moveTo>
                <a:lnTo>
                  <a:pt x="248335" y="161226"/>
                </a:lnTo>
                <a:lnTo>
                  <a:pt x="253720" y="128358"/>
                </a:lnTo>
                <a:lnTo>
                  <a:pt x="256501" y="99479"/>
                </a:lnTo>
                <a:lnTo>
                  <a:pt x="257517" y="73596"/>
                </a:lnTo>
                <a:lnTo>
                  <a:pt x="257657" y="21259"/>
                </a:lnTo>
                <a:lnTo>
                  <a:pt x="37325" y="21259"/>
                </a:lnTo>
                <a:lnTo>
                  <a:pt x="37325" y="45097"/>
                </a:lnTo>
                <a:lnTo>
                  <a:pt x="229146" y="45097"/>
                </a:lnTo>
                <a:lnTo>
                  <a:pt x="228993" y="73406"/>
                </a:lnTo>
                <a:lnTo>
                  <a:pt x="227888" y="99326"/>
                </a:lnTo>
                <a:lnTo>
                  <a:pt x="224878" y="128346"/>
                </a:lnTo>
                <a:lnTo>
                  <a:pt x="219036" y="161226"/>
                </a:lnTo>
                <a:lnTo>
                  <a:pt x="0" y="161226"/>
                </a:lnTo>
                <a:lnTo>
                  <a:pt x="0" y="185077"/>
                </a:lnTo>
                <a:lnTo>
                  <a:pt x="133502" y="185077"/>
                </a:lnTo>
                <a:lnTo>
                  <a:pt x="133502" y="326351"/>
                </a:lnTo>
                <a:lnTo>
                  <a:pt x="162267" y="326351"/>
                </a:lnTo>
                <a:lnTo>
                  <a:pt x="162267" y="185077"/>
                </a:lnTo>
                <a:lnTo>
                  <a:pt x="297065" y="185077"/>
                </a:lnTo>
                <a:lnTo>
                  <a:pt x="297065" y="161226"/>
                </a:lnTo>
                <a:close/>
              </a:path>
              <a:path w="602615" h="326389">
                <a:moveTo>
                  <a:pt x="492506" y="143865"/>
                </a:moveTo>
                <a:lnTo>
                  <a:pt x="486905" y="118402"/>
                </a:lnTo>
                <a:lnTo>
                  <a:pt x="476008" y="104457"/>
                </a:lnTo>
                <a:lnTo>
                  <a:pt x="471551" y="98755"/>
                </a:lnTo>
                <a:lnTo>
                  <a:pt x="465289" y="95389"/>
                </a:lnTo>
                <a:lnTo>
                  <a:pt x="465289" y="143865"/>
                </a:lnTo>
                <a:lnTo>
                  <a:pt x="461708" y="159969"/>
                </a:lnTo>
                <a:lnTo>
                  <a:pt x="452005" y="172415"/>
                </a:lnTo>
                <a:lnTo>
                  <a:pt x="437146" y="180428"/>
                </a:lnTo>
                <a:lnTo>
                  <a:pt x="418122" y="183261"/>
                </a:lnTo>
                <a:lnTo>
                  <a:pt x="398932" y="180428"/>
                </a:lnTo>
                <a:lnTo>
                  <a:pt x="384060" y="172415"/>
                </a:lnTo>
                <a:lnTo>
                  <a:pt x="374484" y="159969"/>
                </a:lnTo>
                <a:lnTo>
                  <a:pt x="371195" y="143865"/>
                </a:lnTo>
                <a:lnTo>
                  <a:pt x="374484" y="127901"/>
                </a:lnTo>
                <a:lnTo>
                  <a:pt x="384060" y="115506"/>
                </a:lnTo>
                <a:lnTo>
                  <a:pt x="398932" y="107454"/>
                </a:lnTo>
                <a:lnTo>
                  <a:pt x="418122" y="104457"/>
                </a:lnTo>
                <a:lnTo>
                  <a:pt x="437146" y="107454"/>
                </a:lnTo>
                <a:lnTo>
                  <a:pt x="452005" y="115506"/>
                </a:lnTo>
                <a:lnTo>
                  <a:pt x="461708" y="127901"/>
                </a:lnTo>
                <a:lnTo>
                  <a:pt x="465289" y="143865"/>
                </a:lnTo>
                <a:lnTo>
                  <a:pt x="465289" y="95389"/>
                </a:lnTo>
                <a:lnTo>
                  <a:pt x="448081" y="86118"/>
                </a:lnTo>
                <a:lnTo>
                  <a:pt x="418122" y="81648"/>
                </a:lnTo>
                <a:lnTo>
                  <a:pt x="388061" y="86118"/>
                </a:lnTo>
                <a:lnTo>
                  <a:pt x="364655" y="98755"/>
                </a:lnTo>
                <a:lnTo>
                  <a:pt x="349516" y="118402"/>
                </a:lnTo>
                <a:lnTo>
                  <a:pt x="344246" y="143865"/>
                </a:lnTo>
                <a:lnTo>
                  <a:pt x="349516" y="169227"/>
                </a:lnTo>
                <a:lnTo>
                  <a:pt x="364655" y="188874"/>
                </a:lnTo>
                <a:lnTo>
                  <a:pt x="388061" y="201561"/>
                </a:lnTo>
                <a:lnTo>
                  <a:pt x="418122" y="206070"/>
                </a:lnTo>
                <a:lnTo>
                  <a:pt x="448081" y="201561"/>
                </a:lnTo>
                <a:lnTo>
                  <a:pt x="471551" y="188874"/>
                </a:lnTo>
                <a:lnTo>
                  <a:pt x="475932" y="183261"/>
                </a:lnTo>
                <a:lnTo>
                  <a:pt x="486905" y="169227"/>
                </a:lnTo>
                <a:lnTo>
                  <a:pt x="492506" y="143865"/>
                </a:lnTo>
                <a:close/>
              </a:path>
              <a:path w="602615" h="326389">
                <a:moveTo>
                  <a:pt x="509358" y="40182"/>
                </a:moveTo>
                <a:lnTo>
                  <a:pt x="432625" y="40182"/>
                </a:lnTo>
                <a:lnTo>
                  <a:pt x="432625" y="0"/>
                </a:lnTo>
                <a:lnTo>
                  <a:pt x="404114" y="0"/>
                </a:lnTo>
                <a:lnTo>
                  <a:pt x="404114" y="40182"/>
                </a:lnTo>
                <a:lnTo>
                  <a:pt x="324802" y="40182"/>
                </a:lnTo>
                <a:lnTo>
                  <a:pt x="324802" y="63766"/>
                </a:lnTo>
                <a:lnTo>
                  <a:pt x="509358" y="63766"/>
                </a:lnTo>
                <a:lnTo>
                  <a:pt x="509358" y="40182"/>
                </a:lnTo>
                <a:close/>
              </a:path>
              <a:path w="602615" h="326389">
                <a:moveTo>
                  <a:pt x="594639" y="254"/>
                </a:moveTo>
                <a:lnTo>
                  <a:pt x="565861" y="254"/>
                </a:lnTo>
                <a:lnTo>
                  <a:pt x="565861" y="87096"/>
                </a:lnTo>
                <a:lnTo>
                  <a:pt x="509104" y="87096"/>
                </a:lnTo>
                <a:lnTo>
                  <a:pt x="509104" y="110947"/>
                </a:lnTo>
                <a:lnTo>
                  <a:pt x="565861" y="110947"/>
                </a:lnTo>
                <a:lnTo>
                  <a:pt x="565861" y="155270"/>
                </a:lnTo>
                <a:lnTo>
                  <a:pt x="509104" y="155270"/>
                </a:lnTo>
                <a:lnTo>
                  <a:pt x="509104" y="178600"/>
                </a:lnTo>
                <a:lnTo>
                  <a:pt x="565861" y="178600"/>
                </a:lnTo>
                <a:lnTo>
                  <a:pt x="565861" y="248843"/>
                </a:lnTo>
                <a:lnTo>
                  <a:pt x="594639" y="248843"/>
                </a:lnTo>
                <a:lnTo>
                  <a:pt x="594639" y="254"/>
                </a:lnTo>
                <a:close/>
              </a:path>
              <a:path w="602615" h="326389">
                <a:moveTo>
                  <a:pt x="602157" y="294728"/>
                </a:moveTo>
                <a:lnTo>
                  <a:pt x="412927" y="294728"/>
                </a:lnTo>
                <a:lnTo>
                  <a:pt x="412927" y="226809"/>
                </a:lnTo>
                <a:lnTo>
                  <a:pt x="383895" y="226809"/>
                </a:lnTo>
                <a:lnTo>
                  <a:pt x="383895" y="318579"/>
                </a:lnTo>
                <a:lnTo>
                  <a:pt x="602157" y="318579"/>
                </a:lnTo>
                <a:lnTo>
                  <a:pt x="602157" y="2947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 descr=""/>
          <p:cNvSpPr/>
          <p:nvPr/>
        </p:nvSpPr>
        <p:spPr>
          <a:xfrm>
            <a:off x="13210996" y="2208859"/>
            <a:ext cx="303530" cy="318770"/>
          </a:xfrm>
          <a:custGeom>
            <a:avLst/>
            <a:gdLst/>
            <a:ahLst/>
            <a:cxnLst/>
            <a:rect l="l" t="t" r="r" b="b"/>
            <a:pathLst>
              <a:path w="303530" h="318769">
                <a:moveTo>
                  <a:pt x="194150" y="39918"/>
                </a:moveTo>
                <a:lnTo>
                  <a:pt x="0" y="39918"/>
                </a:lnTo>
                <a:lnTo>
                  <a:pt x="0" y="63507"/>
                </a:lnTo>
                <a:lnTo>
                  <a:pt x="194150" y="63507"/>
                </a:lnTo>
                <a:lnTo>
                  <a:pt x="194150" y="39918"/>
                </a:lnTo>
                <a:close/>
              </a:path>
              <a:path w="303530" h="318769">
                <a:moveTo>
                  <a:pt x="111461" y="0"/>
                </a:moveTo>
                <a:lnTo>
                  <a:pt x="82948" y="0"/>
                </a:lnTo>
                <a:lnTo>
                  <a:pt x="82948" y="39918"/>
                </a:lnTo>
                <a:lnTo>
                  <a:pt x="111461" y="39918"/>
                </a:lnTo>
                <a:lnTo>
                  <a:pt x="111461" y="0"/>
                </a:lnTo>
                <a:close/>
              </a:path>
              <a:path w="303530" h="318769">
                <a:moveTo>
                  <a:pt x="78541" y="224479"/>
                </a:moveTo>
                <a:lnTo>
                  <a:pt x="50028" y="224479"/>
                </a:lnTo>
                <a:lnTo>
                  <a:pt x="50028" y="318314"/>
                </a:lnTo>
                <a:lnTo>
                  <a:pt x="269063" y="318314"/>
                </a:lnTo>
                <a:lnTo>
                  <a:pt x="269063" y="294466"/>
                </a:lnTo>
                <a:lnTo>
                  <a:pt x="78541" y="294466"/>
                </a:lnTo>
                <a:lnTo>
                  <a:pt x="78541" y="224479"/>
                </a:lnTo>
                <a:close/>
              </a:path>
              <a:path w="303530" h="318769">
                <a:moveTo>
                  <a:pt x="254029" y="0"/>
                </a:moveTo>
                <a:lnTo>
                  <a:pt x="225257" y="0"/>
                </a:lnTo>
                <a:lnTo>
                  <a:pt x="225257" y="244179"/>
                </a:lnTo>
                <a:lnTo>
                  <a:pt x="254029" y="244179"/>
                </a:lnTo>
                <a:lnTo>
                  <a:pt x="254029" y="131680"/>
                </a:lnTo>
                <a:lnTo>
                  <a:pt x="303021" y="131680"/>
                </a:lnTo>
                <a:lnTo>
                  <a:pt x="303021" y="107314"/>
                </a:lnTo>
                <a:lnTo>
                  <a:pt x="254029" y="107314"/>
                </a:lnTo>
                <a:lnTo>
                  <a:pt x="254029" y="0"/>
                </a:lnTo>
                <a:close/>
              </a:path>
              <a:path w="303530" h="318769">
                <a:moveTo>
                  <a:pt x="97205" y="81393"/>
                </a:moveTo>
                <a:lnTo>
                  <a:pt x="64994" y="85698"/>
                </a:lnTo>
                <a:lnTo>
                  <a:pt x="40145" y="97950"/>
                </a:lnTo>
                <a:lnTo>
                  <a:pt x="24191" y="117152"/>
                </a:lnTo>
                <a:lnTo>
                  <a:pt x="18662" y="142308"/>
                </a:lnTo>
                <a:lnTo>
                  <a:pt x="24191" y="167124"/>
                </a:lnTo>
                <a:lnTo>
                  <a:pt x="40145" y="186083"/>
                </a:lnTo>
                <a:lnTo>
                  <a:pt x="64994" y="198189"/>
                </a:lnTo>
                <a:lnTo>
                  <a:pt x="97205" y="202446"/>
                </a:lnTo>
                <a:lnTo>
                  <a:pt x="128975" y="198189"/>
                </a:lnTo>
                <a:lnTo>
                  <a:pt x="153649" y="186083"/>
                </a:lnTo>
                <a:lnTo>
                  <a:pt x="159098" y="179635"/>
                </a:lnTo>
                <a:lnTo>
                  <a:pt x="97205" y="179635"/>
                </a:lnTo>
                <a:lnTo>
                  <a:pt x="76176" y="177120"/>
                </a:lnTo>
                <a:lnTo>
                  <a:pt x="60008" y="169623"/>
                </a:lnTo>
                <a:lnTo>
                  <a:pt x="49671" y="157800"/>
                </a:lnTo>
                <a:lnTo>
                  <a:pt x="46140" y="142308"/>
                </a:lnTo>
                <a:lnTo>
                  <a:pt x="49671" y="126472"/>
                </a:lnTo>
                <a:lnTo>
                  <a:pt x="60008" y="114378"/>
                </a:lnTo>
                <a:lnTo>
                  <a:pt x="76176" y="106658"/>
                </a:lnTo>
                <a:lnTo>
                  <a:pt x="97205" y="103944"/>
                </a:lnTo>
                <a:lnTo>
                  <a:pt x="158650" y="103944"/>
                </a:lnTo>
                <a:lnTo>
                  <a:pt x="153649" y="97950"/>
                </a:lnTo>
                <a:lnTo>
                  <a:pt x="128975" y="85698"/>
                </a:lnTo>
                <a:lnTo>
                  <a:pt x="97205" y="81393"/>
                </a:lnTo>
                <a:close/>
              </a:path>
              <a:path w="303530" h="318769">
                <a:moveTo>
                  <a:pt x="158650" y="103944"/>
                </a:moveTo>
                <a:lnTo>
                  <a:pt x="97205" y="103944"/>
                </a:lnTo>
                <a:lnTo>
                  <a:pt x="117942" y="106658"/>
                </a:lnTo>
                <a:lnTo>
                  <a:pt x="134013" y="114378"/>
                </a:lnTo>
                <a:lnTo>
                  <a:pt x="144446" y="126472"/>
                </a:lnTo>
                <a:lnTo>
                  <a:pt x="148270" y="142308"/>
                </a:lnTo>
                <a:lnTo>
                  <a:pt x="144446" y="157800"/>
                </a:lnTo>
                <a:lnTo>
                  <a:pt x="134013" y="169623"/>
                </a:lnTo>
                <a:lnTo>
                  <a:pt x="117942" y="177120"/>
                </a:lnTo>
                <a:lnTo>
                  <a:pt x="97205" y="179635"/>
                </a:lnTo>
                <a:lnTo>
                  <a:pt x="159098" y="179635"/>
                </a:lnTo>
                <a:lnTo>
                  <a:pt x="169671" y="167124"/>
                </a:lnTo>
                <a:lnTo>
                  <a:pt x="175488" y="142308"/>
                </a:lnTo>
                <a:lnTo>
                  <a:pt x="169671" y="117152"/>
                </a:lnTo>
                <a:lnTo>
                  <a:pt x="158650" y="1039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 descr=""/>
          <p:cNvSpPr/>
          <p:nvPr/>
        </p:nvSpPr>
        <p:spPr>
          <a:xfrm>
            <a:off x="13628654" y="2208600"/>
            <a:ext cx="278765" cy="326390"/>
          </a:xfrm>
          <a:custGeom>
            <a:avLst/>
            <a:gdLst/>
            <a:ahLst/>
            <a:cxnLst/>
            <a:rect l="l" t="t" r="r" b="b"/>
            <a:pathLst>
              <a:path w="278765" h="326389">
                <a:moveTo>
                  <a:pt x="278655" y="0"/>
                </a:moveTo>
                <a:lnTo>
                  <a:pt x="251177" y="0"/>
                </a:lnTo>
                <a:lnTo>
                  <a:pt x="251177" y="325831"/>
                </a:lnTo>
                <a:lnTo>
                  <a:pt x="278655" y="325831"/>
                </a:lnTo>
                <a:lnTo>
                  <a:pt x="278655" y="0"/>
                </a:lnTo>
                <a:close/>
              </a:path>
              <a:path w="278765" h="326389">
                <a:moveTo>
                  <a:pt x="210222" y="157083"/>
                </a:moveTo>
                <a:lnTo>
                  <a:pt x="182745" y="157083"/>
                </a:lnTo>
                <a:lnTo>
                  <a:pt x="182745" y="309241"/>
                </a:lnTo>
                <a:lnTo>
                  <a:pt x="210222" y="309241"/>
                </a:lnTo>
                <a:lnTo>
                  <a:pt x="210222" y="157083"/>
                </a:lnTo>
                <a:close/>
              </a:path>
              <a:path w="278765" h="326389">
                <a:moveTo>
                  <a:pt x="140493" y="41474"/>
                </a:moveTo>
                <a:lnTo>
                  <a:pt x="13996" y="41474"/>
                </a:lnTo>
                <a:lnTo>
                  <a:pt x="13996" y="65580"/>
                </a:lnTo>
                <a:lnTo>
                  <a:pt x="111721" y="65580"/>
                </a:lnTo>
                <a:lnTo>
                  <a:pt x="101919" y="114843"/>
                </a:lnTo>
                <a:lnTo>
                  <a:pt x="80356" y="159902"/>
                </a:lnTo>
                <a:lnTo>
                  <a:pt x="46545" y="200052"/>
                </a:lnTo>
                <a:lnTo>
                  <a:pt x="0" y="234588"/>
                </a:lnTo>
                <a:lnTo>
                  <a:pt x="16848" y="255325"/>
                </a:lnTo>
                <a:lnTo>
                  <a:pt x="48377" y="233978"/>
                </a:lnTo>
                <a:lnTo>
                  <a:pt x="74863" y="210335"/>
                </a:lnTo>
                <a:lnTo>
                  <a:pt x="96514" y="184626"/>
                </a:lnTo>
                <a:lnTo>
                  <a:pt x="113534" y="157083"/>
                </a:lnTo>
                <a:lnTo>
                  <a:pt x="210222" y="157083"/>
                </a:lnTo>
                <a:lnTo>
                  <a:pt x="210222" y="133754"/>
                </a:lnTo>
                <a:lnTo>
                  <a:pt x="124163" y="133754"/>
                </a:lnTo>
                <a:lnTo>
                  <a:pt x="131398" y="111607"/>
                </a:lnTo>
                <a:lnTo>
                  <a:pt x="136459" y="88780"/>
                </a:lnTo>
                <a:lnTo>
                  <a:pt x="139427" y="65580"/>
                </a:lnTo>
                <a:lnTo>
                  <a:pt x="139454" y="65370"/>
                </a:lnTo>
                <a:lnTo>
                  <a:pt x="140493" y="41474"/>
                </a:lnTo>
                <a:close/>
              </a:path>
              <a:path w="278765" h="326389">
                <a:moveTo>
                  <a:pt x="210222" y="8812"/>
                </a:moveTo>
                <a:lnTo>
                  <a:pt x="182745" y="8812"/>
                </a:lnTo>
                <a:lnTo>
                  <a:pt x="182745" y="133754"/>
                </a:lnTo>
                <a:lnTo>
                  <a:pt x="210222" y="133754"/>
                </a:lnTo>
                <a:lnTo>
                  <a:pt x="210222" y="88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 descr=""/>
          <p:cNvSpPr/>
          <p:nvPr/>
        </p:nvSpPr>
        <p:spPr>
          <a:xfrm>
            <a:off x="13960448" y="2208859"/>
            <a:ext cx="261620" cy="321310"/>
          </a:xfrm>
          <a:custGeom>
            <a:avLst/>
            <a:gdLst/>
            <a:ahLst/>
            <a:cxnLst/>
            <a:rect l="l" t="t" r="r" b="b"/>
            <a:pathLst>
              <a:path w="261619" h="321310">
                <a:moveTo>
                  <a:pt x="261546" y="0"/>
                </a:moveTo>
                <a:lnTo>
                  <a:pt x="232774" y="0"/>
                </a:lnTo>
                <a:lnTo>
                  <a:pt x="232774" y="186115"/>
                </a:lnTo>
                <a:lnTo>
                  <a:pt x="261546" y="186115"/>
                </a:lnTo>
                <a:lnTo>
                  <a:pt x="261546" y="0"/>
                </a:lnTo>
                <a:close/>
              </a:path>
              <a:path w="261619" h="321310">
                <a:moveTo>
                  <a:pt x="85540" y="17108"/>
                </a:moveTo>
                <a:lnTo>
                  <a:pt x="51287" y="22640"/>
                </a:lnTo>
                <a:lnTo>
                  <a:pt x="24203" y="38234"/>
                </a:lnTo>
                <a:lnTo>
                  <a:pt x="6403" y="62381"/>
                </a:lnTo>
                <a:lnTo>
                  <a:pt x="0" y="93576"/>
                </a:lnTo>
                <a:lnTo>
                  <a:pt x="6403" y="124212"/>
                </a:lnTo>
                <a:lnTo>
                  <a:pt x="24203" y="148140"/>
                </a:lnTo>
                <a:lnTo>
                  <a:pt x="51287" y="163710"/>
                </a:lnTo>
                <a:lnTo>
                  <a:pt x="85540" y="169266"/>
                </a:lnTo>
                <a:lnTo>
                  <a:pt x="119752" y="163710"/>
                </a:lnTo>
                <a:lnTo>
                  <a:pt x="146746" y="148140"/>
                </a:lnTo>
                <a:lnTo>
                  <a:pt x="149145" y="144900"/>
                </a:lnTo>
                <a:lnTo>
                  <a:pt x="85540" y="144900"/>
                </a:lnTo>
                <a:lnTo>
                  <a:pt x="62445" y="141109"/>
                </a:lnTo>
                <a:lnTo>
                  <a:pt x="44260" y="130514"/>
                </a:lnTo>
                <a:lnTo>
                  <a:pt x="32393" y="114281"/>
                </a:lnTo>
                <a:lnTo>
                  <a:pt x="28254" y="93576"/>
                </a:lnTo>
                <a:lnTo>
                  <a:pt x="32393" y="72535"/>
                </a:lnTo>
                <a:lnTo>
                  <a:pt x="44260" y="56087"/>
                </a:lnTo>
                <a:lnTo>
                  <a:pt x="62445" y="45423"/>
                </a:lnTo>
                <a:lnTo>
                  <a:pt x="85540" y="41733"/>
                </a:lnTo>
                <a:lnTo>
                  <a:pt x="149313" y="41733"/>
                </a:lnTo>
                <a:lnTo>
                  <a:pt x="146746" y="38234"/>
                </a:lnTo>
                <a:lnTo>
                  <a:pt x="119752" y="22640"/>
                </a:lnTo>
                <a:lnTo>
                  <a:pt x="85540" y="17108"/>
                </a:lnTo>
                <a:close/>
              </a:path>
              <a:path w="261619" h="321310">
                <a:moveTo>
                  <a:pt x="149313" y="41733"/>
                </a:moveTo>
                <a:lnTo>
                  <a:pt x="85540" y="41733"/>
                </a:lnTo>
                <a:lnTo>
                  <a:pt x="108488" y="45423"/>
                </a:lnTo>
                <a:lnTo>
                  <a:pt x="126625" y="56087"/>
                </a:lnTo>
                <a:lnTo>
                  <a:pt x="138541" y="72535"/>
                </a:lnTo>
                <a:lnTo>
                  <a:pt x="142826" y="93576"/>
                </a:lnTo>
                <a:lnTo>
                  <a:pt x="138541" y="114281"/>
                </a:lnTo>
                <a:lnTo>
                  <a:pt x="126625" y="130514"/>
                </a:lnTo>
                <a:lnTo>
                  <a:pt x="108488" y="141109"/>
                </a:lnTo>
                <a:lnTo>
                  <a:pt x="85540" y="144900"/>
                </a:lnTo>
                <a:lnTo>
                  <a:pt x="149145" y="144900"/>
                </a:lnTo>
                <a:lnTo>
                  <a:pt x="164458" y="124212"/>
                </a:lnTo>
                <a:lnTo>
                  <a:pt x="170820" y="93576"/>
                </a:lnTo>
                <a:lnTo>
                  <a:pt x="164458" y="62381"/>
                </a:lnTo>
                <a:lnTo>
                  <a:pt x="149313" y="41733"/>
                </a:lnTo>
                <a:close/>
              </a:path>
              <a:path w="261619" h="321310">
                <a:moveTo>
                  <a:pt x="261546" y="203742"/>
                </a:moveTo>
                <a:lnTo>
                  <a:pt x="49509" y="203742"/>
                </a:lnTo>
                <a:lnTo>
                  <a:pt x="49509" y="321165"/>
                </a:lnTo>
                <a:lnTo>
                  <a:pt x="261546" y="321165"/>
                </a:lnTo>
                <a:lnTo>
                  <a:pt x="261546" y="297577"/>
                </a:lnTo>
                <a:lnTo>
                  <a:pt x="78023" y="297577"/>
                </a:lnTo>
                <a:lnTo>
                  <a:pt x="78023" y="227071"/>
                </a:lnTo>
                <a:lnTo>
                  <a:pt x="261546" y="227071"/>
                </a:lnTo>
                <a:lnTo>
                  <a:pt x="261546" y="203742"/>
                </a:lnTo>
                <a:close/>
              </a:path>
              <a:path w="261619" h="321310">
                <a:moveTo>
                  <a:pt x="261546" y="227071"/>
                </a:moveTo>
                <a:lnTo>
                  <a:pt x="233291" y="227071"/>
                </a:lnTo>
                <a:lnTo>
                  <a:pt x="233291" y="297577"/>
                </a:lnTo>
                <a:lnTo>
                  <a:pt x="261546" y="297577"/>
                </a:lnTo>
                <a:lnTo>
                  <a:pt x="261546" y="2270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8" name="object 158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9013839" y="1042587"/>
            <a:ext cx="305250" cy="355619"/>
          </a:xfrm>
          <a:prstGeom prst="rect">
            <a:avLst/>
          </a:prstGeom>
        </p:spPr>
      </p:pic>
      <p:grpSp>
        <p:nvGrpSpPr>
          <p:cNvPr id="159" name="object 159" descr=""/>
          <p:cNvGrpSpPr/>
          <p:nvPr/>
        </p:nvGrpSpPr>
        <p:grpSpPr>
          <a:xfrm>
            <a:off x="9365042" y="1042587"/>
            <a:ext cx="292735" cy="351155"/>
            <a:chOff x="9365042" y="1042587"/>
            <a:chExt cx="292735" cy="351155"/>
          </a:xfrm>
        </p:grpSpPr>
        <p:sp>
          <p:nvSpPr>
            <p:cNvPr id="160" name="object 160" descr=""/>
            <p:cNvSpPr/>
            <p:nvPr/>
          </p:nvSpPr>
          <p:spPr>
            <a:xfrm>
              <a:off x="9622834" y="1046594"/>
              <a:ext cx="31115" cy="198120"/>
            </a:xfrm>
            <a:custGeom>
              <a:avLst/>
              <a:gdLst/>
              <a:ahLst/>
              <a:cxnLst/>
              <a:rect l="l" t="t" r="r" b="b"/>
              <a:pathLst>
                <a:path w="31115" h="198119">
                  <a:moveTo>
                    <a:pt x="0" y="197603"/>
                  </a:moveTo>
                  <a:lnTo>
                    <a:pt x="30719" y="197603"/>
                  </a:lnTo>
                  <a:lnTo>
                    <a:pt x="30719" y="0"/>
                  </a:lnTo>
                  <a:lnTo>
                    <a:pt x="0" y="0"/>
                  </a:lnTo>
                  <a:lnTo>
                    <a:pt x="0" y="197603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1" name="object 16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365042" y="1056148"/>
              <a:ext cx="216964" cy="183200"/>
            </a:xfrm>
            <a:prstGeom prst="rect">
              <a:avLst/>
            </a:prstGeom>
          </p:spPr>
        </p:pic>
        <p:sp>
          <p:nvSpPr>
            <p:cNvPr id="162" name="object 162" descr=""/>
            <p:cNvSpPr/>
            <p:nvPr/>
          </p:nvSpPr>
          <p:spPr>
            <a:xfrm>
              <a:off x="9427168" y="1264124"/>
              <a:ext cx="226695" cy="125730"/>
            </a:xfrm>
            <a:custGeom>
              <a:avLst/>
              <a:gdLst/>
              <a:ahLst/>
              <a:cxnLst/>
              <a:rect l="l" t="t" r="r" b="b"/>
              <a:pathLst>
                <a:path w="226695" h="125730">
                  <a:moveTo>
                    <a:pt x="226385" y="125370"/>
                  </a:moveTo>
                  <a:lnTo>
                    <a:pt x="226385" y="0"/>
                  </a:lnTo>
                  <a:lnTo>
                    <a:pt x="0" y="0"/>
                  </a:lnTo>
                  <a:lnTo>
                    <a:pt x="0" y="125370"/>
                  </a:lnTo>
                  <a:lnTo>
                    <a:pt x="226385" y="125370"/>
                  </a:lnTo>
                  <a:close/>
                </a:path>
                <a:path w="226695" h="125730">
                  <a:moveTo>
                    <a:pt x="196219" y="24907"/>
                  </a:moveTo>
                  <a:lnTo>
                    <a:pt x="196219" y="100185"/>
                  </a:lnTo>
                  <a:lnTo>
                    <a:pt x="30442" y="100185"/>
                  </a:lnTo>
                  <a:lnTo>
                    <a:pt x="30442" y="24907"/>
                  </a:lnTo>
                  <a:lnTo>
                    <a:pt x="196219" y="24907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3" name="object 163" descr=""/>
          <p:cNvSpPr/>
          <p:nvPr/>
        </p:nvSpPr>
        <p:spPr>
          <a:xfrm>
            <a:off x="10069868" y="1046318"/>
            <a:ext cx="31115" cy="347980"/>
          </a:xfrm>
          <a:custGeom>
            <a:avLst/>
            <a:gdLst/>
            <a:ahLst/>
            <a:cxnLst/>
            <a:rect l="l" t="t" r="r" b="b"/>
            <a:pathLst>
              <a:path w="31115" h="347980">
                <a:moveTo>
                  <a:pt x="0" y="347881"/>
                </a:moveTo>
                <a:lnTo>
                  <a:pt x="30719" y="347881"/>
                </a:lnTo>
                <a:lnTo>
                  <a:pt x="30719" y="0"/>
                </a:lnTo>
                <a:lnTo>
                  <a:pt x="0" y="0"/>
                </a:lnTo>
                <a:lnTo>
                  <a:pt x="0" y="347881"/>
                </a:lnTo>
                <a:close/>
              </a:path>
            </a:pathLst>
          </a:custGeom>
          <a:ln w="80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64" name="object 164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9813459" y="1080226"/>
            <a:ext cx="188181" cy="252666"/>
          </a:xfrm>
          <a:prstGeom prst="rect">
            <a:avLst/>
          </a:prstGeom>
        </p:spPr>
      </p:pic>
      <p:grpSp>
        <p:nvGrpSpPr>
          <p:cNvPr id="165" name="object 165" descr=""/>
          <p:cNvGrpSpPr/>
          <p:nvPr/>
        </p:nvGrpSpPr>
        <p:grpSpPr>
          <a:xfrm>
            <a:off x="10155528" y="1049229"/>
            <a:ext cx="325755" cy="347345"/>
            <a:chOff x="10155528" y="1049229"/>
            <a:chExt cx="325755" cy="347345"/>
          </a:xfrm>
        </p:grpSpPr>
        <p:sp>
          <p:nvSpPr>
            <p:cNvPr id="166" name="object 166" descr=""/>
            <p:cNvSpPr/>
            <p:nvPr/>
          </p:nvSpPr>
          <p:spPr>
            <a:xfrm>
              <a:off x="10159535" y="1053236"/>
              <a:ext cx="317500" cy="182245"/>
            </a:xfrm>
            <a:custGeom>
              <a:avLst/>
              <a:gdLst/>
              <a:ahLst/>
              <a:cxnLst/>
              <a:rect l="l" t="t" r="r" b="b"/>
              <a:pathLst>
                <a:path w="317500" h="182244">
                  <a:moveTo>
                    <a:pt x="73894" y="90499"/>
                  </a:moveTo>
                  <a:lnTo>
                    <a:pt x="73894" y="0"/>
                  </a:lnTo>
                  <a:lnTo>
                    <a:pt x="43450" y="0"/>
                  </a:lnTo>
                  <a:lnTo>
                    <a:pt x="43450" y="115684"/>
                  </a:lnTo>
                  <a:lnTo>
                    <a:pt x="280907" y="115684"/>
                  </a:lnTo>
                  <a:lnTo>
                    <a:pt x="280907" y="90499"/>
                  </a:lnTo>
                  <a:lnTo>
                    <a:pt x="73894" y="90499"/>
                  </a:lnTo>
                  <a:close/>
                </a:path>
                <a:path w="317500" h="182244">
                  <a:moveTo>
                    <a:pt x="0" y="181828"/>
                  </a:moveTo>
                  <a:lnTo>
                    <a:pt x="317438" y="181828"/>
                  </a:lnTo>
                  <a:lnTo>
                    <a:pt x="317438" y="156367"/>
                  </a:lnTo>
                  <a:lnTo>
                    <a:pt x="0" y="156367"/>
                  </a:lnTo>
                  <a:lnTo>
                    <a:pt x="0" y="181828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7" name="object 167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193721" y="1262330"/>
              <a:ext cx="247960" cy="134215"/>
            </a:xfrm>
            <a:prstGeom prst="rect">
              <a:avLst/>
            </a:prstGeom>
          </p:spPr>
        </p:pic>
      </p:grpSp>
      <p:grpSp>
        <p:nvGrpSpPr>
          <p:cNvPr id="168" name="object 168" descr=""/>
          <p:cNvGrpSpPr/>
          <p:nvPr/>
        </p:nvGrpSpPr>
        <p:grpSpPr>
          <a:xfrm>
            <a:off x="9013839" y="1042587"/>
            <a:ext cx="305435" cy="356235"/>
            <a:chOff x="9013839" y="1042587"/>
            <a:chExt cx="305435" cy="356235"/>
          </a:xfrm>
        </p:grpSpPr>
        <p:sp>
          <p:nvSpPr>
            <p:cNvPr id="169" name="object 169" descr=""/>
            <p:cNvSpPr/>
            <p:nvPr/>
          </p:nvSpPr>
          <p:spPr>
            <a:xfrm>
              <a:off x="9017847" y="1046594"/>
              <a:ext cx="297815" cy="347980"/>
            </a:xfrm>
            <a:custGeom>
              <a:avLst/>
              <a:gdLst/>
              <a:ahLst/>
              <a:cxnLst/>
              <a:rect l="l" t="t" r="r" b="b"/>
              <a:pathLst>
                <a:path w="297815" h="347980">
                  <a:moveTo>
                    <a:pt x="297235" y="123156"/>
                  </a:moveTo>
                  <a:lnTo>
                    <a:pt x="268176" y="123156"/>
                  </a:lnTo>
                  <a:lnTo>
                    <a:pt x="268176" y="216146"/>
                  </a:lnTo>
                  <a:lnTo>
                    <a:pt x="297235" y="216146"/>
                  </a:lnTo>
                  <a:lnTo>
                    <a:pt x="297235" y="123156"/>
                  </a:lnTo>
                  <a:close/>
                </a:path>
                <a:path w="297815" h="347980">
                  <a:moveTo>
                    <a:pt x="222788" y="5811"/>
                  </a:moveTo>
                  <a:lnTo>
                    <a:pt x="193452" y="5811"/>
                  </a:lnTo>
                  <a:lnTo>
                    <a:pt x="193452" y="213654"/>
                  </a:lnTo>
                  <a:lnTo>
                    <a:pt x="222788" y="213654"/>
                  </a:lnTo>
                  <a:lnTo>
                    <a:pt x="222788" y="123156"/>
                  </a:lnTo>
                  <a:lnTo>
                    <a:pt x="297235" y="123156"/>
                  </a:lnTo>
                  <a:lnTo>
                    <a:pt x="297235" y="97694"/>
                  </a:lnTo>
                  <a:lnTo>
                    <a:pt x="222788" y="97694"/>
                  </a:lnTo>
                  <a:lnTo>
                    <a:pt x="222788" y="5811"/>
                  </a:lnTo>
                  <a:close/>
                </a:path>
                <a:path w="297815" h="347980">
                  <a:moveTo>
                    <a:pt x="297235" y="0"/>
                  </a:moveTo>
                  <a:lnTo>
                    <a:pt x="268176" y="0"/>
                  </a:lnTo>
                  <a:lnTo>
                    <a:pt x="268176" y="97694"/>
                  </a:lnTo>
                  <a:lnTo>
                    <a:pt x="297235" y="97694"/>
                  </a:lnTo>
                  <a:lnTo>
                    <a:pt x="297235" y="0"/>
                  </a:lnTo>
                  <a:close/>
                </a:path>
                <a:path w="297815" h="347980">
                  <a:moveTo>
                    <a:pt x="178507" y="40682"/>
                  </a:moveTo>
                  <a:lnTo>
                    <a:pt x="0" y="40682"/>
                  </a:lnTo>
                  <a:lnTo>
                    <a:pt x="0" y="65591"/>
                  </a:lnTo>
                  <a:lnTo>
                    <a:pt x="178507" y="65591"/>
                  </a:lnTo>
                  <a:lnTo>
                    <a:pt x="178507" y="40682"/>
                  </a:lnTo>
                  <a:close/>
                </a:path>
                <a:path w="297815" h="347980">
                  <a:moveTo>
                    <a:pt x="104890" y="1384"/>
                  </a:moveTo>
                  <a:lnTo>
                    <a:pt x="74447" y="1384"/>
                  </a:lnTo>
                  <a:lnTo>
                    <a:pt x="74447" y="40682"/>
                  </a:lnTo>
                  <a:lnTo>
                    <a:pt x="104890" y="40682"/>
                  </a:lnTo>
                  <a:lnTo>
                    <a:pt x="104890" y="1384"/>
                  </a:lnTo>
                  <a:close/>
                </a:path>
                <a:path w="297815" h="347980">
                  <a:moveTo>
                    <a:pt x="89392" y="83303"/>
                  </a:moveTo>
                  <a:lnTo>
                    <a:pt x="59316" y="87731"/>
                  </a:lnTo>
                  <a:lnTo>
                    <a:pt x="35805" y="100254"/>
                  </a:lnTo>
                  <a:lnTo>
                    <a:pt x="20544" y="119731"/>
                  </a:lnTo>
                  <a:lnTo>
                    <a:pt x="15221" y="145019"/>
                  </a:lnTo>
                  <a:lnTo>
                    <a:pt x="20544" y="169988"/>
                  </a:lnTo>
                  <a:lnTo>
                    <a:pt x="35805" y="189300"/>
                  </a:lnTo>
                  <a:lnTo>
                    <a:pt x="59316" y="201763"/>
                  </a:lnTo>
                  <a:lnTo>
                    <a:pt x="89392" y="206182"/>
                  </a:lnTo>
                  <a:lnTo>
                    <a:pt x="119752" y="201763"/>
                  </a:lnTo>
                  <a:lnTo>
                    <a:pt x="143393" y="189300"/>
                  </a:lnTo>
                  <a:lnTo>
                    <a:pt x="148687" y="182658"/>
                  </a:lnTo>
                  <a:lnTo>
                    <a:pt x="89392" y="182658"/>
                  </a:lnTo>
                  <a:lnTo>
                    <a:pt x="70408" y="179929"/>
                  </a:lnTo>
                  <a:lnTo>
                    <a:pt x="55628" y="172245"/>
                  </a:lnTo>
                  <a:lnTo>
                    <a:pt x="46036" y="160358"/>
                  </a:lnTo>
                  <a:lnTo>
                    <a:pt x="42620" y="145019"/>
                  </a:lnTo>
                  <a:lnTo>
                    <a:pt x="46036" y="129357"/>
                  </a:lnTo>
                  <a:lnTo>
                    <a:pt x="55628" y="117275"/>
                  </a:lnTo>
                  <a:lnTo>
                    <a:pt x="70408" y="109448"/>
                  </a:lnTo>
                  <a:lnTo>
                    <a:pt x="89392" y="106551"/>
                  </a:lnTo>
                  <a:lnTo>
                    <a:pt x="148369" y="106551"/>
                  </a:lnTo>
                  <a:lnTo>
                    <a:pt x="143393" y="100254"/>
                  </a:lnTo>
                  <a:lnTo>
                    <a:pt x="119752" y="87731"/>
                  </a:lnTo>
                  <a:lnTo>
                    <a:pt x="89392" y="83303"/>
                  </a:lnTo>
                  <a:close/>
                </a:path>
                <a:path w="297815" h="347980">
                  <a:moveTo>
                    <a:pt x="148369" y="106551"/>
                  </a:moveTo>
                  <a:lnTo>
                    <a:pt x="89392" y="106551"/>
                  </a:lnTo>
                  <a:lnTo>
                    <a:pt x="108535" y="109448"/>
                  </a:lnTo>
                  <a:lnTo>
                    <a:pt x="123398" y="117275"/>
                  </a:lnTo>
                  <a:lnTo>
                    <a:pt x="133019" y="129357"/>
                  </a:lnTo>
                  <a:lnTo>
                    <a:pt x="136440" y="145019"/>
                  </a:lnTo>
                  <a:lnTo>
                    <a:pt x="133019" y="160358"/>
                  </a:lnTo>
                  <a:lnTo>
                    <a:pt x="123398" y="172245"/>
                  </a:lnTo>
                  <a:lnTo>
                    <a:pt x="108535" y="179929"/>
                  </a:lnTo>
                  <a:lnTo>
                    <a:pt x="89392" y="182658"/>
                  </a:lnTo>
                  <a:lnTo>
                    <a:pt x="148687" y="182658"/>
                  </a:lnTo>
                  <a:lnTo>
                    <a:pt x="158784" y="169988"/>
                  </a:lnTo>
                  <a:lnTo>
                    <a:pt x="164392" y="145019"/>
                  </a:lnTo>
                  <a:lnTo>
                    <a:pt x="158784" y="119731"/>
                  </a:lnTo>
                  <a:lnTo>
                    <a:pt x="148369" y="106551"/>
                  </a:lnTo>
                  <a:close/>
                </a:path>
                <a:path w="297815" h="347980">
                  <a:moveTo>
                    <a:pt x="297235" y="236902"/>
                  </a:moveTo>
                  <a:lnTo>
                    <a:pt x="62823" y="236902"/>
                  </a:lnTo>
                  <a:lnTo>
                    <a:pt x="62823" y="261810"/>
                  </a:lnTo>
                  <a:lnTo>
                    <a:pt x="267068" y="261810"/>
                  </a:lnTo>
                  <a:lnTo>
                    <a:pt x="267068" y="347604"/>
                  </a:lnTo>
                  <a:lnTo>
                    <a:pt x="297235" y="347604"/>
                  </a:lnTo>
                  <a:lnTo>
                    <a:pt x="297235" y="236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0" name="object 170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013839" y="1042587"/>
              <a:ext cx="305250" cy="355619"/>
            </a:xfrm>
            <a:prstGeom prst="rect">
              <a:avLst/>
            </a:prstGeom>
          </p:spPr>
        </p:pic>
      </p:grpSp>
      <p:grpSp>
        <p:nvGrpSpPr>
          <p:cNvPr id="171" name="object 171" descr=""/>
          <p:cNvGrpSpPr/>
          <p:nvPr/>
        </p:nvGrpSpPr>
        <p:grpSpPr>
          <a:xfrm>
            <a:off x="9365042" y="1042587"/>
            <a:ext cx="292735" cy="351155"/>
            <a:chOff x="9365042" y="1042587"/>
            <a:chExt cx="292735" cy="351155"/>
          </a:xfrm>
        </p:grpSpPr>
        <p:sp>
          <p:nvSpPr>
            <p:cNvPr id="172" name="object 172" descr=""/>
            <p:cNvSpPr/>
            <p:nvPr/>
          </p:nvSpPr>
          <p:spPr>
            <a:xfrm>
              <a:off x="9369050" y="1046594"/>
              <a:ext cx="285115" cy="342900"/>
            </a:xfrm>
            <a:custGeom>
              <a:avLst/>
              <a:gdLst/>
              <a:ahLst/>
              <a:cxnLst/>
              <a:rect l="l" t="t" r="r" b="b"/>
              <a:pathLst>
                <a:path w="285115" h="342900">
                  <a:moveTo>
                    <a:pt x="284504" y="0"/>
                  </a:moveTo>
                  <a:lnTo>
                    <a:pt x="253784" y="0"/>
                  </a:lnTo>
                  <a:lnTo>
                    <a:pt x="253784" y="197603"/>
                  </a:lnTo>
                  <a:lnTo>
                    <a:pt x="284504" y="197603"/>
                  </a:lnTo>
                  <a:lnTo>
                    <a:pt x="284504" y="0"/>
                  </a:lnTo>
                  <a:close/>
                </a:path>
                <a:path w="285115" h="342900">
                  <a:moveTo>
                    <a:pt x="120388" y="13561"/>
                  </a:moveTo>
                  <a:lnTo>
                    <a:pt x="89115" y="13561"/>
                  </a:lnTo>
                  <a:lnTo>
                    <a:pt x="89115" y="47602"/>
                  </a:lnTo>
                  <a:lnTo>
                    <a:pt x="82585" y="84843"/>
                  </a:lnTo>
                  <a:lnTo>
                    <a:pt x="64276" y="118243"/>
                  </a:lnTo>
                  <a:lnTo>
                    <a:pt x="36107" y="145521"/>
                  </a:lnTo>
                  <a:lnTo>
                    <a:pt x="0" y="164392"/>
                  </a:lnTo>
                  <a:lnTo>
                    <a:pt x="15775" y="188747"/>
                  </a:lnTo>
                  <a:lnTo>
                    <a:pt x="45074" y="174118"/>
                  </a:lnTo>
                  <a:lnTo>
                    <a:pt x="70209" y="154014"/>
                  </a:lnTo>
                  <a:lnTo>
                    <a:pt x="90440" y="129240"/>
                  </a:lnTo>
                  <a:lnTo>
                    <a:pt x="105028" y="100600"/>
                  </a:lnTo>
                  <a:lnTo>
                    <a:pt x="137123" y="100600"/>
                  </a:lnTo>
                  <a:lnTo>
                    <a:pt x="126909" y="83152"/>
                  </a:lnTo>
                  <a:lnTo>
                    <a:pt x="120388" y="47602"/>
                  </a:lnTo>
                  <a:lnTo>
                    <a:pt x="120388" y="13561"/>
                  </a:lnTo>
                  <a:close/>
                </a:path>
                <a:path w="285115" h="342900">
                  <a:moveTo>
                    <a:pt x="137123" y="100600"/>
                  </a:moveTo>
                  <a:lnTo>
                    <a:pt x="105028" y="100600"/>
                  </a:lnTo>
                  <a:lnTo>
                    <a:pt x="119739" y="127381"/>
                  </a:lnTo>
                  <a:lnTo>
                    <a:pt x="139899" y="150243"/>
                  </a:lnTo>
                  <a:lnTo>
                    <a:pt x="164730" y="168591"/>
                  </a:lnTo>
                  <a:lnTo>
                    <a:pt x="193452" y="181828"/>
                  </a:lnTo>
                  <a:lnTo>
                    <a:pt x="208950" y="158304"/>
                  </a:lnTo>
                  <a:lnTo>
                    <a:pt x="173473" y="140345"/>
                  </a:lnTo>
                  <a:lnTo>
                    <a:pt x="145365" y="114680"/>
                  </a:lnTo>
                  <a:lnTo>
                    <a:pt x="137123" y="100600"/>
                  </a:lnTo>
                  <a:close/>
                </a:path>
                <a:path w="285115" h="342900">
                  <a:moveTo>
                    <a:pt x="284504" y="217529"/>
                  </a:moveTo>
                  <a:lnTo>
                    <a:pt x="58118" y="217529"/>
                  </a:lnTo>
                  <a:lnTo>
                    <a:pt x="58118" y="342900"/>
                  </a:lnTo>
                  <a:lnTo>
                    <a:pt x="284504" y="342900"/>
                  </a:lnTo>
                  <a:lnTo>
                    <a:pt x="284504" y="317714"/>
                  </a:lnTo>
                  <a:lnTo>
                    <a:pt x="88561" y="317714"/>
                  </a:lnTo>
                  <a:lnTo>
                    <a:pt x="88561" y="242437"/>
                  </a:lnTo>
                  <a:lnTo>
                    <a:pt x="284504" y="242437"/>
                  </a:lnTo>
                  <a:lnTo>
                    <a:pt x="284504" y="217529"/>
                  </a:lnTo>
                  <a:close/>
                </a:path>
                <a:path w="285115" h="342900">
                  <a:moveTo>
                    <a:pt x="284504" y="242437"/>
                  </a:moveTo>
                  <a:lnTo>
                    <a:pt x="254337" y="242437"/>
                  </a:lnTo>
                  <a:lnTo>
                    <a:pt x="254337" y="317714"/>
                  </a:lnTo>
                  <a:lnTo>
                    <a:pt x="284504" y="317714"/>
                  </a:lnTo>
                  <a:lnTo>
                    <a:pt x="284504" y="2424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9622834" y="1046594"/>
              <a:ext cx="31115" cy="198120"/>
            </a:xfrm>
            <a:custGeom>
              <a:avLst/>
              <a:gdLst/>
              <a:ahLst/>
              <a:cxnLst/>
              <a:rect l="l" t="t" r="r" b="b"/>
              <a:pathLst>
                <a:path w="31115" h="198119">
                  <a:moveTo>
                    <a:pt x="0" y="197603"/>
                  </a:moveTo>
                  <a:lnTo>
                    <a:pt x="30719" y="197603"/>
                  </a:lnTo>
                  <a:lnTo>
                    <a:pt x="30719" y="0"/>
                  </a:lnTo>
                  <a:lnTo>
                    <a:pt x="0" y="0"/>
                  </a:lnTo>
                  <a:lnTo>
                    <a:pt x="0" y="197603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4" name="object 174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365042" y="1056148"/>
              <a:ext cx="216964" cy="183200"/>
            </a:xfrm>
            <a:prstGeom prst="rect">
              <a:avLst/>
            </a:prstGeom>
          </p:spPr>
        </p:pic>
        <p:sp>
          <p:nvSpPr>
            <p:cNvPr id="175" name="object 175" descr=""/>
            <p:cNvSpPr/>
            <p:nvPr/>
          </p:nvSpPr>
          <p:spPr>
            <a:xfrm>
              <a:off x="9427168" y="1264124"/>
              <a:ext cx="226695" cy="125730"/>
            </a:xfrm>
            <a:custGeom>
              <a:avLst/>
              <a:gdLst/>
              <a:ahLst/>
              <a:cxnLst/>
              <a:rect l="l" t="t" r="r" b="b"/>
              <a:pathLst>
                <a:path w="226695" h="125730">
                  <a:moveTo>
                    <a:pt x="226385" y="125370"/>
                  </a:moveTo>
                  <a:lnTo>
                    <a:pt x="226385" y="0"/>
                  </a:lnTo>
                  <a:lnTo>
                    <a:pt x="0" y="0"/>
                  </a:lnTo>
                  <a:lnTo>
                    <a:pt x="0" y="125370"/>
                  </a:lnTo>
                  <a:lnTo>
                    <a:pt x="226385" y="125370"/>
                  </a:lnTo>
                  <a:close/>
                </a:path>
                <a:path w="226695" h="125730">
                  <a:moveTo>
                    <a:pt x="196219" y="24907"/>
                  </a:moveTo>
                  <a:lnTo>
                    <a:pt x="196219" y="100185"/>
                  </a:lnTo>
                  <a:lnTo>
                    <a:pt x="30442" y="100185"/>
                  </a:lnTo>
                  <a:lnTo>
                    <a:pt x="30442" y="24907"/>
                  </a:lnTo>
                  <a:lnTo>
                    <a:pt x="196219" y="24907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6" name="object 176" descr=""/>
          <p:cNvGrpSpPr/>
          <p:nvPr/>
        </p:nvGrpSpPr>
        <p:grpSpPr>
          <a:xfrm>
            <a:off x="9813459" y="1042310"/>
            <a:ext cx="291465" cy="356235"/>
            <a:chOff x="9813459" y="1042310"/>
            <a:chExt cx="291465" cy="356235"/>
          </a:xfrm>
        </p:grpSpPr>
        <p:sp>
          <p:nvSpPr>
            <p:cNvPr id="177" name="object 177" descr=""/>
            <p:cNvSpPr/>
            <p:nvPr/>
          </p:nvSpPr>
          <p:spPr>
            <a:xfrm>
              <a:off x="9817467" y="1046317"/>
              <a:ext cx="283210" cy="347980"/>
            </a:xfrm>
            <a:custGeom>
              <a:avLst/>
              <a:gdLst/>
              <a:ahLst/>
              <a:cxnLst/>
              <a:rect l="l" t="t" r="r" b="b"/>
              <a:pathLst>
                <a:path w="283209" h="347980">
                  <a:moveTo>
                    <a:pt x="283119" y="0"/>
                  </a:moveTo>
                  <a:lnTo>
                    <a:pt x="252400" y="0"/>
                  </a:lnTo>
                  <a:lnTo>
                    <a:pt x="252400" y="347881"/>
                  </a:lnTo>
                  <a:lnTo>
                    <a:pt x="283119" y="347881"/>
                  </a:lnTo>
                  <a:lnTo>
                    <a:pt x="283119" y="0"/>
                  </a:lnTo>
                  <a:close/>
                </a:path>
                <a:path w="283209" h="347980">
                  <a:moveTo>
                    <a:pt x="180166" y="37915"/>
                  </a:moveTo>
                  <a:lnTo>
                    <a:pt x="16051" y="37915"/>
                  </a:lnTo>
                  <a:lnTo>
                    <a:pt x="16051" y="62823"/>
                  </a:lnTo>
                  <a:lnTo>
                    <a:pt x="148894" y="62823"/>
                  </a:lnTo>
                  <a:lnTo>
                    <a:pt x="139838" y="110662"/>
                  </a:lnTo>
                  <a:lnTo>
                    <a:pt x="120654" y="154343"/>
                  </a:lnTo>
                  <a:lnTo>
                    <a:pt x="91107" y="193560"/>
                  </a:lnTo>
                  <a:lnTo>
                    <a:pt x="50967" y="228008"/>
                  </a:lnTo>
                  <a:lnTo>
                    <a:pt x="0" y="257382"/>
                  </a:lnTo>
                  <a:lnTo>
                    <a:pt x="16604" y="282567"/>
                  </a:lnTo>
                  <a:lnTo>
                    <a:pt x="69253" y="251875"/>
                  </a:lnTo>
                  <a:lnTo>
                    <a:pt x="110855" y="216371"/>
                  </a:lnTo>
                  <a:lnTo>
                    <a:pt x="142078" y="176639"/>
                  </a:lnTo>
                  <a:lnTo>
                    <a:pt x="163592" y="133262"/>
                  </a:lnTo>
                  <a:lnTo>
                    <a:pt x="176065" y="86827"/>
                  </a:lnTo>
                  <a:lnTo>
                    <a:pt x="180166" y="379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10069868" y="1046318"/>
              <a:ext cx="31115" cy="347980"/>
            </a:xfrm>
            <a:custGeom>
              <a:avLst/>
              <a:gdLst/>
              <a:ahLst/>
              <a:cxnLst/>
              <a:rect l="l" t="t" r="r" b="b"/>
              <a:pathLst>
                <a:path w="31115" h="347980">
                  <a:moveTo>
                    <a:pt x="0" y="347881"/>
                  </a:moveTo>
                  <a:lnTo>
                    <a:pt x="30719" y="347881"/>
                  </a:lnTo>
                  <a:lnTo>
                    <a:pt x="30719" y="0"/>
                  </a:lnTo>
                  <a:lnTo>
                    <a:pt x="0" y="0"/>
                  </a:lnTo>
                  <a:lnTo>
                    <a:pt x="0" y="347881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9" name="object 179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813459" y="1080226"/>
              <a:ext cx="188181" cy="252666"/>
            </a:xfrm>
            <a:prstGeom prst="rect">
              <a:avLst/>
            </a:prstGeom>
          </p:spPr>
        </p:pic>
      </p:grpSp>
      <p:grpSp>
        <p:nvGrpSpPr>
          <p:cNvPr id="180" name="object 180" descr=""/>
          <p:cNvGrpSpPr/>
          <p:nvPr/>
        </p:nvGrpSpPr>
        <p:grpSpPr>
          <a:xfrm>
            <a:off x="10155528" y="1049229"/>
            <a:ext cx="325755" cy="347345"/>
            <a:chOff x="10155528" y="1049229"/>
            <a:chExt cx="325755" cy="347345"/>
          </a:xfrm>
        </p:grpSpPr>
        <p:sp>
          <p:nvSpPr>
            <p:cNvPr id="181" name="object 181" descr=""/>
            <p:cNvSpPr/>
            <p:nvPr/>
          </p:nvSpPr>
          <p:spPr>
            <a:xfrm>
              <a:off x="10159535" y="1053236"/>
              <a:ext cx="317500" cy="339725"/>
            </a:xfrm>
            <a:custGeom>
              <a:avLst/>
              <a:gdLst/>
              <a:ahLst/>
              <a:cxnLst/>
              <a:rect l="l" t="t" r="r" b="b"/>
              <a:pathLst>
                <a:path w="317500" h="339725">
                  <a:moveTo>
                    <a:pt x="73894" y="0"/>
                  </a:moveTo>
                  <a:lnTo>
                    <a:pt x="43450" y="0"/>
                  </a:lnTo>
                  <a:lnTo>
                    <a:pt x="43450" y="115684"/>
                  </a:lnTo>
                  <a:lnTo>
                    <a:pt x="280907" y="115684"/>
                  </a:lnTo>
                  <a:lnTo>
                    <a:pt x="280907" y="90499"/>
                  </a:lnTo>
                  <a:lnTo>
                    <a:pt x="73894" y="90499"/>
                  </a:lnTo>
                  <a:lnTo>
                    <a:pt x="73894" y="0"/>
                  </a:lnTo>
                  <a:close/>
                </a:path>
                <a:path w="317500" h="339725">
                  <a:moveTo>
                    <a:pt x="317438" y="156367"/>
                  </a:moveTo>
                  <a:lnTo>
                    <a:pt x="0" y="156367"/>
                  </a:lnTo>
                  <a:lnTo>
                    <a:pt x="0" y="181828"/>
                  </a:lnTo>
                  <a:lnTo>
                    <a:pt x="317438" y="181828"/>
                  </a:lnTo>
                  <a:lnTo>
                    <a:pt x="317438" y="156367"/>
                  </a:lnTo>
                  <a:close/>
                </a:path>
                <a:path w="317500" h="339725">
                  <a:moveTo>
                    <a:pt x="158304" y="213101"/>
                  </a:moveTo>
                  <a:lnTo>
                    <a:pt x="107896" y="217278"/>
                  </a:lnTo>
                  <a:lnTo>
                    <a:pt x="70123" y="229499"/>
                  </a:lnTo>
                  <a:lnTo>
                    <a:pt x="46413" y="249295"/>
                  </a:lnTo>
                  <a:lnTo>
                    <a:pt x="38193" y="276201"/>
                  </a:lnTo>
                  <a:lnTo>
                    <a:pt x="46413" y="303107"/>
                  </a:lnTo>
                  <a:lnTo>
                    <a:pt x="70123" y="322904"/>
                  </a:lnTo>
                  <a:lnTo>
                    <a:pt x="107896" y="335124"/>
                  </a:lnTo>
                  <a:lnTo>
                    <a:pt x="158304" y="339301"/>
                  </a:lnTo>
                  <a:lnTo>
                    <a:pt x="208513" y="335124"/>
                  </a:lnTo>
                  <a:lnTo>
                    <a:pt x="246139" y="322904"/>
                  </a:lnTo>
                  <a:lnTo>
                    <a:pt x="255320" y="315224"/>
                  </a:lnTo>
                  <a:lnTo>
                    <a:pt x="158304" y="315224"/>
                  </a:lnTo>
                  <a:lnTo>
                    <a:pt x="120916" y="312551"/>
                  </a:lnTo>
                  <a:lnTo>
                    <a:pt x="92920" y="304846"/>
                  </a:lnTo>
                  <a:lnTo>
                    <a:pt x="75407" y="292573"/>
                  </a:lnTo>
                  <a:lnTo>
                    <a:pt x="69465" y="276201"/>
                  </a:lnTo>
                  <a:lnTo>
                    <a:pt x="75407" y="259795"/>
                  </a:lnTo>
                  <a:lnTo>
                    <a:pt x="92920" y="247696"/>
                  </a:lnTo>
                  <a:lnTo>
                    <a:pt x="120916" y="240163"/>
                  </a:lnTo>
                  <a:lnTo>
                    <a:pt x="158304" y="237456"/>
                  </a:lnTo>
                  <a:lnTo>
                    <a:pt x="255652" y="237456"/>
                  </a:lnTo>
                  <a:lnTo>
                    <a:pt x="246139" y="229499"/>
                  </a:lnTo>
                  <a:lnTo>
                    <a:pt x="208513" y="217278"/>
                  </a:lnTo>
                  <a:lnTo>
                    <a:pt x="158304" y="213101"/>
                  </a:lnTo>
                  <a:close/>
                </a:path>
                <a:path w="317500" h="339725">
                  <a:moveTo>
                    <a:pt x="255652" y="237456"/>
                  </a:moveTo>
                  <a:lnTo>
                    <a:pt x="158304" y="237456"/>
                  </a:lnTo>
                  <a:lnTo>
                    <a:pt x="195540" y="240163"/>
                  </a:lnTo>
                  <a:lnTo>
                    <a:pt x="223515" y="247696"/>
                  </a:lnTo>
                  <a:lnTo>
                    <a:pt x="241162" y="259795"/>
                  </a:lnTo>
                  <a:lnTo>
                    <a:pt x="247419" y="276201"/>
                  </a:lnTo>
                  <a:lnTo>
                    <a:pt x="241162" y="292573"/>
                  </a:lnTo>
                  <a:lnTo>
                    <a:pt x="223515" y="304846"/>
                  </a:lnTo>
                  <a:lnTo>
                    <a:pt x="195540" y="312551"/>
                  </a:lnTo>
                  <a:lnTo>
                    <a:pt x="158304" y="315224"/>
                  </a:lnTo>
                  <a:lnTo>
                    <a:pt x="255320" y="315224"/>
                  </a:lnTo>
                  <a:lnTo>
                    <a:pt x="269806" y="303107"/>
                  </a:lnTo>
                  <a:lnTo>
                    <a:pt x="278138" y="276201"/>
                  </a:lnTo>
                  <a:lnTo>
                    <a:pt x="269806" y="249295"/>
                  </a:lnTo>
                  <a:lnTo>
                    <a:pt x="255652" y="2374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10159535" y="1053236"/>
              <a:ext cx="317500" cy="182245"/>
            </a:xfrm>
            <a:custGeom>
              <a:avLst/>
              <a:gdLst/>
              <a:ahLst/>
              <a:cxnLst/>
              <a:rect l="l" t="t" r="r" b="b"/>
              <a:pathLst>
                <a:path w="317500" h="182244">
                  <a:moveTo>
                    <a:pt x="73894" y="90499"/>
                  </a:moveTo>
                  <a:lnTo>
                    <a:pt x="73894" y="0"/>
                  </a:lnTo>
                  <a:lnTo>
                    <a:pt x="43450" y="0"/>
                  </a:lnTo>
                  <a:lnTo>
                    <a:pt x="43450" y="115684"/>
                  </a:lnTo>
                  <a:lnTo>
                    <a:pt x="280907" y="115684"/>
                  </a:lnTo>
                  <a:lnTo>
                    <a:pt x="280907" y="90499"/>
                  </a:lnTo>
                  <a:lnTo>
                    <a:pt x="73894" y="90499"/>
                  </a:lnTo>
                  <a:close/>
                </a:path>
                <a:path w="317500" h="182244">
                  <a:moveTo>
                    <a:pt x="0" y="181828"/>
                  </a:moveTo>
                  <a:lnTo>
                    <a:pt x="317438" y="181828"/>
                  </a:lnTo>
                  <a:lnTo>
                    <a:pt x="317438" y="156367"/>
                  </a:lnTo>
                  <a:lnTo>
                    <a:pt x="0" y="156367"/>
                  </a:lnTo>
                  <a:lnTo>
                    <a:pt x="0" y="181828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3" name="object 183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193721" y="1262330"/>
              <a:ext cx="247960" cy="134215"/>
            </a:xfrm>
            <a:prstGeom prst="rect">
              <a:avLst/>
            </a:prstGeom>
          </p:spPr>
        </p:pic>
      </p:grpSp>
      <p:pic>
        <p:nvPicPr>
          <p:cNvPr id="184" name="object 184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8908515" y="943271"/>
            <a:ext cx="11536" cy="6832909"/>
          </a:xfrm>
          <a:prstGeom prst="rect">
            <a:avLst/>
          </a:prstGeom>
        </p:spPr>
      </p:pic>
      <p:sp>
        <p:nvSpPr>
          <p:cNvPr id="185" name="object 185" descr=""/>
          <p:cNvSpPr/>
          <p:nvPr/>
        </p:nvSpPr>
        <p:spPr>
          <a:xfrm>
            <a:off x="9018372" y="3901253"/>
            <a:ext cx="298450" cy="313055"/>
          </a:xfrm>
          <a:custGeom>
            <a:avLst/>
            <a:gdLst/>
            <a:ahLst/>
            <a:cxnLst/>
            <a:rect l="l" t="t" r="r" b="b"/>
            <a:pathLst>
              <a:path w="298450" h="313054">
                <a:moveTo>
                  <a:pt x="148529" y="0"/>
                </a:moveTo>
                <a:lnTo>
                  <a:pt x="101757" y="5123"/>
                </a:lnTo>
                <a:lnTo>
                  <a:pt x="65580" y="19408"/>
                </a:lnTo>
                <a:lnTo>
                  <a:pt x="42235" y="41810"/>
                </a:lnTo>
                <a:lnTo>
                  <a:pt x="33956" y="71284"/>
                </a:lnTo>
                <a:lnTo>
                  <a:pt x="42235" y="100558"/>
                </a:lnTo>
                <a:lnTo>
                  <a:pt x="65580" y="122737"/>
                </a:lnTo>
                <a:lnTo>
                  <a:pt x="101757" y="136751"/>
                </a:lnTo>
                <a:lnTo>
                  <a:pt x="148529" y="141530"/>
                </a:lnTo>
                <a:lnTo>
                  <a:pt x="195341" y="136751"/>
                </a:lnTo>
                <a:lnTo>
                  <a:pt x="231607" y="122737"/>
                </a:lnTo>
                <a:lnTo>
                  <a:pt x="236126" y="118460"/>
                </a:lnTo>
                <a:lnTo>
                  <a:pt x="148529" y="118460"/>
                </a:lnTo>
                <a:lnTo>
                  <a:pt x="113774" y="115135"/>
                </a:lnTo>
                <a:lnTo>
                  <a:pt x="86868" y="105662"/>
                </a:lnTo>
                <a:lnTo>
                  <a:pt x="69537" y="90793"/>
                </a:lnTo>
                <a:lnTo>
                  <a:pt x="63507" y="71284"/>
                </a:lnTo>
                <a:lnTo>
                  <a:pt x="69537" y="51583"/>
                </a:lnTo>
                <a:lnTo>
                  <a:pt x="86868" y="36549"/>
                </a:lnTo>
                <a:lnTo>
                  <a:pt x="113774" y="26958"/>
                </a:lnTo>
                <a:lnTo>
                  <a:pt x="148529" y="23588"/>
                </a:lnTo>
                <a:lnTo>
                  <a:pt x="235979" y="23588"/>
                </a:lnTo>
                <a:lnTo>
                  <a:pt x="231607" y="19408"/>
                </a:lnTo>
                <a:lnTo>
                  <a:pt x="195341" y="5123"/>
                </a:lnTo>
                <a:lnTo>
                  <a:pt x="148529" y="0"/>
                </a:lnTo>
                <a:close/>
              </a:path>
              <a:path w="298450" h="313054">
                <a:moveTo>
                  <a:pt x="235979" y="23588"/>
                </a:moveTo>
                <a:lnTo>
                  <a:pt x="148529" y="23588"/>
                </a:lnTo>
                <a:lnTo>
                  <a:pt x="183288" y="26958"/>
                </a:lnTo>
                <a:lnTo>
                  <a:pt x="210222" y="36549"/>
                </a:lnTo>
                <a:lnTo>
                  <a:pt x="227630" y="51583"/>
                </a:lnTo>
                <a:lnTo>
                  <a:pt x="233810" y="71284"/>
                </a:lnTo>
                <a:lnTo>
                  <a:pt x="227630" y="90793"/>
                </a:lnTo>
                <a:lnTo>
                  <a:pt x="210222" y="105662"/>
                </a:lnTo>
                <a:lnTo>
                  <a:pt x="183288" y="115135"/>
                </a:lnTo>
                <a:lnTo>
                  <a:pt x="148529" y="118460"/>
                </a:lnTo>
                <a:lnTo>
                  <a:pt x="236126" y="118460"/>
                </a:lnTo>
                <a:lnTo>
                  <a:pt x="255041" y="100558"/>
                </a:lnTo>
                <a:lnTo>
                  <a:pt x="263360" y="71284"/>
                </a:lnTo>
                <a:lnTo>
                  <a:pt x="255041" y="41810"/>
                </a:lnTo>
                <a:lnTo>
                  <a:pt x="235979" y="23588"/>
                </a:lnTo>
                <a:close/>
              </a:path>
              <a:path w="298450" h="313054">
                <a:moveTo>
                  <a:pt x="107055" y="196483"/>
                </a:moveTo>
                <a:lnTo>
                  <a:pt x="77504" y="196483"/>
                </a:lnTo>
                <a:lnTo>
                  <a:pt x="77504" y="312871"/>
                </a:lnTo>
                <a:lnTo>
                  <a:pt x="107055" y="312871"/>
                </a:lnTo>
                <a:lnTo>
                  <a:pt x="107055" y="196483"/>
                </a:lnTo>
                <a:close/>
              </a:path>
              <a:path w="298450" h="313054">
                <a:moveTo>
                  <a:pt x="219812" y="196483"/>
                </a:moveTo>
                <a:lnTo>
                  <a:pt x="190781" y="196483"/>
                </a:lnTo>
                <a:lnTo>
                  <a:pt x="190781" y="312871"/>
                </a:lnTo>
                <a:lnTo>
                  <a:pt x="219812" y="312871"/>
                </a:lnTo>
                <a:lnTo>
                  <a:pt x="219812" y="196483"/>
                </a:lnTo>
                <a:close/>
              </a:path>
              <a:path w="298450" h="313054">
                <a:moveTo>
                  <a:pt x="298354" y="172636"/>
                </a:moveTo>
                <a:lnTo>
                  <a:pt x="0" y="172636"/>
                </a:lnTo>
                <a:lnTo>
                  <a:pt x="0" y="196483"/>
                </a:lnTo>
                <a:lnTo>
                  <a:pt x="298354" y="196483"/>
                </a:lnTo>
                <a:lnTo>
                  <a:pt x="298354" y="1726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 descr=""/>
          <p:cNvSpPr/>
          <p:nvPr/>
        </p:nvSpPr>
        <p:spPr>
          <a:xfrm>
            <a:off x="9383077" y="3903979"/>
            <a:ext cx="224790" cy="147320"/>
          </a:xfrm>
          <a:custGeom>
            <a:avLst/>
            <a:gdLst/>
            <a:ahLst/>
            <a:cxnLst/>
            <a:rect l="l" t="t" r="r" b="b"/>
            <a:pathLst>
              <a:path w="224790" h="147320">
                <a:moveTo>
                  <a:pt x="224485" y="123190"/>
                </a:moveTo>
                <a:lnTo>
                  <a:pt x="28511" y="123190"/>
                </a:lnTo>
                <a:lnTo>
                  <a:pt x="28511" y="83820"/>
                </a:lnTo>
                <a:lnTo>
                  <a:pt x="213080" y="83820"/>
                </a:lnTo>
                <a:lnTo>
                  <a:pt x="213080" y="59690"/>
                </a:lnTo>
                <a:lnTo>
                  <a:pt x="28511" y="59690"/>
                </a:lnTo>
                <a:lnTo>
                  <a:pt x="28511" y="22860"/>
                </a:lnTo>
                <a:lnTo>
                  <a:pt x="220853" y="22860"/>
                </a:lnTo>
                <a:lnTo>
                  <a:pt x="220853" y="0"/>
                </a:lnTo>
                <a:lnTo>
                  <a:pt x="0" y="0"/>
                </a:lnTo>
                <a:lnTo>
                  <a:pt x="0" y="22860"/>
                </a:lnTo>
                <a:lnTo>
                  <a:pt x="0" y="59690"/>
                </a:lnTo>
                <a:lnTo>
                  <a:pt x="0" y="83820"/>
                </a:lnTo>
                <a:lnTo>
                  <a:pt x="0" y="123190"/>
                </a:lnTo>
                <a:lnTo>
                  <a:pt x="0" y="147320"/>
                </a:lnTo>
                <a:lnTo>
                  <a:pt x="224485" y="147320"/>
                </a:lnTo>
                <a:lnTo>
                  <a:pt x="224485" y="1231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 descr=""/>
          <p:cNvSpPr/>
          <p:nvPr/>
        </p:nvSpPr>
        <p:spPr>
          <a:xfrm>
            <a:off x="9421190" y="4109142"/>
            <a:ext cx="29209" cy="105410"/>
          </a:xfrm>
          <a:custGeom>
            <a:avLst/>
            <a:gdLst/>
            <a:ahLst/>
            <a:cxnLst/>
            <a:rect l="l" t="t" r="r" b="b"/>
            <a:pathLst>
              <a:path w="29209" h="105410">
                <a:moveTo>
                  <a:pt x="28772" y="0"/>
                </a:moveTo>
                <a:lnTo>
                  <a:pt x="0" y="0"/>
                </a:lnTo>
                <a:lnTo>
                  <a:pt x="0" y="104981"/>
                </a:lnTo>
                <a:lnTo>
                  <a:pt x="28772" y="104981"/>
                </a:lnTo>
                <a:lnTo>
                  <a:pt x="287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 descr=""/>
          <p:cNvSpPr/>
          <p:nvPr/>
        </p:nvSpPr>
        <p:spPr>
          <a:xfrm>
            <a:off x="9342894" y="4085043"/>
            <a:ext cx="298450" cy="129539"/>
          </a:xfrm>
          <a:custGeom>
            <a:avLst/>
            <a:gdLst/>
            <a:ahLst/>
            <a:cxnLst/>
            <a:rect l="l" t="t" r="r" b="b"/>
            <a:pathLst>
              <a:path w="298450" h="129539">
                <a:moveTo>
                  <a:pt x="298361" y="0"/>
                </a:moveTo>
                <a:lnTo>
                  <a:pt x="0" y="0"/>
                </a:lnTo>
                <a:lnTo>
                  <a:pt x="0" y="24104"/>
                </a:lnTo>
                <a:lnTo>
                  <a:pt x="191300" y="24104"/>
                </a:lnTo>
                <a:lnTo>
                  <a:pt x="191300" y="129082"/>
                </a:lnTo>
                <a:lnTo>
                  <a:pt x="220078" y="129082"/>
                </a:lnTo>
                <a:lnTo>
                  <a:pt x="220078" y="24104"/>
                </a:lnTo>
                <a:lnTo>
                  <a:pt x="298361" y="24104"/>
                </a:lnTo>
                <a:lnTo>
                  <a:pt x="2983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 descr=""/>
          <p:cNvSpPr/>
          <p:nvPr/>
        </p:nvSpPr>
        <p:spPr>
          <a:xfrm>
            <a:off x="9703206" y="3911599"/>
            <a:ext cx="226695" cy="170180"/>
          </a:xfrm>
          <a:custGeom>
            <a:avLst/>
            <a:gdLst/>
            <a:ahLst/>
            <a:cxnLst/>
            <a:rect l="l" t="t" r="r" b="b"/>
            <a:pathLst>
              <a:path w="226695" h="170179">
                <a:moveTo>
                  <a:pt x="226555" y="60972"/>
                </a:moveTo>
                <a:lnTo>
                  <a:pt x="28778" y="60972"/>
                </a:lnTo>
                <a:lnTo>
                  <a:pt x="28778" y="0"/>
                </a:lnTo>
                <a:lnTo>
                  <a:pt x="0" y="0"/>
                </a:lnTo>
                <a:lnTo>
                  <a:pt x="0" y="60972"/>
                </a:lnTo>
                <a:lnTo>
                  <a:pt x="0" y="83820"/>
                </a:lnTo>
                <a:lnTo>
                  <a:pt x="0" y="146050"/>
                </a:lnTo>
                <a:lnTo>
                  <a:pt x="0" y="170180"/>
                </a:lnTo>
                <a:lnTo>
                  <a:pt x="226555" y="170180"/>
                </a:lnTo>
                <a:lnTo>
                  <a:pt x="226555" y="146481"/>
                </a:lnTo>
                <a:lnTo>
                  <a:pt x="226555" y="146050"/>
                </a:lnTo>
                <a:lnTo>
                  <a:pt x="226555" y="84010"/>
                </a:lnTo>
                <a:lnTo>
                  <a:pt x="198043" y="84010"/>
                </a:lnTo>
                <a:lnTo>
                  <a:pt x="198043" y="146050"/>
                </a:lnTo>
                <a:lnTo>
                  <a:pt x="28778" y="146050"/>
                </a:lnTo>
                <a:lnTo>
                  <a:pt x="28778" y="83820"/>
                </a:lnTo>
                <a:lnTo>
                  <a:pt x="226555" y="83820"/>
                </a:lnTo>
                <a:lnTo>
                  <a:pt x="226555" y="60972"/>
                </a:lnTo>
                <a:close/>
              </a:path>
              <a:path w="226695" h="170179">
                <a:moveTo>
                  <a:pt x="226555" y="25"/>
                </a:moveTo>
                <a:lnTo>
                  <a:pt x="198043" y="25"/>
                </a:lnTo>
                <a:lnTo>
                  <a:pt x="198043" y="60947"/>
                </a:lnTo>
                <a:lnTo>
                  <a:pt x="226555" y="60947"/>
                </a:lnTo>
                <a:lnTo>
                  <a:pt x="226555" y="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 descr=""/>
          <p:cNvSpPr/>
          <p:nvPr/>
        </p:nvSpPr>
        <p:spPr>
          <a:xfrm>
            <a:off x="9667951" y="3888295"/>
            <a:ext cx="603885" cy="326390"/>
          </a:xfrm>
          <a:custGeom>
            <a:avLst/>
            <a:gdLst/>
            <a:ahLst/>
            <a:cxnLst/>
            <a:rect l="l" t="t" r="r" b="b"/>
            <a:pathLst>
              <a:path w="603884" h="326389">
                <a:moveTo>
                  <a:pt x="298361" y="258178"/>
                </a:moveTo>
                <a:lnTo>
                  <a:pt x="0" y="258178"/>
                </a:lnTo>
                <a:lnTo>
                  <a:pt x="0" y="282282"/>
                </a:lnTo>
                <a:lnTo>
                  <a:pt x="298361" y="282282"/>
                </a:lnTo>
                <a:lnTo>
                  <a:pt x="298361" y="258178"/>
                </a:lnTo>
                <a:close/>
              </a:path>
              <a:path w="603884" h="326389">
                <a:moveTo>
                  <a:pt x="538391" y="6997"/>
                </a:moveTo>
                <a:lnTo>
                  <a:pt x="510654" y="6997"/>
                </a:lnTo>
                <a:lnTo>
                  <a:pt x="510654" y="127012"/>
                </a:lnTo>
                <a:lnTo>
                  <a:pt x="468528" y="127012"/>
                </a:lnTo>
                <a:lnTo>
                  <a:pt x="461619" y="85547"/>
                </a:lnTo>
                <a:lnTo>
                  <a:pt x="447090" y="54444"/>
                </a:lnTo>
                <a:lnTo>
                  <a:pt x="446989" y="54216"/>
                </a:lnTo>
                <a:lnTo>
                  <a:pt x="441960" y="49568"/>
                </a:lnTo>
                <a:lnTo>
                  <a:pt x="441960" y="140500"/>
                </a:lnTo>
                <a:lnTo>
                  <a:pt x="438912" y="176288"/>
                </a:lnTo>
                <a:lnTo>
                  <a:pt x="430199" y="203454"/>
                </a:lnTo>
                <a:lnTo>
                  <a:pt x="416483" y="220649"/>
                </a:lnTo>
                <a:lnTo>
                  <a:pt x="398411" y="226555"/>
                </a:lnTo>
                <a:lnTo>
                  <a:pt x="380644" y="220649"/>
                </a:lnTo>
                <a:lnTo>
                  <a:pt x="367118" y="203454"/>
                </a:lnTo>
                <a:lnTo>
                  <a:pt x="358533" y="176288"/>
                </a:lnTo>
                <a:lnTo>
                  <a:pt x="355650" y="140500"/>
                </a:lnTo>
                <a:lnTo>
                  <a:pt x="358533" y="104736"/>
                </a:lnTo>
                <a:lnTo>
                  <a:pt x="367118" y="77635"/>
                </a:lnTo>
                <a:lnTo>
                  <a:pt x="380644" y="60452"/>
                </a:lnTo>
                <a:lnTo>
                  <a:pt x="398411" y="54444"/>
                </a:lnTo>
                <a:lnTo>
                  <a:pt x="416483" y="60452"/>
                </a:lnTo>
                <a:lnTo>
                  <a:pt x="430199" y="77635"/>
                </a:lnTo>
                <a:lnTo>
                  <a:pt x="438912" y="104736"/>
                </a:lnTo>
                <a:lnTo>
                  <a:pt x="441960" y="140500"/>
                </a:lnTo>
                <a:lnTo>
                  <a:pt x="441960" y="49568"/>
                </a:lnTo>
                <a:lnTo>
                  <a:pt x="425589" y="34391"/>
                </a:lnTo>
                <a:lnTo>
                  <a:pt x="398411" y="27482"/>
                </a:lnTo>
                <a:lnTo>
                  <a:pt x="369697" y="35407"/>
                </a:lnTo>
                <a:lnTo>
                  <a:pt x="347700" y="58039"/>
                </a:lnTo>
                <a:lnTo>
                  <a:pt x="333641" y="93637"/>
                </a:lnTo>
                <a:lnTo>
                  <a:pt x="328688" y="140500"/>
                </a:lnTo>
                <a:lnTo>
                  <a:pt x="333641" y="187540"/>
                </a:lnTo>
                <a:lnTo>
                  <a:pt x="347700" y="223278"/>
                </a:lnTo>
                <a:lnTo>
                  <a:pt x="369697" y="245948"/>
                </a:lnTo>
                <a:lnTo>
                  <a:pt x="398411" y="253771"/>
                </a:lnTo>
                <a:lnTo>
                  <a:pt x="425996" y="246735"/>
                </a:lnTo>
                <a:lnTo>
                  <a:pt x="447243" y="226555"/>
                </a:lnTo>
                <a:lnTo>
                  <a:pt x="447586" y="226237"/>
                </a:lnTo>
                <a:lnTo>
                  <a:pt x="462153" y="193776"/>
                </a:lnTo>
                <a:lnTo>
                  <a:pt x="468655" y="150863"/>
                </a:lnTo>
                <a:lnTo>
                  <a:pt x="510654" y="150863"/>
                </a:lnTo>
                <a:lnTo>
                  <a:pt x="510654" y="309245"/>
                </a:lnTo>
                <a:lnTo>
                  <a:pt x="538391" y="309245"/>
                </a:lnTo>
                <a:lnTo>
                  <a:pt x="538391" y="150863"/>
                </a:lnTo>
                <a:lnTo>
                  <a:pt x="538391" y="127012"/>
                </a:lnTo>
                <a:lnTo>
                  <a:pt x="538391" y="6997"/>
                </a:lnTo>
                <a:close/>
              </a:path>
              <a:path w="603884" h="326389">
                <a:moveTo>
                  <a:pt x="603707" y="0"/>
                </a:moveTo>
                <a:lnTo>
                  <a:pt x="575970" y="0"/>
                </a:lnTo>
                <a:lnTo>
                  <a:pt x="575970" y="325831"/>
                </a:lnTo>
                <a:lnTo>
                  <a:pt x="603707" y="325831"/>
                </a:lnTo>
                <a:lnTo>
                  <a:pt x="6037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 descr=""/>
          <p:cNvSpPr/>
          <p:nvPr/>
        </p:nvSpPr>
        <p:spPr>
          <a:xfrm>
            <a:off x="10414724" y="3888295"/>
            <a:ext cx="589280" cy="326390"/>
          </a:xfrm>
          <a:custGeom>
            <a:avLst/>
            <a:gdLst/>
            <a:ahLst/>
            <a:cxnLst/>
            <a:rect l="l" t="t" r="r" b="b"/>
            <a:pathLst>
              <a:path w="589279" h="326389">
                <a:moveTo>
                  <a:pt x="210223" y="6997"/>
                </a:moveTo>
                <a:lnTo>
                  <a:pt x="182740" y="6997"/>
                </a:lnTo>
                <a:lnTo>
                  <a:pt x="182740" y="79070"/>
                </a:lnTo>
                <a:lnTo>
                  <a:pt x="182740" y="102908"/>
                </a:lnTo>
                <a:lnTo>
                  <a:pt x="182740" y="178079"/>
                </a:lnTo>
                <a:lnTo>
                  <a:pt x="136994" y="178079"/>
                </a:lnTo>
                <a:lnTo>
                  <a:pt x="138379" y="169291"/>
                </a:lnTo>
                <a:lnTo>
                  <a:pt x="139395" y="160070"/>
                </a:lnTo>
                <a:lnTo>
                  <a:pt x="140017" y="150456"/>
                </a:lnTo>
                <a:lnTo>
                  <a:pt x="140233" y="140500"/>
                </a:lnTo>
                <a:lnTo>
                  <a:pt x="140017" y="130492"/>
                </a:lnTo>
                <a:lnTo>
                  <a:pt x="139395" y="120878"/>
                </a:lnTo>
                <a:lnTo>
                  <a:pt x="138379" y="111683"/>
                </a:lnTo>
                <a:lnTo>
                  <a:pt x="136994" y="102908"/>
                </a:lnTo>
                <a:lnTo>
                  <a:pt x="182740" y="102908"/>
                </a:lnTo>
                <a:lnTo>
                  <a:pt x="182740" y="79070"/>
                </a:lnTo>
                <a:lnTo>
                  <a:pt x="130771" y="79070"/>
                </a:lnTo>
                <a:lnTo>
                  <a:pt x="120307" y="57226"/>
                </a:lnTo>
                <a:lnTo>
                  <a:pt x="117919" y="54444"/>
                </a:lnTo>
                <a:lnTo>
                  <a:pt x="113538" y="49339"/>
                </a:lnTo>
                <a:lnTo>
                  <a:pt x="113538" y="140500"/>
                </a:lnTo>
                <a:lnTo>
                  <a:pt x="110439" y="176288"/>
                </a:lnTo>
                <a:lnTo>
                  <a:pt x="101638" y="203454"/>
                </a:lnTo>
                <a:lnTo>
                  <a:pt x="87833" y="220649"/>
                </a:lnTo>
                <a:lnTo>
                  <a:pt x="69723" y="226555"/>
                </a:lnTo>
                <a:lnTo>
                  <a:pt x="51701" y="220649"/>
                </a:lnTo>
                <a:lnTo>
                  <a:pt x="38100" y="203454"/>
                </a:lnTo>
                <a:lnTo>
                  <a:pt x="29552" y="176288"/>
                </a:lnTo>
                <a:lnTo>
                  <a:pt x="26695" y="140500"/>
                </a:lnTo>
                <a:lnTo>
                  <a:pt x="29552" y="104736"/>
                </a:lnTo>
                <a:lnTo>
                  <a:pt x="38100" y="77635"/>
                </a:lnTo>
                <a:lnTo>
                  <a:pt x="51701" y="60452"/>
                </a:lnTo>
                <a:lnTo>
                  <a:pt x="69723" y="54444"/>
                </a:lnTo>
                <a:lnTo>
                  <a:pt x="87833" y="60452"/>
                </a:lnTo>
                <a:lnTo>
                  <a:pt x="101638" y="77635"/>
                </a:lnTo>
                <a:lnTo>
                  <a:pt x="110439" y="104736"/>
                </a:lnTo>
                <a:lnTo>
                  <a:pt x="113538" y="140500"/>
                </a:lnTo>
                <a:lnTo>
                  <a:pt x="113538" y="49339"/>
                </a:lnTo>
                <a:lnTo>
                  <a:pt x="106426" y="41021"/>
                </a:lnTo>
                <a:lnTo>
                  <a:pt x="89458" y="30949"/>
                </a:lnTo>
                <a:lnTo>
                  <a:pt x="69723" y="27482"/>
                </a:lnTo>
                <a:lnTo>
                  <a:pt x="41008" y="35407"/>
                </a:lnTo>
                <a:lnTo>
                  <a:pt x="19024" y="58039"/>
                </a:lnTo>
                <a:lnTo>
                  <a:pt x="4953" y="93637"/>
                </a:lnTo>
                <a:lnTo>
                  <a:pt x="0" y="140500"/>
                </a:lnTo>
                <a:lnTo>
                  <a:pt x="4953" y="187540"/>
                </a:lnTo>
                <a:lnTo>
                  <a:pt x="19024" y="223278"/>
                </a:lnTo>
                <a:lnTo>
                  <a:pt x="41008" y="245948"/>
                </a:lnTo>
                <a:lnTo>
                  <a:pt x="69723" y="253771"/>
                </a:lnTo>
                <a:lnTo>
                  <a:pt x="89458" y="250380"/>
                </a:lnTo>
                <a:lnTo>
                  <a:pt x="106426" y="240322"/>
                </a:lnTo>
                <a:lnTo>
                  <a:pt x="118198" y="226555"/>
                </a:lnTo>
                <a:lnTo>
                  <a:pt x="120307" y="224104"/>
                </a:lnTo>
                <a:lnTo>
                  <a:pt x="130771" y="202184"/>
                </a:lnTo>
                <a:lnTo>
                  <a:pt x="182740" y="202184"/>
                </a:lnTo>
                <a:lnTo>
                  <a:pt x="182740" y="309245"/>
                </a:lnTo>
                <a:lnTo>
                  <a:pt x="210223" y="309245"/>
                </a:lnTo>
                <a:lnTo>
                  <a:pt x="210223" y="202184"/>
                </a:lnTo>
                <a:lnTo>
                  <a:pt x="210223" y="178079"/>
                </a:lnTo>
                <a:lnTo>
                  <a:pt x="210223" y="102908"/>
                </a:lnTo>
                <a:lnTo>
                  <a:pt x="210223" y="79070"/>
                </a:lnTo>
                <a:lnTo>
                  <a:pt x="210223" y="6997"/>
                </a:lnTo>
                <a:close/>
              </a:path>
              <a:path w="589279" h="326389">
                <a:moveTo>
                  <a:pt x="275018" y="0"/>
                </a:moveTo>
                <a:lnTo>
                  <a:pt x="247294" y="0"/>
                </a:lnTo>
                <a:lnTo>
                  <a:pt x="247294" y="325831"/>
                </a:lnTo>
                <a:lnTo>
                  <a:pt x="275018" y="325831"/>
                </a:lnTo>
                <a:lnTo>
                  <a:pt x="275018" y="0"/>
                </a:lnTo>
                <a:close/>
              </a:path>
              <a:path w="589279" h="326389">
                <a:moveTo>
                  <a:pt x="524383" y="228625"/>
                </a:moveTo>
                <a:lnTo>
                  <a:pt x="490347" y="205752"/>
                </a:lnTo>
                <a:lnTo>
                  <a:pt x="462241" y="172224"/>
                </a:lnTo>
                <a:lnTo>
                  <a:pt x="443179" y="131635"/>
                </a:lnTo>
                <a:lnTo>
                  <a:pt x="436257" y="87617"/>
                </a:lnTo>
                <a:lnTo>
                  <a:pt x="436257" y="28257"/>
                </a:lnTo>
                <a:lnTo>
                  <a:pt x="407479" y="28257"/>
                </a:lnTo>
                <a:lnTo>
                  <a:pt x="407479" y="87617"/>
                </a:lnTo>
                <a:lnTo>
                  <a:pt x="400304" y="133350"/>
                </a:lnTo>
                <a:lnTo>
                  <a:pt x="381101" y="175488"/>
                </a:lnTo>
                <a:lnTo>
                  <a:pt x="352882" y="210235"/>
                </a:lnTo>
                <a:lnTo>
                  <a:pt x="318566" y="233819"/>
                </a:lnTo>
                <a:lnTo>
                  <a:pt x="336715" y="257924"/>
                </a:lnTo>
                <a:lnTo>
                  <a:pt x="364083" y="239598"/>
                </a:lnTo>
                <a:lnTo>
                  <a:pt x="388124" y="214325"/>
                </a:lnTo>
                <a:lnTo>
                  <a:pt x="407822" y="183426"/>
                </a:lnTo>
                <a:lnTo>
                  <a:pt x="422122" y="148272"/>
                </a:lnTo>
                <a:lnTo>
                  <a:pt x="436702" y="181419"/>
                </a:lnTo>
                <a:lnTo>
                  <a:pt x="456374" y="210451"/>
                </a:lnTo>
                <a:lnTo>
                  <a:pt x="480085" y="234188"/>
                </a:lnTo>
                <a:lnTo>
                  <a:pt x="506755" y="251447"/>
                </a:lnTo>
                <a:lnTo>
                  <a:pt x="524383" y="228625"/>
                </a:lnTo>
                <a:close/>
              </a:path>
              <a:path w="589279" h="326389">
                <a:moveTo>
                  <a:pt x="588937" y="0"/>
                </a:moveTo>
                <a:lnTo>
                  <a:pt x="560158" y="0"/>
                </a:lnTo>
                <a:lnTo>
                  <a:pt x="560158" y="326351"/>
                </a:lnTo>
                <a:lnTo>
                  <a:pt x="588937" y="326351"/>
                </a:lnTo>
                <a:lnTo>
                  <a:pt x="5889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 descr=""/>
          <p:cNvSpPr/>
          <p:nvPr/>
        </p:nvSpPr>
        <p:spPr>
          <a:xfrm>
            <a:off x="11158567" y="3888292"/>
            <a:ext cx="266065" cy="325120"/>
          </a:xfrm>
          <a:custGeom>
            <a:avLst/>
            <a:gdLst/>
            <a:ahLst/>
            <a:cxnLst/>
            <a:rect l="l" t="t" r="r" b="b"/>
            <a:pathLst>
              <a:path w="266065" h="325120">
                <a:moveTo>
                  <a:pt x="264915" y="146455"/>
                </a:moveTo>
                <a:lnTo>
                  <a:pt x="236142" y="146455"/>
                </a:lnTo>
                <a:lnTo>
                  <a:pt x="236142" y="193114"/>
                </a:lnTo>
                <a:lnTo>
                  <a:pt x="264915" y="193114"/>
                </a:lnTo>
                <a:lnTo>
                  <a:pt x="264915" y="146455"/>
                </a:lnTo>
                <a:close/>
              </a:path>
              <a:path w="266065" h="325120">
                <a:moveTo>
                  <a:pt x="84503" y="19700"/>
                </a:moveTo>
                <a:lnTo>
                  <a:pt x="50704" y="25245"/>
                </a:lnTo>
                <a:lnTo>
                  <a:pt x="23879" y="41117"/>
                </a:lnTo>
                <a:lnTo>
                  <a:pt x="6241" y="65593"/>
                </a:lnTo>
                <a:lnTo>
                  <a:pt x="0" y="96945"/>
                </a:lnTo>
                <a:lnTo>
                  <a:pt x="6241" y="128148"/>
                </a:lnTo>
                <a:lnTo>
                  <a:pt x="23879" y="152547"/>
                </a:lnTo>
                <a:lnTo>
                  <a:pt x="50704" y="168391"/>
                </a:lnTo>
                <a:lnTo>
                  <a:pt x="84503" y="173932"/>
                </a:lnTo>
                <a:lnTo>
                  <a:pt x="104290" y="172136"/>
                </a:lnTo>
                <a:lnTo>
                  <a:pt x="122169" y="166755"/>
                </a:lnTo>
                <a:lnTo>
                  <a:pt x="137740" y="158093"/>
                </a:lnTo>
                <a:lnTo>
                  <a:pt x="147451" y="149307"/>
                </a:lnTo>
                <a:lnTo>
                  <a:pt x="84503" y="149307"/>
                </a:lnTo>
                <a:lnTo>
                  <a:pt x="61595" y="145499"/>
                </a:lnTo>
                <a:lnTo>
                  <a:pt x="43547" y="134596"/>
                </a:lnTo>
                <a:lnTo>
                  <a:pt x="31720" y="117958"/>
                </a:lnTo>
                <a:lnTo>
                  <a:pt x="27476" y="96945"/>
                </a:lnTo>
                <a:lnTo>
                  <a:pt x="31720" y="75714"/>
                </a:lnTo>
                <a:lnTo>
                  <a:pt x="43547" y="59100"/>
                </a:lnTo>
                <a:lnTo>
                  <a:pt x="61595" y="48319"/>
                </a:lnTo>
                <a:lnTo>
                  <a:pt x="84503" y="44585"/>
                </a:lnTo>
                <a:lnTo>
                  <a:pt x="147738" y="44585"/>
                </a:lnTo>
                <a:lnTo>
                  <a:pt x="137740" y="35538"/>
                </a:lnTo>
                <a:lnTo>
                  <a:pt x="122169" y="26877"/>
                </a:lnTo>
                <a:lnTo>
                  <a:pt x="104290" y="21496"/>
                </a:lnTo>
                <a:lnTo>
                  <a:pt x="84503" y="19700"/>
                </a:lnTo>
                <a:close/>
              </a:path>
              <a:path w="266065" h="325120">
                <a:moveTo>
                  <a:pt x="147738" y="44585"/>
                </a:moveTo>
                <a:lnTo>
                  <a:pt x="84503" y="44585"/>
                </a:lnTo>
                <a:lnTo>
                  <a:pt x="107001" y="48319"/>
                </a:lnTo>
                <a:lnTo>
                  <a:pt x="124907" y="59100"/>
                </a:lnTo>
                <a:lnTo>
                  <a:pt x="136738" y="75714"/>
                </a:lnTo>
                <a:lnTo>
                  <a:pt x="141011" y="96945"/>
                </a:lnTo>
                <a:lnTo>
                  <a:pt x="136738" y="117958"/>
                </a:lnTo>
                <a:lnTo>
                  <a:pt x="124907" y="134596"/>
                </a:lnTo>
                <a:lnTo>
                  <a:pt x="107001" y="145499"/>
                </a:lnTo>
                <a:lnTo>
                  <a:pt x="84503" y="149307"/>
                </a:lnTo>
                <a:lnTo>
                  <a:pt x="147451" y="149307"/>
                </a:lnTo>
                <a:lnTo>
                  <a:pt x="150602" y="146455"/>
                </a:lnTo>
                <a:lnTo>
                  <a:pt x="264915" y="146455"/>
                </a:lnTo>
                <a:lnTo>
                  <a:pt x="264915" y="122608"/>
                </a:lnTo>
                <a:lnTo>
                  <a:pt x="164470" y="122608"/>
                </a:lnTo>
                <a:lnTo>
                  <a:pt x="166286" y="116557"/>
                </a:lnTo>
                <a:lnTo>
                  <a:pt x="167629" y="110263"/>
                </a:lnTo>
                <a:lnTo>
                  <a:pt x="168462" y="103726"/>
                </a:lnTo>
                <a:lnTo>
                  <a:pt x="168747" y="96945"/>
                </a:lnTo>
                <a:lnTo>
                  <a:pt x="168460" y="90048"/>
                </a:lnTo>
                <a:lnTo>
                  <a:pt x="167613" y="83369"/>
                </a:lnTo>
                <a:lnTo>
                  <a:pt x="166232" y="76933"/>
                </a:lnTo>
                <a:lnTo>
                  <a:pt x="164341" y="70765"/>
                </a:lnTo>
                <a:lnTo>
                  <a:pt x="264915" y="70765"/>
                </a:lnTo>
                <a:lnTo>
                  <a:pt x="264915" y="47176"/>
                </a:lnTo>
                <a:lnTo>
                  <a:pt x="150602" y="47176"/>
                </a:lnTo>
                <a:lnTo>
                  <a:pt x="147738" y="44585"/>
                </a:lnTo>
                <a:close/>
              </a:path>
              <a:path w="266065" h="325120">
                <a:moveTo>
                  <a:pt x="264915" y="70765"/>
                </a:moveTo>
                <a:lnTo>
                  <a:pt x="236142" y="70765"/>
                </a:lnTo>
                <a:lnTo>
                  <a:pt x="236142" y="122608"/>
                </a:lnTo>
                <a:lnTo>
                  <a:pt x="264915" y="122608"/>
                </a:lnTo>
                <a:lnTo>
                  <a:pt x="264915" y="70765"/>
                </a:lnTo>
                <a:close/>
              </a:path>
              <a:path w="266065" h="325120">
                <a:moveTo>
                  <a:pt x="264915" y="0"/>
                </a:moveTo>
                <a:lnTo>
                  <a:pt x="236142" y="0"/>
                </a:lnTo>
                <a:lnTo>
                  <a:pt x="236142" y="47176"/>
                </a:lnTo>
                <a:lnTo>
                  <a:pt x="264915" y="47176"/>
                </a:lnTo>
                <a:lnTo>
                  <a:pt x="264915" y="0"/>
                </a:lnTo>
                <a:close/>
              </a:path>
              <a:path w="266065" h="325120">
                <a:moveTo>
                  <a:pt x="156824" y="200631"/>
                </a:moveTo>
                <a:lnTo>
                  <a:pt x="111194" y="204811"/>
                </a:lnTo>
                <a:lnTo>
                  <a:pt x="76791" y="216961"/>
                </a:lnTo>
                <a:lnTo>
                  <a:pt x="55122" y="236500"/>
                </a:lnTo>
                <a:lnTo>
                  <a:pt x="47694" y="262842"/>
                </a:lnTo>
                <a:lnTo>
                  <a:pt x="55122" y="289185"/>
                </a:lnTo>
                <a:lnTo>
                  <a:pt x="76791" y="308723"/>
                </a:lnTo>
                <a:lnTo>
                  <a:pt x="111194" y="320874"/>
                </a:lnTo>
                <a:lnTo>
                  <a:pt x="156824" y="325053"/>
                </a:lnTo>
                <a:lnTo>
                  <a:pt x="202307" y="320874"/>
                </a:lnTo>
                <a:lnTo>
                  <a:pt x="236661" y="308723"/>
                </a:lnTo>
                <a:lnTo>
                  <a:pt x="244152" y="301983"/>
                </a:lnTo>
                <a:lnTo>
                  <a:pt x="156824" y="301983"/>
                </a:lnTo>
                <a:lnTo>
                  <a:pt x="123045" y="299294"/>
                </a:lnTo>
                <a:lnTo>
                  <a:pt x="97528" y="291550"/>
                </a:lnTo>
                <a:lnTo>
                  <a:pt x="81441" y="279237"/>
                </a:lnTo>
                <a:lnTo>
                  <a:pt x="75948" y="262842"/>
                </a:lnTo>
                <a:lnTo>
                  <a:pt x="81441" y="246147"/>
                </a:lnTo>
                <a:lnTo>
                  <a:pt x="97528" y="233681"/>
                </a:lnTo>
                <a:lnTo>
                  <a:pt x="123045" y="225880"/>
                </a:lnTo>
                <a:lnTo>
                  <a:pt x="156824" y="223182"/>
                </a:lnTo>
                <a:lnTo>
                  <a:pt x="243576" y="223182"/>
                </a:lnTo>
                <a:lnTo>
                  <a:pt x="236661" y="216961"/>
                </a:lnTo>
                <a:lnTo>
                  <a:pt x="202307" y="204811"/>
                </a:lnTo>
                <a:lnTo>
                  <a:pt x="156824" y="200631"/>
                </a:lnTo>
                <a:close/>
              </a:path>
              <a:path w="266065" h="325120">
                <a:moveTo>
                  <a:pt x="243576" y="223182"/>
                </a:moveTo>
                <a:lnTo>
                  <a:pt x="156824" y="223182"/>
                </a:lnTo>
                <a:lnTo>
                  <a:pt x="190606" y="225880"/>
                </a:lnTo>
                <a:lnTo>
                  <a:pt x="216151" y="233681"/>
                </a:lnTo>
                <a:lnTo>
                  <a:pt x="232315" y="246147"/>
                </a:lnTo>
                <a:lnTo>
                  <a:pt x="237957" y="262842"/>
                </a:lnTo>
                <a:lnTo>
                  <a:pt x="232315" y="279237"/>
                </a:lnTo>
                <a:lnTo>
                  <a:pt x="216151" y="291550"/>
                </a:lnTo>
                <a:lnTo>
                  <a:pt x="190606" y="299294"/>
                </a:lnTo>
                <a:lnTo>
                  <a:pt x="156824" y="301983"/>
                </a:lnTo>
                <a:lnTo>
                  <a:pt x="244152" y="301983"/>
                </a:lnTo>
                <a:lnTo>
                  <a:pt x="258378" y="289185"/>
                </a:lnTo>
                <a:lnTo>
                  <a:pt x="265952" y="262842"/>
                </a:lnTo>
                <a:lnTo>
                  <a:pt x="258378" y="236500"/>
                </a:lnTo>
                <a:lnTo>
                  <a:pt x="243576" y="22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 descr=""/>
          <p:cNvSpPr/>
          <p:nvPr/>
        </p:nvSpPr>
        <p:spPr>
          <a:xfrm>
            <a:off x="11476621" y="3888295"/>
            <a:ext cx="622935" cy="325120"/>
          </a:xfrm>
          <a:custGeom>
            <a:avLst/>
            <a:gdLst/>
            <a:ahLst/>
            <a:cxnLst/>
            <a:rect l="l" t="t" r="r" b="b"/>
            <a:pathLst>
              <a:path w="622934" h="325120">
                <a:moveTo>
                  <a:pt x="191033" y="153720"/>
                </a:moveTo>
                <a:lnTo>
                  <a:pt x="132905" y="113766"/>
                </a:lnTo>
                <a:lnTo>
                  <a:pt x="110159" y="52628"/>
                </a:lnTo>
                <a:lnTo>
                  <a:pt x="110159" y="16852"/>
                </a:lnTo>
                <a:lnTo>
                  <a:pt x="81902" y="16852"/>
                </a:lnTo>
                <a:lnTo>
                  <a:pt x="81902" y="50546"/>
                </a:lnTo>
                <a:lnTo>
                  <a:pt x="75882" y="86715"/>
                </a:lnTo>
                <a:lnTo>
                  <a:pt x="59220" y="118592"/>
                </a:lnTo>
                <a:lnTo>
                  <a:pt x="33426" y="144449"/>
                </a:lnTo>
                <a:lnTo>
                  <a:pt x="0" y="162534"/>
                </a:lnTo>
                <a:lnTo>
                  <a:pt x="15544" y="185597"/>
                </a:lnTo>
                <a:lnTo>
                  <a:pt x="42354" y="171831"/>
                </a:lnTo>
                <a:lnTo>
                  <a:pt x="65214" y="152946"/>
                </a:lnTo>
                <a:lnTo>
                  <a:pt x="83566" y="129578"/>
                </a:lnTo>
                <a:lnTo>
                  <a:pt x="96812" y="102387"/>
                </a:lnTo>
                <a:lnTo>
                  <a:pt x="109994" y="126441"/>
                </a:lnTo>
                <a:lnTo>
                  <a:pt x="127927" y="147231"/>
                </a:lnTo>
                <a:lnTo>
                  <a:pt x="149974" y="164147"/>
                </a:lnTo>
                <a:lnTo>
                  <a:pt x="175475" y="176530"/>
                </a:lnTo>
                <a:lnTo>
                  <a:pt x="191033" y="153720"/>
                </a:lnTo>
                <a:close/>
              </a:path>
              <a:path w="622934" h="325120">
                <a:moveTo>
                  <a:pt x="258953" y="265696"/>
                </a:moveTo>
                <a:lnTo>
                  <a:pt x="251587" y="240715"/>
                </a:lnTo>
                <a:lnTo>
                  <a:pt x="238963" y="229666"/>
                </a:lnTo>
                <a:lnTo>
                  <a:pt x="230949" y="222669"/>
                </a:lnTo>
                <a:lnTo>
                  <a:pt x="230949" y="265696"/>
                </a:lnTo>
                <a:lnTo>
                  <a:pt x="225488" y="281101"/>
                </a:lnTo>
                <a:lnTo>
                  <a:pt x="209765" y="292531"/>
                </a:lnTo>
                <a:lnTo>
                  <a:pt x="184810" y="299669"/>
                </a:lnTo>
                <a:lnTo>
                  <a:pt x="151638" y="302247"/>
                </a:lnTo>
                <a:lnTo>
                  <a:pt x="118427" y="299669"/>
                </a:lnTo>
                <a:lnTo>
                  <a:pt x="93408" y="292531"/>
                </a:lnTo>
                <a:lnTo>
                  <a:pt x="77673" y="281101"/>
                </a:lnTo>
                <a:lnTo>
                  <a:pt x="72313" y="265696"/>
                </a:lnTo>
                <a:lnTo>
                  <a:pt x="77673" y="250659"/>
                </a:lnTo>
                <a:lnTo>
                  <a:pt x="93408" y="239318"/>
                </a:lnTo>
                <a:lnTo>
                  <a:pt x="118427" y="232156"/>
                </a:lnTo>
                <a:lnTo>
                  <a:pt x="151638" y="229666"/>
                </a:lnTo>
                <a:lnTo>
                  <a:pt x="184810" y="232156"/>
                </a:lnTo>
                <a:lnTo>
                  <a:pt x="209765" y="239318"/>
                </a:lnTo>
                <a:lnTo>
                  <a:pt x="225488" y="250659"/>
                </a:lnTo>
                <a:lnTo>
                  <a:pt x="230949" y="265696"/>
                </a:lnTo>
                <a:lnTo>
                  <a:pt x="230949" y="222669"/>
                </a:lnTo>
                <a:lnTo>
                  <a:pt x="230365" y="222148"/>
                </a:lnTo>
                <a:lnTo>
                  <a:pt x="196621" y="210578"/>
                </a:lnTo>
                <a:lnTo>
                  <a:pt x="151638" y="206590"/>
                </a:lnTo>
                <a:lnTo>
                  <a:pt x="106426" y="210578"/>
                </a:lnTo>
                <a:lnTo>
                  <a:pt x="72415" y="222148"/>
                </a:lnTo>
                <a:lnTo>
                  <a:pt x="50990" y="240715"/>
                </a:lnTo>
                <a:lnTo>
                  <a:pt x="43548" y="265696"/>
                </a:lnTo>
                <a:lnTo>
                  <a:pt x="50990" y="290944"/>
                </a:lnTo>
                <a:lnTo>
                  <a:pt x="72415" y="309575"/>
                </a:lnTo>
                <a:lnTo>
                  <a:pt x="106426" y="321106"/>
                </a:lnTo>
                <a:lnTo>
                  <a:pt x="151638" y="325056"/>
                </a:lnTo>
                <a:lnTo>
                  <a:pt x="196621" y="321106"/>
                </a:lnTo>
                <a:lnTo>
                  <a:pt x="230365" y="309575"/>
                </a:lnTo>
                <a:lnTo>
                  <a:pt x="238709" y="302247"/>
                </a:lnTo>
                <a:lnTo>
                  <a:pt x="251587" y="290944"/>
                </a:lnTo>
                <a:lnTo>
                  <a:pt x="258953" y="265696"/>
                </a:lnTo>
                <a:close/>
              </a:path>
              <a:path w="622934" h="325120">
                <a:moveTo>
                  <a:pt x="305092" y="85026"/>
                </a:moveTo>
                <a:lnTo>
                  <a:pt x="256095" y="85026"/>
                </a:lnTo>
                <a:lnTo>
                  <a:pt x="256095" y="0"/>
                </a:lnTo>
                <a:lnTo>
                  <a:pt x="227330" y="0"/>
                </a:lnTo>
                <a:lnTo>
                  <a:pt x="227330" y="198297"/>
                </a:lnTo>
                <a:lnTo>
                  <a:pt x="256095" y="198297"/>
                </a:lnTo>
                <a:lnTo>
                  <a:pt x="256095" y="109131"/>
                </a:lnTo>
                <a:lnTo>
                  <a:pt x="305092" y="109131"/>
                </a:lnTo>
                <a:lnTo>
                  <a:pt x="305092" y="85026"/>
                </a:lnTo>
                <a:close/>
              </a:path>
              <a:path w="622934" h="325120">
                <a:moveTo>
                  <a:pt x="589191" y="61950"/>
                </a:moveTo>
                <a:lnTo>
                  <a:pt x="581406" y="37858"/>
                </a:lnTo>
                <a:lnTo>
                  <a:pt x="568134" y="27482"/>
                </a:lnTo>
                <a:lnTo>
                  <a:pt x="559892" y="21031"/>
                </a:lnTo>
                <a:lnTo>
                  <a:pt x="559892" y="61950"/>
                </a:lnTo>
                <a:lnTo>
                  <a:pt x="554113" y="76936"/>
                </a:lnTo>
                <a:lnTo>
                  <a:pt x="537311" y="87909"/>
                </a:lnTo>
                <a:lnTo>
                  <a:pt x="510362" y="94653"/>
                </a:lnTo>
                <a:lnTo>
                  <a:pt x="474091" y="96951"/>
                </a:lnTo>
                <a:lnTo>
                  <a:pt x="437984" y="94653"/>
                </a:lnTo>
                <a:lnTo>
                  <a:pt x="411137" y="87909"/>
                </a:lnTo>
                <a:lnTo>
                  <a:pt x="394449" y="76936"/>
                </a:lnTo>
                <a:lnTo>
                  <a:pt x="388810" y="61950"/>
                </a:lnTo>
                <a:lnTo>
                  <a:pt x="394449" y="47498"/>
                </a:lnTo>
                <a:lnTo>
                  <a:pt x="437984" y="29845"/>
                </a:lnTo>
                <a:lnTo>
                  <a:pt x="510362" y="29845"/>
                </a:lnTo>
                <a:lnTo>
                  <a:pt x="554113" y="47498"/>
                </a:lnTo>
                <a:lnTo>
                  <a:pt x="559892" y="61950"/>
                </a:lnTo>
                <a:lnTo>
                  <a:pt x="559892" y="21031"/>
                </a:lnTo>
                <a:lnTo>
                  <a:pt x="558863" y="20218"/>
                </a:lnTo>
                <a:lnTo>
                  <a:pt x="522693" y="9398"/>
                </a:lnTo>
                <a:lnTo>
                  <a:pt x="474091" y="5702"/>
                </a:lnTo>
                <a:lnTo>
                  <a:pt x="425450" y="9398"/>
                </a:lnTo>
                <a:lnTo>
                  <a:pt x="389204" y="20218"/>
                </a:lnTo>
                <a:lnTo>
                  <a:pt x="366560" y="37858"/>
                </a:lnTo>
                <a:lnTo>
                  <a:pt x="358749" y="61950"/>
                </a:lnTo>
                <a:lnTo>
                  <a:pt x="366560" y="86360"/>
                </a:lnTo>
                <a:lnTo>
                  <a:pt x="389204" y="104178"/>
                </a:lnTo>
                <a:lnTo>
                  <a:pt x="425450" y="115138"/>
                </a:lnTo>
                <a:lnTo>
                  <a:pt x="474091" y="118986"/>
                </a:lnTo>
                <a:lnTo>
                  <a:pt x="522693" y="115138"/>
                </a:lnTo>
                <a:lnTo>
                  <a:pt x="558863" y="104178"/>
                </a:lnTo>
                <a:lnTo>
                  <a:pt x="568007" y="96951"/>
                </a:lnTo>
                <a:lnTo>
                  <a:pt x="581406" y="86360"/>
                </a:lnTo>
                <a:lnTo>
                  <a:pt x="589191" y="61950"/>
                </a:lnTo>
                <a:close/>
              </a:path>
              <a:path w="622934" h="325120">
                <a:moveTo>
                  <a:pt x="594372" y="299389"/>
                </a:moveTo>
                <a:lnTo>
                  <a:pt x="390893" y="299389"/>
                </a:lnTo>
                <a:lnTo>
                  <a:pt x="390893" y="265442"/>
                </a:lnTo>
                <a:lnTo>
                  <a:pt x="584517" y="265442"/>
                </a:lnTo>
                <a:lnTo>
                  <a:pt x="584517" y="192595"/>
                </a:lnTo>
                <a:lnTo>
                  <a:pt x="361861" y="192595"/>
                </a:lnTo>
                <a:lnTo>
                  <a:pt x="361861" y="214630"/>
                </a:lnTo>
                <a:lnTo>
                  <a:pt x="556272" y="214630"/>
                </a:lnTo>
                <a:lnTo>
                  <a:pt x="556272" y="244182"/>
                </a:lnTo>
                <a:lnTo>
                  <a:pt x="362635" y="244182"/>
                </a:lnTo>
                <a:lnTo>
                  <a:pt x="362635" y="322211"/>
                </a:lnTo>
                <a:lnTo>
                  <a:pt x="594372" y="322211"/>
                </a:lnTo>
                <a:lnTo>
                  <a:pt x="594372" y="299389"/>
                </a:lnTo>
                <a:close/>
              </a:path>
              <a:path w="622934" h="325120">
                <a:moveTo>
                  <a:pt x="622884" y="141020"/>
                </a:moveTo>
                <a:lnTo>
                  <a:pt x="325831" y="141020"/>
                </a:lnTo>
                <a:lnTo>
                  <a:pt x="325831" y="164350"/>
                </a:lnTo>
                <a:lnTo>
                  <a:pt x="622884" y="164350"/>
                </a:lnTo>
                <a:lnTo>
                  <a:pt x="622884" y="1410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 descr=""/>
          <p:cNvSpPr/>
          <p:nvPr/>
        </p:nvSpPr>
        <p:spPr>
          <a:xfrm>
            <a:off x="12220626" y="3888295"/>
            <a:ext cx="603250" cy="326390"/>
          </a:xfrm>
          <a:custGeom>
            <a:avLst/>
            <a:gdLst/>
            <a:ahLst/>
            <a:cxnLst/>
            <a:rect l="l" t="t" r="r" b="b"/>
            <a:pathLst>
              <a:path w="603250" h="326389">
                <a:moveTo>
                  <a:pt x="298348" y="260794"/>
                </a:moveTo>
                <a:lnTo>
                  <a:pt x="162788" y="260794"/>
                </a:lnTo>
                <a:lnTo>
                  <a:pt x="162788" y="193484"/>
                </a:lnTo>
                <a:lnTo>
                  <a:pt x="263880" y="193484"/>
                </a:lnTo>
                <a:lnTo>
                  <a:pt x="263880" y="169354"/>
                </a:lnTo>
                <a:lnTo>
                  <a:pt x="67652" y="169354"/>
                </a:lnTo>
                <a:lnTo>
                  <a:pt x="67652" y="119824"/>
                </a:lnTo>
                <a:lnTo>
                  <a:pt x="253250" y="119824"/>
                </a:lnTo>
                <a:lnTo>
                  <a:pt x="253250" y="96964"/>
                </a:lnTo>
                <a:lnTo>
                  <a:pt x="67652" y="96964"/>
                </a:lnTo>
                <a:lnTo>
                  <a:pt x="67652" y="49974"/>
                </a:lnTo>
                <a:lnTo>
                  <a:pt x="260248" y="49974"/>
                </a:lnTo>
                <a:lnTo>
                  <a:pt x="260248" y="27127"/>
                </a:lnTo>
                <a:lnTo>
                  <a:pt x="38620" y="27127"/>
                </a:lnTo>
                <a:lnTo>
                  <a:pt x="38620" y="49974"/>
                </a:lnTo>
                <a:lnTo>
                  <a:pt x="38620" y="96964"/>
                </a:lnTo>
                <a:lnTo>
                  <a:pt x="38620" y="119824"/>
                </a:lnTo>
                <a:lnTo>
                  <a:pt x="38620" y="169354"/>
                </a:lnTo>
                <a:lnTo>
                  <a:pt x="38620" y="193484"/>
                </a:lnTo>
                <a:lnTo>
                  <a:pt x="134010" y="193484"/>
                </a:lnTo>
                <a:lnTo>
                  <a:pt x="134010" y="260794"/>
                </a:lnTo>
                <a:lnTo>
                  <a:pt x="0" y="260794"/>
                </a:lnTo>
                <a:lnTo>
                  <a:pt x="0" y="284924"/>
                </a:lnTo>
                <a:lnTo>
                  <a:pt x="298348" y="284924"/>
                </a:lnTo>
                <a:lnTo>
                  <a:pt x="298348" y="260794"/>
                </a:lnTo>
                <a:close/>
              </a:path>
              <a:path w="603250" h="326389">
                <a:moveTo>
                  <a:pt x="479806" y="235369"/>
                </a:moveTo>
                <a:lnTo>
                  <a:pt x="478218" y="220599"/>
                </a:lnTo>
                <a:lnTo>
                  <a:pt x="477215" y="211264"/>
                </a:lnTo>
                <a:lnTo>
                  <a:pt x="450837" y="215823"/>
                </a:lnTo>
                <a:lnTo>
                  <a:pt x="424573" y="218655"/>
                </a:lnTo>
                <a:lnTo>
                  <a:pt x="396633" y="220116"/>
                </a:lnTo>
                <a:lnTo>
                  <a:pt x="365226" y="220599"/>
                </a:lnTo>
                <a:lnTo>
                  <a:pt x="365226" y="63512"/>
                </a:lnTo>
                <a:lnTo>
                  <a:pt x="458546" y="63512"/>
                </a:lnTo>
                <a:lnTo>
                  <a:pt x="458546" y="39928"/>
                </a:lnTo>
                <a:lnTo>
                  <a:pt x="336461" y="39928"/>
                </a:lnTo>
                <a:lnTo>
                  <a:pt x="336461" y="245224"/>
                </a:lnTo>
                <a:lnTo>
                  <a:pt x="357454" y="245224"/>
                </a:lnTo>
                <a:lnTo>
                  <a:pt x="392176" y="244741"/>
                </a:lnTo>
                <a:lnTo>
                  <a:pt x="422706" y="243306"/>
                </a:lnTo>
                <a:lnTo>
                  <a:pt x="451205" y="240372"/>
                </a:lnTo>
                <a:lnTo>
                  <a:pt x="479806" y="235369"/>
                </a:lnTo>
                <a:close/>
              </a:path>
              <a:path w="603250" h="326389">
                <a:moveTo>
                  <a:pt x="602932" y="0"/>
                </a:moveTo>
                <a:lnTo>
                  <a:pt x="575449" y="0"/>
                </a:lnTo>
                <a:lnTo>
                  <a:pt x="575449" y="130911"/>
                </a:lnTo>
                <a:lnTo>
                  <a:pt x="527761" y="130911"/>
                </a:lnTo>
                <a:lnTo>
                  <a:pt x="527761" y="7264"/>
                </a:lnTo>
                <a:lnTo>
                  <a:pt x="501053" y="7264"/>
                </a:lnTo>
                <a:lnTo>
                  <a:pt x="501053" y="308724"/>
                </a:lnTo>
                <a:lnTo>
                  <a:pt x="527761" y="308724"/>
                </a:lnTo>
                <a:lnTo>
                  <a:pt x="527761" y="154749"/>
                </a:lnTo>
                <a:lnTo>
                  <a:pt x="575449" y="154749"/>
                </a:lnTo>
                <a:lnTo>
                  <a:pt x="575449" y="325831"/>
                </a:lnTo>
                <a:lnTo>
                  <a:pt x="602932" y="325831"/>
                </a:lnTo>
                <a:lnTo>
                  <a:pt x="602932" y="154749"/>
                </a:lnTo>
                <a:lnTo>
                  <a:pt x="602932" y="130911"/>
                </a:lnTo>
                <a:lnTo>
                  <a:pt x="6029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 descr=""/>
          <p:cNvSpPr/>
          <p:nvPr/>
        </p:nvSpPr>
        <p:spPr>
          <a:xfrm>
            <a:off x="12869698" y="3912869"/>
            <a:ext cx="298450" cy="260350"/>
          </a:xfrm>
          <a:custGeom>
            <a:avLst/>
            <a:gdLst/>
            <a:ahLst/>
            <a:cxnLst/>
            <a:rect l="l" t="t" r="r" b="b"/>
            <a:pathLst>
              <a:path w="298450" h="260350">
                <a:moveTo>
                  <a:pt x="298348" y="236220"/>
                </a:moveTo>
                <a:lnTo>
                  <a:pt x="162521" y="236220"/>
                </a:lnTo>
                <a:lnTo>
                  <a:pt x="162521" y="175272"/>
                </a:lnTo>
                <a:lnTo>
                  <a:pt x="268287" y="175272"/>
                </a:lnTo>
                <a:lnTo>
                  <a:pt x="268287" y="151130"/>
                </a:lnTo>
                <a:lnTo>
                  <a:pt x="65836" y="151130"/>
                </a:lnTo>
                <a:lnTo>
                  <a:pt x="65836" y="97802"/>
                </a:lnTo>
                <a:lnTo>
                  <a:pt x="260769" y="97802"/>
                </a:lnTo>
                <a:lnTo>
                  <a:pt x="260769" y="74930"/>
                </a:lnTo>
                <a:lnTo>
                  <a:pt x="260769" y="22872"/>
                </a:lnTo>
                <a:lnTo>
                  <a:pt x="260769" y="0"/>
                </a:lnTo>
                <a:lnTo>
                  <a:pt x="36550" y="0"/>
                </a:lnTo>
                <a:lnTo>
                  <a:pt x="36550" y="22872"/>
                </a:lnTo>
                <a:lnTo>
                  <a:pt x="232244" y="22872"/>
                </a:lnTo>
                <a:lnTo>
                  <a:pt x="232244" y="74930"/>
                </a:lnTo>
                <a:lnTo>
                  <a:pt x="37325" y="74930"/>
                </a:lnTo>
                <a:lnTo>
                  <a:pt x="37325" y="97802"/>
                </a:lnTo>
                <a:lnTo>
                  <a:pt x="37325" y="151130"/>
                </a:lnTo>
                <a:lnTo>
                  <a:pt x="37325" y="175272"/>
                </a:lnTo>
                <a:lnTo>
                  <a:pt x="134010" y="175272"/>
                </a:lnTo>
                <a:lnTo>
                  <a:pt x="134010" y="236220"/>
                </a:lnTo>
                <a:lnTo>
                  <a:pt x="0" y="236220"/>
                </a:lnTo>
                <a:lnTo>
                  <a:pt x="0" y="260350"/>
                </a:lnTo>
                <a:lnTo>
                  <a:pt x="298348" y="260350"/>
                </a:lnTo>
                <a:lnTo>
                  <a:pt x="298348" y="236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 descr=""/>
          <p:cNvSpPr/>
          <p:nvPr/>
        </p:nvSpPr>
        <p:spPr>
          <a:xfrm>
            <a:off x="13288023" y="3882859"/>
            <a:ext cx="622935" cy="327660"/>
          </a:xfrm>
          <a:custGeom>
            <a:avLst/>
            <a:gdLst/>
            <a:ahLst/>
            <a:cxnLst/>
            <a:rect l="l" t="t" r="r" b="b"/>
            <a:pathLst>
              <a:path w="622934" h="327660">
                <a:moveTo>
                  <a:pt x="268541" y="306133"/>
                </a:moveTo>
                <a:lnTo>
                  <a:pt x="65836" y="306133"/>
                </a:lnTo>
                <a:lnTo>
                  <a:pt x="65836" y="278904"/>
                </a:lnTo>
                <a:lnTo>
                  <a:pt x="258686" y="278904"/>
                </a:lnTo>
                <a:lnTo>
                  <a:pt x="258686" y="213067"/>
                </a:lnTo>
                <a:lnTo>
                  <a:pt x="36029" y="213067"/>
                </a:lnTo>
                <a:lnTo>
                  <a:pt x="36029" y="234061"/>
                </a:lnTo>
                <a:lnTo>
                  <a:pt x="229654" y="234061"/>
                </a:lnTo>
                <a:lnTo>
                  <a:pt x="229654" y="258432"/>
                </a:lnTo>
                <a:lnTo>
                  <a:pt x="36804" y="258432"/>
                </a:lnTo>
                <a:lnTo>
                  <a:pt x="36804" y="327647"/>
                </a:lnTo>
                <a:lnTo>
                  <a:pt x="268541" y="327647"/>
                </a:lnTo>
                <a:lnTo>
                  <a:pt x="268541" y="306133"/>
                </a:lnTo>
                <a:close/>
              </a:path>
              <a:path w="622934" h="327660">
                <a:moveTo>
                  <a:pt x="279692" y="28244"/>
                </a:moveTo>
                <a:lnTo>
                  <a:pt x="162775" y="28244"/>
                </a:lnTo>
                <a:lnTo>
                  <a:pt x="162775" y="0"/>
                </a:lnTo>
                <a:lnTo>
                  <a:pt x="134264" y="0"/>
                </a:lnTo>
                <a:lnTo>
                  <a:pt x="134264" y="28244"/>
                </a:lnTo>
                <a:lnTo>
                  <a:pt x="15544" y="28244"/>
                </a:lnTo>
                <a:lnTo>
                  <a:pt x="15544" y="49758"/>
                </a:lnTo>
                <a:lnTo>
                  <a:pt x="279692" y="49758"/>
                </a:lnTo>
                <a:lnTo>
                  <a:pt x="279692" y="28244"/>
                </a:lnTo>
                <a:close/>
              </a:path>
              <a:path w="622934" h="327660">
                <a:moveTo>
                  <a:pt x="297053" y="170294"/>
                </a:moveTo>
                <a:lnTo>
                  <a:pt x="162775" y="170294"/>
                </a:lnTo>
                <a:lnTo>
                  <a:pt x="162775" y="147485"/>
                </a:lnTo>
                <a:lnTo>
                  <a:pt x="201320" y="143802"/>
                </a:lnTo>
                <a:lnTo>
                  <a:pt x="201828" y="143802"/>
                </a:lnTo>
                <a:lnTo>
                  <a:pt x="230327" y="135597"/>
                </a:lnTo>
                <a:lnTo>
                  <a:pt x="230530" y="135597"/>
                </a:lnTo>
                <a:lnTo>
                  <a:pt x="240474" y="128308"/>
                </a:lnTo>
                <a:lnTo>
                  <a:pt x="248018" y="122770"/>
                </a:lnTo>
                <a:lnTo>
                  <a:pt x="248208" y="122415"/>
                </a:lnTo>
                <a:lnTo>
                  <a:pt x="254025" y="105232"/>
                </a:lnTo>
                <a:lnTo>
                  <a:pt x="247154" y="86753"/>
                </a:lnTo>
                <a:lnTo>
                  <a:pt x="241274" y="82943"/>
                </a:lnTo>
                <a:lnTo>
                  <a:pt x="226910" y="73647"/>
                </a:lnTo>
                <a:lnTo>
                  <a:pt x="223951" y="72961"/>
                </a:lnTo>
                <a:lnTo>
                  <a:pt x="223951" y="105232"/>
                </a:lnTo>
                <a:lnTo>
                  <a:pt x="218948" y="115189"/>
                </a:lnTo>
                <a:lnTo>
                  <a:pt x="204482" y="122415"/>
                </a:lnTo>
                <a:lnTo>
                  <a:pt x="180835" y="126822"/>
                </a:lnTo>
                <a:lnTo>
                  <a:pt x="148272" y="128308"/>
                </a:lnTo>
                <a:lnTo>
                  <a:pt x="115633" y="126822"/>
                </a:lnTo>
                <a:lnTo>
                  <a:pt x="92151" y="122415"/>
                </a:lnTo>
                <a:lnTo>
                  <a:pt x="77990" y="115189"/>
                </a:lnTo>
                <a:lnTo>
                  <a:pt x="73355" y="105232"/>
                </a:lnTo>
                <a:lnTo>
                  <a:pt x="77990" y="95631"/>
                </a:lnTo>
                <a:lnTo>
                  <a:pt x="92151" y="88646"/>
                </a:lnTo>
                <a:lnTo>
                  <a:pt x="115633" y="84391"/>
                </a:lnTo>
                <a:lnTo>
                  <a:pt x="148272" y="82943"/>
                </a:lnTo>
                <a:lnTo>
                  <a:pt x="180835" y="84391"/>
                </a:lnTo>
                <a:lnTo>
                  <a:pt x="204482" y="88646"/>
                </a:lnTo>
                <a:lnTo>
                  <a:pt x="218948" y="95631"/>
                </a:lnTo>
                <a:lnTo>
                  <a:pt x="223951" y="105232"/>
                </a:lnTo>
                <a:lnTo>
                  <a:pt x="223951" y="72961"/>
                </a:lnTo>
                <a:lnTo>
                  <a:pt x="193763" y="65836"/>
                </a:lnTo>
                <a:lnTo>
                  <a:pt x="148272" y="63246"/>
                </a:lnTo>
                <a:lnTo>
                  <a:pt x="102654" y="65836"/>
                </a:lnTo>
                <a:lnTo>
                  <a:pt x="69532" y="73647"/>
                </a:lnTo>
                <a:lnTo>
                  <a:pt x="49339" y="86753"/>
                </a:lnTo>
                <a:lnTo>
                  <a:pt x="42506" y="105232"/>
                </a:lnTo>
                <a:lnTo>
                  <a:pt x="48298" y="122415"/>
                </a:lnTo>
                <a:lnTo>
                  <a:pt x="48425" y="122770"/>
                </a:lnTo>
                <a:lnTo>
                  <a:pt x="65938" y="135597"/>
                </a:lnTo>
                <a:lnTo>
                  <a:pt x="94665" y="143802"/>
                </a:lnTo>
                <a:lnTo>
                  <a:pt x="134264" y="147485"/>
                </a:lnTo>
                <a:lnTo>
                  <a:pt x="134264" y="170294"/>
                </a:lnTo>
                <a:lnTo>
                  <a:pt x="0" y="170294"/>
                </a:lnTo>
                <a:lnTo>
                  <a:pt x="0" y="191808"/>
                </a:lnTo>
                <a:lnTo>
                  <a:pt x="297053" y="191808"/>
                </a:lnTo>
                <a:lnTo>
                  <a:pt x="297053" y="170294"/>
                </a:lnTo>
                <a:close/>
              </a:path>
              <a:path w="622934" h="327660">
                <a:moveTo>
                  <a:pt x="622884" y="266230"/>
                </a:moveTo>
                <a:lnTo>
                  <a:pt x="487057" y="266230"/>
                </a:lnTo>
                <a:lnTo>
                  <a:pt x="487057" y="205282"/>
                </a:lnTo>
                <a:lnTo>
                  <a:pt x="592810" y="205282"/>
                </a:lnTo>
                <a:lnTo>
                  <a:pt x="592810" y="181140"/>
                </a:lnTo>
                <a:lnTo>
                  <a:pt x="390372" y="181140"/>
                </a:lnTo>
                <a:lnTo>
                  <a:pt x="390372" y="127812"/>
                </a:lnTo>
                <a:lnTo>
                  <a:pt x="585304" y="127812"/>
                </a:lnTo>
                <a:lnTo>
                  <a:pt x="585304" y="104940"/>
                </a:lnTo>
                <a:lnTo>
                  <a:pt x="585304" y="52882"/>
                </a:lnTo>
                <a:lnTo>
                  <a:pt x="585304" y="30010"/>
                </a:lnTo>
                <a:lnTo>
                  <a:pt x="361073" y="30010"/>
                </a:lnTo>
                <a:lnTo>
                  <a:pt x="361073" y="52882"/>
                </a:lnTo>
                <a:lnTo>
                  <a:pt x="556780" y="52882"/>
                </a:lnTo>
                <a:lnTo>
                  <a:pt x="556780" y="104940"/>
                </a:lnTo>
                <a:lnTo>
                  <a:pt x="361861" y="104940"/>
                </a:lnTo>
                <a:lnTo>
                  <a:pt x="361861" y="127812"/>
                </a:lnTo>
                <a:lnTo>
                  <a:pt x="361861" y="181140"/>
                </a:lnTo>
                <a:lnTo>
                  <a:pt x="361861" y="205282"/>
                </a:lnTo>
                <a:lnTo>
                  <a:pt x="458546" y="205282"/>
                </a:lnTo>
                <a:lnTo>
                  <a:pt x="458546" y="266230"/>
                </a:lnTo>
                <a:lnTo>
                  <a:pt x="324535" y="266230"/>
                </a:lnTo>
                <a:lnTo>
                  <a:pt x="324535" y="290360"/>
                </a:lnTo>
                <a:lnTo>
                  <a:pt x="622884" y="290360"/>
                </a:lnTo>
                <a:lnTo>
                  <a:pt x="622884" y="2662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 descr=""/>
          <p:cNvSpPr/>
          <p:nvPr/>
        </p:nvSpPr>
        <p:spPr>
          <a:xfrm>
            <a:off x="14044817" y="3887469"/>
            <a:ext cx="290195" cy="318770"/>
          </a:xfrm>
          <a:custGeom>
            <a:avLst/>
            <a:gdLst/>
            <a:ahLst/>
            <a:cxnLst/>
            <a:rect l="l" t="t" r="r" b="b"/>
            <a:pathLst>
              <a:path w="290194" h="318770">
                <a:moveTo>
                  <a:pt x="150609" y="53962"/>
                </a:moveTo>
                <a:lnTo>
                  <a:pt x="122605" y="53962"/>
                </a:lnTo>
                <a:lnTo>
                  <a:pt x="122605" y="157137"/>
                </a:lnTo>
                <a:lnTo>
                  <a:pt x="150609" y="157137"/>
                </a:lnTo>
                <a:lnTo>
                  <a:pt x="150609" y="53962"/>
                </a:lnTo>
                <a:close/>
              </a:path>
              <a:path w="290194" h="318770">
                <a:moveTo>
                  <a:pt x="150609" y="30480"/>
                </a:moveTo>
                <a:lnTo>
                  <a:pt x="0" y="30480"/>
                </a:lnTo>
                <a:lnTo>
                  <a:pt x="0" y="53340"/>
                </a:lnTo>
                <a:lnTo>
                  <a:pt x="0" y="157480"/>
                </a:lnTo>
                <a:lnTo>
                  <a:pt x="0" y="180352"/>
                </a:lnTo>
                <a:lnTo>
                  <a:pt x="150609" y="180352"/>
                </a:lnTo>
                <a:lnTo>
                  <a:pt x="150609" y="157480"/>
                </a:lnTo>
                <a:lnTo>
                  <a:pt x="28003" y="157480"/>
                </a:lnTo>
                <a:lnTo>
                  <a:pt x="28003" y="53340"/>
                </a:lnTo>
                <a:lnTo>
                  <a:pt x="150609" y="53340"/>
                </a:lnTo>
                <a:lnTo>
                  <a:pt x="150609" y="30480"/>
                </a:lnTo>
                <a:close/>
              </a:path>
              <a:path w="290194" h="318770">
                <a:moveTo>
                  <a:pt x="255841" y="295922"/>
                </a:moveTo>
                <a:lnTo>
                  <a:pt x="65328" y="295922"/>
                </a:lnTo>
                <a:lnTo>
                  <a:pt x="65328" y="217182"/>
                </a:lnTo>
                <a:lnTo>
                  <a:pt x="36804" y="217182"/>
                </a:lnTo>
                <a:lnTo>
                  <a:pt x="36804" y="295922"/>
                </a:lnTo>
                <a:lnTo>
                  <a:pt x="36804" y="318770"/>
                </a:lnTo>
                <a:lnTo>
                  <a:pt x="255841" y="318770"/>
                </a:lnTo>
                <a:lnTo>
                  <a:pt x="255841" y="295922"/>
                </a:lnTo>
                <a:close/>
              </a:path>
              <a:path w="290194" h="318770">
                <a:moveTo>
                  <a:pt x="289801" y="100330"/>
                </a:moveTo>
                <a:lnTo>
                  <a:pt x="240817" y="100330"/>
                </a:lnTo>
                <a:lnTo>
                  <a:pt x="240817" y="0"/>
                </a:lnTo>
                <a:lnTo>
                  <a:pt x="212039" y="0"/>
                </a:lnTo>
                <a:lnTo>
                  <a:pt x="212039" y="100330"/>
                </a:lnTo>
                <a:lnTo>
                  <a:pt x="212039" y="124472"/>
                </a:lnTo>
                <a:lnTo>
                  <a:pt x="212039" y="240030"/>
                </a:lnTo>
                <a:lnTo>
                  <a:pt x="240817" y="240030"/>
                </a:lnTo>
                <a:lnTo>
                  <a:pt x="240817" y="124472"/>
                </a:lnTo>
                <a:lnTo>
                  <a:pt x="289801" y="124472"/>
                </a:lnTo>
                <a:lnTo>
                  <a:pt x="289801" y="1003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 descr=""/>
          <p:cNvSpPr/>
          <p:nvPr/>
        </p:nvSpPr>
        <p:spPr>
          <a:xfrm>
            <a:off x="14355356" y="3898899"/>
            <a:ext cx="297815" cy="149860"/>
          </a:xfrm>
          <a:custGeom>
            <a:avLst/>
            <a:gdLst/>
            <a:ahLst/>
            <a:cxnLst/>
            <a:rect l="l" t="t" r="r" b="b"/>
            <a:pathLst>
              <a:path w="297815" h="149860">
                <a:moveTo>
                  <a:pt x="261810" y="76200"/>
                </a:moveTo>
                <a:lnTo>
                  <a:pt x="68427" y="76200"/>
                </a:lnTo>
                <a:lnTo>
                  <a:pt x="68427" y="24130"/>
                </a:lnTo>
                <a:lnTo>
                  <a:pt x="258432" y="24130"/>
                </a:lnTo>
                <a:lnTo>
                  <a:pt x="258432" y="0"/>
                </a:lnTo>
                <a:lnTo>
                  <a:pt x="39662" y="0"/>
                </a:lnTo>
                <a:lnTo>
                  <a:pt x="39662" y="24130"/>
                </a:lnTo>
                <a:lnTo>
                  <a:pt x="39662" y="76200"/>
                </a:lnTo>
                <a:lnTo>
                  <a:pt x="39662" y="99060"/>
                </a:lnTo>
                <a:lnTo>
                  <a:pt x="261810" y="99060"/>
                </a:lnTo>
                <a:lnTo>
                  <a:pt x="261810" y="76200"/>
                </a:lnTo>
                <a:close/>
              </a:path>
              <a:path w="297815" h="149860">
                <a:moveTo>
                  <a:pt x="297319" y="126263"/>
                </a:moveTo>
                <a:lnTo>
                  <a:pt x="0" y="126263"/>
                </a:lnTo>
                <a:lnTo>
                  <a:pt x="0" y="149593"/>
                </a:lnTo>
                <a:lnTo>
                  <a:pt x="297319" y="149593"/>
                </a:lnTo>
                <a:lnTo>
                  <a:pt x="297319" y="1262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 descr=""/>
          <p:cNvSpPr/>
          <p:nvPr/>
        </p:nvSpPr>
        <p:spPr>
          <a:xfrm>
            <a:off x="14391386" y="4077969"/>
            <a:ext cx="233045" cy="132080"/>
          </a:xfrm>
          <a:custGeom>
            <a:avLst/>
            <a:gdLst/>
            <a:ahLst/>
            <a:cxnLst/>
            <a:rect l="l" t="t" r="r" b="b"/>
            <a:pathLst>
              <a:path w="233044" h="132079">
                <a:moveTo>
                  <a:pt x="232511" y="109220"/>
                </a:moveTo>
                <a:lnTo>
                  <a:pt x="29032" y="109220"/>
                </a:lnTo>
                <a:lnTo>
                  <a:pt x="29032" y="74930"/>
                </a:lnTo>
                <a:lnTo>
                  <a:pt x="222669" y="74930"/>
                </a:lnTo>
                <a:lnTo>
                  <a:pt x="222669" y="53340"/>
                </a:lnTo>
                <a:lnTo>
                  <a:pt x="222669" y="21590"/>
                </a:lnTo>
                <a:lnTo>
                  <a:pt x="222669" y="0"/>
                </a:lnTo>
                <a:lnTo>
                  <a:pt x="0" y="0"/>
                </a:lnTo>
                <a:lnTo>
                  <a:pt x="0" y="21590"/>
                </a:lnTo>
                <a:lnTo>
                  <a:pt x="194411" y="21590"/>
                </a:lnTo>
                <a:lnTo>
                  <a:pt x="194411" y="53340"/>
                </a:lnTo>
                <a:lnTo>
                  <a:pt x="774" y="53340"/>
                </a:lnTo>
                <a:lnTo>
                  <a:pt x="774" y="74930"/>
                </a:lnTo>
                <a:lnTo>
                  <a:pt x="774" y="109220"/>
                </a:lnTo>
                <a:lnTo>
                  <a:pt x="774" y="132080"/>
                </a:lnTo>
                <a:lnTo>
                  <a:pt x="232511" y="132080"/>
                </a:lnTo>
                <a:lnTo>
                  <a:pt x="232511" y="109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" name="object 200" descr=""/>
          <p:cNvSpPr/>
          <p:nvPr/>
        </p:nvSpPr>
        <p:spPr>
          <a:xfrm>
            <a:off x="14685328" y="3888295"/>
            <a:ext cx="702310" cy="326390"/>
          </a:xfrm>
          <a:custGeom>
            <a:avLst/>
            <a:gdLst/>
            <a:ahLst/>
            <a:cxnLst/>
            <a:rect l="l" t="t" r="r" b="b"/>
            <a:pathLst>
              <a:path w="702309" h="326389">
                <a:moveTo>
                  <a:pt x="264668" y="0"/>
                </a:moveTo>
                <a:lnTo>
                  <a:pt x="235889" y="0"/>
                </a:lnTo>
                <a:lnTo>
                  <a:pt x="235889" y="81915"/>
                </a:lnTo>
                <a:lnTo>
                  <a:pt x="167068" y="81915"/>
                </a:lnTo>
                <a:lnTo>
                  <a:pt x="157480" y="56032"/>
                </a:lnTo>
                <a:lnTo>
                  <a:pt x="145719" y="43027"/>
                </a:lnTo>
                <a:lnTo>
                  <a:pt x="140500" y="37261"/>
                </a:lnTo>
                <a:lnTo>
                  <a:pt x="140500" y="94881"/>
                </a:lnTo>
                <a:lnTo>
                  <a:pt x="136232" y="115709"/>
                </a:lnTo>
                <a:lnTo>
                  <a:pt x="124434" y="132232"/>
                </a:lnTo>
                <a:lnTo>
                  <a:pt x="106603" y="143179"/>
                </a:lnTo>
                <a:lnTo>
                  <a:pt x="84251" y="147231"/>
                </a:lnTo>
                <a:lnTo>
                  <a:pt x="61607" y="143179"/>
                </a:lnTo>
                <a:lnTo>
                  <a:pt x="43649" y="132232"/>
                </a:lnTo>
                <a:lnTo>
                  <a:pt x="31864" y="115709"/>
                </a:lnTo>
                <a:lnTo>
                  <a:pt x="27736" y="94881"/>
                </a:lnTo>
                <a:lnTo>
                  <a:pt x="31864" y="73939"/>
                </a:lnTo>
                <a:lnTo>
                  <a:pt x="43649" y="57480"/>
                </a:lnTo>
                <a:lnTo>
                  <a:pt x="61607" y="46761"/>
                </a:lnTo>
                <a:lnTo>
                  <a:pt x="84251" y="43027"/>
                </a:lnTo>
                <a:lnTo>
                  <a:pt x="106603" y="46761"/>
                </a:lnTo>
                <a:lnTo>
                  <a:pt x="124434" y="57480"/>
                </a:lnTo>
                <a:lnTo>
                  <a:pt x="136232" y="73939"/>
                </a:lnTo>
                <a:lnTo>
                  <a:pt x="140500" y="94881"/>
                </a:lnTo>
                <a:lnTo>
                  <a:pt x="140500" y="37261"/>
                </a:lnTo>
                <a:lnTo>
                  <a:pt x="139369" y="36004"/>
                </a:lnTo>
                <a:lnTo>
                  <a:pt x="114401" y="23114"/>
                </a:lnTo>
                <a:lnTo>
                  <a:pt x="84251" y="18669"/>
                </a:lnTo>
                <a:lnTo>
                  <a:pt x="50533" y="24155"/>
                </a:lnTo>
                <a:lnTo>
                  <a:pt x="23850" y="39852"/>
                </a:lnTo>
                <a:lnTo>
                  <a:pt x="6311" y="64008"/>
                </a:lnTo>
                <a:lnTo>
                  <a:pt x="0" y="94881"/>
                </a:lnTo>
                <a:lnTo>
                  <a:pt x="6311" y="125704"/>
                </a:lnTo>
                <a:lnTo>
                  <a:pt x="23850" y="149796"/>
                </a:lnTo>
                <a:lnTo>
                  <a:pt x="50533" y="165481"/>
                </a:lnTo>
                <a:lnTo>
                  <a:pt x="84251" y="171081"/>
                </a:lnTo>
                <a:lnTo>
                  <a:pt x="114896" y="166370"/>
                </a:lnTo>
                <a:lnTo>
                  <a:pt x="140144" y="153047"/>
                </a:lnTo>
                <a:lnTo>
                  <a:pt x="145249" y="147231"/>
                </a:lnTo>
                <a:lnTo>
                  <a:pt x="158254" y="132422"/>
                </a:lnTo>
                <a:lnTo>
                  <a:pt x="167462" y="105765"/>
                </a:lnTo>
                <a:lnTo>
                  <a:pt x="235889" y="105765"/>
                </a:lnTo>
                <a:lnTo>
                  <a:pt x="235889" y="186118"/>
                </a:lnTo>
                <a:lnTo>
                  <a:pt x="264668" y="186118"/>
                </a:lnTo>
                <a:lnTo>
                  <a:pt x="264668" y="105765"/>
                </a:lnTo>
                <a:lnTo>
                  <a:pt x="264668" y="81915"/>
                </a:lnTo>
                <a:lnTo>
                  <a:pt x="264668" y="0"/>
                </a:lnTo>
                <a:close/>
              </a:path>
              <a:path w="702309" h="326389">
                <a:moveTo>
                  <a:pt x="295516" y="299910"/>
                </a:moveTo>
                <a:lnTo>
                  <a:pt x="267131" y="285991"/>
                </a:lnTo>
                <a:lnTo>
                  <a:pt x="246126" y="266471"/>
                </a:lnTo>
                <a:lnTo>
                  <a:pt x="242277" y="259600"/>
                </a:lnTo>
                <a:lnTo>
                  <a:pt x="233108" y="243268"/>
                </a:lnTo>
                <a:lnTo>
                  <a:pt x="228638" y="218262"/>
                </a:lnTo>
                <a:lnTo>
                  <a:pt x="228638" y="198564"/>
                </a:lnTo>
                <a:lnTo>
                  <a:pt x="200634" y="198564"/>
                </a:lnTo>
                <a:lnTo>
                  <a:pt x="200634" y="218262"/>
                </a:lnTo>
                <a:lnTo>
                  <a:pt x="197510" y="238340"/>
                </a:lnTo>
                <a:lnTo>
                  <a:pt x="188531" y="259346"/>
                </a:lnTo>
                <a:lnTo>
                  <a:pt x="173748" y="279285"/>
                </a:lnTo>
                <a:lnTo>
                  <a:pt x="153200" y="296151"/>
                </a:lnTo>
                <a:lnTo>
                  <a:pt x="132842" y="280593"/>
                </a:lnTo>
                <a:lnTo>
                  <a:pt x="109575" y="240271"/>
                </a:lnTo>
                <a:lnTo>
                  <a:pt x="106807" y="218262"/>
                </a:lnTo>
                <a:lnTo>
                  <a:pt x="106807" y="198564"/>
                </a:lnTo>
                <a:lnTo>
                  <a:pt x="79070" y="198564"/>
                </a:lnTo>
                <a:lnTo>
                  <a:pt x="79070" y="218262"/>
                </a:lnTo>
                <a:lnTo>
                  <a:pt x="74422" y="242277"/>
                </a:lnTo>
                <a:lnTo>
                  <a:pt x="61379" y="265404"/>
                </a:lnTo>
                <a:lnTo>
                  <a:pt x="40640" y="285369"/>
                </a:lnTo>
                <a:lnTo>
                  <a:pt x="12966" y="299910"/>
                </a:lnTo>
                <a:lnTo>
                  <a:pt x="27228" y="321691"/>
                </a:lnTo>
                <a:lnTo>
                  <a:pt x="48780" y="310870"/>
                </a:lnTo>
                <a:lnTo>
                  <a:pt x="67106" y="296570"/>
                </a:lnTo>
                <a:lnTo>
                  <a:pt x="81686" y="279654"/>
                </a:lnTo>
                <a:lnTo>
                  <a:pt x="92417" y="260769"/>
                </a:lnTo>
                <a:lnTo>
                  <a:pt x="101752" y="280593"/>
                </a:lnTo>
                <a:lnTo>
                  <a:pt x="115049" y="298310"/>
                </a:lnTo>
                <a:lnTo>
                  <a:pt x="132346" y="313131"/>
                </a:lnTo>
                <a:lnTo>
                  <a:pt x="153720" y="324281"/>
                </a:lnTo>
                <a:lnTo>
                  <a:pt x="174586" y="312445"/>
                </a:lnTo>
                <a:lnTo>
                  <a:pt x="191566" y="297040"/>
                </a:lnTo>
                <a:lnTo>
                  <a:pt x="192214" y="296151"/>
                </a:lnTo>
                <a:lnTo>
                  <a:pt x="204749" y="279095"/>
                </a:lnTo>
                <a:lnTo>
                  <a:pt x="214249" y="259600"/>
                </a:lnTo>
                <a:lnTo>
                  <a:pt x="224663" y="279095"/>
                </a:lnTo>
                <a:lnTo>
                  <a:pt x="224777" y="279285"/>
                </a:lnTo>
                <a:lnTo>
                  <a:pt x="239077" y="296151"/>
                </a:lnTo>
                <a:lnTo>
                  <a:pt x="239458" y="296570"/>
                </a:lnTo>
                <a:lnTo>
                  <a:pt x="258025" y="310870"/>
                </a:lnTo>
                <a:lnTo>
                  <a:pt x="280479" y="321691"/>
                </a:lnTo>
                <a:lnTo>
                  <a:pt x="295516" y="299910"/>
                </a:lnTo>
                <a:close/>
              </a:path>
              <a:path w="702309" h="326389">
                <a:moveTo>
                  <a:pt x="514807" y="233819"/>
                </a:moveTo>
                <a:lnTo>
                  <a:pt x="512838" y="220332"/>
                </a:lnTo>
                <a:lnTo>
                  <a:pt x="511175" y="208927"/>
                </a:lnTo>
                <a:lnTo>
                  <a:pt x="475780" y="214464"/>
                </a:lnTo>
                <a:lnTo>
                  <a:pt x="440639" y="217932"/>
                </a:lnTo>
                <a:lnTo>
                  <a:pt x="403491" y="219760"/>
                </a:lnTo>
                <a:lnTo>
                  <a:pt x="362127" y="220332"/>
                </a:lnTo>
                <a:lnTo>
                  <a:pt x="362127" y="55473"/>
                </a:lnTo>
                <a:lnTo>
                  <a:pt x="485508" y="55473"/>
                </a:lnTo>
                <a:lnTo>
                  <a:pt x="485508" y="31889"/>
                </a:lnTo>
                <a:lnTo>
                  <a:pt x="333349" y="31889"/>
                </a:lnTo>
                <a:lnTo>
                  <a:pt x="333349" y="244703"/>
                </a:lnTo>
                <a:lnTo>
                  <a:pt x="359016" y="244703"/>
                </a:lnTo>
                <a:lnTo>
                  <a:pt x="402310" y="244271"/>
                </a:lnTo>
                <a:lnTo>
                  <a:pt x="440994" y="242658"/>
                </a:lnTo>
                <a:lnTo>
                  <a:pt x="477634" y="239344"/>
                </a:lnTo>
                <a:lnTo>
                  <a:pt x="514807" y="233819"/>
                </a:lnTo>
                <a:close/>
              </a:path>
              <a:path w="702309" h="326389">
                <a:moveTo>
                  <a:pt x="625754" y="128828"/>
                </a:moveTo>
                <a:lnTo>
                  <a:pt x="571309" y="128828"/>
                </a:lnTo>
                <a:lnTo>
                  <a:pt x="571309" y="0"/>
                </a:lnTo>
                <a:lnTo>
                  <a:pt x="542544" y="0"/>
                </a:lnTo>
                <a:lnTo>
                  <a:pt x="542544" y="326351"/>
                </a:lnTo>
                <a:lnTo>
                  <a:pt x="571309" y="326351"/>
                </a:lnTo>
                <a:lnTo>
                  <a:pt x="571309" y="152933"/>
                </a:lnTo>
                <a:lnTo>
                  <a:pt x="625754" y="152933"/>
                </a:lnTo>
                <a:lnTo>
                  <a:pt x="625754" y="128828"/>
                </a:lnTo>
                <a:close/>
              </a:path>
              <a:path w="702309" h="326389">
                <a:moveTo>
                  <a:pt x="701700" y="274510"/>
                </a:moveTo>
                <a:lnTo>
                  <a:pt x="699833" y="265353"/>
                </a:lnTo>
                <a:lnTo>
                  <a:pt x="694766" y="257860"/>
                </a:lnTo>
                <a:lnTo>
                  <a:pt x="687260" y="252780"/>
                </a:lnTo>
                <a:lnTo>
                  <a:pt x="678103" y="250926"/>
                </a:lnTo>
                <a:lnTo>
                  <a:pt x="668921" y="252780"/>
                </a:lnTo>
                <a:lnTo>
                  <a:pt x="661352" y="257860"/>
                </a:lnTo>
                <a:lnTo>
                  <a:pt x="656272" y="265353"/>
                </a:lnTo>
                <a:lnTo>
                  <a:pt x="654519" y="274510"/>
                </a:lnTo>
                <a:lnTo>
                  <a:pt x="656272" y="283667"/>
                </a:lnTo>
                <a:lnTo>
                  <a:pt x="661352" y="291160"/>
                </a:lnTo>
                <a:lnTo>
                  <a:pt x="668921" y="296240"/>
                </a:lnTo>
                <a:lnTo>
                  <a:pt x="678103" y="298094"/>
                </a:lnTo>
                <a:lnTo>
                  <a:pt x="687260" y="296240"/>
                </a:lnTo>
                <a:lnTo>
                  <a:pt x="694766" y="291160"/>
                </a:lnTo>
                <a:lnTo>
                  <a:pt x="699833" y="283667"/>
                </a:lnTo>
                <a:lnTo>
                  <a:pt x="701700" y="2745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1" name="object 201" descr=""/>
          <p:cNvGrpSpPr/>
          <p:nvPr/>
        </p:nvGrpSpPr>
        <p:grpSpPr>
          <a:xfrm>
            <a:off x="9030168" y="3247366"/>
            <a:ext cx="319405" cy="356235"/>
            <a:chOff x="9030168" y="3247366"/>
            <a:chExt cx="319405" cy="356235"/>
          </a:xfrm>
        </p:grpSpPr>
        <p:sp>
          <p:nvSpPr>
            <p:cNvPr id="202" name="object 202" descr=""/>
            <p:cNvSpPr/>
            <p:nvPr/>
          </p:nvSpPr>
          <p:spPr>
            <a:xfrm>
              <a:off x="9258347" y="3251374"/>
              <a:ext cx="87630" cy="347980"/>
            </a:xfrm>
            <a:custGeom>
              <a:avLst/>
              <a:gdLst/>
              <a:ahLst/>
              <a:cxnLst/>
              <a:rect l="l" t="t" r="r" b="b"/>
              <a:pathLst>
                <a:path w="87629" h="347979">
                  <a:moveTo>
                    <a:pt x="30719" y="138931"/>
                  </a:moveTo>
                  <a:lnTo>
                    <a:pt x="30719" y="0"/>
                  </a:lnTo>
                  <a:lnTo>
                    <a:pt x="0" y="0"/>
                  </a:lnTo>
                  <a:lnTo>
                    <a:pt x="0" y="347604"/>
                  </a:lnTo>
                  <a:lnTo>
                    <a:pt x="30719" y="347604"/>
                  </a:lnTo>
                  <a:lnTo>
                    <a:pt x="30719" y="164669"/>
                  </a:lnTo>
                  <a:lnTo>
                    <a:pt x="87177" y="164669"/>
                  </a:lnTo>
                  <a:lnTo>
                    <a:pt x="87177" y="138931"/>
                  </a:lnTo>
                  <a:lnTo>
                    <a:pt x="30719" y="138931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3" name="object 203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030168" y="3281684"/>
              <a:ext cx="202573" cy="233016"/>
            </a:xfrm>
            <a:prstGeom prst="rect">
              <a:avLst/>
            </a:prstGeom>
          </p:spPr>
        </p:pic>
      </p:grpSp>
      <p:grpSp>
        <p:nvGrpSpPr>
          <p:cNvPr id="204" name="object 204" descr=""/>
          <p:cNvGrpSpPr/>
          <p:nvPr/>
        </p:nvGrpSpPr>
        <p:grpSpPr>
          <a:xfrm>
            <a:off x="9364212" y="3247366"/>
            <a:ext cx="291465" cy="356870"/>
            <a:chOff x="9364212" y="3247366"/>
            <a:chExt cx="291465" cy="356870"/>
          </a:xfrm>
        </p:grpSpPr>
        <p:sp>
          <p:nvSpPr>
            <p:cNvPr id="205" name="object 205" descr=""/>
            <p:cNvSpPr/>
            <p:nvPr/>
          </p:nvSpPr>
          <p:spPr>
            <a:xfrm>
              <a:off x="9620897" y="3251374"/>
              <a:ext cx="31115" cy="348615"/>
            </a:xfrm>
            <a:custGeom>
              <a:avLst/>
              <a:gdLst/>
              <a:ahLst/>
              <a:cxnLst/>
              <a:rect l="l" t="t" r="r" b="b"/>
              <a:pathLst>
                <a:path w="31115" h="348614">
                  <a:moveTo>
                    <a:pt x="0" y="0"/>
                  </a:moveTo>
                  <a:lnTo>
                    <a:pt x="0" y="348434"/>
                  </a:lnTo>
                  <a:lnTo>
                    <a:pt x="30719" y="348434"/>
                  </a:lnTo>
                  <a:lnTo>
                    <a:pt x="30719" y="0"/>
                  </a:lnTo>
                  <a:lnTo>
                    <a:pt x="0" y="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6" name="object 206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382201" y="3272827"/>
              <a:ext cx="195655" cy="171300"/>
            </a:xfrm>
            <a:prstGeom prst="rect">
              <a:avLst/>
            </a:prstGeom>
          </p:spPr>
        </p:pic>
        <p:sp>
          <p:nvSpPr>
            <p:cNvPr id="207" name="object 207" descr=""/>
            <p:cNvSpPr/>
            <p:nvPr/>
          </p:nvSpPr>
          <p:spPr>
            <a:xfrm>
              <a:off x="9368219" y="3485232"/>
              <a:ext cx="232410" cy="38100"/>
            </a:xfrm>
            <a:custGeom>
              <a:avLst/>
              <a:gdLst/>
              <a:ahLst/>
              <a:cxnLst/>
              <a:rect l="l" t="t" r="r" b="b"/>
              <a:pathLst>
                <a:path w="232409" h="38100">
                  <a:moveTo>
                    <a:pt x="4151" y="37915"/>
                  </a:moveTo>
                  <a:lnTo>
                    <a:pt x="44340" y="37767"/>
                  </a:lnTo>
                  <a:lnTo>
                    <a:pt x="88608" y="36861"/>
                  </a:lnTo>
                  <a:lnTo>
                    <a:pt x="135585" y="34508"/>
                  </a:lnTo>
                  <a:lnTo>
                    <a:pt x="183904" y="30015"/>
                  </a:lnTo>
                  <a:lnTo>
                    <a:pt x="232197" y="22693"/>
                  </a:lnTo>
                  <a:lnTo>
                    <a:pt x="229706" y="0"/>
                  </a:lnTo>
                  <a:lnTo>
                    <a:pt x="182436" y="5592"/>
                  </a:lnTo>
                  <a:lnTo>
                    <a:pt x="134104" y="9073"/>
                  </a:lnTo>
                  <a:lnTo>
                    <a:pt x="86436" y="10919"/>
                  </a:lnTo>
                  <a:lnTo>
                    <a:pt x="41158" y="11610"/>
                  </a:lnTo>
                  <a:lnTo>
                    <a:pt x="0" y="11623"/>
                  </a:lnTo>
                  <a:lnTo>
                    <a:pt x="4151" y="37915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8" name="object 208" descr=""/>
          <p:cNvGrpSpPr/>
          <p:nvPr/>
        </p:nvGrpSpPr>
        <p:grpSpPr>
          <a:xfrm>
            <a:off x="9814566" y="3247366"/>
            <a:ext cx="291465" cy="356235"/>
            <a:chOff x="9814566" y="3247366"/>
            <a:chExt cx="291465" cy="356235"/>
          </a:xfrm>
        </p:grpSpPr>
        <p:sp>
          <p:nvSpPr>
            <p:cNvPr id="209" name="object 209" descr=""/>
            <p:cNvSpPr/>
            <p:nvPr/>
          </p:nvSpPr>
          <p:spPr>
            <a:xfrm>
              <a:off x="9818574" y="3251374"/>
              <a:ext cx="283210" cy="205104"/>
            </a:xfrm>
            <a:custGeom>
              <a:avLst/>
              <a:gdLst/>
              <a:ahLst/>
              <a:cxnLst/>
              <a:rect l="l" t="t" r="r" b="b"/>
              <a:pathLst>
                <a:path w="283209" h="205104">
                  <a:moveTo>
                    <a:pt x="252124" y="51199"/>
                  </a:moveTo>
                  <a:lnTo>
                    <a:pt x="162040" y="51199"/>
                  </a:lnTo>
                  <a:lnTo>
                    <a:pt x="148288" y="38003"/>
                  </a:lnTo>
                  <a:lnTo>
                    <a:pt x="131423" y="28142"/>
                  </a:lnTo>
                  <a:lnTo>
                    <a:pt x="111912" y="21990"/>
                  </a:lnTo>
                  <a:lnTo>
                    <a:pt x="90222" y="19926"/>
                  </a:lnTo>
                  <a:lnTo>
                    <a:pt x="54135" y="25932"/>
                  </a:lnTo>
                  <a:lnTo>
                    <a:pt x="25495" y="43069"/>
                  </a:lnTo>
                  <a:lnTo>
                    <a:pt x="6663" y="69391"/>
                  </a:lnTo>
                  <a:lnTo>
                    <a:pt x="0" y="102952"/>
                  </a:lnTo>
                  <a:lnTo>
                    <a:pt x="6663" y="136790"/>
                  </a:lnTo>
                  <a:lnTo>
                    <a:pt x="25495" y="163181"/>
                  </a:lnTo>
                  <a:lnTo>
                    <a:pt x="54135" y="180284"/>
                  </a:lnTo>
                  <a:lnTo>
                    <a:pt x="90222" y="186256"/>
                  </a:lnTo>
                  <a:lnTo>
                    <a:pt x="111914" y="184191"/>
                  </a:lnTo>
                  <a:lnTo>
                    <a:pt x="131440" y="178039"/>
                  </a:lnTo>
                  <a:lnTo>
                    <a:pt x="148346" y="168178"/>
                  </a:lnTo>
                  <a:lnTo>
                    <a:pt x="162178" y="154982"/>
                  </a:lnTo>
                  <a:lnTo>
                    <a:pt x="252124" y="154982"/>
                  </a:lnTo>
                  <a:lnTo>
                    <a:pt x="252124" y="204798"/>
                  </a:lnTo>
                  <a:lnTo>
                    <a:pt x="282843" y="204798"/>
                  </a:lnTo>
                  <a:lnTo>
                    <a:pt x="282843" y="0"/>
                  </a:lnTo>
                  <a:lnTo>
                    <a:pt x="252124" y="0"/>
                  </a:lnTo>
                  <a:lnTo>
                    <a:pt x="252124" y="51199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0" name="object 210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843902" y="3293308"/>
              <a:ext cx="230803" cy="122314"/>
            </a:xfrm>
            <a:prstGeom prst="rect">
              <a:avLst/>
            </a:prstGeom>
          </p:spPr>
        </p:pic>
        <p:sp>
          <p:nvSpPr>
            <p:cNvPr id="211" name="object 211" descr=""/>
            <p:cNvSpPr/>
            <p:nvPr/>
          </p:nvSpPr>
          <p:spPr>
            <a:xfrm>
              <a:off x="9867282" y="3475545"/>
              <a:ext cx="234315" cy="123825"/>
            </a:xfrm>
            <a:custGeom>
              <a:avLst/>
              <a:gdLst/>
              <a:ahLst/>
              <a:cxnLst/>
              <a:rect l="l" t="t" r="r" b="b"/>
              <a:pathLst>
                <a:path w="234315" h="123825">
                  <a:moveTo>
                    <a:pt x="203415" y="24631"/>
                  </a:moveTo>
                  <a:lnTo>
                    <a:pt x="203415" y="123709"/>
                  </a:lnTo>
                  <a:lnTo>
                    <a:pt x="234134" y="123709"/>
                  </a:lnTo>
                  <a:lnTo>
                    <a:pt x="234134" y="0"/>
                  </a:lnTo>
                  <a:lnTo>
                    <a:pt x="0" y="0"/>
                  </a:lnTo>
                  <a:lnTo>
                    <a:pt x="0" y="24631"/>
                  </a:lnTo>
                  <a:lnTo>
                    <a:pt x="203415" y="24631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2" name="object 212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0156358" y="3243768"/>
            <a:ext cx="331818" cy="355619"/>
          </a:xfrm>
          <a:prstGeom prst="rect">
            <a:avLst/>
          </a:prstGeom>
        </p:spPr>
      </p:pic>
      <p:grpSp>
        <p:nvGrpSpPr>
          <p:cNvPr id="213" name="object 213" descr=""/>
          <p:cNvGrpSpPr/>
          <p:nvPr/>
        </p:nvGrpSpPr>
        <p:grpSpPr>
          <a:xfrm>
            <a:off x="9030168" y="3247366"/>
            <a:ext cx="625475" cy="356870"/>
            <a:chOff x="9030168" y="3247366"/>
            <a:chExt cx="625475" cy="356870"/>
          </a:xfrm>
        </p:grpSpPr>
        <p:sp>
          <p:nvSpPr>
            <p:cNvPr id="214" name="object 214" descr=""/>
            <p:cNvSpPr/>
            <p:nvPr/>
          </p:nvSpPr>
          <p:spPr>
            <a:xfrm>
              <a:off x="9034175" y="3251373"/>
              <a:ext cx="311785" cy="347980"/>
            </a:xfrm>
            <a:custGeom>
              <a:avLst/>
              <a:gdLst/>
              <a:ahLst/>
              <a:cxnLst/>
              <a:rect l="l" t="t" r="r" b="b"/>
              <a:pathLst>
                <a:path w="311784" h="347979">
                  <a:moveTo>
                    <a:pt x="254891" y="0"/>
                  </a:moveTo>
                  <a:lnTo>
                    <a:pt x="224171" y="0"/>
                  </a:lnTo>
                  <a:lnTo>
                    <a:pt x="224171" y="347604"/>
                  </a:lnTo>
                  <a:lnTo>
                    <a:pt x="254891" y="347604"/>
                  </a:lnTo>
                  <a:lnTo>
                    <a:pt x="254891" y="164669"/>
                  </a:lnTo>
                  <a:lnTo>
                    <a:pt x="311349" y="164669"/>
                  </a:lnTo>
                  <a:lnTo>
                    <a:pt x="311349" y="138931"/>
                  </a:lnTo>
                  <a:lnTo>
                    <a:pt x="254891" y="138931"/>
                  </a:lnTo>
                  <a:lnTo>
                    <a:pt x="254891" y="0"/>
                  </a:lnTo>
                  <a:close/>
                </a:path>
                <a:path w="311784" h="347979">
                  <a:moveTo>
                    <a:pt x="30442" y="34317"/>
                  </a:moveTo>
                  <a:lnTo>
                    <a:pt x="0" y="34317"/>
                  </a:lnTo>
                  <a:lnTo>
                    <a:pt x="0" y="259319"/>
                  </a:lnTo>
                  <a:lnTo>
                    <a:pt x="27675" y="259319"/>
                  </a:lnTo>
                  <a:lnTo>
                    <a:pt x="67606" y="258571"/>
                  </a:lnTo>
                  <a:lnTo>
                    <a:pt x="108418" y="256033"/>
                  </a:lnTo>
                  <a:lnTo>
                    <a:pt x="150580" y="251263"/>
                  </a:lnTo>
                  <a:lnTo>
                    <a:pt x="194559" y="243821"/>
                  </a:lnTo>
                  <a:lnTo>
                    <a:pt x="193049" y="233581"/>
                  </a:lnTo>
                  <a:lnTo>
                    <a:pt x="30442" y="233581"/>
                  </a:lnTo>
                  <a:lnTo>
                    <a:pt x="30442" y="34317"/>
                  </a:lnTo>
                  <a:close/>
                </a:path>
                <a:path w="311784" h="347979">
                  <a:moveTo>
                    <a:pt x="190684" y="217529"/>
                  </a:moveTo>
                  <a:lnTo>
                    <a:pt x="148639" y="225038"/>
                  </a:lnTo>
                  <a:lnTo>
                    <a:pt x="108176" y="229965"/>
                  </a:lnTo>
                  <a:lnTo>
                    <a:pt x="68907" y="232688"/>
                  </a:lnTo>
                  <a:lnTo>
                    <a:pt x="30442" y="233581"/>
                  </a:lnTo>
                  <a:lnTo>
                    <a:pt x="193049" y="233581"/>
                  </a:lnTo>
                  <a:lnTo>
                    <a:pt x="190684" y="2175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9258347" y="3251374"/>
              <a:ext cx="87630" cy="347980"/>
            </a:xfrm>
            <a:custGeom>
              <a:avLst/>
              <a:gdLst/>
              <a:ahLst/>
              <a:cxnLst/>
              <a:rect l="l" t="t" r="r" b="b"/>
              <a:pathLst>
                <a:path w="87629" h="347979">
                  <a:moveTo>
                    <a:pt x="30719" y="138931"/>
                  </a:moveTo>
                  <a:lnTo>
                    <a:pt x="30719" y="0"/>
                  </a:lnTo>
                  <a:lnTo>
                    <a:pt x="0" y="0"/>
                  </a:lnTo>
                  <a:lnTo>
                    <a:pt x="0" y="347604"/>
                  </a:lnTo>
                  <a:lnTo>
                    <a:pt x="30719" y="347604"/>
                  </a:lnTo>
                  <a:lnTo>
                    <a:pt x="30719" y="164669"/>
                  </a:lnTo>
                  <a:lnTo>
                    <a:pt x="87177" y="164669"/>
                  </a:lnTo>
                  <a:lnTo>
                    <a:pt x="87177" y="138931"/>
                  </a:lnTo>
                  <a:lnTo>
                    <a:pt x="30719" y="138931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6" name="object 216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030168" y="3281684"/>
              <a:ext cx="202573" cy="233016"/>
            </a:xfrm>
            <a:prstGeom prst="rect">
              <a:avLst/>
            </a:prstGeom>
          </p:spPr>
        </p:pic>
        <p:sp>
          <p:nvSpPr>
            <p:cNvPr id="217" name="object 217" descr=""/>
            <p:cNvSpPr/>
            <p:nvPr/>
          </p:nvSpPr>
          <p:spPr>
            <a:xfrm>
              <a:off x="9368219" y="3251373"/>
              <a:ext cx="283845" cy="348615"/>
            </a:xfrm>
            <a:custGeom>
              <a:avLst/>
              <a:gdLst/>
              <a:ahLst/>
              <a:cxnLst/>
              <a:rect l="l" t="t" r="r" b="b"/>
              <a:pathLst>
                <a:path w="283845" h="348614">
                  <a:moveTo>
                    <a:pt x="283397" y="0"/>
                  </a:moveTo>
                  <a:lnTo>
                    <a:pt x="252677" y="0"/>
                  </a:lnTo>
                  <a:lnTo>
                    <a:pt x="252677" y="348434"/>
                  </a:lnTo>
                  <a:lnTo>
                    <a:pt x="283397" y="348434"/>
                  </a:lnTo>
                  <a:lnTo>
                    <a:pt x="283397" y="0"/>
                  </a:lnTo>
                  <a:close/>
                </a:path>
                <a:path w="283845" h="348614">
                  <a:moveTo>
                    <a:pt x="111808" y="25461"/>
                  </a:moveTo>
                  <a:lnTo>
                    <a:pt x="73992" y="31407"/>
                  </a:lnTo>
                  <a:lnTo>
                    <a:pt x="44246" y="48120"/>
                  </a:lnTo>
                  <a:lnTo>
                    <a:pt x="24825" y="73915"/>
                  </a:lnTo>
                  <a:lnTo>
                    <a:pt x="17989" y="107103"/>
                  </a:lnTo>
                  <a:lnTo>
                    <a:pt x="24825" y="140293"/>
                  </a:lnTo>
                  <a:lnTo>
                    <a:pt x="44246" y="166087"/>
                  </a:lnTo>
                  <a:lnTo>
                    <a:pt x="73992" y="182800"/>
                  </a:lnTo>
                  <a:lnTo>
                    <a:pt x="111808" y="188746"/>
                  </a:lnTo>
                  <a:lnTo>
                    <a:pt x="149547" y="182800"/>
                  </a:lnTo>
                  <a:lnTo>
                    <a:pt x="179164" y="166087"/>
                  </a:lnTo>
                  <a:lnTo>
                    <a:pt x="182311" y="161901"/>
                  </a:lnTo>
                  <a:lnTo>
                    <a:pt x="111808" y="161901"/>
                  </a:lnTo>
                  <a:lnTo>
                    <a:pt x="86178" y="157893"/>
                  </a:lnTo>
                  <a:lnTo>
                    <a:pt x="65971" y="146645"/>
                  </a:lnTo>
                  <a:lnTo>
                    <a:pt x="52769" y="129326"/>
                  </a:lnTo>
                  <a:lnTo>
                    <a:pt x="48155" y="107103"/>
                  </a:lnTo>
                  <a:lnTo>
                    <a:pt x="52769" y="84881"/>
                  </a:lnTo>
                  <a:lnTo>
                    <a:pt x="65971" y="67562"/>
                  </a:lnTo>
                  <a:lnTo>
                    <a:pt x="86178" y="56315"/>
                  </a:lnTo>
                  <a:lnTo>
                    <a:pt x="111808" y="52306"/>
                  </a:lnTo>
                  <a:lnTo>
                    <a:pt x="182312" y="52306"/>
                  </a:lnTo>
                  <a:lnTo>
                    <a:pt x="179164" y="48120"/>
                  </a:lnTo>
                  <a:lnTo>
                    <a:pt x="149547" y="31407"/>
                  </a:lnTo>
                  <a:lnTo>
                    <a:pt x="111808" y="25461"/>
                  </a:lnTo>
                  <a:close/>
                </a:path>
                <a:path w="283845" h="348614">
                  <a:moveTo>
                    <a:pt x="182312" y="52306"/>
                  </a:moveTo>
                  <a:lnTo>
                    <a:pt x="111808" y="52306"/>
                  </a:lnTo>
                  <a:lnTo>
                    <a:pt x="137283" y="56315"/>
                  </a:lnTo>
                  <a:lnTo>
                    <a:pt x="157439" y="67562"/>
                  </a:lnTo>
                  <a:lnTo>
                    <a:pt x="170692" y="84881"/>
                  </a:lnTo>
                  <a:lnTo>
                    <a:pt x="175462" y="107103"/>
                  </a:lnTo>
                  <a:lnTo>
                    <a:pt x="170692" y="129326"/>
                  </a:lnTo>
                  <a:lnTo>
                    <a:pt x="157439" y="146645"/>
                  </a:lnTo>
                  <a:lnTo>
                    <a:pt x="137283" y="157893"/>
                  </a:lnTo>
                  <a:lnTo>
                    <a:pt x="111808" y="161901"/>
                  </a:lnTo>
                  <a:lnTo>
                    <a:pt x="182311" y="161901"/>
                  </a:lnTo>
                  <a:lnTo>
                    <a:pt x="198559" y="140293"/>
                  </a:lnTo>
                  <a:lnTo>
                    <a:pt x="205629" y="107103"/>
                  </a:lnTo>
                  <a:lnTo>
                    <a:pt x="198559" y="73915"/>
                  </a:lnTo>
                  <a:lnTo>
                    <a:pt x="182312" y="52306"/>
                  </a:lnTo>
                  <a:close/>
                </a:path>
                <a:path w="283845" h="348614">
                  <a:moveTo>
                    <a:pt x="229706" y="233857"/>
                  </a:moveTo>
                  <a:lnTo>
                    <a:pt x="182436" y="239450"/>
                  </a:lnTo>
                  <a:lnTo>
                    <a:pt x="134104" y="242931"/>
                  </a:lnTo>
                  <a:lnTo>
                    <a:pt x="86436" y="244777"/>
                  </a:lnTo>
                  <a:lnTo>
                    <a:pt x="40289" y="245481"/>
                  </a:lnTo>
                  <a:lnTo>
                    <a:pt x="0" y="245481"/>
                  </a:lnTo>
                  <a:lnTo>
                    <a:pt x="4128" y="271625"/>
                  </a:lnTo>
                  <a:lnTo>
                    <a:pt x="4151" y="271773"/>
                  </a:lnTo>
                  <a:lnTo>
                    <a:pt x="44340" y="271625"/>
                  </a:lnTo>
                  <a:lnTo>
                    <a:pt x="88608" y="270719"/>
                  </a:lnTo>
                  <a:lnTo>
                    <a:pt x="135585" y="268366"/>
                  </a:lnTo>
                  <a:lnTo>
                    <a:pt x="183904" y="263873"/>
                  </a:lnTo>
                  <a:lnTo>
                    <a:pt x="232197" y="256551"/>
                  </a:lnTo>
                  <a:lnTo>
                    <a:pt x="229706" y="2338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9620896" y="3251374"/>
              <a:ext cx="31115" cy="348615"/>
            </a:xfrm>
            <a:custGeom>
              <a:avLst/>
              <a:gdLst/>
              <a:ahLst/>
              <a:cxnLst/>
              <a:rect l="l" t="t" r="r" b="b"/>
              <a:pathLst>
                <a:path w="31115" h="348614">
                  <a:moveTo>
                    <a:pt x="0" y="0"/>
                  </a:moveTo>
                  <a:lnTo>
                    <a:pt x="0" y="348434"/>
                  </a:lnTo>
                  <a:lnTo>
                    <a:pt x="30719" y="348434"/>
                  </a:lnTo>
                  <a:lnTo>
                    <a:pt x="30719" y="0"/>
                  </a:lnTo>
                  <a:lnTo>
                    <a:pt x="0" y="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9" name="object 219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382200" y="3272827"/>
              <a:ext cx="195655" cy="171300"/>
            </a:xfrm>
            <a:prstGeom prst="rect">
              <a:avLst/>
            </a:prstGeom>
          </p:spPr>
        </p:pic>
        <p:sp>
          <p:nvSpPr>
            <p:cNvPr id="220" name="object 220" descr=""/>
            <p:cNvSpPr/>
            <p:nvPr/>
          </p:nvSpPr>
          <p:spPr>
            <a:xfrm>
              <a:off x="9368219" y="3485232"/>
              <a:ext cx="232410" cy="38100"/>
            </a:xfrm>
            <a:custGeom>
              <a:avLst/>
              <a:gdLst/>
              <a:ahLst/>
              <a:cxnLst/>
              <a:rect l="l" t="t" r="r" b="b"/>
              <a:pathLst>
                <a:path w="232409" h="38100">
                  <a:moveTo>
                    <a:pt x="4151" y="37915"/>
                  </a:moveTo>
                  <a:lnTo>
                    <a:pt x="44340" y="37767"/>
                  </a:lnTo>
                  <a:lnTo>
                    <a:pt x="88608" y="36861"/>
                  </a:lnTo>
                  <a:lnTo>
                    <a:pt x="135585" y="34508"/>
                  </a:lnTo>
                  <a:lnTo>
                    <a:pt x="183904" y="30015"/>
                  </a:lnTo>
                  <a:lnTo>
                    <a:pt x="232197" y="22693"/>
                  </a:lnTo>
                  <a:lnTo>
                    <a:pt x="229706" y="0"/>
                  </a:lnTo>
                  <a:lnTo>
                    <a:pt x="182436" y="5592"/>
                  </a:lnTo>
                  <a:lnTo>
                    <a:pt x="134104" y="9073"/>
                  </a:lnTo>
                  <a:lnTo>
                    <a:pt x="86436" y="10919"/>
                  </a:lnTo>
                  <a:lnTo>
                    <a:pt x="41158" y="11610"/>
                  </a:lnTo>
                  <a:lnTo>
                    <a:pt x="0" y="11623"/>
                  </a:lnTo>
                  <a:lnTo>
                    <a:pt x="4151" y="37915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1" name="object 221" descr=""/>
          <p:cNvGrpSpPr/>
          <p:nvPr/>
        </p:nvGrpSpPr>
        <p:grpSpPr>
          <a:xfrm>
            <a:off x="9814566" y="3247366"/>
            <a:ext cx="291465" cy="356235"/>
            <a:chOff x="9814566" y="3247366"/>
            <a:chExt cx="291465" cy="356235"/>
          </a:xfrm>
        </p:grpSpPr>
        <p:sp>
          <p:nvSpPr>
            <p:cNvPr id="222" name="object 222" descr=""/>
            <p:cNvSpPr/>
            <p:nvPr/>
          </p:nvSpPr>
          <p:spPr>
            <a:xfrm>
              <a:off x="9818574" y="3251373"/>
              <a:ext cx="283210" cy="347980"/>
            </a:xfrm>
            <a:custGeom>
              <a:avLst/>
              <a:gdLst/>
              <a:ahLst/>
              <a:cxnLst/>
              <a:rect l="l" t="t" r="r" b="b"/>
              <a:pathLst>
                <a:path w="283209" h="347979">
                  <a:moveTo>
                    <a:pt x="282843" y="154982"/>
                  </a:moveTo>
                  <a:lnTo>
                    <a:pt x="252124" y="154982"/>
                  </a:lnTo>
                  <a:lnTo>
                    <a:pt x="252124" y="204798"/>
                  </a:lnTo>
                  <a:lnTo>
                    <a:pt x="282843" y="204798"/>
                  </a:lnTo>
                  <a:lnTo>
                    <a:pt x="282843" y="154982"/>
                  </a:lnTo>
                  <a:close/>
                </a:path>
                <a:path w="283209" h="347979">
                  <a:moveTo>
                    <a:pt x="90222" y="19926"/>
                  </a:moveTo>
                  <a:lnTo>
                    <a:pt x="54135" y="25932"/>
                  </a:lnTo>
                  <a:lnTo>
                    <a:pt x="25495" y="43069"/>
                  </a:lnTo>
                  <a:lnTo>
                    <a:pt x="6663" y="69391"/>
                  </a:lnTo>
                  <a:lnTo>
                    <a:pt x="0" y="102952"/>
                  </a:lnTo>
                  <a:lnTo>
                    <a:pt x="6663" y="136790"/>
                  </a:lnTo>
                  <a:lnTo>
                    <a:pt x="25495" y="163181"/>
                  </a:lnTo>
                  <a:lnTo>
                    <a:pt x="54135" y="180284"/>
                  </a:lnTo>
                  <a:lnTo>
                    <a:pt x="90222" y="186256"/>
                  </a:lnTo>
                  <a:lnTo>
                    <a:pt x="111914" y="184191"/>
                  </a:lnTo>
                  <a:lnTo>
                    <a:pt x="131440" y="178039"/>
                  </a:lnTo>
                  <a:lnTo>
                    <a:pt x="148346" y="168178"/>
                  </a:lnTo>
                  <a:lnTo>
                    <a:pt x="156666" y="160240"/>
                  </a:lnTo>
                  <a:lnTo>
                    <a:pt x="90222" y="160240"/>
                  </a:lnTo>
                  <a:lnTo>
                    <a:pt x="65763" y="156037"/>
                  </a:lnTo>
                  <a:lnTo>
                    <a:pt x="46494" y="144258"/>
                  </a:lnTo>
                  <a:lnTo>
                    <a:pt x="33867" y="126148"/>
                  </a:lnTo>
                  <a:lnTo>
                    <a:pt x="29335" y="102952"/>
                  </a:lnTo>
                  <a:lnTo>
                    <a:pt x="33867" y="80150"/>
                  </a:lnTo>
                  <a:lnTo>
                    <a:pt x="46494" y="62096"/>
                  </a:lnTo>
                  <a:lnTo>
                    <a:pt x="65763" y="50218"/>
                  </a:lnTo>
                  <a:lnTo>
                    <a:pt x="90222" y="45941"/>
                  </a:lnTo>
                  <a:lnTo>
                    <a:pt x="156560" y="45941"/>
                  </a:lnTo>
                  <a:lnTo>
                    <a:pt x="148288" y="38003"/>
                  </a:lnTo>
                  <a:lnTo>
                    <a:pt x="131423" y="28142"/>
                  </a:lnTo>
                  <a:lnTo>
                    <a:pt x="111912" y="21990"/>
                  </a:lnTo>
                  <a:lnTo>
                    <a:pt x="90222" y="19926"/>
                  </a:lnTo>
                  <a:close/>
                </a:path>
                <a:path w="283209" h="347979">
                  <a:moveTo>
                    <a:pt x="156560" y="45941"/>
                  </a:moveTo>
                  <a:lnTo>
                    <a:pt x="90222" y="45941"/>
                  </a:lnTo>
                  <a:lnTo>
                    <a:pt x="114127" y="50218"/>
                  </a:lnTo>
                  <a:lnTo>
                    <a:pt x="133257" y="62096"/>
                  </a:lnTo>
                  <a:lnTo>
                    <a:pt x="145953" y="80150"/>
                  </a:lnTo>
                  <a:lnTo>
                    <a:pt x="150554" y="102952"/>
                  </a:lnTo>
                  <a:lnTo>
                    <a:pt x="145953" y="126148"/>
                  </a:lnTo>
                  <a:lnTo>
                    <a:pt x="133257" y="144258"/>
                  </a:lnTo>
                  <a:lnTo>
                    <a:pt x="114127" y="156037"/>
                  </a:lnTo>
                  <a:lnTo>
                    <a:pt x="90222" y="160240"/>
                  </a:lnTo>
                  <a:lnTo>
                    <a:pt x="156666" y="160240"/>
                  </a:lnTo>
                  <a:lnTo>
                    <a:pt x="162178" y="154982"/>
                  </a:lnTo>
                  <a:lnTo>
                    <a:pt x="282843" y="154982"/>
                  </a:lnTo>
                  <a:lnTo>
                    <a:pt x="282843" y="129521"/>
                  </a:lnTo>
                  <a:lnTo>
                    <a:pt x="176016" y="129521"/>
                  </a:lnTo>
                  <a:lnTo>
                    <a:pt x="177773" y="123248"/>
                  </a:lnTo>
                  <a:lnTo>
                    <a:pt x="179077" y="116704"/>
                  </a:lnTo>
                  <a:lnTo>
                    <a:pt x="179888" y="109925"/>
                  </a:lnTo>
                  <a:lnTo>
                    <a:pt x="180166" y="102952"/>
                  </a:lnTo>
                  <a:lnTo>
                    <a:pt x="179888" y="96081"/>
                  </a:lnTo>
                  <a:lnTo>
                    <a:pt x="179077" y="89391"/>
                  </a:lnTo>
                  <a:lnTo>
                    <a:pt x="177773" y="82909"/>
                  </a:lnTo>
                  <a:lnTo>
                    <a:pt x="176016" y="76661"/>
                  </a:lnTo>
                  <a:lnTo>
                    <a:pt x="282843" y="76661"/>
                  </a:lnTo>
                  <a:lnTo>
                    <a:pt x="282843" y="51199"/>
                  </a:lnTo>
                  <a:lnTo>
                    <a:pt x="162040" y="51199"/>
                  </a:lnTo>
                  <a:lnTo>
                    <a:pt x="156560" y="45941"/>
                  </a:lnTo>
                  <a:close/>
                </a:path>
                <a:path w="283209" h="347979">
                  <a:moveTo>
                    <a:pt x="282843" y="76661"/>
                  </a:moveTo>
                  <a:lnTo>
                    <a:pt x="252124" y="76661"/>
                  </a:lnTo>
                  <a:lnTo>
                    <a:pt x="252124" y="129521"/>
                  </a:lnTo>
                  <a:lnTo>
                    <a:pt x="282843" y="129521"/>
                  </a:lnTo>
                  <a:lnTo>
                    <a:pt x="282843" y="76661"/>
                  </a:lnTo>
                  <a:close/>
                </a:path>
                <a:path w="283209" h="347979">
                  <a:moveTo>
                    <a:pt x="282843" y="0"/>
                  </a:moveTo>
                  <a:lnTo>
                    <a:pt x="252124" y="0"/>
                  </a:lnTo>
                  <a:lnTo>
                    <a:pt x="252124" y="51199"/>
                  </a:lnTo>
                  <a:lnTo>
                    <a:pt x="282843" y="51199"/>
                  </a:lnTo>
                  <a:lnTo>
                    <a:pt x="282843" y="0"/>
                  </a:lnTo>
                  <a:close/>
                </a:path>
                <a:path w="283209" h="347979">
                  <a:moveTo>
                    <a:pt x="282843" y="224171"/>
                  </a:moveTo>
                  <a:lnTo>
                    <a:pt x="48708" y="224171"/>
                  </a:lnTo>
                  <a:lnTo>
                    <a:pt x="48708" y="248802"/>
                  </a:lnTo>
                  <a:lnTo>
                    <a:pt x="252124" y="248802"/>
                  </a:lnTo>
                  <a:lnTo>
                    <a:pt x="252124" y="347881"/>
                  </a:lnTo>
                  <a:lnTo>
                    <a:pt x="282843" y="347881"/>
                  </a:lnTo>
                  <a:lnTo>
                    <a:pt x="282843" y="2241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9818574" y="3251374"/>
              <a:ext cx="283210" cy="205104"/>
            </a:xfrm>
            <a:custGeom>
              <a:avLst/>
              <a:gdLst/>
              <a:ahLst/>
              <a:cxnLst/>
              <a:rect l="l" t="t" r="r" b="b"/>
              <a:pathLst>
                <a:path w="283209" h="205104">
                  <a:moveTo>
                    <a:pt x="252124" y="51199"/>
                  </a:moveTo>
                  <a:lnTo>
                    <a:pt x="162040" y="51199"/>
                  </a:lnTo>
                  <a:lnTo>
                    <a:pt x="148288" y="38003"/>
                  </a:lnTo>
                  <a:lnTo>
                    <a:pt x="131423" y="28142"/>
                  </a:lnTo>
                  <a:lnTo>
                    <a:pt x="111912" y="21990"/>
                  </a:lnTo>
                  <a:lnTo>
                    <a:pt x="90222" y="19926"/>
                  </a:lnTo>
                  <a:lnTo>
                    <a:pt x="54135" y="25932"/>
                  </a:lnTo>
                  <a:lnTo>
                    <a:pt x="25495" y="43069"/>
                  </a:lnTo>
                  <a:lnTo>
                    <a:pt x="6663" y="69391"/>
                  </a:lnTo>
                  <a:lnTo>
                    <a:pt x="0" y="102952"/>
                  </a:lnTo>
                  <a:lnTo>
                    <a:pt x="6663" y="136790"/>
                  </a:lnTo>
                  <a:lnTo>
                    <a:pt x="25495" y="163181"/>
                  </a:lnTo>
                  <a:lnTo>
                    <a:pt x="54135" y="180284"/>
                  </a:lnTo>
                  <a:lnTo>
                    <a:pt x="90222" y="186256"/>
                  </a:lnTo>
                  <a:lnTo>
                    <a:pt x="111914" y="184191"/>
                  </a:lnTo>
                  <a:lnTo>
                    <a:pt x="131440" y="178039"/>
                  </a:lnTo>
                  <a:lnTo>
                    <a:pt x="148346" y="168178"/>
                  </a:lnTo>
                  <a:lnTo>
                    <a:pt x="162178" y="154982"/>
                  </a:lnTo>
                  <a:lnTo>
                    <a:pt x="252124" y="154982"/>
                  </a:lnTo>
                  <a:lnTo>
                    <a:pt x="252124" y="204798"/>
                  </a:lnTo>
                  <a:lnTo>
                    <a:pt x="282843" y="204798"/>
                  </a:lnTo>
                  <a:lnTo>
                    <a:pt x="282843" y="0"/>
                  </a:lnTo>
                  <a:lnTo>
                    <a:pt x="252124" y="0"/>
                  </a:lnTo>
                  <a:lnTo>
                    <a:pt x="252124" y="51199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4" name="object 224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843902" y="3293308"/>
              <a:ext cx="230803" cy="122314"/>
            </a:xfrm>
            <a:prstGeom prst="rect">
              <a:avLst/>
            </a:prstGeom>
          </p:spPr>
        </p:pic>
        <p:sp>
          <p:nvSpPr>
            <p:cNvPr id="225" name="object 225" descr=""/>
            <p:cNvSpPr/>
            <p:nvPr/>
          </p:nvSpPr>
          <p:spPr>
            <a:xfrm>
              <a:off x="9867282" y="3475545"/>
              <a:ext cx="234315" cy="123825"/>
            </a:xfrm>
            <a:custGeom>
              <a:avLst/>
              <a:gdLst/>
              <a:ahLst/>
              <a:cxnLst/>
              <a:rect l="l" t="t" r="r" b="b"/>
              <a:pathLst>
                <a:path w="234315" h="123825">
                  <a:moveTo>
                    <a:pt x="203415" y="24631"/>
                  </a:moveTo>
                  <a:lnTo>
                    <a:pt x="203415" y="123709"/>
                  </a:lnTo>
                  <a:lnTo>
                    <a:pt x="234134" y="123709"/>
                  </a:lnTo>
                  <a:lnTo>
                    <a:pt x="234134" y="0"/>
                  </a:lnTo>
                  <a:lnTo>
                    <a:pt x="0" y="0"/>
                  </a:lnTo>
                  <a:lnTo>
                    <a:pt x="0" y="24631"/>
                  </a:lnTo>
                  <a:lnTo>
                    <a:pt x="203415" y="24631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6" name="object 226" descr=""/>
          <p:cNvGrpSpPr/>
          <p:nvPr/>
        </p:nvGrpSpPr>
        <p:grpSpPr>
          <a:xfrm>
            <a:off x="10156358" y="3243768"/>
            <a:ext cx="332105" cy="356235"/>
            <a:chOff x="10156358" y="3243768"/>
            <a:chExt cx="332105" cy="356235"/>
          </a:xfrm>
        </p:grpSpPr>
        <p:sp>
          <p:nvSpPr>
            <p:cNvPr id="227" name="object 227" descr=""/>
            <p:cNvSpPr/>
            <p:nvPr/>
          </p:nvSpPr>
          <p:spPr>
            <a:xfrm>
              <a:off x="10160366" y="3247776"/>
              <a:ext cx="323850" cy="347980"/>
            </a:xfrm>
            <a:custGeom>
              <a:avLst/>
              <a:gdLst/>
              <a:ahLst/>
              <a:cxnLst/>
              <a:rect l="l" t="t" r="r" b="b"/>
              <a:pathLst>
                <a:path w="323850" h="347979">
                  <a:moveTo>
                    <a:pt x="207289" y="35147"/>
                  </a:moveTo>
                  <a:lnTo>
                    <a:pt x="0" y="35147"/>
                  </a:lnTo>
                  <a:lnTo>
                    <a:pt x="0" y="59778"/>
                  </a:lnTo>
                  <a:lnTo>
                    <a:pt x="207289" y="59778"/>
                  </a:lnTo>
                  <a:lnTo>
                    <a:pt x="207289" y="35147"/>
                  </a:lnTo>
                  <a:close/>
                </a:path>
                <a:path w="323850" h="347979">
                  <a:moveTo>
                    <a:pt x="119005" y="0"/>
                  </a:moveTo>
                  <a:lnTo>
                    <a:pt x="88562" y="0"/>
                  </a:lnTo>
                  <a:lnTo>
                    <a:pt x="88562" y="35147"/>
                  </a:lnTo>
                  <a:lnTo>
                    <a:pt x="119005" y="35147"/>
                  </a:lnTo>
                  <a:lnTo>
                    <a:pt x="119005" y="0"/>
                  </a:lnTo>
                  <a:close/>
                </a:path>
                <a:path w="323850" h="347979">
                  <a:moveTo>
                    <a:pt x="271220" y="2213"/>
                  </a:moveTo>
                  <a:lnTo>
                    <a:pt x="240500" y="2213"/>
                  </a:lnTo>
                  <a:lnTo>
                    <a:pt x="240500" y="194835"/>
                  </a:lnTo>
                  <a:lnTo>
                    <a:pt x="271220" y="194835"/>
                  </a:lnTo>
                  <a:lnTo>
                    <a:pt x="271220" y="112362"/>
                  </a:lnTo>
                  <a:lnTo>
                    <a:pt x="323803" y="112362"/>
                  </a:lnTo>
                  <a:lnTo>
                    <a:pt x="323803" y="86901"/>
                  </a:lnTo>
                  <a:lnTo>
                    <a:pt x="271220" y="86901"/>
                  </a:lnTo>
                  <a:lnTo>
                    <a:pt x="271220" y="2213"/>
                  </a:lnTo>
                  <a:close/>
                </a:path>
                <a:path w="323850" h="347979">
                  <a:moveTo>
                    <a:pt x="103783" y="75554"/>
                  </a:moveTo>
                  <a:lnTo>
                    <a:pt x="69158" y="79519"/>
                  </a:lnTo>
                  <a:lnTo>
                    <a:pt x="42655" y="90879"/>
                  </a:lnTo>
                  <a:lnTo>
                    <a:pt x="25751" y="108829"/>
                  </a:lnTo>
                  <a:lnTo>
                    <a:pt x="19926" y="132565"/>
                  </a:lnTo>
                  <a:lnTo>
                    <a:pt x="25751" y="156418"/>
                  </a:lnTo>
                  <a:lnTo>
                    <a:pt x="42655" y="174355"/>
                  </a:lnTo>
                  <a:lnTo>
                    <a:pt x="69158" y="185650"/>
                  </a:lnTo>
                  <a:lnTo>
                    <a:pt x="103783" y="189577"/>
                  </a:lnTo>
                  <a:lnTo>
                    <a:pt x="138053" y="185650"/>
                  </a:lnTo>
                  <a:lnTo>
                    <a:pt x="164358" y="174355"/>
                  </a:lnTo>
                  <a:lnTo>
                    <a:pt x="171665" y="166606"/>
                  </a:lnTo>
                  <a:lnTo>
                    <a:pt x="103783" y="166606"/>
                  </a:lnTo>
                  <a:lnTo>
                    <a:pt x="81214" y="164245"/>
                  </a:lnTo>
                  <a:lnTo>
                    <a:pt x="63965" y="157473"/>
                  </a:lnTo>
                  <a:lnTo>
                    <a:pt x="52994" y="146758"/>
                  </a:lnTo>
                  <a:lnTo>
                    <a:pt x="49263" y="132565"/>
                  </a:lnTo>
                  <a:lnTo>
                    <a:pt x="52994" y="118446"/>
                  </a:lnTo>
                  <a:lnTo>
                    <a:pt x="63965" y="107623"/>
                  </a:lnTo>
                  <a:lnTo>
                    <a:pt x="81214" y="100691"/>
                  </a:lnTo>
                  <a:lnTo>
                    <a:pt x="103783" y="98248"/>
                  </a:lnTo>
                  <a:lnTo>
                    <a:pt x="171301" y="98248"/>
                  </a:lnTo>
                  <a:lnTo>
                    <a:pt x="164358" y="90879"/>
                  </a:lnTo>
                  <a:lnTo>
                    <a:pt x="138053" y="79519"/>
                  </a:lnTo>
                  <a:lnTo>
                    <a:pt x="103783" y="75554"/>
                  </a:lnTo>
                  <a:close/>
                </a:path>
                <a:path w="323850" h="347979">
                  <a:moveTo>
                    <a:pt x="171301" y="98248"/>
                  </a:moveTo>
                  <a:lnTo>
                    <a:pt x="103783" y="98248"/>
                  </a:lnTo>
                  <a:lnTo>
                    <a:pt x="126040" y="100691"/>
                  </a:lnTo>
                  <a:lnTo>
                    <a:pt x="143186" y="107623"/>
                  </a:lnTo>
                  <a:lnTo>
                    <a:pt x="154261" y="118446"/>
                  </a:lnTo>
                  <a:lnTo>
                    <a:pt x="158304" y="132565"/>
                  </a:lnTo>
                  <a:lnTo>
                    <a:pt x="154261" y="146758"/>
                  </a:lnTo>
                  <a:lnTo>
                    <a:pt x="143186" y="157473"/>
                  </a:lnTo>
                  <a:lnTo>
                    <a:pt x="126040" y="164245"/>
                  </a:lnTo>
                  <a:lnTo>
                    <a:pt x="103783" y="166606"/>
                  </a:lnTo>
                  <a:lnTo>
                    <a:pt x="171665" y="166606"/>
                  </a:lnTo>
                  <a:lnTo>
                    <a:pt x="181271" y="156418"/>
                  </a:lnTo>
                  <a:lnTo>
                    <a:pt x="187364" y="132565"/>
                  </a:lnTo>
                  <a:lnTo>
                    <a:pt x="181271" y="108829"/>
                  </a:lnTo>
                  <a:lnTo>
                    <a:pt x="171301" y="98248"/>
                  </a:lnTo>
                  <a:close/>
                </a:path>
                <a:path w="323850" h="347979">
                  <a:moveTo>
                    <a:pt x="271220" y="212824"/>
                  </a:moveTo>
                  <a:lnTo>
                    <a:pt x="49263" y="212824"/>
                  </a:lnTo>
                  <a:lnTo>
                    <a:pt x="49263" y="236072"/>
                  </a:lnTo>
                  <a:lnTo>
                    <a:pt x="240777" y="236072"/>
                  </a:lnTo>
                  <a:lnTo>
                    <a:pt x="240777" y="267345"/>
                  </a:lnTo>
                  <a:lnTo>
                    <a:pt x="50093" y="267345"/>
                  </a:lnTo>
                  <a:lnTo>
                    <a:pt x="50093" y="347604"/>
                  </a:lnTo>
                  <a:lnTo>
                    <a:pt x="283951" y="347604"/>
                  </a:lnTo>
                  <a:lnTo>
                    <a:pt x="283951" y="323803"/>
                  </a:lnTo>
                  <a:lnTo>
                    <a:pt x="80259" y="323803"/>
                  </a:lnTo>
                  <a:lnTo>
                    <a:pt x="80259" y="290039"/>
                  </a:lnTo>
                  <a:lnTo>
                    <a:pt x="271220" y="290039"/>
                  </a:lnTo>
                  <a:lnTo>
                    <a:pt x="271220" y="2128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8" name="object 228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0156358" y="3243768"/>
              <a:ext cx="331818" cy="3556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1178" y="231340"/>
            <a:ext cx="427990" cy="489584"/>
          </a:xfrm>
          <a:custGeom>
            <a:avLst/>
            <a:gdLst/>
            <a:ahLst/>
            <a:cxnLst/>
            <a:rect l="l" t="t" r="r" b="b"/>
            <a:pathLst>
              <a:path w="427990" h="489584">
                <a:moveTo>
                  <a:pt x="221507" y="0"/>
                </a:moveTo>
                <a:lnTo>
                  <a:pt x="175848" y="4142"/>
                </a:lnTo>
                <a:lnTo>
                  <a:pt x="133792" y="16389"/>
                </a:lnTo>
                <a:lnTo>
                  <a:pt x="96103" y="36466"/>
                </a:lnTo>
                <a:lnTo>
                  <a:pt x="63549" y="64102"/>
                </a:lnTo>
                <a:lnTo>
                  <a:pt x="36895" y="99023"/>
                </a:lnTo>
                <a:lnTo>
                  <a:pt x="16908" y="140957"/>
                </a:lnTo>
                <a:lnTo>
                  <a:pt x="4354" y="189632"/>
                </a:lnTo>
                <a:lnTo>
                  <a:pt x="0" y="244774"/>
                </a:lnTo>
                <a:lnTo>
                  <a:pt x="4288" y="299850"/>
                </a:lnTo>
                <a:lnTo>
                  <a:pt x="16679" y="348493"/>
                </a:lnTo>
                <a:lnTo>
                  <a:pt x="36466" y="390423"/>
                </a:lnTo>
                <a:lnTo>
                  <a:pt x="62938" y="425359"/>
                </a:lnTo>
                <a:lnTo>
                  <a:pt x="95387" y="453021"/>
                </a:lnTo>
                <a:lnTo>
                  <a:pt x="133104" y="473127"/>
                </a:lnTo>
                <a:lnTo>
                  <a:pt x="175380" y="485396"/>
                </a:lnTo>
                <a:lnTo>
                  <a:pt x="221507" y="489549"/>
                </a:lnTo>
                <a:lnTo>
                  <a:pt x="278012" y="483195"/>
                </a:lnTo>
                <a:lnTo>
                  <a:pt x="326245" y="465480"/>
                </a:lnTo>
                <a:lnTo>
                  <a:pt x="365765" y="438418"/>
                </a:lnTo>
                <a:lnTo>
                  <a:pt x="396134" y="404028"/>
                </a:lnTo>
                <a:lnTo>
                  <a:pt x="416911" y="364324"/>
                </a:lnTo>
                <a:lnTo>
                  <a:pt x="427657" y="321325"/>
                </a:lnTo>
                <a:lnTo>
                  <a:pt x="327607" y="320859"/>
                </a:lnTo>
                <a:lnTo>
                  <a:pt x="314751" y="355106"/>
                </a:lnTo>
                <a:lnTo>
                  <a:pt x="291949" y="380540"/>
                </a:lnTo>
                <a:lnTo>
                  <a:pt x="260858" y="396377"/>
                </a:lnTo>
                <a:lnTo>
                  <a:pt x="223135" y="401830"/>
                </a:lnTo>
                <a:lnTo>
                  <a:pt x="182304" y="395369"/>
                </a:lnTo>
                <a:lnTo>
                  <a:pt x="148329" y="376165"/>
                </a:lnTo>
                <a:lnTo>
                  <a:pt x="122485" y="344486"/>
                </a:lnTo>
                <a:lnTo>
                  <a:pt x="106046" y="300599"/>
                </a:lnTo>
                <a:lnTo>
                  <a:pt x="100283" y="244774"/>
                </a:lnTo>
                <a:lnTo>
                  <a:pt x="105982" y="189931"/>
                </a:lnTo>
                <a:lnTo>
                  <a:pt x="122314" y="146168"/>
                </a:lnTo>
                <a:lnTo>
                  <a:pt x="148128" y="114120"/>
                </a:lnTo>
                <a:lnTo>
                  <a:pt x="182274" y="94425"/>
                </a:lnTo>
                <a:lnTo>
                  <a:pt x="223601" y="87719"/>
                </a:lnTo>
                <a:lnTo>
                  <a:pt x="262068" y="93561"/>
                </a:lnTo>
                <a:lnTo>
                  <a:pt x="293316" y="110375"/>
                </a:lnTo>
                <a:lnTo>
                  <a:pt x="315707" y="137093"/>
                </a:lnTo>
                <a:lnTo>
                  <a:pt x="327607" y="172645"/>
                </a:lnTo>
                <a:lnTo>
                  <a:pt x="427657" y="172645"/>
                </a:lnTo>
                <a:lnTo>
                  <a:pt x="415327" y="121804"/>
                </a:lnTo>
                <a:lnTo>
                  <a:pt x="392618" y="79178"/>
                </a:lnTo>
                <a:lnTo>
                  <a:pt x="360705" y="45226"/>
                </a:lnTo>
                <a:lnTo>
                  <a:pt x="320764" y="20406"/>
                </a:lnTo>
                <a:lnTo>
                  <a:pt x="273973" y="5178"/>
                </a:lnTo>
                <a:lnTo>
                  <a:pt x="2215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30499" y="437490"/>
            <a:ext cx="217170" cy="77470"/>
          </a:xfrm>
          <a:custGeom>
            <a:avLst/>
            <a:gdLst/>
            <a:ahLst/>
            <a:cxnLst/>
            <a:rect l="l" t="t" r="r" b="b"/>
            <a:pathLst>
              <a:path w="217170" h="77470">
                <a:moveTo>
                  <a:pt x="217086" y="0"/>
                </a:moveTo>
                <a:lnTo>
                  <a:pt x="0" y="0"/>
                </a:lnTo>
                <a:lnTo>
                  <a:pt x="0" y="77248"/>
                </a:lnTo>
                <a:lnTo>
                  <a:pt x="217086" y="77248"/>
                </a:lnTo>
                <a:lnTo>
                  <a:pt x="2170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30418" y="237854"/>
            <a:ext cx="374650" cy="476884"/>
          </a:xfrm>
          <a:custGeom>
            <a:avLst/>
            <a:gdLst/>
            <a:ahLst/>
            <a:cxnLst/>
            <a:rect l="l" t="t" r="r" b="b"/>
            <a:pathLst>
              <a:path w="374650" h="476884">
                <a:moveTo>
                  <a:pt x="186605" y="0"/>
                </a:moveTo>
                <a:lnTo>
                  <a:pt x="0" y="0"/>
                </a:lnTo>
                <a:lnTo>
                  <a:pt x="0" y="476519"/>
                </a:lnTo>
                <a:lnTo>
                  <a:pt x="98887" y="476519"/>
                </a:lnTo>
                <a:lnTo>
                  <a:pt x="98887" y="307131"/>
                </a:lnTo>
                <a:lnTo>
                  <a:pt x="281710" y="307131"/>
                </a:lnTo>
                <a:lnTo>
                  <a:pt x="272928" y="291077"/>
                </a:lnTo>
                <a:lnTo>
                  <a:pt x="309058" y="269224"/>
                </a:lnTo>
                <a:lnTo>
                  <a:pt x="335459" y="238929"/>
                </a:lnTo>
                <a:lnTo>
                  <a:pt x="340478" y="227091"/>
                </a:lnTo>
                <a:lnTo>
                  <a:pt x="98887" y="227091"/>
                </a:lnTo>
                <a:lnTo>
                  <a:pt x="98887" y="81204"/>
                </a:lnTo>
                <a:lnTo>
                  <a:pt x="340215" y="81204"/>
                </a:lnTo>
                <a:lnTo>
                  <a:pt x="337034" y="73181"/>
                </a:lnTo>
                <a:lnTo>
                  <a:pt x="312541" y="42347"/>
                </a:lnTo>
                <a:lnTo>
                  <a:pt x="279012" y="19346"/>
                </a:lnTo>
                <a:lnTo>
                  <a:pt x="236887" y="4968"/>
                </a:lnTo>
                <a:lnTo>
                  <a:pt x="186605" y="0"/>
                </a:lnTo>
                <a:close/>
              </a:path>
              <a:path w="374650" h="476884">
                <a:moveTo>
                  <a:pt x="281710" y="307131"/>
                </a:moveTo>
                <a:lnTo>
                  <a:pt x="174273" y="307131"/>
                </a:lnTo>
                <a:lnTo>
                  <a:pt x="264784" y="476519"/>
                </a:lnTo>
                <a:lnTo>
                  <a:pt x="374374" y="476519"/>
                </a:lnTo>
                <a:lnTo>
                  <a:pt x="281710" y="307131"/>
                </a:lnTo>
                <a:close/>
              </a:path>
              <a:path w="374650" h="476884">
                <a:moveTo>
                  <a:pt x="340215" y="81204"/>
                </a:moveTo>
                <a:lnTo>
                  <a:pt x="168224" y="81204"/>
                </a:lnTo>
                <a:lnTo>
                  <a:pt x="206692" y="86057"/>
                </a:lnTo>
                <a:lnTo>
                  <a:pt x="233926" y="100312"/>
                </a:lnTo>
                <a:lnTo>
                  <a:pt x="250122" y="123511"/>
                </a:lnTo>
                <a:lnTo>
                  <a:pt x="255477" y="155195"/>
                </a:lnTo>
                <a:lnTo>
                  <a:pt x="250126" y="186551"/>
                </a:lnTo>
                <a:lnTo>
                  <a:pt x="233955" y="209030"/>
                </a:lnTo>
                <a:lnTo>
                  <a:pt x="206790" y="222565"/>
                </a:lnTo>
                <a:lnTo>
                  <a:pt x="168457" y="227091"/>
                </a:lnTo>
                <a:lnTo>
                  <a:pt x="340478" y="227091"/>
                </a:lnTo>
                <a:lnTo>
                  <a:pt x="351652" y="200737"/>
                </a:lnTo>
                <a:lnTo>
                  <a:pt x="357156" y="155195"/>
                </a:lnTo>
                <a:lnTo>
                  <a:pt x="352052" y="111059"/>
                </a:lnTo>
                <a:lnTo>
                  <a:pt x="340215" y="81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253655" y="356985"/>
            <a:ext cx="327025" cy="362585"/>
          </a:xfrm>
          <a:custGeom>
            <a:avLst/>
            <a:gdLst/>
            <a:ahLst/>
            <a:cxnLst/>
            <a:rect l="l" t="t" r="r" b="b"/>
            <a:pathLst>
              <a:path w="327025" h="362584">
                <a:moveTo>
                  <a:pt x="326443" y="0"/>
                </a:moveTo>
                <a:lnTo>
                  <a:pt x="229185" y="0"/>
                </a:lnTo>
                <a:lnTo>
                  <a:pt x="229185" y="205220"/>
                </a:lnTo>
                <a:lnTo>
                  <a:pt x="223492" y="237431"/>
                </a:lnTo>
                <a:lnTo>
                  <a:pt x="208070" y="260655"/>
                </a:lnTo>
                <a:lnTo>
                  <a:pt x="185929" y="274717"/>
                </a:lnTo>
                <a:lnTo>
                  <a:pt x="160080" y="279443"/>
                </a:lnTo>
                <a:lnTo>
                  <a:pt x="134301" y="274637"/>
                </a:lnTo>
                <a:lnTo>
                  <a:pt x="114563" y="260887"/>
                </a:lnTo>
                <a:lnTo>
                  <a:pt x="101937" y="239197"/>
                </a:lnTo>
                <a:lnTo>
                  <a:pt x="97491" y="210571"/>
                </a:lnTo>
                <a:lnTo>
                  <a:pt x="97491" y="0"/>
                </a:lnTo>
                <a:lnTo>
                  <a:pt x="0" y="0"/>
                </a:lnTo>
                <a:lnTo>
                  <a:pt x="0" y="227557"/>
                </a:lnTo>
                <a:lnTo>
                  <a:pt x="8892" y="283908"/>
                </a:lnTo>
                <a:lnTo>
                  <a:pt x="33621" y="326211"/>
                </a:lnTo>
                <a:lnTo>
                  <a:pt x="71787" y="352809"/>
                </a:lnTo>
                <a:lnTo>
                  <a:pt x="120991" y="362043"/>
                </a:lnTo>
                <a:lnTo>
                  <a:pt x="158215" y="357066"/>
                </a:lnTo>
                <a:lnTo>
                  <a:pt x="189136" y="342993"/>
                </a:lnTo>
                <a:lnTo>
                  <a:pt x="213032" y="321110"/>
                </a:lnTo>
                <a:lnTo>
                  <a:pt x="229185" y="292706"/>
                </a:lnTo>
                <a:lnTo>
                  <a:pt x="232908" y="292706"/>
                </a:lnTo>
                <a:lnTo>
                  <a:pt x="232908" y="357389"/>
                </a:lnTo>
                <a:lnTo>
                  <a:pt x="326443" y="357389"/>
                </a:lnTo>
                <a:lnTo>
                  <a:pt x="3264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655951" y="352331"/>
            <a:ext cx="327660" cy="362585"/>
          </a:xfrm>
          <a:custGeom>
            <a:avLst/>
            <a:gdLst/>
            <a:ahLst/>
            <a:cxnLst/>
            <a:rect l="l" t="t" r="r" b="b"/>
            <a:pathLst>
              <a:path w="327660" h="362584">
                <a:moveTo>
                  <a:pt x="204521" y="0"/>
                </a:moveTo>
                <a:lnTo>
                  <a:pt x="167504" y="4719"/>
                </a:lnTo>
                <a:lnTo>
                  <a:pt x="136813" y="18207"/>
                </a:lnTo>
                <a:lnTo>
                  <a:pt x="113102" y="39460"/>
                </a:lnTo>
                <a:lnTo>
                  <a:pt x="97025" y="67476"/>
                </a:lnTo>
                <a:lnTo>
                  <a:pt x="92837" y="67476"/>
                </a:lnTo>
                <a:lnTo>
                  <a:pt x="92837" y="4653"/>
                </a:lnTo>
                <a:lnTo>
                  <a:pt x="0" y="4653"/>
                </a:lnTo>
                <a:lnTo>
                  <a:pt x="0" y="362043"/>
                </a:lnTo>
                <a:lnTo>
                  <a:pt x="97490" y="362043"/>
                </a:lnTo>
                <a:lnTo>
                  <a:pt x="97490" y="155194"/>
                </a:lnTo>
                <a:lnTo>
                  <a:pt x="102489" y="123768"/>
                </a:lnTo>
                <a:lnTo>
                  <a:pt x="116541" y="100457"/>
                </a:lnTo>
                <a:lnTo>
                  <a:pt x="138227" y="85958"/>
                </a:lnTo>
                <a:lnTo>
                  <a:pt x="166130" y="80970"/>
                </a:lnTo>
                <a:lnTo>
                  <a:pt x="193142" y="85802"/>
                </a:lnTo>
                <a:lnTo>
                  <a:pt x="213305" y="99730"/>
                </a:lnTo>
                <a:lnTo>
                  <a:pt x="225876" y="121903"/>
                </a:lnTo>
                <a:lnTo>
                  <a:pt x="230115" y="151472"/>
                </a:lnTo>
                <a:lnTo>
                  <a:pt x="230115" y="362043"/>
                </a:lnTo>
                <a:lnTo>
                  <a:pt x="327607" y="362043"/>
                </a:lnTo>
                <a:lnTo>
                  <a:pt x="327607" y="134486"/>
                </a:lnTo>
                <a:lnTo>
                  <a:pt x="318845" y="78233"/>
                </a:lnTo>
                <a:lnTo>
                  <a:pt x="293985" y="35919"/>
                </a:lnTo>
                <a:lnTo>
                  <a:pt x="255164" y="9267"/>
                </a:lnTo>
                <a:lnTo>
                  <a:pt x="2045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235134" y="228316"/>
            <a:ext cx="187325" cy="589915"/>
          </a:xfrm>
          <a:custGeom>
            <a:avLst/>
            <a:gdLst/>
            <a:ahLst/>
            <a:cxnLst/>
            <a:rect l="l" t="t" r="r" b="b"/>
            <a:pathLst>
              <a:path w="187325" h="589915">
                <a:moveTo>
                  <a:pt x="186838" y="0"/>
                </a:moveTo>
                <a:lnTo>
                  <a:pt x="94000" y="0"/>
                </a:lnTo>
                <a:lnTo>
                  <a:pt x="65062" y="42551"/>
                </a:lnTo>
                <a:lnTo>
                  <a:pt x="41502" y="87494"/>
                </a:lnTo>
                <a:lnTo>
                  <a:pt x="23267" y="135009"/>
                </a:lnTo>
                <a:lnTo>
                  <a:pt x="10306" y="185278"/>
                </a:lnTo>
                <a:lnTo>
                  <a:pt x="2568" y="238481"/>
                </a:lnTo>
                <a:lnTo>
                  <a:pt x="0" y="294799"/>
                </a:lnTo>
                <a:lnTo>
                  <a:pt x="2568" y="351019"/>
                </a:lnTo>
                <a:lnTo>
                  <a:pt x="10306" y="404156"/>
                </a:lnTo>
                <a:lnTo>
                  <a:pt x="23267" y="454385"/>
                </a:lnTo>
                <a:lnTo>
                  <a:pt x="41502" y="501880"/>
                </a:lnTo>
                <a:lnTo>
                  <a:pt x="65062" y="546815"/>
                </a:lnTo>
                <a:lnTo>
                  <a:pt x="94000" y="589366"/>
                </a:lnTo>
                <a:lnTo>
                  <a:pt x="186838" y="589366"/>
                </a:lnTo>
                <a:lnTo>
                  <a:pt x="163789" y="553860"/>
                </a:lnTo>
                <a:lnTo>
                  <a:pt x="143293" y="510153"/>
                </a:lnTo>
                <a:lnTo>
                  <a:pt x="126080" y="460319"/>
                </a:lnTo>
                <a:lnTo>
                  <a:pt x="112881" y="406432"/>
                </a:lnTo>
                <a:lnTo>
                  <a:pt x="104427" y="350567"/>
                </a:lnTo>
                <a:lnTo>
                  <a:pt x="101446" y="294799"/>
                </a:lnTo>
                <a:lnTo>
                  <a:pt x="104427" y="238933"/>
                </a:lnTo>
                <a:lnTo>
                  <a:pt x="112881" y="183003"/>
                </a:lnTo>
                <a:lnTo>
                  <a:pt x="126080" y="129076"/>
                </a:lnTo>
                <a:lnTo>
                  <a:pt x="143293" y="79221"/>
                </a:lnTo>
                <a:lnTo>
                  <a:pt x="163789" y="35506"/>
                </a:lnTo>
                <a:lnTo>
                  <a:pt x="1868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471299" y="231340"/>
            <a:ext cx="346075" cy="483234"/>
          </a:xfrm>
          <a:custGeom>
            <a:avLst/>
            <a:gdLst/>
            <a:ahLst/>
            <a:cxnLst/>
            <a:rect l="l" t="t" r="r" b="b"/>
            <a:pathLst>
              <a:path w="346075" h="483234">
                <a:moveTo>
                  <a:pt x="168922" y="0"/>
                </a:moveTo>
                <a:lnTo>
                  <a:pt x="121653" y="4844"/>
                </a:lnTo>
                <a:lnTo>
                  <a:pt x="80609" y="18898"/>
                </a:lnTo>
                <a:lnTo>
                  <a:pt x="46854" y="41445"/>
                </a:lnTo>
                <a:lnTo>
                  <a:pt x="21457" y="71767"/>
                </a:lnTo>
                <a:lnTo>
                  <a:pt x="5483" y="109147"/>
                </a:lnTo>
                <a:lnTo>
                  <a:pt x="0" y="152868"/>
                </a:lnTo>
                <a:lnTo>
                  <a:pt x="94000" y="152868"/>
                </a:lnTo>
                <a:lnTo>
                  <a:pt x="99185" y="121969"/>
                </a:lnTo>
                <a:lnTo>
                  <a:pt x="114185" y="98683"/>
                </a:lnTo>
                <a:lnTo>
                  <a:pt x="137649" y="83992"/>
                </a:lnTo>
                <a:lnTo>
                  <a:pt x="168224" y="78877"/>
                </a:lnTo>
                <a:lnTo>
                  <a:pt x="198264" y="83607"/>
                </a:lnTo>
                <a:lnTo>
                  <a:pt x="222175" y="97171"/>
                </a:lnTo>
                <a:lnTo>
                  <a:pt x="238015" y="118632"/>
                </a:lnTo>
                <a:lnTo>
                  <a:pt x="243843" y="147051"/>
                </a:lnTo>
                <a:lnTo>
                  <a:pt x="239273" y="173885"/>
                </a:lnTo>
                <a:lnTo>
                  <a:pt x="226131" y="198908"/>
                </a:lnTo>
                <a:lnTo>
                  <a:pt x="204743" y="224761"/>
                </a:lnTo>
                <a:lnTo>
                  <a:pt x="175437" y="254082"/>
                </a:lnTo>
                <a:lnTo>
                  <a:pt x="4188" y="411603"/>
                </a:lnTo>
                <a:lnTo>
                  <a:pt x="4420" y="483034"/>
                </a:lnTo>
                <a:lnTo>
                  <a:pt x="345755" y="483034"/>
                </a:lnTo>
                <a:lnTo>
                  <a:pt x="345755" y="401830"/>
                </a:lnTo>
                <a:lnTo>
                  <a:pt x="141932" y="401830"/>
                </a:lnTo>
                <a:lnTo>
                  <a:pt x="141932" y="398573"/>
                </a:lnTo>
                <a:lnTo>
                  <a:pt x="214526" y="328538"/>
                </a:lnTo>
                <a:lnTo>
                  <a:pt x="265179" y="280083"/>
                </a:lnTo>
                <a:lnTo>
                  <a:pt x="300776" y="239659"/>
                </a:lnTo>
                <a:lnTo>
                  <a:pt x="323519" y="204685"/>
                </a:lnTo>
                <a:lnTo>
                  <a:pt x="335607" y="172582"/>
                </a:lnTo>
                <a:lnTo>
                  <a:pt x="339240" y="140769"/>
                </a:lnTo>
                <a:lnTo>
                  <a:pt x="331266" y="94411"/>
                </a:lnTo>
                <a:lnTo>
                  <a:pt x="308672" y="55535"/>
                </a:lnTo>
                <a:lnTo>
                  <a:pt x="273034" y="25762"/>
                </a:lnTo>
                <a:lnTo>
                  <a:pt x="225925" y="6710"/>
                </a:lnTo>
                <a:lnTo>
                  <a:pt x="168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881041" y="231340"/>
            <a:ext cx="382905" cy="493395"/>
          </a:xfrm>
          <a:custGeom>
            <a:avLst/>
            <a:gdLst/>
            <a:ahLst/>
            <a:cxnLst/>
            <a:rect l="l" t="t" r="r" b="b"/>
            <a:pathLst>
              <a:path w="382904" h="493395">
                <a:moveTo>
                  <a:pt x="191259" y="0"/>
                </a:moveTo>
                <a:lnTo>
                  <a:pt x="148718" y="4153"/>
                </a:lnTo>
                <a:lnTo>
                  <a:pt x="148855" y="4153"/>
                </a:lnTo>
                <a:lnTo>
                  <a:pt x="111141" y="16429"/>
                </a:lnTo>
                <a:lnTo>
                  <a:pt x="78433" y="36552"/>
                </a:lnTo>
                <a:lnTo>
                  <a:pt x="51130" y="64073"/>
                </a:lnTo>
                <a:lnTo>
                  <a:pt x="29268" y="99035"/>
                </a:lnTo>
                <a:lnTo>
                  <a:pt x="13262" y="141056"/>
                </a:lnTo>
                <a:lnTo>
                  <a:pt x="3408" y="189877"/>
                </a:lnTo>
                <a:lnTo>
                  <a:pt x="0" y="245239"/>
                </a:lnTo>
                <a:lnTo>
                  <a:pt x="3188" y="300846"/>
                </a:lnTo>
                <a:lnTo>
                  <a:pt x="12902" y="350023"/>
                </a:lnTo>
                <a:lnTo>
                  <a:pt x="28838" y="392471"/>
                </a:lnTo>
                <a:lnTo>
                  <a:pt x="50694" y="427890"/>
                </a:lnTo>
                <a:lnTo>
                  <a:pt x="78166" y="455979"/>
                </a:lnTo>
                <a:lnTo>
                  <a:pt x="110953" y="476439"/>
                </a:lnTo>
                <a:lnTo>
                  <a:pt x="149010" y="489056"/>
                </a:lnTo>
                <a:lnTo>
                  <a:pt x="149600" y="489056"/>
                </a:lnTo>
                <a:lnTo>
                  <a:pt x="191259" y="493272"/>
                </a:lnTo>
                <a:lnTo>
                  <a:pt x="233680" y="489056"/>
                </a:lnTo>
                <a:lnTo>
                  <a:pt x="271401" y="476603"/>
                </a:lnTo>
                <a:lnTo>
                  <a:pt x="304126" y="456204"/>
                </a:lnTo>
                <a:lnTo>
                  <a:pt x="331562" y="428152"/>
                </a:lnTo>
                <a:lnTo>
                  <a:pt x="342204" y="410905"/>
                </a:lnTo>
                <a:lnTo>
                  <a:pt x="191259" y="410905"/>
                </a:lnTo>
                <a:lnTo>
                  <a:pt x="160648" y="404263"/>
                </a:lnTo>
                <a:lnTo>
                  <a:pt x="135510" y="384354"/>
                </a:lnTo>
                <a:lnTo>
                  <a:pt x="116626" y="351198"/>
                </a:lnTo>
                <a:lnTo>
                  <a:pt x="104778" y="304819"/>
                </a:lnTo>
                <a:lnTo>
                  <a:pt x="100748" y="245239"/>
                </a:lnTo>
                <a:lnTo>
                  <a:pt x="104979" y="186390"/>
                </a:lnTo>
                <a:lnTo>
                  <a:pt x="116894" y="140540"/>
                </a:lnTo>
                <a:lnTo>
                  <a:pt x="135744" y="107734"/>
                </a:lnTo>
                <a:lnTo>
                  <a:pt x="160782" y="88018"/>
                </a:lnTo>
                <a:lnTo>
                  <a:pt x="191259" y="81436"/>
                </a:lnTo>
                <a:lnTo>
                  <a:pt x="342316" y="81436"/>
                </a:lnTo>
                <a:lnTo>
                  <a:pt x="331562" y="64247"/>
                </a:lnTo>
                <a:lnTo>
                  <a:pt x="304085" y="36552"/>
                </a:lnTo>
                <a:lnTo>
                  <a:pt x="271335" y="16429"/>
                </a:lnTo>
                <a:lnTo>
                  <a:pt x="233623" y="4153"/>
                </a:lnTo>
                <a:lnTo>
                  <a:pt x="191259" y="0"/>
                </a:lnTo>
                <a:close/>
              </a:path>
              <a:path w="382904" h="493395">
                <a:moveTo>
                  <a:pt x="342316" y="81436"/>
                </a:moveTo>
                <a:lnTo>
                  <a:pt x="191259" y="81436"/>
                </a:lnTo>
                <a:lnTo>
                  <a:pt x="221736" y="88018"/>
                </a:lnTo>
                <a:lnTo>
                  <a:pt x="246773" y="107734"/>
                </a:lnTo>
                <a:lnTo>
                  <a:pt x="265624" y="140540"/>
                </a:lnTo>
                <a:lnTo>
                  <a:pt x="277539" y="186390"/>
                </a:lnTo>
                <a:lnTo>
                  <a:pt x="281769" y="245239"/>
                </a:lnTo>
                <a:lnTo>
                  <a:pt x="277650" y="304819"/>
                </a:lnTo>
                <a:lnTo>
                  <a:pt x="265791" y="351198"/>
                </a:lnTo>
                <a:lnTo>
                  <a:pt x="246941" y="384354"/>
                </a:lnTo>
                <a:lnTo>
                  <a:pt x="221847" y="404263"/>
                </a:lnTo>
                <a:lnTo>
                  <a:pt x="191259" y="410905"/>
                </a:lnTo>
                <a:lnTo>
                  <a:pt x="342204" y="410905"/>
                </a:lnTo>
                <a:lnTo>
                  <a:pt x="353414" y="392737"/>
                </a:lnTo>
                <a:lnTo>
                  <a:pt x="369386" y="350253"/>
                </a:lnTo>
                <a:lnTo>
                  <a:pt x="379186" y="300989"/>
                </a:lnTo>
                <a:lnTo>
                  <a:pt x="382518" y="245239"/>
                </a:lnTo>
                <a:lnTo>
                  <a:pt x="379243" y="190010"/>
                </a:lnTo>
                <a:lnTo>
                  <a:pt x="369452" y="141252"/>
                </a:lnTo>
                <a:lnTo>
                  <a:pt x="353454" y="99239"/>
                </a:lnTo>
                <a:lnTo>
                  <a:pt x="342316" y="81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327545" y="231340"/>
            <a:ext cx="346075" cy="483234"/>
          </a:xfrm>
          <a:custGeom>
            <a:avLst/>
            <a:gdLst/>
            <a:ahLst/>
            <a:cxnLst/>
            <a:rect l="l" t="t" r="r" b="b"/>
            <a:pathLst>
              <a:path w="346075" h="483234">
                <a:moveTo>
                  <a:pt x="168922" y="0"/>
                </a:moveTo>
                <a:lnTo>
                  <a:pt x="121653" y="4844"/>
                </a:lnTo>
                <a:lnTo>
                  <a:pt x="80609" y="18898"/>
                </a:lnTo>
                <a:lnTo>
                  <a:pt x="46855" y="41445"/>
                </a:lnTo>
                <a:lnTo>
                  <a:pt x="21457" y="71767"/>
                </a:lnTo>
                <a:lnTo>
                  <a:pt x="5484" y="109147"/>
                </a:lnTo>
                <a:lnTo>
                  <a:pt x="0" y="152868"/>
                </a:lnTo>
                <a:lnTo>
                  <a:pt x="94000" y="152868"/>
                </a:lnTo>
                <a:lnTo>
                  <a:pt x="99185" y="121969"/>
                </a:lnTo>
                <a:lnTo>
                  <a:pt x="114185" y="98683"/>
                </a:lnTo>
                <a:lnTo>
                  <a:pt x="137649" y="83992"/>
                </a:lnTo>
                <a:lnTo>
                  <a:pt x="168224" y="78877"/>
                </a:lnTo>
                <a:lnTo>
                  <a:pt x="198265" y="83607"/>
                </a:lnTo>
                <a:lnTo>
                  <a:pt x="222176" y="97171"/>
                </a:lnTo>
                <a:lnTo>
                  <a:pt x="238016" y="118632"/>
                </a:lnTo>
                <a:lnTo>
                  <a:pt x="243843" y="147051"/>
                </a:lnTo>
                <a:lnTo>
                  <a:pt x="239274" y="173885"/>
                </a:lnTo>
                <a:lnTo>
                  <a:pt x="226131" y="198908"/>
                </a:lnTo>
                <a:lnTo>
                  <a:pt x="204743" y="224761"/>
                </a:lnTo>
                <a:lnTo>
                  <a:pt x="175437" y="254082"/>
                </a:lnTo>
                <a:lnTo>
                  <a:pt x="4188" y="411603"/>
                </a:lnTo>
                <a:lnTo>
                  <a:pt x="4420" y="483034"/>
                </a:lnTo>
                <a:lnTo>
                  <a:pt x="345755" y="483034"/>
                </a:lnTo>
                <a:lnTo>
                  <a:pt x="345755" y="401830"/>
                </a:lnTo>
                <a:lnTo>
                  <a:pt x="141932" y="401830"/>
                </a:lnTo>
                <a:lnTo>
                  <a:pt x="141932" y="398573"/>
                </a:lnTo>
                <a:lnTo>
                  <a:pt x="214526" y="328538"/>
                </a:lnTo>
                <a:lnTo>
                  <a:pt x="265179" y="280083"/>
                </a:lnTo>
                <a:lnTo>
                  <a:pt x="300776" y="239659"/>
                </a:lnTo>
                <a:lnTo>
                  <a:pt x="323519" y="204685"/>
                </a:lnTo>
                <a:lnTo>
                  <a:pt x="335607" y="172582"/>
                </a:lnTo>
                <a:lnTo>
                  <a:pt x="339240" y="140769"/>
                </a:lnTo>
                <a:lnTo>
                  <a:pt x="331266" y="94411"/>
                </a:lnTo>
                <a:lnTo>
                  <a:pt x="308672" y="55535"/>
                </a:lnTo>
                <a:lnTo>
                  <a:pt x="273034" y="25762"/>
                </a:lnTo>
                <a:lnTo>
                  <a:pt x="225926" y="6710"/>
                </a:lnTo>
                <a:lnTo>
                  <a:pt x="168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744732" y="237855"/>
            <a:ext cx="354330" cy="483234"/>
          </a:xfrm>
          <a:custGeom>
            <a:avLst/>
            <a:gdLst/>
            <a:ahLst/>
            <a:cxnLst/>
            <a:rect l="l" t="t" r="r" b="b"/>
            <a:pathLst>
              <a:path w="354329" h="483234">
                <a:moveTo>
                  <a:pt x="327141" y="0"/>
                </a:moveTo>
                <a:lnTo>
                  <a:pt x="33970" y="0"/>
                </a:lnTo>
                <a:lnTo>
                  <a:pt x="7911" y="274325"/>
                </a:lnTo>
                <a:lnTo>
                  <a:pt x="97956" y="274325"/>
                </a:lnTo>
                <a:lnTo>
                  <a:pt x="110375" y="256917"/>
                </a:lnTo>
                <a:lnTo>
                  <a:pt x="126982" y="244484"/>
                </a:lnTo>
                <a:lnTo>
                  <a:pt x="147690" y="237023"/>
                </a:lnTo>
                <a:lnTo>
                  <a:pt x="172412" y="234536"/>
                </a:lnTo>
                <a:lnTo>
                  <a:pt x="207063" y="240983"/>
                </a:lnTo>
                <a:lnTo>
                  <a:pt x="234275" y="258706"/>
                </a:lnTo>
                <a:lnTo>
                  <a:pt x="252020" y="285809"/>
                </a:lnTo>
                <a:lnTo>
                  <a:pt x="258269" y="320394"/>
                </a:lnTo>
                <a:lnTo>
                  <a:pt x="252143" y="354634"/>
                </a:lnTo>
                <a:lnTo>
                  <a:pt x="234740" y="381413"/>
                </a:lnTo>
                <a:lnTo>
                  <a:pt x="208044" y="398857"/>
                </a:lnTo>
                <a:lnTo>
                  <a:pt x="174041" y="405088"/>
                </a:lnTo>
                <a:lnTo>
                  <a:pt x="144618" y="400511"/>
                </a:lnTo>
                <a:lnTo>
                  <a:pt x="120322" y="387667"/>
                </a:lnTo>
                <a:lnTo>
                  <a:pt x="103398" y="367885"/>
                </a:lnTo>
                <a:lnTo>
                  <a:pt x="96094" y="342498"/>
                </a:lnTo>
                <a:lnTo>
                  <a:pt x="0" y="342498"/>
                </a:lnTo>
                <a:lnTo>
                  <a:pt x="9277" y="388564"/>
                </a:lnTo>
                <a:lnTo>
                  <a:pt x="33453" y="427348"/>
                </a:lnTo>
                <a:lnTo>
                  <a:pt x="70394" y="457153"/>
                </a:lnTo>
                <a:lnTo>
                  <a:pt x="117968" y="476281"/>
                </a:lnTo>
                <a:lnTo>
                  <a:pt x="174041" y="483034"/>
                </a:lnTo>
                <a:lnTo>
                  <a:pt x="224543" y="477486"/>
                </a:lnTo>
                <a:lnTo>
                  <a:pt x="268292" y="461611"/>
                </a:lnTo>
                <a:lnTo>
                  <a:pt x="304194" y="436557"/>
                </a:lnTo>
                <a:lnTo>
                  <a:pt x="331157" y="403476"/>
                </a:lnTo>
                <a:lnTo>
                  <a:pt x="348090" y="363519"/>
                </a:lnTo>
                <a:lnTo>
                  <a:pt x="353899" y="317835"/>
                </a:lnTo>
                <a:lnTo>
                  <a:pt x="346561" y="266411"/>
                </a:lnTo>
                <a:lnTo>
                  <a:pt x="325632" y="223130"/>
                </a:lnTo>
                <a:lnTo>
                  <a:pt x="293154" y="189878"/>
                </a:lnTo>
                <a:lnTo>
                  <a:pt x="251172" y="168543"/>
                </a:lnTo>
                <a:lnTo>
                  <a:pt x="201729" y="161012"/>
                </a:lnTo>
                <a:lnTo>
                  <a:pt x="171605" y="164033"/>
                </a:lnTo>
                <a:lnTo>
                  <a:pt x="144840" y="172442"/>
                </a:lnTo>
                <a:lnTo>
                  <a:pt x="122612" y="185257"/>
                </a:lnTo>
                <a:lnTo>
                  <a:pt x="106100" y="201496"/>
                </a:lnTo>
                <a:lnTo>
                  <a:pt x="102377" y="201496"/>
                </a:lnTo>
                <a:lnTo>
                  <a:pt x="115407" y="81204"/>
                </a:lnTo>
                <a:lnTo>
                  <a:pt x="327141" y="81204"/>
                </a:lnTo>
                <a:lnTo>
                  <a:pt x="3271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144934" y="228316"/>
            <a:ext cx="187325" cy="589915"/>
          </a:xfrm>
          <a:custGeom>
            <a:avLst/>
            <a:gdLst/>
            <a:ahLst/>
            <a:cxnLst/>
            <a:rect l="l" t="t" r="r" b="b"/>
            <a:pathLst>
              <a:path w="187325" h="589915">
                <a:moveTo>
                  <a:pt x="93070" y="0"/>
                </a:moveTo>
                <a:lnTo>
                  <a:pt x="0" y="0"/>
                </a:lnTo>
                <a:lnTo>
                  <a:pt x="23146" y="35506"/>
                </a:lnTo>
                <a:lnTo>
                  <a:pt x="43708" y="79221"/>
                </a:lnTo>
                <a:lnTo>
                  <a:pt x="60961" y="129076"/>
                </a:lnTo>
                <a:lnTo>
                  <a:pt x="74180" y="183003"/>
                </a:lnTo>
                <a:lnTo>
                  <a:pt x="82642" y="238933"/>
                </a:lnTo>
                <a:lnTo>
                  <a:pt x="85624" y="294799"/>
                </a:lnTo>
                <a:lnTo>
                  <a:pt x="82642" y="350567"/>
                </a:lnTo>
                <a:lnTo>
                  <a:pt x="74180" y="406432"/>
                </a:lnTo>
                <a:lnTo>
                  <a:pt x="60961" y="460319"/>
                </a:lnTo>
                <a:lnTo>
                  <a:pt x="43708" y="510153"/>
                </a:lnTo>
                <a:lnTo>
                  <a:pt x="23146" y="553860"/>
                </a:lnTo>
                <a:lnTo>
                  <a:pt x="0" y="589366"/>
                </a:lnTo>
                <a:lnTo>
                  <a:pt x="93070" y="589366"/>
                </a:lnTo>
                <a:lnTo>
                  <a:pt x="121990" y="546815"/>
                </a:lnTo>
                <a:lnTo>
                  <a:pt x="145508" y="501880"/>
                </a:lnTo>
                <a:lnTo>
                  <a:pt x="163687" y="454385"/>
                </a:lnTo>
                <a:lnTo>
                  <a:pt x="176592" y="404156"/>
                </a:lnTo>
                <a:lnTo>
                  <a:pt x="184287" y="351019"/>
                </a:lnTo>
                <a:lnTo>
                  <a:pt x="186838" y="294799"/>
                </a:lnTo>
                <a:lnTo>
                  <a:pt x="184287" y="238481"/>
                </a:lnTo>
                <a:lnTo>
                  <a:pt x="176592" y="185278"/>
                </a:lnTo>
                <a:lnTo>
                  <a:pt x="163687" y="135009"/>
                </a:lnTo>
                <a:lnTo>
                  <a:pt x="145508" y="87494"/>
                </a:lnTo>
                <a:lnTo>
                  <a:pt x="121990" y="42551"/>
                </a:lnTo>
                <a:lnTo>
                  <a:pt x="930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08515" y="943271"/>
            <a:ext cx="11536" cy="683290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6994" y="2387816"/>
            <a:ext cx="8001030" cy="453657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40543" y="2341972"/>
            <a:ext cx="8150765" cy="45824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1178" y="231340"/>
            <a:ext cx="427990" cy="489584"/>
          </a:xfrm>
          <a:custGeom>
            <a:avLst/>
            <a:gdLst/>
            <a:ahLst/>
            <a:cxnLst/>
            <a:rect l="l" t="t" r="r" b="b"/>
            <a:pathLst>
              <a:path w="427990" h="489584">
                <a:moveTo>
                  <a:pt x="221507" y="0"/>
                </a:moveTo>
                <a:lnTo>
                  <a:pt x="175848" y="4142"/>
                </a:lnTo>
                <a:lnTo>
                  <a:pt x="133792" y="16389"/>
                </a:lnTo>
                <a:lnTo>
                  <a:pt x="96103" y="36466"/>
                </a:lnTo>
                <a:lnTo>
                  <a:pt x="63549" y="64102"/>
                </a:lnTo>
                <a:lnTo>
                  <a:pt x="36895" y="99023"/>
                </a:lnTo>
                <a:lnTo>
                  <a:pt x="16908" y="140957"/>
                </a:lnTo>
                <a:lnTo>
                  <a:pt x="4354" y="189632"/>
                </a:lnTo>
                <a:lnTo>
                  <a:pt x="0" y="244774"/>
                </a:lnTo>
                <a:lnTo>
                  <a:pt x="4288" y="299850"/>
                </a:lnTo>
                <a:lnTo>
                  <a:pt x="16679" y="348493"/>
                </a:lnTo>
                <a:lnTo>
                  <a:pt x="36466" y="390423"/>
                </a:lnTo>
                <a:lnTo>
                  <a:pt x="62938" y="425359"/>
                </a:lnTo>
                <a:lnTo>
                  <a:pt x="95387" y="453021"/>
                </a:lnTo>
                <a:lnTo>
                  <a:pt x="133104" y="473127"/>
                </a:lnTo>
                <a:lnTo>
                  <a:pt x="175380" y="485396"/>
                </a:lnTo>
                <a:lnTo>
                  <a:pt x="221507" y="489549"/>
                </a:lnTo>
                <a:lnTo>
                  <a:pt x="278012" y="483195"/>
                </a:lnTo>
                <a:lnTo>
                  <a:pt x="326245" y="465480"/>
                </a:lnTo>
                <a:lnTo>
                  <a:pt x="365765" y="438418"/>
                </a:lnTo>
                <a:lnTo>
                  <a:pt x="396134" y="404028"/>
                </a:lnTo>
                <a:lnTo>
                  <a:pt x="416911" y="364324"/>
                </a:lnTo>
                <a:lnTo>
                  <a:pt x="427657" y="321325"/>
                </a:lnTo>
                <a:lnTo>
                  <a:pt x="327607" y="320859"/>
                </a:lnTo>
                <a:lnTo>
                  <a:pt x="314751" y="355106"/>
                </a:lnTo>
                <a:lnTo>
                  <a:pt x="291949" y="380540"/>
                </a:lnTo>
                <a:lnTo>
                  <a:pt x="260858" y="396377"/>
                </a:lnTo>
                <a:lnTo>
                  <a:pt x="223135" y="401830"/>
                </a:lnTo>
                <a:lnTo>
                  <a:pt x="182304" y="395369"/>
                </a:lnTo>
                <a:lnTo>
                  <a:pt x="148329" y="376165"/>
                </a:lnTo>
                <a:lnTo>
                  <a:pt x="122485" y="344486"/>
                </a:lnTo>
                <a:lnTo>
                  <a:pt x="106046" y="300599"/>
                </a:lnTo>
                <a:lnTo>
                  <a:pt x="100283" y="244774"/>
                </a:lnTo>
                <a:lnTo>
                  <a:pt x="105982" y="189931"/>
                </a:lnTo>
                <a:lnTo>
                  <a:pt x="122314" y="146168"/>
                </a:lnTo>
                <a:lnTo>
                  <a:pt x="148128" y="114120"/>
                </a:lnTo>
                <a:lnTo>
                  <a:pt x="182274" y="94425"/>
                </a:lnTo>
                <a:lnTo>
                  <a:pt x="223601" y="87719"/>
                </a:lnTo>
                <a:lnTo>
                  <a:pt x="262068" y="93561"/>
                </a:lnTo>
                <a:lnTo>
                  <a:pt x="293316" y="110375"/>
                </a:lnTo>
                <a:lnTo>
                  <a:pt x="315707" y="137093"/>
                </a:lnTo>
                <a:lnTo>
                  <a:pt x="327607" y="172645"/>
                </a:lnTo>
                <a:lnTo>
                  <a:pt x="427657" y="172645"/>
                </a:lnTo>
                <a:lnTo>
                  <a:pt x="415327" y="121804"/>
                </a:lnTo>
                <a:lnTo>
                  <a:pt x="392618" y="79178"/>
                </a:lnTo>
                <a:lnTo>
                  <a:pt x="360705" y="45226"/>
                </a:lnTo>
                <a:lnTo>
                  <a:pt x="320764" y="20406"/>
                </a:lnTo>
                <a:lnTo>
                  <a:pt x="273973" y="5178"/>
                </a:lnTo>
                <a:lnTo>
                  <a:pt x="2215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30499" y="437490"/>
            <a:ext cx="217170" cy="77470"/>
          </a:xfrm>
          <a:custGeom>
            <a:avLst/>
            <a:gdLst/>
            <a:ahLst/>
            <a:cxnLst/>
            <a:rect l="l" t="t" r="r" b="b"/>
            <a:pathLst>
              <a:path w="217170" h="77470">
                <a:moveTo>
                  <a:pt x="217086" y="0"/>
                </a:moveTo>
                <a:lnTo>
                  <a:pt x="0" y="0"/>
                </a:lnTo>
                <a:lnTo>
                  <a:pt x="0" y="77248"/>
                </a:lnTo>
                <a:lnTo>
                  <a:pt x="217086" y="77248"/>
                </a:lnTo>
                <a:lnTo>
                  <a:pt x="2170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30418" y="237854"/>
            <a:ext cx="374650" cy="476884"/>
          </a:xfrm>
          <a:custGeom>
            <a:avLst/>
            <a:gdLst/>
            <a:ahLst/>
            <a:cxnLst/>
            <a:rect l="l" t="t" r="r" b="b"/>
            <a:pathLst>
              <a:path w="374650" h="476884">
                <a:moveTo>
                  <a:pt x="186605" y="0"/>
                </a:moveTo>
                <a:lnTo>
                  <a:pt x="0" y="0"/>
                </a:lnTo>
                <a:lnTo>
                  <a:pt x="0" y="476519"/>
                </a:lnTo>
                <a:lnTo>
                  <a:pt x="98887" y="476519"/>
                </a:lnTo>
                <a:lnTo>
                  <a:pt x="98887" y="307131"/>
                </a:lnTo>
                <a:lnTo>
                  <a:pt x="281710" y="307131"/>
                </a:lnTo>
                <a:lnTo>
                  <a:pt x="272928" y="291077"/>
                </a:lnTo>
                <a:lnTo>
                  <a:pt x="309058" y="269224"/>
                </a:lnTo>
                <a:lnTo>
                  <a:pt x="335459" y="238929"/>
                </a:lnTo>
                <a:lnTo>
                  <a:pt x="340478" y="227091"/>
                </a:lnTo>
                <a:lnTo>
                  <a:pt x="98887" y="227091"/>
                </a:lnTo>
                <a:lnTo>
                  <a:pt x="98887" y="81204"/>
                </a:lnTo>
                <a:lnTo>
                  <a:pt x="340215" y="81204"/>
                </a:lnTo>
                <a:lnTo>
                  <a:pt x="337034" y="73181"/>
                </a:lnTo>
                <a:lnTo>
                  <a:pt x="312541" y="42347"/>
                </a:lnTo>
                <a:lnTo>
                  <a:pt x="279012" y="19346"/>
                </a:lnTo>
                <a:lnTo>
                  <a:pt x="236887" y="4968"/>
                </a:lnTo>
                <a:lnTo>
                  <a:pt x="186605" y="0"/>
                </a:lnTo>
                <a:close/>
              </a:path>
              <a:path w="374650" h="476884">
                <a:moveTo>
                  <a:pt x="281710" y="307131"/>
                </a:moveTo>
                <a:lnTo>
                  <a:pt x="174273" y="307131"/>
                </a:lnTo>
                <a:lnTo>
                  <a:pt x="264784" y="476519"/>
                </a:lnTo>
                <a:lnTo>
                  <a:pt x="374374" y="476519"/>
                </a:lnTo>
                <a:lnTo>
                  <a:pt x="281710" y="307131"/>
                </a:lnTo>
                <a:close/>
              </a:path>
              <a:path w="374650" h="476884">
                <a:moveTo>
                  <a:pt x="340215" y="81204"/>
                </a:moveTo>
                <a:lnTo>
                  <a:pt x="168224" y="81204"/>
                </a:lnTo>
                <a:lnTo>
                  <a:pt x="206692" y="86057"/>
                </a:lnTo>
                <a:lnTo>
                  <a:pt x="233926" y="100312"/>
                </a:lnTo>
                <a:lnTo>
                  <a:pt x="250122" y="123511"/>
                </a:lnTo>
                <a:lnTo>
                  <a:pt x="255477" y="155195"/>
                </a:lnTo>
                <a:lnTo>
                  <a:pt x="250126" y="186551"/>
                </a:lnTo>
                <a:lnTo>
                  <a:pt x="233955" y="209030"/>
                </a:lnTo>
                <a:lnTo>
                  <a:pt x="206790" y="222565"/>
                </a:lnTo>
                <a:lnTo>
                  <a:pt x="168457" y="227091"/>
                </a:lnTo>
                <a:lnTo>
                  <a:pt x="340478" y="227091"/>
                </a:lnTo>
                <a:lnTo>
                  <a:pt x="351652" y="200737"/>
                </a:lnTo>
                <a:lnTo>
                  <a:pt x="357156" y="155195"/>
                </a:lnTo>
                <a:lnTo>
                  <a:pt x="352052" y="111059"/>
                </a:lnTo>
                <a:lnTo>
                  <a:pt x="340215" y="81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253655" y="356985"/>
            <a:ext cx="327025" cy="362585"/>
          </a:xfrm>
          <a:custGeom>
            <a:avLst/>
            <a:gdLst/>
            <a:ahLst/>
            <a:cxnLst/>
            <a:rect l="l" t="t" r="r" b="b"/>
            <a:pathLst>
              <a:path w="327025" h="362584">
                <a:moveTo>
                  <a:pt x="326443" y="0"/>
                </a:moveTo>
                <a:lnTo>
                  <a:pt x="229185" y="0"/>
                </a:lnTo>
                <a:lnTo>
                  <a:pt x="229185" y="205220"/>
                </a:lnTo>
                <a:lnTo>
                  <a:pt x="223492" y="237431"/>
                </a:lnTo>
                <a:lnTo>
                  <a:pt x="208070" y="260655"/>
                </a:lnTo>
                <a:lnTo>
                  <a:pt x="185929" y="274717"/>
                </a:lnTo>
                <a:lnTo>
                  <a:pt x="160080" y="279443"/>
                </a:lnTo>
                <a:lnTo>
                  <a:pt x="134301" y="274637"/>
                </a:lnTo>
                <a:lnTo>
                  <a:pt x="114563" y="260887"/>
                </a:lnTo>
                <a:lnTo>
                  <a:pt x="101937" y="239197"/>
                </a:lnTo>
                <a:lnTo>
                  <a:pt x="97491" y="210571"/>
                </a:lnTo>
                <a:lnTo>
                  <a:pt x="97491" y="0"/>
                </a:lnTo>
                <a:lnTo>
                  <a:pt x="0" y="0"/>
                </a:lnTo>
                <a:lnTo>
                  <a:pt x="0" y="227557"/>
                </a:lnTo>
                <a:lnTo>
                  <a:pt x="8892" y="283908"/>
                </a:lnTo>
                <a:lnTo>
                  <a:pt x="33621" y="326211"/>
                </a:lnTo>
                <a:lnTo>
                  <a:pt x="71787" y="352809"/>
                </a:lnTo>
                <a:lnTo>
                  <a:pt x="120991" y="362043"/>
                </a:lnTo>
                <a:lnTo>
                  <a:pt x="158215" y="357066"/>
                </a:lnTo>
                <a:lnTo>
                  <a:pt x="189136" y="342993"/>
                </a:lnTo>
                <a:lnTo>
                  <a:pt x="213032" y="321110"/>
                </a:lnTo>
                <a:lnTo>
                  <a:pt x="229185" y="292706"/>
                </a:lnTo>
                <a:lnTo>
                  <a:pt x="232908" y="292706"/>
                </a:lnTo>
                <a:lnTo>
                  <a:pt x="232908" y="357389"/>
                </a:lnTo>
                <a:lnTo>
                  <a:pt x="326443" y="357389"/>
                </a:lnTo>
                <a:lnTo>
                  <a:pt x="3264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655951" y="352331"/>
            <a:ext cx="327660" cy="362585"/>
          </a:xfrm>
          <a:custGeom>
            <a:avLst/>
            <a:gdLst/>
            <a:ahLst/>
            <a:cxnLst/>
            <a:rect l="l" t="t" r="r" b="b"/>
            <a:pathLst>
              <a:path w="327660" h="362584">
                <a:moveTo>
                  <a:pt x="204521" y="0"/>
                </a:moveTo>
                <a:lnTo>
                  <a:pt x="167504" y="4719"/>
                </a:lnTo>
                <a:lnTo>
                  <a:pt x="136813" y="18207"/>
                </a:lnTo>
                <a:lnTo>
                  <a:pt x="113102" y="39460"/>
                </a:lnTo>
                <a:lnTo>
                  <a:pt x="97025" y="67476"/>
                </a:lnTo>
                <a:lnTo>
                  <a:pt x="92837" y="67476"/>
                </a:lnTo>
                <a:lnTo>
                  <a:pt x="92837" y="4653"/>
                </a:lnTo>
                <a:lnTo>
                  <a:pt x="0" y="4653"/>
                </a:lnTo>
                <a:lnTo>
                  <a:pt x="0" y="362043"/>
                </a:lnTo>
                <a:lnTo>
                  <a:pt x="97490" y="362043"/>
                </a:lnTo>
                <a:lnTo>
                  <a:pt x="97490" y="155194"/>
                </a:lnTo>
                <a:lnTo>
                  <a:pt x="102489" y="123768"/>
                </a:lnTo>
                <a:lnTo>
                  <a:pt x="116541" y="100457"/>
                </a:lnTo>
                <a:lnTo>
                  <a:pt x="138227" y="85958"/>
                </a:lnTo>
                <a:lnTo>
                  <a:pt x="166130" y="80970"/>
                </a:lnTo>
                <a:lnTo>
                  <a:pt x="193142" y="85802"/>
                </a:lnTo>
                <a:lnTo>
                  <a:pt x="213305" y="99730"/>
                </a:lnTo>
                <a:lnTo>
                  <a:pt x="225876" y="121903"/>
                </a:lnTo>
                <a:lnTo>
                  <a:pt x="230115" y="151472"/>
                </a:lnTo>
                <a:lnTo>
                  <a:pt x="230115" y="362043"/>
                </a:lnTo>
                <a:lnTo>
                  <a:pt x="327607" y="362043"/>
                </a:lnTo>
                <a:lnTo>
                  <a:pt x="327607" y="134486"/>
                </a:lnTo>
                <a:lnTo>
                  <a:pt x="318845" y="78233"/>
                </a:lnTo>
                <a:lnTo>
                  <a:pt x="293985" y="35919"/>
                </a:lnTo>
                <a:lnTo>
                  <a:pt x="255164" y="9267"/>
                </a:lnTo>
                <a:lnTo>
                  <a:pt x="2045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235134" y="228316"/>
            <a:ext cx="187325" cy="589915"/>
          </a:xfrm>
          <a:custGeom>
            <a:avLst/>
            <a:gdLst/>
            <a:ahLst/>
            <a:cxnLst/>
            <a:rect l="l" t="t" r="r" b="b"/>
            <a:pathLst>
              <a:path w="187325" h="589915">
                <a:moveTo>
                  <a:pt x="186838" y="0"/>
                </a:moveTo>
                <a:lnTo>
                  <a:pt x="94000" y="0"/>
                </a:lnTo>
                <a:lnTo>
                  <a:pt x="65062" y="42551"/>
                </a:lnTo>
                <a:lnTo>
                  <a:pt x="41502" y="87494"/>
                </a:lnTo>
                <a:lnTo>
                  <a:pt x="23267" y="135009"/>
                </a:lnTo>
                <a:lnTo>
                  <a:pt x="10306" y="185278"/>
                </a:lnTo>
                <a:lnTo>
                  <a:pt x="2568" y="238481"/>
                </a:lnTo>
                <a:lnTo>
                  <a:pt x="0" y="294799"/>
                </a:lnTo>
                <a:lnTo>
                  <a:pt x="2568" y="351019"/>
                </a:lnTo>
                <a:lnTo>
                  <a:pt x="10306" y="404156"/>
                </a:lnTo>
                <a:lnTo>
                  <a:pt x="23267" y="454385"/>
                </a:lnTo>
                <a:lnTo>
                  <a:pt x="41502" y="501880"/>
                </a:lnTo>
                <a:lnTo>
                  <a:pt x="65062" y="546815"/>
                </a:lnTo>
                <a:lnTo>
                  <a:pt x="94000" y="589366"/>
                </a:lnTo>
                <a:lnTo>
                  <a:pt x="186838" y="589366"/>
                </a:lnTo>
                <a:lnTo>
                  <a:pt x="163789" y="553860"/>
                </a:lnTo>
                <a:lnTo>
                  <a:pt x="143293" y="510153"/>
                </a:lnTo>
                <a:lnTo>
                  <a:pt x="126080" y="460319"/>
                </a:lnTo>
                <a:lnTo>
                  <a:pt x="112881" y="406432"/>
                </a:lnTo>
                <a:lnTo>
                  <a:pt x="104427" y="350567"/>
                </a:lnTo>
                <a:lnTo>
                  <a:pt x="101446" y="294799"/>
                </a:lnTo>
                <a:lnTo>
                  <a:pt x="104427" y="238933"/>
                </a:lnTo>
                <a:lnTo>
                  <a:pt x="112881" y="183003"/>
                </a:lnTo>
                <a:lnTo>
                  <a:pt x="126080" y="129076"/>
                </a:lnTo>
                <a:lnTo>
                  <a:pt x="143293" y="79221"/>
                </a:lnTo>
                <a:lnTo>
                  <a:pt x="163789" y="35506"/>
                </a:lnTo>
                <a:lnTo>
                  <a:pt x="1868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471299" y="231340"/>
            <a:ext cx="346075" cy="483234"/>
          </a:xfrm>
          <a:custGeom>
            <a:avLst/>
            <a:gdLst/>
            <a:ahLst/>
            <a:cxnLst/>
            <a:rect l="l" t="t" r="r" b="b"/>
            <a:pathLst>
              <a:path w="346075" h="483234">
                <a:moveTo>
                  <a:pt x="168922" y="0"/>
                </a:moveTo>
                <a:lnTo>
                  <a:pt x="121653" y="4844"/>
                </a:lnTo>
                <a:lnTo>
                  <a:pt x="80609" y="18898"/>
                </a:lnTo>
                <a:lnTo>
                  <a:pt x="46854" y="41445"/>
                </a:lnTo>
                <a:lnTo>
                  <a:pt x="21457" y="71767"/>
                </a:lnTo>
                <a:lnTo>
                  <a:pt x="5483" y="109147"/>
                </a:lnTo>
                <a:lnTo>
                  <a:pt x="0" y="152868"/>
                </a:lnTo>
                <a:lnTo>
                  <a:pt x="94000" y="152868"/>
                </a:lnTo>
                <a:lnTo>
                  <a:pt x="99185" y="121969"/>
                </a:lnTo>
                <a:lnTo>
                  <a:pt x="114185" y="98683"/>
                </a:lnTo>
                <a:lnTo>
                  <a:pt x="137649" y="83992"/>
                </a:lnTo>
                <a:lnTo>
                  <a:pt x="168224" y="78877"/>
                </a:lnTo>
                <a:lnTo>
                  <a:pt x="198264" y="83607"/>
                </a:lnTo>
                <a:lnTo>
                  <a:pt x="222175" y="97171"/>
                </a:lnTo>
                <a:lnTo>
                  <a:pt x="238015" y="118632"/>
                </a:lnTo>
                <a:lnTo>
                  <a:pt x="243843" y="147051"/>
                </a:lnTo>
                <a:lnTo>
                  <a:pt x="239273" y="173885"/>
                </a:lnTo>
                <a:lnTo>
                  <a:pt x="226131" y="198908"/>
                </a:lnTo>
                <a:lnTo>
                  <a:pt x="204743" y="224761"/>
                </a:lnTo>
                <a:lnTo>
                  <a:pt x="175437" y="254082"/>
                </a:lnTo>
                <a:lnTo>
                  <a:pt x="4188" y="411603"/>
                </a:lnTo>
                <a:lnTo>
                  <a:pt x="4420" y="483034"/>
                </a:lnTo>
                <a:lnTo>
                  <a:pt x="345755" y="483034"/>
                </a:lnTo>
                <a:lnTo>
                  <a:pt x="345755" y="401830"/>
                </a:lnTo>
                <a:lnTo>
                  <a:pt x="141932" y="401830"/>
                </a:lnTo>
                <a:lnTo>
                  <a:pt x="141932" y="398573"/>
                </a:lnTo>
                <a:lnTo>
                  <a:pt x="214526" y="328538"/>
                </a:lnTo>
                <a:lnTo>
                  <a:pt x="265179" y="280083"/>
                </a:lnTo>
                <a:lnTo>
                  <a:pt x="300776" y="239659"/>
                </a:lnTo>
                <a:lnTo>
                  <a:pt x="323519" y="204685"/>
                </a:lnTo>
                <a:lnTo>
                  <a:pt x="335607" y="172582"/>
                </a:lnTo>
                <a:lnTo>
                  <a:pt x="339240" y="140769"/>
                </a:lnTo>
                <a:lnTo>
                  <a:pt x="331266" y="94411"/>
                </a:lnTo>
                <a:lnTo>
                  <a:pt x="308672" y="55535"/>
                </a:lnTo>
                <a:lnTo>
                  <a:pt x="273034" y="25762"/>
                </a:lnTo>
                <a:lnTo>
                  <a:pt x="225925" y="6710"/>
                </a:lnTo>
                <a:lnTo>
                  <a:pt x="168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881041" y="231340"/>
            <a:ext cx="382905" cy="493395"/>
          </a:xfrm>
          <a:custGeom>
            <a:avLst/>
            <a:gdLst/>
            <a:ahLst/>
            <a:cxnLst/>
            <a:rect l="l" t="t" r="r" b="b"/>
            <a:pathLst>
              <a:path w="382904" h="493395">
                <a:moveTo>
                  <a:pt x="191259" y="0"/>
                </a:moveTo>
                <a:lnTo>
                  <a:pt x="148718" y="4153"/>
                </a:lnTo>
                <a:lnTo>
                  <a:pt x="148855" y="4153"/>
                </a:lnTo>
                <a:lnTo>
                  <a:pt x="111141" y="16429"/>
                </a:lnTo>
                <a:lnTo>
                  <a:pt x="78433" y="36552"/>
                </a:lnTo>
                <a:lnTo>
                  <a:pt x="51130" y="64073"/>
                </a:lnTo>
                <a:lnTo>
                  <a:pt x="29268" y="99035"/>
                </a:lnTo>
                <a:lnTo>
                  <a:pt x="13262" y="141056"/>
                </a:lnTo>
                <a:lnTo>
                  <a:pt x="3408" y="189877"/>
                </a:lnTo>
                <a:lnTo>
                  <a:pt x="0" y="245239"/>
                </a:lnTo>
                <a:lnTo>
                  <a:pt x="3188" y="300846"/>
                </a:lnTo>
                <a:lnTo>
                  <a:pt x="12902" y="350023"/>
                </a:lnTo>
                <a:lnTo>
                  <a:pt x="28838" y="392471"/>
                </a:lnTo>
                <a:lnTo>
                  <a:pt x="50694" y="427890"/>
                </a:lnTo>
                <a:lnTo>
                  <a:pt x="78166" y="455979"/>
                </a:lnTo>
                <a:lnTo>
                  <a:pt x="110953" y="476439"/>
                </a:lnTo>
                <a:lnTo>
                  <a:pt x="149010" y="489056"/>
                </a:lnTo>
                <a:lnTo>
                  <a:pt x="149600" y="489056"/>
                </a:lnTo>
                <a:lnTo>
                  <a:pt x="191259" y="493272"/>
                </a:lnTo>
                <a:lnTo>
                  <a:pt x="233680" y="489056"/>
                </a:lnTo>
                <a:lnTo>
                  <a:pt x="271401" y="476603"/>
                </a:lnTo>
                <a:lnTo>
                  <a:pt x="304126" y="456204"/>
                </a:lnTo>
                <a:lnTo>
                  <a:pt x="331562" y="428152"/>
                </a:lnTo>
                <a:lnTo>
                  <a:pt x="342204" y="410905"/>
                </a:lnTo>
                <a:lnTo>
                  <a:pt x="191259" y="410905"/>
                </a:lnTo>
                <a:lnTo>
                  <a:pt x="160648" y="404263"/>
                </a:lnTo>
                <a:lnTo>
                  <a:pt x="135510" y="384354"/>
                </a:lnTo>
                <a:lnTo>
                  <a:pt x="116626" y="351198"/>
                </a:lnTo>
                <a:lnTo>
                  <a:pt x="104778" y="304819"/>
                </a:lnTo>
                <a:lnTo>
                  <a:pt x="100748" y="245239"/>
                </a:lnTo>
                <a:lnTo>
                  <a:pt x="104979" y="186390"/>
                </a:lnTo>
                <a:lnTo>
                  <a:pt x="116894" y="140540"/>
                </a:lnTo>
                <a:lnTo>
                  <a:pt x="135744" y="107734"/>
                </a:lnTo>
                <a:lnTo>
                  <a:pt x="160782" y="88018"/>
                </a:lnTo>
                <a:lnTo>
                  <a:pt x="191259" y="81436"/>
                </a:lnTo>
                <a:lnTo>
                  <a:pt x="342316" y="81436"/>
                </a:lnTo>
                <a:lnTo>
                  <a:pt x="331562" y="64247"/>
                </a:lnTo>
                <a:lnTo>
                  <a:pt x="304085" y="36552"/>
                </a:lnTo>
                <a:lnTo>
                  <a:pt x="271335" y="16429"/>
                </a:lnTo>
                <a:lnTo>
                  <a:pt x="233623" y="4153"/>
                </a:lnTo>
                <a:lnTo>
                  <a:pt x="191259" y="0"/>
                </a:lnTo>
                <a:close/>
              </a:path>
              <a:path w="382904" h="493395">
                <a:moveTo>
                  <a:pt x="342316" y="81436"/>
                </a:moveTo>
                <a:lnTo>
                  <a:pt x="191259" y="81436"/>
                </a:lnTo>
                <a:lnTo>
                  <a:pt x="221736" y="88018"/>
                </a:lnTo>
                <a:lnTo>
                  <a:pt x="246773" y="107734"/>
                </a:lnTo>
                <a:lnTo>
                  <a:pt x="265624" y="140540"/>
                </a:lnTo>
                <a:lnTo>
                  <a:pt x="277539" y="186390"/>
                </a:lnTo>
                <a:lnTo>
                  <a:pt x="281769" y="245239"/>
                </a:lnTo>
                <a:lnTo>
                  <a:pt x="277650" y="304819"/>
                </a:lnTo>
                <a:lnTo>
                  <a:pt x="265791" y="351198"/>
                </a:lnTo>
                <a:lnTo>
                  <a:pt x="246941" y="384354"/>
                </a:lnTo>
                <a:lnTo>
                  <a:pt x="221847" y="404263"/>
                </a:lnTo>
                <a:lnTo>
                  <a:pt x="191259" y="410905"/>
                </a:lnTo>
                <a:lnTo>
                  <a:pt x="342204" y="410905"/>
                </a:lnTo>
                <a:lnTo>
                  <a:pt x="353414" y="392737"/>
                </a:lnTo>
                <a:lnTo>
                  <a:pt x="369386" y="350253"/>
                </a:lnTo>
                <a:lnTo>
                  <a:pt x="379186" y="300989"/>
                </a:lnTo>
                <a:lnTo>
                  <a:pt x="382518" y="245239"/>
                </a:lnTo>
                <a:lnTo>
                  <a:pt x="379243" y="190010"/>
                </a:lnTo>
                <a:lnTo>
                  <a:pt x="369452" y="141252"/>
                </a:lnTo>
                <a:lnTo>
                  <a:pt x="353454" y="99239"/>
                </a:lnTo>
                <a:lnTo>
                  <a:pt x="342316" y="81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327545" y="231340"/>
            <a:ext cx="346075" cy="483234"/>
          </a:xfrm>
          <a:custGeom>
            <a:avLst/>
            <a:gdLst/>
            <a:ahLst/>
            <a:cxnLst/>
            <a:rect l="l" t="t" r="r" b="b"/>
            <a:pathLst>
              <a:path w="346075" h="483234">
                <a:moveTo>
                  <a:pt x="168922" y="0"/>
                </a:moveTo>
                <a:lnTo>
                  <a:pt x="121653" y="4844"/>
                </a:lnTo>
                <a:lnTo>
                  <a:pt x="80609" y="18898"/>
                </a:lnTo>
                <a:lnTo>
                  <a:pt x="46855" y="41445"/>
                </a:lnTo>
                <a:lnTo>
                  <a:pt x="21457" y="71767"/>
                </a:lnTo>
                <a:lnTo>
                  <a:pt x="5484" y="109147"/>
                </a:lnTo>
                <a:lnTo>
                  <a:pt x="0" y="152868"/>
                </a:lnTo>
                <a:lnTo>
                  <a:pt x="94000" y="152868"/>
                </a:lnTo>
                <a:lnTo>
                  <a:pt x="99185" y="121969"/>
                </a:lnTo>
                <a:lnTo>
                  <a:pt x="114185" y="98683"/>
                </a:lnTo>
                <a:lnTo>
                  <a:pt x="137649" y="83992"/>
                </a:lnTo>
                <a:lnTo>
                  <a:pt x="168224" y="78877"/>
                </a:lnTo>
                <a:lnTo>
                  <a:pt x="198265" y="83607"/>
                </a:lnTo>
                <a:lnTo>
                  <a:pt x="222176" y="97171"/>
                </a:lnTo>
                <a:lnTo>
                  <a:pt x="238016" y="118632"/>
                </a:lnTo>
                <a:lnTo>
                  <a:pt x="243843" y="147051"/>
                </a:lnTo>
                <a:lnTo>
                  <a:pt x="239274" y="173885"/>
                </a:lnTo>
                <a:lnTo>
                  <a:pt x="226131" y="198908"/>
                </a:lnTo>
                <a:lnTo>
                  <a:pt x="204743" y="224761"/>
                </a:lnTo>
                <a:lnTo>
                  <a:pt x="175437" y="254082"/>
                </a:lnTo>
                <a:lnTo>
                  <a:pt x="4188" y="411603"/>
                </a:lnTo>
                <a:lnTo>
                  <a:pt x="4420" y="483034"/>
                </a:lnTo>
                <a:lnTo>
                  <a:pt x="345755" y="483034"/>
                </a:lnTo>
                <a:lnTo>
                  <a:pt x="345755" y="401830"/>
                </a:lnTo>
                <a:lnTo>
                  <a:pt x="141932" y="401830"/>
                </a:lnTo>
                <a:lnTo>
                  <a:pt x="141932" y="398573"/>
                </a:lnTo>
                <a:lnTo>
                  <a:pt x="214526" y="328538"/>
                </a:lnTo>
                <a:lnTo>
                  <a:pt x="265179" y="280083"/>
                </a:lnTo>
                <a:lnTo>
                  <a:pt x="300776" y="239659"/>
                </a:lnTo>
                <a:lnTo>
                  <a:pt x="323519" y="204685"/>
                </a:lnTo>
                <a:lnTo>
                  <a:pt x="335607" y="172582"/>
                </a:lnTo>
                <a:lnTo>
                  <a:pt x="339240" y="140769"/>
                </a:lnTo>
                <a:lnTo>
                  <a:pt x="331266" y="94411"/>
                </a:lnTo>
                <a:lnTo>
                  <a:pt x="308672" y="55535"/>
                </a:lnTo>
                <a:lnTo>
                  <a:pt x="273034" y="25762"/>
                </a:lnTo>
                <a:lnTo>
                  <a:pt x="225926" y="6710"/>
                </a:lnTo>
                <a:lnTo>
                  <a:pt x="168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744732" y="237855"/>
            <a:ext cx="354330" cy="483234"/>
          </a:xfrm>
          <a:custGeom>
            <a:avLst/>
            <a:gdLst/>
            <a:ahLst/>
            <a:cxnLst/>
            <a:rect l="l" t="t" r="r" b="b"/>
            <a:pathLst>
              <a:path w="354329" h="483234">
                <a:moveTo>
                  <a:pt x="327141" y="0"/>
                </a:moveTo>
                <a:lnTo>
                  <a:pt x="33970" y="0"/>
                </a:lnTo>
                <a:lnTo>
                  <a:pt x="7911" y="274325"/>
                </a:lnTo>
                <a:lnTo>
                  <a:pt x="97956" y="274325"/>
                </a:lnTo>
                <a:lnTo>
                  <a:pt x="110375" y="256917"/>
                </a:lnTo>
                <a:lnTo>
                  <a:pt x="126982" y="244484"/>
                </a:lnTo>
                <a:lnTo>
                  <a:pt x="147690" y="237023"/>
                </a:lnTo>
                <a:lnTo>
                  <a:pt x="172412" y="234536"/>
                </a:lnTo>
                <a:lnTo>
                  <a:pt x="207063" y="240983"/>
                </a:lnTo>
                <a:lnTo>
                  <a:pt x="234275" y="258706"/>
                </a:lnTo>
                <a:lnTo>
                  <a:pt x="252020" y="285809"/>
                </a:lnTo>
                <a:lnTo>
                  <a:pt x="258269" y="320394"/>
                </a:lnTo>
                <a:lnTo>
                  <a:pt x="252143" y="354634"/>
                </a:lnTo>
                <a:lnTo>
                  <a:pt x="234740" y="381413"/>
                </a:lnTo>
                <a:lnTo>
                  <a:pt x="208044" y="398857"/>
                </a:lnTo>
                <a:lnTo>
                  <a:pt x="174041" y="405088"/>
                </a:lnTo>
                <a:lnTo>
                  <a:pt x="144618" y="400511"/>
                </a:lnTo>
                <a:lnTo>
                  <a:pt x="120322" y="387667"/>
                </a:lnTo>
                <a:lnTo>
                  <a:pt x="103398" y="367885"/>
                </a:lnTo>
                <a:lnTo>
                  <a:pt x="96094" y="342498"/>
                </a:lnTo>
                <a:lnTo>
                  <a:pt x="0" y="342498"/>
                </a:lnTo>
                <a:lnTo>
                  <a:pt x="9277" y="388564"/>
                </a:lnTo>
                <a:lnTo>
                  <a:pt x="33453" y="427348"/>
                </a:lnTo>
                <a:lnTo>
                  <a:pt x="70394" y="457153"/>
                </a:lnTo>
                <a:lnTo>
                  <a:pt x="117968" y="476281"/>
                </a:lnTo>
                <a:lnTo>
                  <a:pt x="174041" y="483034"/>
                </a:lnTo>
                <a:lnTo>
                  <a:pt x="224543" y="477486"/>
                </a:lnTo>
                <a:lnTo>
                  <a:pt x="268292" y="461611"/>
                </a:lnTo>
                <a:lnTo>
                  <a:pt x="304194" y="436557"/>
                </a:lnTo>
                <a:lnTo>
                  <a:pt x="331157" y="403476"/>
                </a:lnTo>
                <a:lnTo>
                  <a:pt x="348090" y="363519"/>
                </a:lnTo>
                <a:lnTo>
                  <a:pt x="353899" y="317835"/>
                </a:lnTo>
                <a:lnTo>
                  <a:pt x="346561" y="266411"/>
                </a:lnTo>
                <a:lnTo>
                  <a:pt x="325632" y="223130"/>
                </a:lnTo>
                <a:lnTo>
                  <a:pt x="293154" y="189878"/>
                </a:lnTo>
                <a:lnTo>
                  <a:pt x="251172" y="168543"/>
                </a:lnTo>
                <a:lnTo>
                  <a:pt x="201729" y="161012"/>
                </a:lnTo>
                <a:lnTo>
                  <a:pt x="171605" y="164033"/>
                </a:lnTo>
                <a:lnTo>
                  <a:pt x="144840" y="172442"/>
                </a:lnTo>
                <a:lnTo>
                  <a:pt x="122612" y="185257"/>
                </a:lnTo>
                <a:lnTo>
                  <a:pt x="106100" y="201496"/>
                </a:lnTo>
                <a:lnTo>
                  <a:pt x="102377" y="201496"/>
                </a:lnTo>
                <a:lnTo>
                  <a:pt x="115407" y="81204"/>
                </a:lnTo>
                <a:lnTo>
                  <a:pt x="327141" y="81204"/>
                </a:lnTo>
                <a:lnTo>
                  <a:pt x="3271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144934" y="228316"/>
            <a:ext cx="187325" cy="589915"/>
          </a:xfrm>
          <a:custGeom>
            <a:avLst/>
            <a:gdLst/>
            <a:ahLst/>
            <a:cxnLst/>
            <a:rect l="l" t="t" r="r" b="b"/>
            <a:pathLst>
              <a:path w="187325" h="589915">
                <a:moveTo>
                  <a:pt x="93070" y="0"/>
                </a:moveTo>
                <a:lnTo>
                  <a:pt x="0" y="0"/>
                </a:lnTo>
                <a:lnTo>
                  <a:pt x="23146" y="35506"/>
                </a:lnTo>
                <a:lnTo>
                  <a:pt x="43708" y="79221"/>
                </a:lnTo>
                <a:lnTo>
                  <a:pt x="60961" y="129076"/>
                </a:lnTo>
                <a:lnTo>
                  <a:pt x="74180" y="183003"/>
                </a:lnTo>
                <a:lnTo>
                  <a:pt x="82642" y="238933"/>
                </a:lnTo>
                <a:lnTo>
                  <a:pt x="85624" y="294799"/>
                </a:lnTo>
                <a:lnTo>
                  <a:pt x="82642" y="350567"/>
                </a:lnTo>
                <a:lnTo>
                  <a:pt x="74180" y="406432"/>
                </a:lnTo>
                <a:lnTo>
                  <a:pt x="60961" y="460319"/>
                </a:lnTo>
                <a:lnTo>
                  <a:pt x="43708" y="510153"/>
                </a:lnTo>
                <a:lnTo>
                  <a:pt x="23146" y="553860"/>
                </a:lnTo>
                <a:lnTo>
                  <a:pt x="0" y="589366"/>
                </a:lnTo>
                <a:lnTo>
                  <a:pt x="93070" y="589366"/>
                </a:lnTo>
                <a:lnTo>
                  <a:pt x="121990" y="546815"/>
                </a:lnTo>
                <a:lnTo>
                  <a:pt x="145508" y="501880"/>
                </a:lnTo>
                <a:lnTo>
                  <a:pt x="163687" y="454385"/>
                </a:lnTo>
                <a:lnTo>
                  <a:pt x="176592" y="404156"/>
                </a:lnTo>
                <a:lnTo>
                  <a:pt x="184287" y="351019"/>
                </a:lnTo>
                <a:lnTo>
                  <a:pt x="186838" y="294799"/>
                </a:lnTo>
                <a:lnTo>
                  <a:pt x="184287" y="238481"/>
                </a:lnTo>
                <a:lnTo>
                  <a:pt x="176592" y="185278"/>
                </a:lnTo>
                <a:lnTo>
                  <a:pt x="163687" y="135009"/>
                </a:lnTo>
                <a:lnTo>
                  <a:pt x="145508" y="87494"/>
                </a:lnTo>
                <a:lnTo>
                  <a:pt x="121990" y="42551"/>
                </a:lnTo>
                <a:lnTo>
                  <a:pt x="930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7822609" y="3871738"/>
            <a:ext cx="318770" cy="334645"/>
          </a:xfrm>
          <a:custGeom>
            <a:avLst/>
            <a:gdLst/>
            <a:ahLst/>
            <a:cxnLst/>
            <a:rect l="l" t="t" r="r" b="b"/>
            <a:pathLst>
              <a:path w="318770" h="334645">
                <a:moveTo>
                  <a:pt x="158580" y="0"/>
                </a:moveTo>
                <a:lnTo>
                  <a:pt x="108643" y="5470"/>
                </a:lnTo>
                <a:lnTo>
                  <a:pt x="70019" y="20722"/>
                </a:lnTo>
                <a:lnTo>
                  <a:pt x="45093" y="44640"/>
                </a:lnTo>
                <a:lnTo>
                  <a:pt x="36254" y="76108"/>
                </a:lnTo>
                <a:lnTo>
                  <a:pt x="45093" y="107364"/>
                </a:lnTo>
                <a:lnTo>
                  <a:pt x="70019" y="131044"/>
                </a:lnTo>
                <a:lnTo>
                  <a:pt x="108643" y="146006"/>
                </a:lnTo>
                <a:lnTo>
                  <a:pt x="158580" y="151108"/>
                </a:lnTo>
                <a:lnTo>
                  <a:pt x="208560" y="146006"/>
                </a:lnTo>
                <a:lnTo>
                  <a:pt x="247280" y="131044"/>
                </a:lnTo>
                <a:lnTo>
                  <a:pt x="252106" y="126477"/>
                </a:lnTo>
                <a:lnTo>
                  <a:pt x="158580" y="126477"/>
                </a:lnTo>
                <a:lnTo>
                  <a:pt x="121473" y="122926"/>
                </a:lnTo>
                <a:lnTo>
                  <a:pt x="92747" y="112812"/>
                </a:lnTo>
                <a:lnTo>
                  <a:pt x="74243" y="96938"/>
                </a:lnTo>
                <a:lnTo>
                  <a:pt x="67805" y="76108"/>
                </a:lnTo>
                <a:lnTo>
                  <a:pt x="74243" y="55074"/>
                </a:lnTo>
                <a:lnTo>
                  <a:pt x="92747" y="39022"/>
                </a:lnTo>
                <a:lnTo>
                  <a:pt x="121473" y="28782"/>
                </a:lnTo>
                <a:lnTo>
                  <a:pt x="158580" y="25185"/>
                </a:lnTo>
                <a:lnTo>
                  <a:pt x="251949" y="25185"/>
                </a:lnTo>
                <a:lnTo>
                  <a:pt x="247280" y="20722"/>
                </a:lnTo>
                <a:lnTo>
                  <a:pt x="208560" y="5470"/>
                </a:lnTo>
                <a:lnTo>
                  <a:pt x="158580" y="0"/>
                </a:lnTo>
                <a:close/>
              </a:path>
              <a:path w="318770" h="334645">
                <a:moveTo>
                  <a:pt x="251949" y="25185"/>
                </a:moveTo>
                <a:lnTo>
                  <a:pt x="158580" y="25185"/>
                </a:lnTo>
                <a:lnTo>
                  <a:pt x="195691" y="28782"/>
                </a:lnTo>
                <a:lnTo>
                  <a:pt x="224448" y="39022"/>
                </a:lnTo>
                <a:lnTo>
                  <a:pt x="243034" y="55074"/>
                </a:lnTo>
                <a:lnTo>
                  <a:pt x="249633" y="76108"/>
                </a:lnTo>
                <a:lnTo>
                  <a:pt x="243034" y="96938"/>
                </a:lnTo>
                <a:lnTo>
                  <a:pt x="224448" y="112812"/>
                </a:lnTo>
                <a:lnTo>
                  <a:pt x="195691" y="122926"/>
                </a:lnTo>
                <a:lnTo>
                  <a:pt x="158580" y="126477"/>
                </a:lnTo>
                <a:lnTo>
                  <a:pt x="252106" y="126477"/>
                </a:lnTo>
                <a:lnTo>
                  <a:pt x="272301" y="107364"/>
                </a:lnTo>
                <a:lnTo>
                  <a:pt x="281183" y="76108"/>
                </a:lnTo>
                <a:lnTo>
                  <a:pt x="272301" y="44640"/>
                </a:lnTo>
                <a:lnTo>
                  <a:pt x="251949" y="25185"/>
                </a:lnTo>
                <a:close/>
              </a:path>
              <a:path w="318770" h="334645">
                <a:moveTo>
                  <a:pt x="114300" y="209780"/>
                </a:moveTo>
                <a:lnTo>
                  <a:pt x="82749" y="209780"/>
                </a:lnTo>
                <a:lnTo>
                  <a:pt x="82749" y="334043"/>
                </a:lnTo>
                <a:lnTo>
                  <a:pt x="114300" y="334043"/>
                </a:lnTo>
                <a:lnTo>
                  <a:pt x="114300" y="209780"/>
                </a:lnTo>
                <a:close/>
              </a:path>
              <a:path w="318770" h="334645">
                <a:moveTo>
                  <a:pt x="234688" y="209780"/>
                </a:moveTo>
                <a:lnTo>
                  <a:pt x="203691" y="209780"/>
                </a:lnTo>
                <a:lnTo>
                  <a:pt x="203691" y="334043"/>
                </a:lnTo>
                <a:lnTo>
                  <a:pt x="234688" y="334043"/>
                </a:lnTo>
                <a:lnTo>
                  <a:pt x="234688" y="209780"/>
                </a:lnTo>
                <a:close/>
              </a:path>
              <a:path w="318770" h="334645">
                <a:moveTo>
                  <a:pt x="318545" y="184319"/>
                </a:moveTo>
                <a:lnTo>
                  <a:pt x="0" y="184319"/>
                </a:lnTo>
                <a:lnTo>
                  <a:pt x="0" y="209780"/>
                </a:lnTo>
                <a:lnTo>
                  <a:pt x="318545" y="209780"/>
                </a:lnTo>
                <a:lnTo>
                  <a:pt x="318545" y="1843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8211997" y="3874769"/>
            <a:ext cx="240029" cy="157480"/>
          </a:xfrm>
          <a:custGeom>
            <a:avLst/>
            <a:gdLst/>
            <a:ahLst/>
            <a:cxnLst/>
            <a:rect l="l" t="t" r="r" b="b"/>
            <a:pathLst>
              <a:path w="240029" h="157479">
                <a:moveTo>
                  <a:pt x="239674" y="132080"/>
                </a:moveTo>
                <a:lnTo>
                  <a:pt x="30441" y="132080"/>
                </a:lnTo>
                <a:lnTo>
                  <a:pt x="30441" y="88900"/>
                </a:lnTo>
                <a:lnTo>
                  <a:pt x="227495" y="88900"/>
                </a:lnTo>
                <a:lnTo>
                  <a:pt x="227495" y="64770"/>
                </a:lnTo>
                <a:lnTo>
                  <a:pt x="30441" y="64770"/>
                </a:lnTo>
                <a:lnTo>
                  <a:pt x="30441" y="24130"/>
                </a:lnTo>
                <a:lnTo>
                  <a:pt x="235800" y="24130"/>
                </a:lnTo>
                <a:lnTo>
                  <a:pt x="235800" y="0"/>
                </a:lnTo>
                <a:lnTo>
                  <a:pt x="0" y="0"/>
                </a:lnTo>
                <a:lnTo>
                  <a:pt x="0" y="24130"/>
                </a:lnTo>
                <a:lnTo>
                  <a:pt x="0" y="64770"/>
                </a:lnTo>
                <a:lnTo>
                  <a:pt x="0" y="88900"/>
                </a:lnTo>
                <a:lnTo>
                  <a:pt x="0" y="132080"/>
                </a:lnTo>
                <a:lnTo>
                  <a:pt x="0" y="157480"/>
                </a:lnTo>
                <a:lnTo>
                  <a:pt x="239674" y="157480"/>
                </a:lnTo>
                <a:lnTo>
                  <a:pt x="239674" y="1320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8252686" y="4093697"/>
            <a:ext cx="31115" cy="112395"/>
          </a:xfrm>
          <a:custGeom>
            <a:avLst/>
            <a:gdLst/>
            <a:ahLst/>
            <a:cxnLst/>
            <a:rect l="l" t="t" r="r" b="b"/>
            <a:pathLst>
              <a:path w="31115" h="112395">
                <a:moveTo>
                  <a:pt x="30720" y="0"/>
                </a:moveTo>
                <a:lnTo>
                  <a:pt x="0" y="0"/>
                </a:lnTo>
                <a:lnTo>
                  <a:pt x="0" y="112085"/>
                </a:lnTo>
                <a:lnTo>
                  <a:pt x="30720" y="112085"/>
                </a:lnTo>
                <a:lnTo>
                  <a:pt x="30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8169097" y="4067962"/>
            <a:ext cx="318770" cy="138430"/>
          </a:xfrm>
          <a:custGeom>
            <a:avLst/>
            <a:gdLst/>
            <a:ahLst/>
            <a:cxnLst/>
            <a:rect l="l" t="t" r="r" b="b"/>
            <a:pathLst>
              <a:path w="318770" h="138429">
                <a:moveTo>
                  <a:pt x="318554" y="0"/>
                </a:moveTo>
                <a:lnTo>
                  <a:pt x="0" y="0"/>
                </a:lnTo>
                <a:lnTo>
                  <a:pt x="0" y="25742"/>
                </a:lnTo>
                <a:lnTo>
                  <a:pt x="204254" y="25742"/>
                </a:lnTo>
                <a:lnTo>
                  <a:pt x="204254" y="137820"/>
                </a:lnTo>
                <a:lnTo>
                  <a:pt x="234962" y="137820"/>
                </a:lnTo>
                <a:lnTo>
                  <a:pt x="234962" y="25742"/>
                </a:lnTo>
                <a:lnTo>
                  <a:pt x="318554" y="25742"/>
                </a:lnTo>
                <a:lnTo>
                  <a:pt x="3185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8553793" y="3882389"/>
            <a:ext cx="241935" cy="181610"/>
          </a:xfrm>
          <a:custGeom>
            <a:avLst/>
            <a:gdLst/>
            <a:ahLst/>
            <a:cxnLst/>
            <a:rect l="l" t="t" r="r" b="b"/>
            <a:pathLst>
              <a:path w="241934" h="181610">
                <a:moveTo>
                  <a:pt x="241884" y="66040"/>
                </a:moveTo>
                <a:lnTo>
                  <a:pt x="211442" y="66040"/>
                </a:lnTo>
                <a:lnTo>
                  <a:pt x="211442" y="90182"/>
                </a:lnTo>
                <a:lnTo>
                  <a:pt x="211442" y="156210"/>
                </a:lnTo>
                <a:lnTo>
                  <a:pt x="30721" y="156210"/>
                </a:lnTo>
                <a:lnTo>
                  <a:pt x="30721" y="90182"/>
                </a:lnTo>
                <a:lnTo>
                  <a:pt x="211442" y="90182"/>
                </a:lnTo>
                <a:lnTo>
                  <a:pt x="211442" y="66040"/>
                </a:lnTo>
                <a:lnTo>
                  <a:pt x="30721" y="66040"/>
                </a:lnTo>
                <a:lnTo>
                  <a:pt x="30721" y="0"/>
                </a:lnTo>
                <a:lnTo>
                  <a:pt x="0" y="0"/>
                </a:lnTo>
                <a:lnTo>
                  <a:pt x="0" y="66040"/>
                </a:lnTo>
                <a:lnTo>
                  <a:pt x="0" y="90182"/>
                </a:lnTo>
                <a:lnTo>
                  <a:pt x="0" y="156210"/>
                </a:lnTo>
                <a:lnTo>
                  <a:pt x="0" y="181610"/>
                </a:lnTo>
                <a:lnTo>
                  <a:pt x="241884" y="181610"/>
                </a:lnTo>
                <a:lnTo>
                  <a:pt x="241884" y="156794"/>
                </a:lnTo>
                <a:lnTo>
                  <a:pt x="241884" y="156210"/>
                </a:lnTo>
                <a:lnTo>
                  <a:pt x="241884" y="90182"/>
                </a:lnTo>
                <a:lnTo>
                  <a:pt x="241884" y="66040"/>
                </a:lnTo>
                <a:close/>
              </a:path>
              <a:path w="241934" h="181610">
                <a:moveTo>
                  <a:pt x="241884" y="431"/>
                </a:moveTo>
                <a:lnTo>
                  <a:pt x="211442" y="431"/>
                </a:lnTo>
                <a:lnTo>
                  <a:pt x="211442" y="65468"/>
                </a:lnTo>
                <a:lnTo>
                  <a:pt x="241884" y="65468"/>
                </a:lnTo>
                <a:lnTo>
                  <a:pt x="241884" y="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8516157" y="4133550"/>
            <a:ext cx="318770" cy="26034"/>
          </a:xfrm>
          <a:custGeom>
            <a:avLst/>
            <a:gdLst/>
            <a:ahLst/>
            <a:cxnLst/>
            <a:rect l="l" t="t" r="r" b="b"/>
            <a:pathLst>
              <a:path w="318770" h="26035">
                <a:moveTo>
                  <a:pt x="318545" y="0"/>
                </a:moveTo>
                <a:lnTo>
                  <a:pt x="0" y="0"/>
                </a:lnTo>
                <a:lnTo>
                  <a:pt x="0" y="25737"/>
                </a:lnTo>
                <a:lnTo>
                  <a:pt x="318545" y="25737"/>
                </a:lnTo>
                <a:lnTo>
                  <a:pt x="3185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8980175" y="3858178"/>
            <a:ext cx="272415" cy="347345"/>
          </a:xfrm>
          <a:custGeom>
            <a:avLst/>
            <a:gdLst/>
            <a:ahLst/>
            <a:cxnLst/>
            <a:rect l="l" t="t" r="r" b="b"/>
            <a:pathLst>
              <a:path w="272415" h="347345">
                <a:moveTo>
                  <a:pt x="269836" y="0"/>
                </a:moveTo>
                <a:lnTo>
                  <a:pt x="239116" y="0"/>
                </a:lnTo>
                <a:lnTo>
                  <a:pt x="239116" y="214208"/>
                </a:lnTo>
                <a:lnTo>
                  <a:pt x="269836" y="214208"/>
                </a:lnTo>
                <a:lnTo>
                  <a:pt x="269836" y="0"/>
                </a:lnTo>
                <a:close/>
              </a:path>
              <a:path w="272415" h="347345">
                <a:moveTo>
                  <a:pt x="159133" y="21863"/>
                </a:moveTo>
                <a:lnTo>
                  <a:pt x="0" y="21863"/>
                </a:lnTo>
                <a:lnTo>
                  <a:pt x="0" y="47601"/>
                </a:lnTo>
                <a:lnTo>
                  <a:pt x="128690" y="47601"/>
                </a:lnTo>
                <a:lnTo>
                  <a:pt x="128690" y="93266"/>
                </a:lnTo>
                <a:lnTo>
                  <a:pt x="830" y="93266"/>
                </a:lnTo>
                <a:lnTo>
                  <a:pt x="830" y="192344"/>
                </a:lnTo>
                <a:lnTo>
                  <a:pt x="29059" y="192344"/>
                </a:lnTo>
                <a:lnTo>
                  <a:pt x="74533" y="191938"/>
                </a:lnTo>
                <a:lnTo>
                  <a:pt x="116375" y="190338"/>
                </a:lnTo>
                <a:lnTo>
                  <a:pt x="157179" y="186973"/>
                </a:lnTo>
                <a:lnTo>
                  <a:pt x="199540" y="181274"/>
                </a:lnTo>
                <a:lnTo>
                  <a:pt x="197308" y="166606"/>
                </a:lnTo>
                <a:lnTo>
                  <a:pt x="30719" y="166606"/>
                </a:lnTo>
                <a:lnTo>
                  <a:pt x="30719" y="117344"/>
                </a:lnTo>
                <a:lnTo>
                  <a:pt x="159133" y="117344"/>
                </a:lnTo>
                <a:lnTo>
                  <a:pt x="159133" y="21863"/>
                </a:lnTo>
                <a:close/>
              </a:path>
              <a:path w="272415" h="347345">
                <a:moveTo>
                  <a:pt x="195665" y="155813"/>
                </a:moveTo>
                <a:lnTo>
                  <a:pt x="154948" y="161294"/>
                </a:lnTo>
                <a:lnTo>
                  <a:pt x="115475" y="164582"/>
                </a:lnTo>
                <a:lnTo>
                  <a:pt x="74862" y="166185"/>
                </a:lnTo>
                <a:lnTo>
                  <a:pt x="30719" y="166606"/>
                </a:lnTo>
                <a:lnTo>
                  <a:pt x="197308" y="166606"/>
                </a:lnTo>
                <a:lnTo>
                  <a:pt x="195665" y="155813"/>
                </a:lnTo>
                <a:close/>
              </a:path>
              <a:path w="272415" h="347345">
                <a:moveTo>
                  <a:pt x="154429" y="221127"/>
                </a:moveTo>
                <a:lnTo>
                  <a:pt x="105110" y="225339"/>
                </a:lnTo>
                <a:lnTo>
                  <a:pt x="68116" y="237594"/>
                </a:lnTo>
                <a:lnTo>
                  <a:pt x="44873" y="257321"/>
                </a:lnTo>
                <a:lnTo>
                  <a:pt x="36808" y="283950"/>
                </a:lnTo>
                <a:lnTo>
                  <a:pt x="44873" y="310579"/>
                </a:lnTo>
                <a:lnTo>
                  <a:pt x="68116" y="330307"/>
                </a:lnTo>
                <a:lnTo>
                  <a:pt x="105110" y="342562"/>
                </a:lnTo>
                <a:lnTo>
                  <a:pt x="154429" y="346774"/>
                </a:lnTo>
                <a:lnTo>
                  <a:pt x="203631" y="342562"/>
                </a:lnTo>
                <a:lnTo>
                  <a:pt x="240638" y="330307"/>
                </a:lnTo>
                <a:lnTo>
                  <a:pt x="250284" y="322143"/>
                </a:lnTo>
                <a:lnTo>
                  <a:pt x="154429" y="322143"/>
                </a:lnTo>
                <a:lnTo>
                  <a:pt x="117923" y="319561"/>
                </a:lnTo>
                <a:lnTo>
                  <a:pt x="90498" y="312075"/>
                </a:lnTo>
                <a:lnTo>
                  <a:pt x="73245" y="300075"/>
                </a:lnTo>
                <a:lnTo>
                  <a:pt x="67251" y="283950"/>
                </a:lnTo>
                <a:lnTo>
                  <a:pt x="73245" y="267942"/>
                </a:lnTo>
                <a:lnTo>
                  <a:pt x="90498" y="255929"/>
                </a:lnTo>
                <a:lnTo>
                  <a:pt x="117923" y="248379"/>
                </a:lnTo>
                <a:lnTo>
                  <a:pt x="154429" y="245758"/>
                </a:lnTo>
                <a:lnTo>
                  <a:pt x="250285" y="245758"/>
                </a:lnTo>
                <a:lnTo>
                  <a:pt x="240638" y="237594"/>
                </a:lnTo>
                <a:lnTo>
                  <a:pt x="203631" y="225339"/>
                </a:lnTo>
                <a:lnTo>
                  <a:pt x="154429" y="221127"/>
                </a:lnTo>
                <a:close/>
              </a:path>
              <a:path w="272415" h="347345">
                <a:moveTo>
                  <a:pt x="250285" y="245758"/>
                </a:moveTo>
                <a:lnTo>
                  <a:pt x="154429" y="245758"/>
                </a:lnTo>
                <a:lnTo>
                  <a:pt x="190775" y="248379"/>
                </a:lnTo>
                <a:lnTo>
                  <a:pt x="218117" y="255929"/>
                </a:lnTo>
                <a:lnTo>
                  <a:pt x="235341" y="267942"/>
                </a:lnTo>
                <a:lnTo>
                  <a:pt x="241330" y="283950"/>
                </a:lnTo>
                <a:lnTo>
                  <a:pt x="235341" y="300075"/>
                </a:lnTo>
                <a:lnTo>
                  <a:pt x="218117" y="312075"/>
                </a:lnTo>
                <a:lnTo>
                  <a:pt x="190775" y="319561"/>
                </a:lnTo>
                <a:lnTo>
                  <a:pt x="154429" y="322143"/>
                </a:lnTo>
                <a:lnTo>
                  <a:pt x="250284" y="322143"/>
                </a:lnTo>
                <a:lnTo>
                  <a:pt x="263946" y="310579"/>
                </a:lnTo>
                <a:lnTo>
                  <a:pt x="272050" y="283950"/>
                </a:lnTo>
                <a:lnTo>
                  <a:pt x="263946" y="257321"/>
                </a:lnTo>
                <a:lnTo>
                  <a:pt x="250285" y="2457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9309237" y="3893326"/>
            <a:ext cx="317500" cy="263525"/>
          </a:xfrm>
          <a:custGeom>
            <a:avLst/>
            <a:gdLst/>
            <a:ahLst/>
            <a:cxnLst/>
            <a:rect l="l" t="t" r="r" b="b"/>
            <a:pathLst>
              <a:path w="317500" h="263525">
                <a:moveTo>
                  <a:pt x="275766" y="120111"/>
                </a:moveTo>
                <a:lnTo>
                  <a:pt x="245620" y="120111"/>
                </a:lnTo>
                <a:lnTo>
                  <a:pt x="243775" y="140773"/>
                </a:lnTo>
                <a:lnTo>
                  <a:pt x="241036" y="162420"/>
                </a:lnTo>
                <a:lnTo>
                  <a:pt x="237233" y="185261"/>
                </a:lnTo>
                <a:lnTo>
                  <a:pt x="232197" y="209503"/>
                </a:lnTo>
                <a:lnTo>
                  <a:pt x="262917" y="212271"/>
                </a:lnTo>
                <a:lnTo>
                  <a:pt x="271397" y="163277"/>
                </a:lnTo>
                <a:lnTo>
                  <a:pt x="275751" y="120457"/>
                </a:lnTo>
                <a:lnTo>
                  <a:pt x="275766" y="120111"/>
                </a:lnTo>
                <a:close/>
              </a:path>
              <a:path w="317500" h="263525">
                <a:moveTo>
                  <a:pt x="277585" y="0"/>
                </a:moveTo>
                <a:lnTo>
                  <a:pt x="38192" y="0"/>
                </a:lnTo>
                <a:lnTo>
                  <a:pt x="38192" y="25738"/>
                </a:lnTo>
                <a:lnTo>
                  <a:pt x="247695" y="25738"/>
                </a:lnTo>
                <a:lnTo>
                  <a:pt x="247605" y="56527"/>
                </a:lnTo>
                <a:lnTo>
                  <a:pt x="246865" y="97002"/>
                </a:lnTo>
                <a:lnTo>
                  <a:pt x="28782" y="105996"/>
                </a:lnTo>
                <a:lnTo>
                  <a:pt x="33210" y="131458"/>
                </a:lnTo>
                <a:lnTo>
                  <a:pt x="245620" y="120111"/>
                </a:lnTo>
                <a:lnTo>
                  <a:pt x="275766" y="120111"/>
                </a:lnTo>
                <a:lnTo>
                  <a:pt x="277271" y="83338"/>
                </a:lnTo>
                <a:lnTo>
                  <a:pt x="277356" y="81270"/>
                </a:lnTo>
                <a:lnTo>
                  <a:pt x="277424" y="69880"/>
                </a:lnTo>
                <a:lnTo>
                  <a:pt x="277505" y="56527"/>
                </a:lnTo>
                <a:lnTo>
                  <a:pt x="277585" y="0"/>
                </a:lnTo>
                <a:close/>
              </a:path>
              <a:path w="317500" h="263525">
                <a:moveTo>
                  <a:pt x="317161" y="237732"/>
                </a:moveTo>
                <a:lnTo>
                  <a:pt x="0" y="237732"/>
                </a:lnTo>
                <a:lnTo>
                  <a:pt x="0" y="263471"/>
                </a:lnTo>
                <a:lnTo>
                  <a:pt x="317161" y="263471"/>
                </a:lnTo>
                <a:lnTo>
                  <a:pt x="317161" y="2377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" name="object 21" descr=""/>
          <p:cNvGrpSpPr/>
          <p:nvPr/>
        </p:nvGrpSpPr>
        <p:grpSpPr>
          <a:xfrm>
            <a:off x="6297481" y="4628318"/>
            <a:ext cx="2074545" cy="345440"/>
            <a:chOff x="6297481" y="4628318"/>
            <a:chExt cx="2074545" cy="345440"/>
          </a:xfrm>
        </p:grpSpPr>
        <p:sp>
          <p:nvSpPr>
            <p:cNvPr id="22" name="object 22" descr="">
              <a:hlinkClick r:id="rId2"/>
            </p:cNvPr>
            <p:cNvSpPr/>
            <p:nvPr/>
          </p:nvSpPr>
          <p:spPr>
            <a:xfrm>
              <a:off x="6297481" y="4640497"/>
              <a:ext cx="157480" cy="260350"/>
            </a:xfrm>
            <a:custGeom>
              <a:avLst/>
              <a:gdLst/>
              <a:ahLst/>
              <a:cxnLst/>
              <a:rect l="l" t="t" r="r" b="b"/>
              <a:pathLst>
                <a:path w="157479" h="260350">
                  <a:moveTo>
                    <a:pt x="30954" y="0"/>
                  </a:moveTo>
                  <a:lnTo>
                    <a:pt x="0" y="0"/>
                  </a:lnTo>
                  <a:lnTo>
                    <a:pt x="0" y="259813"/>
                  </a:lnTo>
                  <a:lnTo>
                    <a:pt x="30954" y="259813"/>
                  </a:lnTo>
                  <a:lnTo>
                    <a:pt x="30954" y="142846"/>
                  </a:lnTo>
                  <a:lnTo>
                    <a:pt x="34780" y="120364"/>
                  </a:lnTo>
                  <a:lnTo>
                    <a:pt x="45385" y="103805"/>
                  </a:lnTo>
                  <a:lnTo>
                    <a:pt x="61460" y="93572"/>
                  </a:lnTo>
                  <a:lnTo>
                    <a:pt x="81699" y="90072"/>
                  </a:lnTo>
                  <a:lnTo>
                    <a:pt x="100451" y="93287"/>
                  </a:lnTo>
                  <a:lnTo>
                    <a:pt x="114493" y="102663"/>
                  </a:lnTo>
                  <a:lnTo>
                    <a:pt x="123302" y="117795"/>
                  </a:lnTo>
                  <a:lnTo>
                    <a:pt x="126355" y="138279"/>
                  </a:lnTo>
                  <a:lnTo>
                    <a:pt x="126355" y="259813"/>
                  </a:lnTo>
                  <a:lnTo>
                    <a:pt x="157308" y="259813"/>
                  </a:lnTo>
                  <a:lnTo>
                    <a:pt x="157308" y="135996"/>
                  </a:lnTo>
                  <a:lnTo>
                    <a:pt x="152523" y="103412"/>
                  </a:lnTo>
                  <a:lnTo>
                    <a:pt x="139009" y="80462"/>
                  </a:lnTo>
                  <a:lnTo>
                    <a:pt x="118025" y="66883"/>
                  </a:lnTo>
                  <a:lnTo>
                    <a:pt x="90833" y="62415"/>
                  </a:lnTo>
                  <a:lnTo>
                    <a:pt x="70206" y="64754"/>
                  </a:lnTo>
                  <a:lnTo>
                    <a:pt x="54075" y="71423"/>
                  </a:lnTo>
                  <a:lnTo>
                    <a:pt x="41987" y="81897"/>
                  </a:lnTo>
                  <a:lnTo>
                    <a:pt x="33491" y="95653"/>
                  </a:lnTo>
                  <a:lnTo>
                    <a:pt x="30954" y="95653"/>
                  </a:lnTo>
                  <a:lnTo>
                    <a:pt x="30954" y="0"/>
                  </a:lnTo>
                  <a:close/>
                </a:path>
              </a:pathLst>
            </a:custGeom>
            <a:solidFill>
              <a:srgbClr val="2D3D8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87774" y="4658765"/>
              <a:ext cx="104280" cy="244082"/>
            </a:xfrm>
            <a:prstGeom prst="rect">
              <a:avLst/>
            </a:prstGeom>
          </p:spPr>
        </p:pic>
        <p:pic>
          <p:nvPicPr>
            <p:cNvPr id="24" name="object 24" descr="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12606" y="4658765"/>
              <a:ext cx="104280" cy="244082"/>
            </a:xfrm>
            <a:prstGeom prst="rect">
              <a:avLst/>
            </a:prstGeom>
          </p:spPr>
        </p:pic>
        <p:sp>
          <p:nvSpPr>
            <p:cNvPr id="25" name="object 25" descr="">
              <a:hlinkClick r:id="rId2"/>
            </p:cNvPr>
            <p:cNvSpPr/>
            <p:nvPr/>
          </p:nvSpPr>
          <p:spPr>
            <a:xfrm>
              <a:off x="6753677" y="4702913"/>
              <a:ext cx="173355" cy="270510"/>
            </a:xfrm>
            <a:custGeom>
              <a:avLst/>
              <a:gdLst/>
              <a:ahLst/>
              <a:cxnLst/>
              <a:rect l="l" t="t" r="r" b="b"/>
              <a:pathLst>
                <a:path w="173354" h="270510">
                  <a:moveTo>
                    <a:pt x="29939" y="2537"/>
                  </a:moveTo>
                  <a:lnTo>
                    <a:pt x="0" y="2537"/>
                  </a:lnTo>
                  <a:lnTo>
                    <a:pt x="0" y="270470"/>
                  </a:lnTo>
                  <a:lnTo>
                    <a:pt x="30954" y="270470"/>
                  </a:lnTo>
                  <a:lnTo>
                    <a:pt x="30954" y="167458"/>
                  </a:lnTo>
                  <a:lnTo>
                    <a:pt x="60944" y="167458"/>
                  </a:lnTo>
                  <a:lnTo>
                    <a:pt x="44687" y="153249"/>
                  </a:lnTo>
                  <a:lnTo>
                    <a:pt x="34058" y="129914"/>
                  </a:lnTo>
                  <a:lnTo>
                    <a:pt x="30508" y="100475"/>
                  </a:lnTo>
                  <a:lnTo>
                    <a:pt x="30446" y="99967"/>
                  </a:lnTo>
                  <a:lnTo>
                    <a:pt x="33987" y="70365"/>
                  </a:lnTo>
                  <a:lnTo>
                    <a:pt x="44497" y="47542"/>
                  </a:lnTo>
                  <a:lnTo>
                    <a:pt x="61058" y="33491"/>
                  </a:lnTo>
                  <a:lnTo>
                    <a:pt x="29939" y="33491"/>
                  </a:lnTo>
                  <a:lnTo>
                    <a:pt x="29939" y="2537"/>
                  </a:lnTo>
                  <a:close/>
                </a:path>
                <a:path w="173354" h="270510">
                  <a:moveTo>
                    <a:pt x="60944" y="167458"/>
                  </a:moveTo>
                  <a:lnTo>
                    <a:pt x="33491" y="167458"/>
                  </a:lnTo>
                  <a:lnTo>
                    <a:pt x="39910" y="177373"/>
                  </a:lnTo>
                  <a:lnTo>
                    <a:pt x="50396" y="188549"/>
                  </a:lnTo>
                  <a:lnTo>
                    <a:pt x="66638" y="197679"/>
                  </a:lnTo>
                  <a:lnTo>
                    <a:pt x="90325" y="201457"/>
                  </a:lnTo>
                  <a:lnTo>
                    <a:pt x="123655" y="194384"/>
                  </a:lnTo>
                  <a:lnTo>
                    <a:pt x="149729" y="174182"/>
                  </a:lnTo>
                  <a:lnTo>
                    <a:pt x="149932" y="173801"/>
                  </a:lnTo>
                  <a:lnTo>
                    <a:pt x="85758" y="173801"/>
                  </a:lnTo>
                  <a:lnTo>
                    <a:pt x="62023" y="168401"/>
                  </a:lnTo>
                  <a:lnTo>
                    <a:pt x="60944" y="167458"/>
                  </a:lnTo>
                  <a:close/>
                </a:path>
                <a:path w="173354" h="270510">
                  <a:moveTo>
                    <a:pt x="149956" y="27656"/>
                  </a:moveTo>
                  <a:lnTo>
                    <a:pt x="85758" y="27656"/>
                  </a:lnTo>
                  <a:lnTo>
                    <a:pt x="110362" y="33210"/>
                  </a:lnTo>
                  <a:lnTo>
                    <a:pt x="127877" y="48493"/>
                  </a:lnTo>
                  <a:lnTo>
                    <a:pt x="138351" y="71435"/>
                  </a:lnTo>
                  <a:lnTo>
                    <a:pt x="141832" y="99967"/>
                  </a:lnTo>
                  <a:lnTo>
                    <a:pt x="138279" y="128951"/>
                  </a:lnTo>
                  <a:lnTo>
                    <a:pt x="127686" y="152393"/>
                  </a:lnTo>
                  <a:lnTo>
                    <a:pt x="110148" y="168080"/>
                  </a:lnTo>
                  <a:lnTo>
                    <a:pt x="85758" y="173801"/>
                  </a:lnTo>
                  <a:lnTo>
                    <a:pt x="149932" y="173801"/>
                  </a:lnTo>
                  <a:lnTo>
                    <a:pt x="166716" y="142371"/>
                  </a:lnTo>
                  <a:lnTo>
                    <a:pt x="172786" y="100475"/>
                  </a:lnTo>
                  <a:lnTo>
                    <a:pt x="166709" y="58765"/>
                  </a:lnTo>
                  <a:lnTo>
                    <a:pt x="149956" y="27656"/>
                  </a:lnTo>
                  <a:close/>
                </a:path>
                <a:path w="173354" h="270510">
                  <a:moveTo>
                    <a:pt x="89818" y="0"/>
                  </a:moveTo>
                  <a:lnTo>
                    <a:pt x="65996" y="3770"/>
                  </a:lnTo>
                  <a:lnTo>
                    <a:pt x="49952" y="12844"/>
                  </a:lnTo>
                  <a:lnTo>
                    <a:pt x="39759" y="23870"/>
                  </a:lnTo>
                  <a:lnTo>
                    <a:pt x="33491" y="33491"/>
                  </a:lnTo>
                  <a:lnTo>
                    <a:pt x="61058" y="33491"/>
                  </a:lnTo>
                  <a:lnTo>
                    <a:pt x="61809" y="32853"/>
                  </a:lnTo>
                  <a:lnTo>
                    <a:pt x="85758" y="27656"/>
                  </a:lnTo>
                  <a:lnTo>
                    <a:pt x="149956" y="27656"/>
                  </a:lnTo>
                  <a:lnTo>
                    <a:pt x="149665" y="27117"/>
                  </a:lnTo>
                  <a:lnTo>
                    <a:pt x="123440" y="7029"/>
                  </a:lnTo>
                  <a:lnTo>
                    <a:pt x="89818" y="0"/>
                  </a:lnTo>
                  <a:close/>
                </a:path>
              </a:pathLst>
            </a:custGeom>
            <a:solidFill>
              <a:srgbClr val="2D3D8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>
              <a:hlinkClick r:id="rId2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7417" y="4702913"/>
              <a:ext cx="151219" cy="201457"/>
            </a:xfrm>
            <a:prstGeom prst="rect">
              <a:avLst/>
            </a:prstGeom>
          </p:spPr>
        </p:pic>
        <p:sp>
          <p:nvSpPr>
            <p:cNvPr id="27" name="object 27" descr="">
              <a:hlinkClick r:id="rId2"/>
            </p:cNvPr>
            <p:cNvSpPr/>
            <p:nvPr/>
          </p:nvSpPr>
          <p:spPr>
            <a:xfrm>
              <a:off x="7147699" y="4628324"/>
              <a:ext cx="500380" cy="345440"/>
            </a:xfrm>
            <a:custGeom>
              <a:avLst/>
              <a:gdLst/>
              <a:ahLst/>
              <a:cxnLst/>
              <a:rect l="l" t="t" r="r" b="b"/>
              <a:pathLst>
                <a:path w="500379" h="345439">
                  <a:moveTo>
                    <a:pt x="46177" y="250939"/>
                  </a:moveTo>
                  <a:lnTo>
                    <a:pt x="44361" y="241973"/>
                  </a:lnTo>
                  <a:lnTo>
                    <a:pt x="39395" y="234632"/>
                  </a:lnTo>
                  <a:lnTo>
                    <a:pt x="32054" y="229666"/>
                  </a:lnTo>
                  <a:lnTo>
                    <a:pt x="23088" y="227850"/>
                  </a:lnTo>
                  <a:lnTo>
                    <a:pt x="14097" y="229666"/>
                  </a:lnTo>
                  <a:lnTo>
                    <a:pt x="6692" y="234632"/>
                  </a:lnTo>
                  <a:lnTo>
                    <a:pt x="1727" y="241973"/>
                  </a:lnTo>
                  <a:lnTo>
                    <a:pt x="0" y="250939"/>
                  </a:lnTo>
                  <a:lnTo>
                    <a:pt x="1727" y="259892"/>
                  </a:lnTo>
                  <a:lnTo>
                    <a:pt x="6692" y="267233"/>
                  </a:lnTo>
                  <a:lnTo>
                    <a:pt x="14097" y="272199"/>
                  </a:lnTo>
                  <a:lnTo>
                    <a:pt x="23088" y="274027"/>
                  </a:lnTo>
                  <a:lnTo>
                    <a:pt x="32054" y="272199"/>
                  </a:lnTo>
                  <a:lnTo>
                    <a:pt x="39395" y="267233"/>
                  </a:lnTo>
                  <a:lnTo>
                    <a:pt x="44361" y="259892"/>
                  </a:lnTo>
                  <a:lnTo>
                    <a:pt x="46177" y="250939"/>
                  </a:lnTo>
                  <a:close/>
                </a:path>
                <a:path w="500379" h="345439">
                  <a:moveTo>
                    <a:pt x="46431" y="106565"/>
                  </a:moveTo>
                  <a:lnTo>
                    <a:pt x="44615" y="97599"/>
                  </a:lnTo>
                  <a:lnTo>
                    <a:pt x="39649" y="90258"/>
                  </a:lnTo>
                  <a:lnTo>
                    <a:pt x="32308" y="85305"/>
                  </a:lnTo>
                  <a:lnTo>
                    <a:pt x="23342" y="83477"/>
                  </a:lnTo>
                  <a:lnTo>
                    <a:pt x="14351" y="85305"/>
                  </a:lnTo>
                  <a:lnTo>
                    <a:pt x="6946" y="90258"/>
                  </a:lnTo>
                  <a:lnTo>
                    <a:pt x="1981" y="97599"/>
                  </a:lnTo>
                  <a:lnTo>
                    <a:pt x="254" y="106565"/>
                  </a:lnTo>
                  <a:lnTo>
                    <a:pt x="1981" y="115519"/>
                  </a:lnTo>
                  <a:lnTo>
                    <a:pt x="6946" y="122872"/>
                  </a:lnTo>
                  <a:lnTo>
                    <a:pt x="14351" y="127825"/>
                  </a:lnTo>
                  <a:lnTo>
                    <a:pt x="23342" y="129654"/>
                  </a:lnTo>
                  <a:lnTo>
                    <a:pt x="32308" y="127825"/>
                  </a:lnTo>
                  <a:lnTo>
                    <a:pt x="39649" y="122872"/>
                  </a:lnTo>
                  <a:lnTo>
                    <a:pt x="44615" y="115519"/>
                  </a:lnTo>
                  <a:lnTo>
                    <a:pt x="46431" y="106565"/>
                  </a:lnTo>
                  <a:close/>
                </a:path>
                <a:path w="500379" h="345439">
                  <a:moveTo>
                    <a:pt x="186994" y="0"/>
                  </a:moveTo>
                  <a:lnTo>
                    <a:pt x="158838" y="0"/>
                  </a:lnTo>
                  <a:lnTo>
                    <a:pt x="75107" y="311061"/>
                  </a:lnTo>
                  <a:lnTo>
                    <a:pt x="103276" y="311061"/>
                  </a:lnTo>
                  <a:lnTo>
                    <a:pt x="186994" y="0"/>
                  </a:lnTo>
                  <a:close/>
                </a:path>
                <a:path w="500379" h="345439">
                  <a:moveTo>
                    <a:pt x="309549" y="0"/>
                  </a:moveTo>
                  <a:lnTo>
                    <a:pt x="281381" y="0"/>
                  </a:lnTo>
                  <a:lnTo>
                    <a:pt x="197650" y="311061"/>
                  </a:lnTo>
                  <a:lnTo>
                    <a:pt x="225818" y="311061"/>
                  </a:lnTo>
                  <a:lnTo>
                    <a:pt x="309549" y="0"/>
                  </a:lnTo>
                  <a:close/>
                </a:path>
                <a:path w="500379" h="345439">
                  <a:moveTo>
                    <a:pt x="499846" y="77127"/>
                  </a:moveTo>
                  <a:lnTo>
                    <a:pt x="466344" y="77127"/>
                  </a:lnTo>
                  <a:lnTo>
                    <a:pt x="413067" y="231902"/>
                  </a:lnTo>
                  <a:lnTo>
                    <a:pt x="411035" y="231902"/>
                  </a:lnTo>
                  <a:lnTo>
                    <a:pt x="357759" y="77127"/>
                  </a:lnTo>
                  <a:lnTo>
                    <a:pt x="324269" y="77127"/>
                  </a:lnTo>
                  <a:lnTo>
                    <a:pt x="396316" y="273265"/>
                  </a:lnTo>
                  <a:lnTo>
                    <a:pt x="390740" y="288226"/>
                  </a:lnTo>
                  <a:lnTo>
                    <a:pt x="382866" y="304774"/>
                  </a:lnTo>
                  <a:lnTo>
                    <a:pt x="374751" y="313474"/>
                  </a:lnTo>
                  <a:lnTo>
                    <a:pt x="366268" y="316852"/>
                  </a:lnTo>
                  <a:lnTo>
                    <a:pt x="357251" y="317411"/>
                  </a:lnTo>
                  <a:lnTo>
                    <a:pt x="352425" y="317411"/>
                  </a:lnTo>
                  <a:lnTo>
                    <a:pt x="345325" y="317157"/>
                  </a:lnTo>
                  <a:lnTo>
                    <a:pt x="342277" y="316903"/>
                  </a:lnTo>
                  <a:lnTo>
                    <a:pt x="342023" y="344309"/>
                  </a:lnTo>
                  <a:lnTo>
                    <a:pt x="346087" y="344817"/>
                  </a:lnTo>
                  <a:lnTo>
                    <a:pt x="352679" y="345071"/>
                  </a:lnTo>
                  <a:lnTo>
                    <a:pt x="359283" y="345071"/>
                  </a:lnTo>
                  <a:lnTo>
                    <a:pt x="378421" y="342328"/>
                  </a:lnTo>
                  <a:lnTo>
                    <a:pt x="394423" y="334022"/>
                  </a:lnTo>
                  <a:lnTo>
                    <a:pt x="407377" y="320014"/>
                  </a:lnTo>
                  <a:lnTo>
                    <a:pt x="417385" y="300151"/>
                  </a:lnTo>
                  <a:lnTo>
                    <a:pt x="499846" y="77127"/>
                  </a:lnTo>
                  <a:close/>
                </a:path>
              </a:pathLst>
            </a:custGeom>
            <a:solidFill>
              <a:srgbClr val="2D3D8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>
              <a:hlinkClick r:id="rId2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72412" y="4702913"/>
              <a:ext cx="177353" cy="201457"/>
            </a:xfrm>
            <a:prstGeom prst="rect">
              <a:avLst/>
            </a:prstGeom>
          </p:spPr>
        </p:pic>
        <p:pic>
          <p:nvPicPr>
            <p:cNvPr id="29" name="object 29" descr="">
              <a:hlinkClick r:id="rId2"/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89854" y="4705451"/>
              <a:ext cx="153756" cy="197397"/>
            </a:xfrm>
            <a:prstGeom prst="rect">
              <a:avLst/>
            </a:prstGeom>
          </p:spPr>
        </p:pic>
        <p:pic>
          <p:nvPicPr>
            <p:cNvPr id="30" name="object 30" descr="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76595" y="4658765"/>
              <a:ext cx="104280" cy="244082"/>
            </a:xfrm>
            <a:prstGeom prst="rect">
              <a:avLst/>
            </a:prstGeom>
          </p:spPr>
        </p:pic>
        <p:pic>
          <p:nvPicPr>
            <p:cNvPr id="31" name="object 31" descr="">
              <a:hlinkClick r:id="rId2"/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17665" y="4705451"/>
              <a:ext cx="153756" cy="197397"/>
            </a:xfrm>
            <a:prstGeom prst="rect">
              <a:avLst/>
            </a:prstGeom>
          </p:spPr>
        </p:pic>
      </p:grpSp>
      <p:sp>
        <p:nvSpPr>
          <p:cNvPr id="32" name="object 32" descr=""/>
          <p:cNvSpPr/>
          <p:nvPr/>
        </p:nvSpPr>
        <p:spPr>
          <a:xfrm>
            <a:off x="8419630" y="4856162"/>
            <a:ext cx="46355" cy="46355"/>
          </a:xfrm>
          <a:custGeom>
            <a:avLst/>
            <a:gdLst/>
            <a:ahLst/>
            <a:cxnLst/>
            <a:rect l="l" t="t" r="r" b="b"/>
            <a:pathLst>
              <a:path w="46354" h="46354">
                <a:moveTo>
                  <a:pt x="23089" y="0"/>
                </a:moveTo>
                <a:lnTo>
                  <a:pt x="14093" y="1823"/>
                </a:lnTo>
                <a:lnTo>
                  <a:pt x="6692" y="6787"/>
                </a:lnTo>
                <a:lnTo>
                  <a:pt x="1716" y="14129"/>
                </a:lnTo>
                <a:lnTo>
                  <a:pt x="0" y="23089"/>
                </a:lnTo>
                <a:lnTo>
                  <a:pt x="1716" y="32048"/>
                </a:lnTo>
                <a:lnTo>
                  <a:pt x="6692" y="39390"/>
                </a:lnTo>
                <a:lnTo>
                  <a:pt x="14093" y="44354"/>
                </a:lnTo>
                <a:lnTo>
                  <a:pt x="23089" y="46178"/>
                </a:lnTo>
                <a:lnTo>
                  <a:pt x="32048" y="44354"/>
                </a:lnTo>
                <a:lnTo>
                  <a:pt x="39390" y="39390"/>
                </a:lnTo>
                <a:lnTo>
                  <a:pt x="44354" y="32048"/>
                </a:lnTo>
                <a:lnTo>
                  <a:pt x="46178" y="23089"/>
                </a:lnTo>
                <a:lnTo>
                  <a:pt x="44354" y="14129"/>
                </a:lnTo>
                <a:lnTo>
                  <a:pt x="39390" y="6787"/>
                </a:lnTo>
                <a:lnTo>
                  <a:pt x="32048" y="1823"/>
                </a:lnTo>
                <a:lnTo>
                  <a:pt x="23089" y="0"/>
                </a:lnTo>
                <a:close/>
              </a:path>
            </a:pathLst>
          </a:custGeom>
          <a:solidFill>
            <a:srgbClr val="2D3D8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" name="object 33" descr=""/>
          <p:cNvGrpSpPr/>
          <p:nvPr/>
        </p:nvGrpSpPr>
        <p:grpSpPr>
          <a:xfrm>
            <a:off x="8518075" y="4628318"/>
            <a:ext cx="908685" cy="311150"/>
            <a:chOff x="8518075" y="4628318"/>
            <a:chExt cx="908685" cy="311150"/>
          </a:xfrm>
        </p:grpSpPr>
        <p:sp>
          <p:nvSpPr>
            <p:cNvPr id="34" name="object 34" descr="">
              <a:hlinkClick r:id="rId2"/>
            </p:cNvPr>
            <p:cNvSpPr/>
            <p:nvPr/>
          </p:nvSpPr>
          <p:spPr>
            <a:xfrm>
              <a:off x="8518075" y="4640497"/>
              <a:ext cx="173355" cy="264160"/>
            </a:xfrm>
            <a:custGeom>
              <a:avLst/>
              <a:gdLst/>
              <a:ahLst/>
              <a:cxnLst/>
              <a:rect l="l" t="t" r="r" b="b"/>
              <a:pathLst>
                <a:path w="173354" h="264160">
                  <a:moveTo>
                    <a:pt x="60797" y="229874"/>
                  </a:moveTo>
                  <a:lnTo>
                    <a:pt x="33238" y="229874"/>
                  </a:lnTo>
                  <a:lnTo>
                    <a:pt x="39763" y="239789"/>
                  </a:lnTo>
                  <a:lnTo>
                    <a:pt x="50237" y="250965"/>
                  </a:lnTo>
                  <a:lnTo>
                    <a:pt x="66420" y="260095"/>
                  </a:lnTo>
                  <a:lnTo>
                    <a:pt x="90071" y="263873"/>
                  </a:lnTo>
                  <a:lnTo>
                    <a:pt x="123440" y="256800"/>
                  </a:lnTo>
                  <a:lnTo>
                    <a:pt x="149601" y="236597"/>
                  </a:lnTo>
                  <a:lnTo>
                    <a:pt x="149806" y="236216"/>
                  </a:lnTo>
                  <a:lnTo>
                    <a:pt x="85505" y="236216"/>
                  </a:lnTo>
                  <a:lnTo>
                    <a:pt x="61876" y="230817"/>
                  </a:lnTo>
                  <a:lnTo>
                    <a:pt x="60797" y="229874"/>
                  </a:lnTo>
                  <a:close/>
                </a:path>
                <a:path w="173354" h="264160">
                  <a:moveTo>
                    <a:pt x="30954" y="0"/>
                  </a:moveTo>
                  <a:lnTo>
                    <a:pt x="0" y="0"/>
                  </a:lnTo>
                  <a:lnTo>
                    <a:pt x="0" y="259813"/>
                  </a:lnTo>
                  <a:lnTo>
                    <a:pt x="29939" y="259813"/>
                  </a:lnTo>
                  <a:lnTo>
                    <a:pt x="29939" y="229874"/>
                  </a:lnTo>
                  <a:lnTo>
                    <a:pt x="60797" y="229874"/>
                  </a:lnTo>
                  <a:lnTo>
                    <a:pt x="44528" y="215665"/>
                  </a:lnTo>
                  <a:lnTo>
                    <a:pt x="33840" y="192330"/>
                  </a:lnTo>
                  <a:lnTo>
                    <a:pt x="30254" y="162891"/>
                  </a:lnTo>
                  <a:lnTo>
                    <a:pt x="30192" y="162383"/>
                  </a:lnTo>
                  <a:lnTo>
                    <a:pt x="33768" y="132781"/>
                  </a:lnTo>
                  <a:lnTo>
                    <a:pt x="44338" y="109957"/>
                  </a:lnTo>
                  <a:lnTo>
                    <a:pt x="60910" y="95907"/>
                  </a:lnTo>
                  <a:lnTo>
                    <a:pt x="30954" y="95907"/>
                  </a:lnTo>
                  <a:lnTo>
                    <a:pt x="30954" y="0"/>
                  </a:lnTo>
                  <a:close/>
                </a:path>
                <a:path w="173354" h="264160">
                  <a:moveTo>
                    <a:pt x="149830" y="90072"/>
                  </a:moveTo>
                  <a:lnTo>
                    <a:pt x="85505" y="90072"/>
                  </a:lnTo>
                  <a:lnTo>
                    <a:pt x="110108" y="95626"/>
                  </a:lnTo>
                  <a:lnTo>
                    <a:pt x="127623" y="110909"/>
                  </a:lnTo>
                  <a:lnTo>
                    <a:pt x="138097" y="133851"/>
                  </a:lnTo>
                  <a:lnTo>
                    <a:pt x="141577" y="162383"/>
                  </a:lnTo>
                  <a:lnTo>
                    <a:pt x="138025" y="191367"/>
                  </a:lnTo>
                  <a:lnTo>
                    <a:pt x="127433" y="214809"/>
                  </a:lnTo>
                  <a:lnTo>
                    <a:pt x="109894" y="230496"/>
                  </a:lnTo>
                  <a:lnTo>
                    <a:pt x="85505" y="236216"/>
                  </a:lnTo>
                  <a:lnTo>
                    <a:pt x="149806" y="236216"/>
                  </a:lnTo>
                  <a:lnTo>
                    <a:pt x="166676" y="204787"/>
                  </a:lnTo>
                  <a:lnTo>
                    <a:pt x="172785" y="162891"/>
                  </a:lnTo>
                  <a:lnTo>
                    <a:pt x="166668" y="121181"/>
                  </a:lnTo>
                  <a:lnTo>
                    <a:pt x="149830" y="90072"/>
                  </a:lnTo>
                  <a:close/>
                </a:path>
                <a:path w="173354" h="264160">
                  <a:moveTo>
                    <a:pt x="89564" y="62415"/>
                  </a:moveTo>
                  <a:lnTo>
                    <a:pt x="65777" y="66186"/>
                  </a:lnTo>
                  <a:lnTo>
                    <a:pt x="49793" y="75260"/>
                  </a:lnTo>
                  <a:lnTo>
                    <a:pt x="39612" y="86285"/>
                  </a:lnTo>
                  <a:lnTo>
                    <a:pt x="33238" y="95907"/>
                  </a:lnTo>
                  <a:lnTo>
                    <a:pt x="60910" y="95907"/>
                  </a:lnTo>
                  <a:lnTo>
                    <a:pt x="61662" y="95269"/>
                  </a:lnTo>
                  <a:lnTo>
                    <a:pt x="85505" y="90072"/>
                  </a:lnTo>
                  <a:lnTo>
                    <a:pt x="149830" y="90072"/>
                  </a:lnTo>
                  <a:lnTo>
                    <a:pt x="149538" y="89532"/>
                  </a:lnTo>
                  <a:lnTo>
                    <a:pt x="123226" y="69444"/>
                  </a:lnTo>
                  <a:lnTo>
                    <a:pt x="89564" y="62415"/>
                  </a:lnTo>
                  <a:close/>
                </a:path>
              </a:pathLst>
            </a:custGeom>
            <a:solidFill>
              <a:srgbClr val="2D3D8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>
              <a:hlinkClick r:id="rId2"/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21815" y="4702913"/>
              <a:ext cx="172278" cy="201457"/>
            </a:xfrm>
            <a:prstGeom prst="rect">
              <a:avLst/>
            </a:prstGeom>
          </p:spPr>
        </p:pic>
        <p:sp>
          <p:nvSpPr>
            <p:cNvPr id="36" name="object 36" descr="">
              <a:hlinkClick r:id="rId2"/>
            </p:cNvPr>
            <p:cNvSpPr/>
            <p:nvPr/>
          </p:nvSpPr>
          <p:spPr>
            <a:xfrm>
              <a:off x="8914899" y="4628318"/>
              <a:ext cx="112395" cy="311150"/>
            </a:xfrm>
            <a:custGeom>
              <a:avLst/>
              <a:gdLst/>
              <a:ahLst/>
              <a:cxnLst/>
              <a:rect l="l" t="t" r="r" b="b"/>
              <a:pathLst>
                <a:path w="112395" h="311150">
                  <a:moveTo>
                    <a:pt x="111891" y="0"/>
                  </a:moveTo>
                  <a:lnTo>
                    <a:pt x="83728" y="0"/>
                  </a:lnTo>
                  <a:lnTo>
                    <a:pt x="0" y="311065"/>
                  </a:lnTo>
                  <a:lnTo>
                    <a:pt x="28163" y="311065"/>
                  </a:lnTo>
                  <a:lnTo>
                    <a:pt x="111891" y="0"/>
                  </a:lnTo>
                  <a:close/>
                </a:path>
              </a:pathLst>
            </a:custGeom>
            <a:solidFill>
              <a:srgbClr val="2D3D8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>
              <a:hlinkClick r:id="rId2"/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41508" y="4705451"/>
              <a:ext cx="175576" cy="194860"/>
            </a:xfrm>
            <a:prstGeom prst="rect">
              <a:avLst/>
            </a:prstGeom>
          </p:spPr>
        </p:pic>
        <p:sp>
          <p:nvSpPr>
            <p:cNvPr id="38" name="object 38" descr="">
              <a:hlinkClick r:id="rId2"/>
            </p:cNvPr>
            <p:cNvSpPr/>
            <p:nvPr/>
          </p:nvSpPr>
          <p:spPr>
            <a:xfrm>
              <a:off x="9244994" y="4640497"/>
              <a:ext cx="181610" cy="260350"/>
            </a:xfrm>
            <a:custGeom>
              <a:avLst/>
              <a:gdLst/>
              <a:ahLst/>
              <a:cxnLst/>
              <a:rect l="l" t="t" r="r" b="b"/>
              <a:pathLst>
                <a:path w="181609" h="260350">
                  <a:moveTo>
                    <a:pt x="179890" y="0"/>
                  </a:moveTo>
                  <a:lnTo>
                    <a:pt x="0" y="0"/>
                  </a:lnTo>
                  <a:lnTo>
                    <a:pt x="0" y="28670"/>
                  </a:lnTo>
                  <a:lnTo>
                    <a:pt x="141070" y="28670"/>
                  </a:lnTo>
                  <a:lnTo>
                    <a:pt x="1522" y="236470"/>
                  </a:lnTo>
                  <a:lnTo>
                    <a:pt x="1522" y="259813"/>
                  </a:lnTo>
                  <a:lnTo>
                    <a:pt x="181412" y="259813"/>
                  </a:lnTo>
                  <a:lnTo>
                    <a:pt x="181412" y="231142"/>
                  </a:lnTo>
                  <a:lnTo>
                    <a:pt x="40342" y="231142"/>
                  </a:lnTo>
                  <a:lnTo>
                    <a:pt x="179890" y="23342"/>
                  </a:lnTo>
                  <a:lnTo>
                    <a:pt x="179890" y="0"/>
                  </a:lnTo>
                  <a:close/>
                </a:path>
              </a:pathLst>
            </a:custGeom>
            <a:solidFill>
              <a:srgbClr val="2D3D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>
            <a:hlinkClick r:id="rId2"/>
          </p:cNvPr>
          <p:cNvSpPr/>
          <p:nvPr/>
        </p:nvSpPr>
        <p:spPr>
          <a:xfrm>
            <a:off x="9473600" y="4640497"/>
            <a:ext cx="32384" cy="260350"/>
          </a:xfrm>
          <a:custGeom>
            <a:avLst/>
            <a:gdLst/>
            <a:ahLst/>
            <a:cxnLst/>
            <a:rect l="l" t="t" r="r" b="b"/>
            <a:pathLst>
              <a:path w="32384" h="260350">
                <a:moveTo>
                  <a:pt x="32222" y="0"/>
                </a:moveTo>
                <a:lnTo>
                  <a:pt x="0" y="0"/>
                </a:lnTo>
                <a:lnTo>
                  <a:pt x="0" y="259813"/>
                </a:lnTo>
                <a:lnTo>
                  <a:pt x="32222" y="259813"/>
                </a:lnTo>
                <a:lnTo>
                  <a:pt x="32222" y="0"/>
                </a:lnTo>
                <a:close/>
              </a:path>
            </a:pathLst>
          </a:custGeom>
          <a:solidFill>
            <a:srgbClr val="2D3D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>
            <a:hlinkClick r:id="rId2"/>
          </p:cNvPr>
          <p:cNvSpPr/>
          <p:nvPr/>
        </p:nvSpPr>
        <p:spPr>
          <a:xfrm>
            <a:off x="9553016" y="4632134"/>
            <a:ext cx="526415" cy="292735"/>
          </a:xfrm>
          <a:custGeom>
            <a:avLst/>
            <a:gdLst/>
            <a:ahLst/>
            <a:cxnLst/>
            <a:rect l="l" t="t" r="r" b="b"/>
            <a:pathLst>
              <a:path w="526415" h="292735">
                <a:moveTo>
                  <a:pt x="229870" y="138277"/>
                </a:moveTo>
                <a:lnTo>
                  <a:pt x="221259" y="82740"/>
                </a:lnTo>
                <a:lnTo>
                  <a:pt x="198412" y="42621"/>
                </a:lnTo>
                <a:lnTo>
                  <a:pt x="198412" y="138277"/>
                </a:lnTo>
                <a:lnTo>
                  <a:pt x="196176" y="165430"/>
                </a:lnTo>
                <a:lnTo>
                  <a:pt x="189826" y="188595"/>
                </a:lnTo>
                <a:lnTo>
                  <a:pt x="179832" y="207695"/>
                </a:lnTo>
                <a:lnTo>
                  <a:pt x="166687" y="222643"/>
                </a:lnTo>
                <a:lnTo>
                  <a:pt x="139293" y="186740"/>
                </a:lnTo>
                <a:lnTo>
                  <a:pt x="104279" y="186740"/>
                </a:lnTo>
                <a:lnTo>
                  <a:pt x="142709" y="236842"/>
                </a:lnTo>
                <a:lnTo>
                  <a:pt x="114935" y="241541"/>
                </a:lnTo>
                <a:lnTo>
                  <a:pt x="82080" y="234823"/>
                </a:lnTo>
                <a:lnTo>
                  <a:pt x="55587" y="215023"/>
                </a:lnTo>
                <a:lnTo>
                  <a:pt x="37896" y="182664"/>
                </a:lnTo>
                <a:lnTo>
                  <a:pt x="31457" y="138277"/>
                </a:lnTo>
                <a:lnTo>
                  <a:pt x="37896" y="93878"/>
                </a:lnTo>
                <a:lnTo>
                  <a:pt x="55587" y="61518"/>
                </a:lnTo>
                <a:lnTo>
                  <a:pt x="82080" y="41719"/>
                </a:lnTo>
                <a:lnTo>
                  <a:pt x="114935" y="35013"/>
                </a:lnTo>
                <a:lnTo>
                  <a:pt x="147777" y="41719"/>
                </a:lnTo>
                <a:lnTo>
                  <a:pt x="174269" y="61518"/>
                </a:lnTo>
                <a:lnTo>
                  <a:pt x="191960" y="93878"/>
                </a:lnTo>
                <a:lnTo>
                  <a:pt x="198412" y="138277"/>
                </a:lnTo>
                <a:lnTo>
                  <a:pt x="198412" y="42621"/>
                </a:lnTo>
                <a:lnTo>
                  <a:pt x="197332" y="40716"/>
                </a:lnTo>
                <a:lnTo>
                  <a:pt x="189522" y="35013"/>
                </a:lnTo>
                <a:lnTo>
                  <a:pt x="160934" y="14109"/>
                </a:lnTo>
                <a:lnTo>
                  <a:pt x="114935" y="4813"/>
                </a:lnTo>
                <a:lnTo>
                  <a:pt x="68821" y="14109"/>
                </a:lnTo>
                <a:lnTo>
                  <a:pt x="32435" y="40716"/>
                </a:lnTo>
                <a:lnTo>
                  <a:pt x="8572" y="82740"/>
                </a:lnTo>
                <a:lnTo>
                  <a:pt x="0" y="138277"/>
                </a:lnTo>
                <a:lnTo>
                  <a:pt x="8572" y="193814"/>
                </a:lnTo>
                <a:lnTo>
                  <a:pt x="32435" y="235839"/>
                </a:lnTo>
                <a:lnTo>
                  <a:pt x="68821" y="262445"/>
                </a:lnTo>
                <a:lnTo>
                  <a:pt x="114935" y="271729"/>
                </a:lnTo>
                <a:lnTo>
                  <a:pt x="127355" y="271119"/>
                </a:lnTo>
                <a:lnTo>
                  <a:pt x="139306" y="269303"/>
                </a:lnTo>
                <a:lnTo>
                  <a:pt x="150698" y="266331"/>
                </a:lnTo>
                <a:lnTo>
                  <a:pt x="161493" y="262216"/>
                </a:lnTo>
                <a:lnTo>
                  <a:pt x="184200" y="292544"/>
                </a:lnTo>
                <a:lnTo>
                  <a:pt x="219468" y="292544"/>
                </a:lnTo>
                <a:lnTo>
                  <a:pt x="196634" y="262216"/>
                </a:lnTo>
                <a:lnTo>
                  <a:pt x="185470" y="247383"/>
                </a:lnTo>
                <a:lnTo>
                  <a:pt x="190919" y="241541"/>
                </a:lnTo>
                <a:lnTo>
                  <a:pt x="204012" y="227533"/>
                </a:lnTo>
                <a:lnTo>
                  <a:pt x="206743" y="222643"/>
                </a:lnTo>
                <a:lnTo>
                  <a:pt x="217995" y="202488"/>
                </a:lnTo>
                <a:lnTo>
                  <a:pt x="226796" y="172605"/>
                </a:lnTo>
                <a:lnTo>
                  <a:pt x="229870" y="138277"/>
                </a:lnTo>
                <a:close/>
              </a:path>
              <a:path w="526415" h="292735">
                <a:moveTo>
                  <a:pt x="441477" y="239509"/>
                </a:moveTo>
                <a:lnTo>
                  <a:pt x="317652" y="239509"/>
                </a:lnTo>
                <a:lnTo>
                  <a:pt x="317652" y="237477"/>
                </a:lnTo>
                <a:lnTo>
                  <a:pt x="377024" y="176085"/>
                </a:lnTo>
                <a:lnTo>
                  <a:pt x="405828" y="144665"/>
                </a:lnTo>
                <a:lnTo>
                  <a:pt x="424192" y="119659"/>
                </a:lnTo>
                <a:lnTo>
                  <a:pt x="433933" y="98120"/>
                </a:lnTo>
                <a:lnTo>
                  <a:pt x="436905" y="77127"/>
                </a:lnTo>
                <a:lnTo>
                  <a:pt x="430784" y="48704"/>
                </a:lnTo>
                <a:lnTo>
                  <a:pt x="414045" y="25755"/>
                </a:lnTo>
                <a:lnTo>
                  <a:pt x="388493" y="10401"/>
                </a:lnTo>
                <a:lnTo>
                  <a:pt x="355968" y="4813"/>
                </a:lnTo>
                <a:lnTo>
                  <a:pt x="323291" y="10375"/>
                </a:lnTo>
                <a:lnTo>
                  <a:pt x="297167" y="26035"/>
                </a:lnTo>
                <a:lnTo>
                  <a:pt x="279895" y="50304"/>
                </a:lnTo>
                <a:lnTo>
                  <a:pt x="273761" y="81699"/>
                </a:lnTo>
                <a:lnTo>
                  <a:pt x="304457" y="81699"/>
                </a:lnTo>
                <a:lnTo>
                  <a:pt x="308000" y="61772"/>
                </a:lnTo>
                <a:lnTo>
                  <a:pt x="318096" y="46393"/>
                </a:lnTo>
                <a:lnTo>
                  <a:pt x="334010" y="36487"/>
                </a:lnTo>
                <a:lnTo>
                  <a:pt x="354952" y="32981"/>
                </a:lnTo>
                <a:lnTo>
                  <a:pt x="375310" y="36093"/>
                </a:lnTo>
                <a:lnTo>
                  <a:pt x="391680" y="44970"/>
                </a:lnTo>
                <a:lnTo>
                  <a:pt x="402628" y="58889"/>
                </a:lnTo>
                <a:lnTo>
                  <a:pt x="406717" y="77127"/>
                </a:lnTo>
                <a:lnTo>
                  <a:pt x="403783" y="94157"/>
                </a:lnTo>
                <a:lnTo>
                  <a:pt x="395300" y="110845"/>
                </a:lnTo>
                <a:lnTo>
                  <a:pt x="381101" y="129184"/>
                </a:lnTo>
                <a:lnTo>
                  <a:pt x="361048" y="151218"/>
                </a:lnTo>
                <a:lnTo>
                  <a:pt x="272491" y="244589"/>
                </a:lnTo>
                <a:lnTo>
                  <a:pt x="272745" y="268185"/>
                </a:lnTo>
                <a:lnTo>
                  <a:pt x="441477" y="268185"/>
                </a:lnTo>
                <a:lnTo>
                  <a:pt x="441477" y="239509"/>
                </a:lnTo>
                <a:close/>
              </a:path>
              <a:path w="526415" h="292735">
                <a:moveTo>
                  <a:pt x="519620" y="73317"/>
                </a:moveTo>
                <a:lnTo>
                  <a:pt x="488670" y="73317"/>
                </a:lnTo>
                <a:lnTo>
                  <a:pt x="488670" y="268185"/>
                </a:lnTo>
                <a:lnTo>
                  <a:pt x="519620" y="268185"/>
                </a:lnTo>
                <a:lnTo>
                  <a:pt x="519620" y="73317"/>
                </a:lnTo>
                <a:close/>
              </a:path>
              <a:path w="526415" h="292735">
                <a:moveTo>
                  <a:pt x="525957" y="20548"/>
                </a:moveTo>
                <a:lnTo>
                  <a:pt x="524230" y="12522"/>
                </a:lnTo>
                <a:lnTo>
                  <a:pt x="519557" y="5994"/>
                </a:lnTo>
                <a:lnTo>
                  <a:pt x="512686" y="1600"/>
                </a:lnTo>
                <a:lnTo>
                  <a:pt x="504393" y="0"/>
                </a:lnTo>
                <a:lnTo>
                  <a:pt x="495960" y="1600"/>
                </a:lnTo>
                <a:lnTo>
                  <a:pt x="489013" y="5994"/>
                </a:lnTo>
                <a:lnTo>
                  <a:pt x="484314" y="12522"/>
                </a:lnTo>
                <a:lnTo>
                  <a:pt x="482574" y="20548"/>
                </a:lnTo>
                <a:lnTo>
                  <a:pt x="484314" y="28575"/>
                </a:lnTo>
                <a:lnTo>
                  <a:pt x="489013" y="35102"/>
                </a:lnTo>
                <a:lnTo>
                  <a:pt x="495960" y="39497"/>
                </a:lnTo>
                <a:lnTo>
                  <a:pt x="504393" y="41097"/>
                </a:lnTo>
                <a:lnTo>
                  <a:pt x="512686" y="39497"/>
                </a:lnTo>
                <a:lnTo>
                  <a:pt x="519557" y="35102"/>
                </a:lnTo>
                <a:lnTo>
                  <a:pt x="524230" y="28575"/>
                </a:lnTo>
                <a:lnTo>
                  <a:pt x="525957" y="20548"/>
                </a:lnTo>
                <a:close/>
              </a:path>
            </a:pathLst>
          </a:custGeom>
          <a:solidFill>
            <a:srgbClr val="2D3D8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1" name="object 41" descr=""/>
          <p:cNvGrpSpPr/>
          <p:nvPr/>
        </p:nvGrpSpPr>
        <p:grpSpPr>
          <a:xfrm>
            <a:off x="6272869" y="4636945"/>
            <a:ext cx="4989830" cy="316230"/>
            <a:chOff x="6272869" y="4636945"/>
            <a:chExt cx="4989830" cy="316230"/>
          </a:xfrm>
        </p:grpSpPr>
        <p:sp>
          <p:nvSpPr>
            <p:cNvPr id="42" name="object 42" descr="">
              <a:hlinkClick r:id="rId2"/>
            </p:cNvPr>
            <p:cNvSpPr/>
            <p:nvPr/>
          </p:nvSpPr>
          <p:spPr>
            <a:xfrm>
              <a:off x="10125913" y="4636947"/>
              <a:ext cx="720090" cy="267335"/>
            </a:xfrm>
            <a:custGeom>
              <a:avLst/>
              <a:gdLst/>
              <a:ahLst/>
              <a:cxnLst/>
              <a:rect l="l" t="t" r="r" b="b"/>
              <a:pathLst>
                <a:path w="720090" h="267335">
                  <a:moveTo>
                    <a:pt x="176847" y="86017"/>
                  </a:moveTo>
                  <a:lnTo>
                    <a:pt x="171577" y="53644"/>
                  </a:lnTo>
                  <a:lnTo>
                    <a:pt x="158343" y="32232"/>
                  </a:lnTo>
                  <a:lnTo>
                    <a:pt x="155409" y="27470"/>
                  </a:lnTo>
                  <a:lnTo>
                    <a:pt x="144881" y="20789"/>
                  </a:lnTo>
                  <a:lnTo>
                    <a:pt x="144881" y="86017"/>
                  </a:lnTo>
                  <a:lnTo>
                    <a:pt x="141693" y="107556"/>
                  </a:lnTo>
                  <a:lnTo>
                    <a:pt x="131597" y="124777"/>
                  </a:lnTo>
                  <a:lnTo>
                    <a:pt x="113728" y="136182"/>
                  </a:lnTo>
                  <a:lnTo>
                    <a:pt x="87287" y="140309"/>
                  </a:lnTo>
                  <a:lnTo>
                    <a:pt x="32232" y="140309"/>
                  </a:lnTo>
                  <a:lnTo>
                    <a:pt x="32232" y="32232"/>
                  </a:lnTo>
                  <a:lnTo>
                    <a:pt x="87033" y="32232"/>
                  </a:lnTo>
                  <a:lnTo>
                    <a:pt x="113626" y="36283"/>
                  </a:lnTo>
                  <a:lnTo>
                    <a:pt x="131559" y="47510"/>
                  </a:lnTo>
                  <a:lnTo>
                    <a:pt x="141693" y="64554"/>
                  </a:lnTo>
                  <a:lnTo>
                    <a:pt x="144881" y="86017"/>
                  </a:lnTo>
                  <a:lnTo>
                    <a:pt x="144881" y="20789"/>
                  </a:lnTo>
                  <a:lnTo>
                    <a:pt x="127825" y="9944"/>
                  </a:lnTo>
                  <a:lnTo>
                    <a:pt x="88303" y="3556"/>
                  </a:lnTo>
                  <a:lnTo>
                    <a:pt x="0" y="3556"/>
                  </a:lnTo>
                  <a:lnTo>
                    <a:pt x="0" y="263372"/>
                  </a:lnTo>
                  <a:lnTo>
                    <a:pt x="32232" y="263372"/>
                  </a:lnTo>
                  <a:lnTo>
                    <a:pt x="32232" y="168986"/>
                  </a:lnTo>
                  <a:lnTo>
                    <a:pt x="88811" y="168986"/>
                  </a:lnTo>
                  <a:lnTo>
                    <a:pt x="128041" y="162509"/>
                  </a:lnTo>
                  <a:lnTo>
                    <a:pt x="155473" y="144818"/>
                  </a:lnTo>
                  <a:lnTo>
                    <a:pt x="158229" y="140309"/>
                  </a:lnTo>
                  <a:lnTo>
                    <a:pt x="171589" y="118465"/>
                  </a:lnTo>
                  <a:lnTo>
                    <a:pt x="176847" y="86017"/>
                  </a:lnTo>
                  <a:close/>
                </a:path>
                <a:path w="720090" h="267335">
                  <a:moveTo>
                    <a:pt x="469646" y="68503"/>
                  </a:moveTo>
                  <a:lnTo>
                    <a:pt x="437172" y="68503"/>
                  </a:lnTo>
                  <a:lnTo>
                    <a:pt x="395566" y="216433"/>
                  </a:lnTo>
                  <a:lnTo>
                    <a:pt x="393534" y="216433"/>
                  </a:lnTo>
                  <a:lnTo>
                    <a:pt x="352933" y="68503"/>
                  </a:lnTo>
                  <a:lnTo>
                    <a:pt x="319951" y="68503"/>
                  </a:lnTo>
                  <a:lnTo>
                    <a:pt x="278853" y="216941"/>
                  </a:lnTo>
                  <a:lnTo>
                    <a:pt x="276821" y="216941"/>
                  </a:lnTo>
                  <a:lnTo>
                    <a:pt x="235204" y="68503"/>
                  </a:lnTo>
                  <a:lnTo>
                    <a:pt x="202730" y="68503"/>
                  </a:lnTo>
                  <a:lnTo>
                    <a:pt x="261848" y="263372"/>
                  </a:lnTo>
                  <a:lnTo>
                    <a:pt x="292544" y="263372"/>
                  </a:lnTo>
                  <a:lnTo>
                    <a:pt x="334670" y="114681"/>
                  </a:lnTo>
                  <a:lnTo>
                    <a:pt x="337718" y="114681"/>
                  </a:lnTo>
                  <a:lnTo>
                    <a:pt x="380085" y="263372"/>
                  </a:lnTo>
                  <a:lnTo>
                    <a:pt x="410527" y="263372"/>
                  </a:lnTo>
                  <a:lnTo>
                    <a:pt x="469646" y="68503"/>
                  </a:lnTo>
                  <a:close/>
                </a:path>
                <a:path w="720090" h="267335">
                  <a:moveTo>
                    <a:pt x="719823" y="133210"/>
                  </a:moveTo>
                  <a:lnTo>
                    <a:pt x="620356" y="133210"/>
                  </a:lnTo>
                  <a:lnTo>
                    <a:pt x="620356" y="161620"/>
                  </a:lnTo>
                  <a:lnTo>
                    <a:pt x="688365" y="161620"/>
                  </a:lnTo>
                  <a:lnTo>
                    <a:pt x="682447" y="192786"/>
                  </a:lnTo>
                  <a:lnTo>
                    <a:pt x="667016" y="216446"/>
                  </a:lnTo>
                  <a:lnTo>
                    <a:pt x="643547" y="231470"/>
                  </a:lnTo>
                  <a:lnTo>
                    <a:pt x="613511" y="236728"/>
                  </a:lnTo>
                  <a:lnTo>
                    <a:pt x="580072" y="230009"/>
                  </a:lnTo>
                  <a:lnTo>
                    <a:pt x="553288" y="210210"/>
                  </a:lnTo>
                  <a:lnTo>
                    <a:pt x="535482" y="177850"/>
                  </a:lnTo>
                  <a:lnTo>
                    <a:pt x="529018" y="133464"/>
                  </a:lnTo>
                  <a:lnTo>
                    <a:pt x="535444" y="89065"/>
                  </a:lnTo>
                  <a:lnTo>
                    <a:pt x="553034" y="56705"/>
                  </a:lnTo>
                  <a:lnTo>
                    <a:pt x="579221" y="36918"/>
                  </a:lnTo>
                  <a:lnTo>
                    <a:pt x="611479" y="30200"/>
                  </a:lnTo>
                  <a:lnTo>
                    <a:pt x="637032" y="34010"/>
                  </a:lnTo>
                  <a:lnTo>
                    <a:pt x="657948" y="44907"/>
                  </a:lnTo>
                  <a:lnTo>
                    <a:pt x="673950" y="62090"/>
                  </a:lnTo>
                  <a:lnTo>
                    <a:pt x="684809" y="84747"/>
                  </a:lnTo>
                  <a:lnTo>
                    <a:pt x="718299" y="84747"/>
                  </a:lnTo>
                  <a:lnTo>
                    <a:pt x="705243" y="50317"/>
                  </a:lnTo>
                  <a:lnTo>
                    <a:pt x="681824" y="23533"/>
                  </a:lnTo>
                  <a:lnTo>
                    <a:pt x="649935" y="6184"/>
                  </a:lnTo>
                  <a:lnTo>
                    <a:pt x="611479" y="0"/>
                  </a:lnTo>
                  <a:lnTo>
                    <a:pt x="565531" y="9296"/>
                  </a:lnTo>
                  <a:lnTo>
                    <a:pt x="529501" y="35902"/>
                  </a:lnTo>
                  <a:lnTo>
                    <a:pt x="505980" y="77927"/>
                  </a:lnTo>
                  <a:lnTo>
                    <a:pt x="497560" y="133464"/>
                  </a:lnTo>
                  <a:lnTo>
                    <a:pt x="505929" y="189001"/>
                  </a:lnTo>
                  <a:lnTo>
                    <a:pt x="529564" y="231025"/>
                  </a:lnTo>
                  <a:lnTo>
                    <a:pt x="566166" y="257632"/>
                  </a:lnTo>
                  <a:lnTo>
                    <a:pt x="613511" y="266915"/>
                  </a:lnTo>
                  <a:lnTo>
                    <a:pt x="656234" y="259448"/>
                  </a:lnTo>
                  <a:lnTo>
                    <a:pt x="689876" y="238188"/>
                  </a:lnTo>
                  <a:lnTo>
                    <a:pt x="711911" y="204838"/>
                  </a:lnTo>
                  <a:lnTo>
                    <a:pt x="719823" y="161124"/>
                  </a:lnTo>
                  <a:lnTo>
                    <a:pt x="719823" y="133210"/>
                  </a:lnTo>
                  <a:close/>
                </a:path>
              </a:pathLst>
            </a:custGeom>
            <a:solidFill>
              <a:srgbClr val="2D3D8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>
              <a:hlinkClick r:id="rId2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80754" y="4702913"/>
              <a:ext cx="177353" cy="201457"/>
            </a:xfrm>
            <a:prstGeom prst="rect">
              <a:avLst/>
            </a:prstGeom>
          </p:spPr>
        </p:pic>
        <p:sp>
          <p:nvSpPr>
            <p:cNvPr id="44" name="object 44" descr="">
              <a:hlinkClick r:id="rId2"/>
            </p:cNvPr>
            <p:cNvSpPr/>
            <p:nvPr/>
          </p:nvSpPr>
          <p:spPr>
            <a:xfrm>
              <a:off x="11098195" y="4640497"/>
              <a:ext cx="163195" cy="260350"/>
            </a:xfrm>
            <a:custGeom>
              <a:avLst/>
              <a:gdLst/>
              <a:ahLst/>
              <a:cxnLst/>
              <a:rect l="l" t="t" r="r" b="b"/>
              <a:pathLst>
                <a:path w="163195" h="260350">
                  <a:moveTo>
                    <a:pt x="30955" y="0"/>
                  </a:moveTo>
                  <a:lnTo>
                    <a:pt x="0" y="0"/>
                  </a:lnTo>
                  <a:lnTo>
                    <a:pt x="0" y="259813"/>
                  </a:lnTo>
                  <a:lnTo>
                    <a:pt x="30955" y="259813"/>
                  </a:lnTo>
                  <a:lnTo>
                    <a:pt x="30955" y="187375"/>
                  </a:lnTo>
                  <a:lnTo>
                    <a:pt x="51632" y="167965"/>
                  </a:lnTo>
                  <a:lnTo>
                    <a:pt x="123817" y="259813"/>
                  </a:lnTo>
                  <a:lnTo>
                    <a:pt x="162891" y="259813"/>
                  </a:lnTo>
                  <a:lnTo>
                    <a:pt x="74975" y="148174"/>
                  </a:lnTo>
                  <a:lnTo>
                    <a:pt x="156802" y="64953"/>
                  </a:lnTo>
                  <a:lnTo>
                    <a:pt x="118743" y="64953"/>
                  </a:lnTo>
                  <a:lnTo>
                    <a:pt x="34507" y="151219"/>
                  </a:lnTo>
                  <a:lnTo>
                    <a:pt x="30955" y="151219"/>
                  </a:lnTo>
                  <a:lnTo>
                    <a:pt x="30955" y="0"/>
                  </a:lnTo>
                  <a:close/>
                </a:path>
              </a:pathLst>
            </a:custGeom>
            <a:solidFill>
              <a:srgbClr val="2D3D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272869" y="4943444"/>
              <a:ext cx="4989830" cy="0"/>
            </a:xfrm>
            <a:custGeom>
              <a:avLst/>
              <a:gdLst/>
              <a:ahLst/>
              <a:cxnLst/>
              <a:rect l="l" t="t" r="r" b="b"/>
              <a:pathLst>
                <a:path w="4989830" h="0">
                  <a:moveTo>
                    <a:pt x="0" y="0"/>
                  </a:moveTo>
                  <a:lnTo>
                    <a:pt x="4989314" y="0"/>
                  </a:lnTo>
                </a:path>
              </a:pathLst>
            </a:custGeom>
            <a:ln w="18369">
              <a:solidFill>
                <a:srgbClr val="2D3D8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0246" y="237489"/>
            <a:ext cx="304165" cy="477520"/>
          </a:xfrm>
          <a:custGeom>
            <a:avLst/>
            <a:gdLst/>
            <a:ahLst/>
            <a:cxnLst/>
            <a:rect l="l" t="t" r="r" b="b"/>
            <a:pathLst>
              <a:path w="304165" h="477520">
                <a:moveTo>
                  <a:pt x="303872" y="394970"/>
                </a:moveTo>
                <a:lnTo>
                  <a:pt x="98882" y="394970"/>
                </a:lnTo>
                <a:lnTo>
                  <a:pt x="98882" y="0"/>
                </a:lnTo>
                <a:lnTo>
                  <a:pt x="0" y="0"/>
                </a:lnTo>
                <a:lnTo>
                  <a:pt x="0" y="394970"/>
                </a:lnTo>
                <a:lnTo>
                  <a:pt x="0" y="477520"/>
                </a:lnTo>
                <a:lnTo>
                  <a:pt x="303872" y="477520"/>
                </a:lnTo>
                <a:lnTo>
                  <a:pt x="303872" y="394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01365" y="211097"/>
            <a:ext cx="106680" cy="503555"/>
          </a:xfrm>
          <a:custGeom>
            <a:avLst/>
            <a:gdLst/>
            <a:ahLst/>
            <a:cxnLst/>
            <a:rect l="l" t="t" r="r" b="b"/>
            <a:pathLst>
              <a:path w="106679" h="503555">
                <a:moveTo>
                  <a:pt x="53049" y="0"/>
                </a:moveTo>
                <a:lnTo>
                  <a:pt x="32490" y="3915"/>
                </a:lnTo>
                <a:lnTo>
                  <a:pt x="15618" y="14571"/>
                </a:lnTo>
                <a:lnTo>
                  <a:pt x="4199" y="30331"/>
                </a:lnTo>
                <a:lnTo>
                  <a:pt x="0" y="49559"/>
                </a:lnTo>
                <a:lnTo>
                  <a:pt x="4199" y="68886"/>
                </a:lnTo>
                <a:lnTo>
                  <a:pt x="15618" y="84636"/>
                </a:lnTo>
                <a:lnTo>
                  <a:pt x="32490" y="95237"/>
                </a:lnTo>
                <a:lnTo>
                  <a:pt x="53049" y="99120"/>
                </a:lnTo>
                <a:lnTo>
                  <a:pt x="73609" y="95237"/>
                </a:lnTo>
                <a:lnTo>
                  <a:pt x="90481" y="84636"/>
                </a:lnTo>
                <a:lnTo>
                  <a:pt x="101900" y="68886"/>
                </a:lnTo>
                <a:lnTo>
                  <a:pt x="106100" y="49559"/>
                </a:lnTo>
                <a:lnTo>
                  <a:pt x="101900" y="30331"/>
                </a:lnTo>
                <a:lnTo>
                  <a:pt x="90481" y="14571"/>
                </a:lnTo>
                <a:lnTo>
                  <a:pt x="73609" y="3915"/>
                </a:lnTo>
                <a:lnTo>
                  <a:pt x="53049" y="0"/>
                </a:lnTo>
                <a:close/>
              </a:path>
              <a:path w="106679" h="503555">
                <a:moveTo>
                  <a:pt x="101679" y="145887"/>
                </a:moveTo>
                <a:lnTo>
                  <a:pt x="4188" y="145887"/>
                </a:lnTo>
                <a:lnTo>
                  <a:pt x="4188" y="503277"/>
                </a:lnTo>
                <a:lnTo>
                  <a:pt x="101679" y="503277"/>
                </a:lnTo>
                <a:lnTo>
                  <a:pt x="101679" y="1458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78896" y="237855"/>
            <a:ext cx="97790" cy="476884"/>
          </a:xfrm>
          <a:custGeom>
            <a:avLst/>
            <a:gdLst/>
            <a:ahLst/>
            <a:cxnLst/>
            <a:rect l="l" t="t" r="r" b="b"/>
            <a:pathLst>
              <a:path w="97790" h="476884">
                <a:moveTo>
                  <a:pt x="97491" y="0"/>
                </a:moveTo>
                <a:lnTo>
                  <a:pt x="0" y="0"/>
                </a:lnTo>
                <a:lnTo>
                  <a:pt x="0" y="476519"/>
                </a:lnTo>
                <a:lnTo>
                  <a:pt x="97491" y="476519"/>
                </a:lnTo>
                <a:lnTo>
                  <a:pt x="974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26871" y="271373"/>
            <a:ext cx="468630" cy="448309"/>
          </a:xfrm>
          <a:custGeom>
            <a:avLst/>
            <a:gdLst/>
            <a:ahLst/>
            <a:cxnLst/>
            <a:rect l="l" t="t" r="r" b="b"/>
            <a:pathLst>
              <a:path w="468630" h="448309">
                <a:moveTo>
                  <a:pt x="218719" y="367626"/>
                </a:moveTo>
                <a:lnTo>
                  <a:pt x="198843" y="368782"/>
                </a:lnTo>
                <a:lnTo>
                  <a:pt x="188912" y="369189"/>
                </a:lnTo>
                <a:lnTo>
                  <a:pt x="180555" y="369252"/>
                </a:lnTo>
                <a:lnTo>
                  <a:pt x="166801" y="367347"/>
                </a:lnTo>
                <a:lnTo>
                  <a:pt x="156070" y="361721"/>
                </a:lnTo>
                <a:lnTo>
                  <a:pt x="149085" y="350888"/>
                </a:lnTo>
                <a:lnTo>
                  <a:pt x="146583" y="333413"/>
                </a:lnTo>
                <a:lnTo>
                  <a:pt x="146583" y="158915"/>
                </a:lnTo>
                <a:lnTo>
                  <a:pt x="214058" y="158915"/>
                </a:lnTo>
                <a:lnTo>
                  <a:pt x="214058" y="85623"/>
                </a:lnTo>
                <a:lnTo>
                  <a:pt x="146583" y="85623"/>
                </a:lnTo>
                <a:lnTo>
                  <a:pt x="146583" y="0"/>
                </a:lnTo>
                <a:lnTo>
                  <a:pt x="49098" y="0"/>
                </a:lnTo>
                <a:lnTo>
                  <a:pt x="49098" y="85623"/>
                </a:lnTo>
                <a:lnTo>
                  <a:pt x="0" y="85623"/>
                </a:lnTo>
                <a:lnTo>
                  <a:pt x="0" y="158915"/>
                </a:lnTo>
                <a:lnTo>
                  <a:pt x="49098" y="158915"/>
                </a:lnTo>
                <a:lnTo>
                  <a:pt x="49098" y="346684"/>
                </a:lnTo>
                <a:lnTo>
                  <a:pt x="57416" y="391845"/>
                </a:lnTo>
                <a:lnTo>
                  <a:pt x="81495" y="423379"/>
                </a:lnTo>
                <a:lnTo>
                  <a:pt x="118922" y="441858"/>
                </a:lnTo>
                <a:lnTo>
                  <a:pt x="167297" y="447890"/>
                </a:lnTo>
                <a:lnTo>
                  <a:pt x="183896" y="447573"/>
                </a:lnTo>
                <a:lnTo>
                  <a:pt x="198069" y="446760"/>
                </a:lnTo>
                <a:lnTo>
                  <a:pt x="209702" y="445630"/>
                </a:lnTo>
                <a:lnTo>
                  <a:pt x="218719" y="444398"/>
                </a:lnTo>
                <a:lnTo>
                  <a:pt x="218719" y="367626"/>
                </a:lnTo>
                <a:close/>
              </a:path>
              <a:path w="468630" h="448309">
                <a:moveTo>
                  <a:pt x="468147" y="367626"/>
                </a:moveTo>
                <a:lnTo>
                  <a:pt x="448271" y="368782"/>
                </a:lnTo>
                <a:lnTo>
                  <a:pt x="438340" y="369189"/>
                </a:lnTo>
                <a:lnTo>
                  <a:pt x="429983" y="369252"/>
                </a:lnTo>
                <a:lnTo>
                  <a:pt x="416229" y="367347"/>
                </a:lnTo>
                <a:lnTo>
                  <a:pt x="405498" y="361721"/>
                </a:lnTo>
                <a:lnTo>
                  <a:pt x="398513" y="350888"/>
                </a:lnTo>
                <a:lnTo>
                  <a:pt x="396011" y="333413"/>
                </a:lnTo>
                <a:lnTo>
                  <a:pt x="396011" y="158915"/>
                </a:lnTo>
                <a:lnTo>
                  <a:pt x="463486" y="158915"/>
                </a:lnTo>
                <a:lnTo>
                  <a:pt x="463486" y="85623"/>
                </a:lnTo>
                <a:lnTo>
                  <a:pt x="396011" y="85623"/>
                </a:lnTo>
                <a:lnTo>
                  <a:pt x="396011" y="0"/>
                </a:lnTo>
                <a:lnTo>
                  <a:pt x="298526" y="0"/>
                </a:lnTo>
                <a:lnTo>
                  <a:pt x="298526" y="85623"/>
                </a:lnTo>
                <a:lnTo>
                  <a:pt x="249428" y="85623"/>
                </a:lnTo>
                <a:lnTo>
                  <a:pt x="249428" y="158915"/>
                </a:lnTo>
                <a:lnTo>
                  <a:pt x="298526" y="158915"/>
                </a:lnTo>
                <a:lnTo>
                  <a:pt x="298526" y="346684"/>
                </a:lnTo>
                <a:lnTo>
                  <a:pt x="306844" y="391845"/>
                </a:lnTo>
                <a:lnTo>
                  <a:pt x="330923" y="423379"/>
                </a:lnTo>
                <a:lnTo>
                  <a:pt x="368350" y="441858"/>
                </a:lnTo>
                <a:lnTo>
                  <a:pt x="416725" y="447890"/>
                </a:lnTo>
                <a:lnTo>
                  <a:pt x="433324" y="447573"/>
                </a:lnTo>
                <a:lnTo>
                  <a:pt x="447497" y="446760"/>
                </a:lnTo>
                <a:lnTo>
                  <a:pt x="459130" y="445630"/>
                </a:lnTo>
                <a:lnTo>
                  <a:pt x="468147" y="444398"/>
                </a:lnTo>
                <a:lnTo>
                  <a:pt x="468147" y="3676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251095" y="237855"/>
            <a:ext cx="97790" cy="476884"/>
          </a:xfrm>
          <a:custGeom>
            <a:avLst/>
            <a:gdLst/>
            <a:ahLst/>
            <a:cxnLst/>
            <a:rect l="l" t="t" r="r" b="b"/>
            <a:pathLst>
              <a:path w="97790" h="476884">
                <a:moveTo>
                  <a:pt x="97491" y="0"/>
                </a:moveTo>
                <a:lnTo>
                  <a:pt x="0" y="0"/>
                </a:lnTo>
                <a:lnTo>
                  <a:pt x="0" y="476519"/>
                </a:lnTo>
                <a:lnTo>
                  <a:pt x="97491" y="476519"/>
                </a:lnTo>
                <a:lnTo>
                  <a:pt x="974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409780" y="352331"/>
            <a:ext cx="340995" cy="369570"/>
          </a:xfrm>
          <a:custGeom>
            <a:avLst/>
            <a:gdLst/>
            <a:ahLst/>
            <a:cxnLst/>
            <a:rect l="l" t="t" r="r" b="b"/>
            <a:pathLst>
              <a:path w="340994" h="369570">
                <a:moveTo>
                  <a:pt x="172877" y="0"/>
                </a:moveTo>
                <a:lnTo>
                  <a:pt x="123716" y="6043"/>
                </a:lnTo>
                <a:lnTo>
                  <a:pt x="81522" y="23448"/>
                </a:lnTo>
                <a:lnTo>
                  <a:pt x="47174" y="51130"/>
                </a:lnTo>
                <a:lnTo>
                  <a:pt x="21552" y="88002"/>
                </a:lnTo>
                <a:lnTo>
                  <a:pt x="5534" y="132980"/>
                </a:lnTo>
                <a:lnTo>
                  <a:pt x="0" y="184977"/>
                </a:lnTo>
                <a:lnTo>
                  <a:pt x="5488" y="237954"/>
                </a:lnTo>
                <a:lnTo>
                  <a:pt x="21492" y="283054"/>
                </a:lnTo>
                <a:lnTo>
                  <a:pt x="47320" y="319492"/>
                </a:lnTo>
                <a:lnTo>
                  <a:pt x="82280" y="346488"/>
                </a:lnTo>
                <a:lnTo>
                  <a:pt x="125682" y="363259"/>
                </a:lnTo>
                <a:lnTo>
                  <a:pt x="176833" y="369023"/>
                </a:lnTo>
                <a:lnTo>
                  <a:pt x="237267" y="361305"/>
                </a:lnTo>
                <a:lnTo>
                  <a:pt x="285289" y="339386"/>
                </a:lnTo>
                <a:lnTo>
                  <a:pt x="319394" y="305121"/>
                </a:lnTo>
                <a:lnTo>
                  <a:pt x="323217" y="295963"/>
                </a:lnTo>
                <a:lnTo>
                  <a:pt x="178462" y="295963"/>
                </a:lnTo>
                <a:lnTo>
                  <a:pt x="144524" y="289917"/>
                </a:lnTo>
                <a:lnTo>
                  <a:pt x="118635" y="272550"/>
                </a:lnTo>
                <a:lnTo>
                  <a:pt x="102126" y="245018"/>
                </a:lnTo>
                <a:lnTo>
                  <a:pt x="96327" y="208477"/>
                </a:lnTo>
                <a:lnTo>
                  <a:pt x="340636" y="208477"/>
                </a:lnTo>
                <a:lnTo>
                  <a:pt x="340636" y="181254"/>
                </a:lnTo>
                <a:lnTo>
                  <a:pt x="337058" y="147516"/>
                </a:lnTo>
                <a:lnTo>
                  <a:pt x="96327" y="147516"/>
                </a:lnTo>
                <a:lnTo>
                  <a:pt x="103246" y="118570"/>
                </a:lnTo>
                <a:lnTo>
                  <a:pt x="119566" y="94815"/>
                </a:lnTo>
                <a:lnTo>
                  <a:pt x="143869" y="78738"/>
                </a:lnTo>
                <a:lnTo>
                  <a:pt x="174739" y="72827"/>
                </a:lnTo>
                <a:lnTo>
                  <a:pt x="312610" y="72827"/>
                </a:lnTo>
                <a:lnTo>
                  <a:pt x="291920" y="44906"/>
                </a:lnTo>
                <a:lnTo>
                  <a:pt x="258045" y="19898"/>
                </a:lnTo>
                <a:lnTo>
                  <a:pt x="217862" y="4959"/>
                </a:lnTo>
                <a:lnTo>
                  <a:pt x="172877" y="0"/>
                </a:lnTo>
                <a:close/>
              </a:path>
              <a:path w="340994" h="369570">
                <a:moveTo>
                  <a:pt x="338077" y="260363"/>
                </a:moveTo>
                <a:lnTo>
                  <a:pt x="245472" y="260363"/>
                </a:lnTo>
                <a:lnTo>
                  <a:pt x="235591" y="274858"/>
                </a:lnTo>
                <a:lnTo>
                  <a:pt x="220867" y="286103"/>
                </a:lnTo>
                <a:lnTo>
                  <a:pt x="201693" y="293378"/>
                </a:lnTo>
                <a:lnTo>
                  <a:pt x="178462" y="295963"/>
                </a:lnTo>
                <a:lnTo>
                  <a:pt x="323217" y="295963"/>
                </a:lnTo>
                <a:lnTo>
                  <a:pt x="338077" y="260363"/>
                </a:lnTo>
                <a:close/>
              </a:path>
              <a:path w="340994" h="369570">
                <a:moveTo>
                  <a:pt x="312610" y="72827"/>
                </a:moveTo>
                <a:lnTo>
                  <a:pt x="174739" y="72827"/>
                </a:lnTo>
                <a:lnTo>
                  <a:pt x="204590" y="78411"/>
                </a:lnTo>
                <a:lnTo>
                  <a:pt x="227876" y="93942"/>
                </a:lnTo>
                <a:lnTo>
                  <a:pt x="243091" y="117588"/>
                </a:lnTo>
                <a:lnTo>
                  <a:pt x="248730" y="147516"/>
                </a:lnTo>
                <a:lnTo>
                  <a:pt x="337058" y="147516"/>
                </a:lnTo>
                <a:lnTo>
                  <a:pt x="334721" y="125493"/>
                </a:lnTo>
                <a:lnTo>
                  <a:pt x="317981" y="80074"/>
                </a:lnTo>
                <a:lnTo>
                  <a:pt x="312610" y="728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953234" y="231342"/>
            <a:ext cx="1326515" cy="490220"/>
          </a:xfrm>
          <a:custGeom>
            <a:avLst/>
            <a:gdLst/>
            <a:ahLst/>
            <a:cxnLst/>
            <a:rect l="l" t="t" r="r" b="b"/>
            <a:pathLst>
              <a:path w="1326514" h="490220">
                <a:moveTo>
                  <a:pt x="375767" y="347154"/>
                </a:moveTo>
                <a:lnTo>
                  <a:pt x="368579" y="303847"/>
                </a:lnTo>
                <a:lnTo>
                  <a:pt x="348818" y="268935"/>
                </a:lnTo>
                <a:lnTo>
                  <a:pt x="318401" y="241719"/>
                </a:lnTo>
                <a:lnTo>
                  <a:pt x="279209" y="221488"/>
                </a:lnTo>
                <a:lnTo>
                  <a:pt x="233146" y="207556"/>
                </a:lnTo>
                <a:lnTo>
                  <a:pt x="190093" y="197078"/>
                </a:lnTo>
                <a:lnTo>
                  <a:pt x="160743" y="188620"/>
                </a:lnTo>
                <a:lnTo>
                  <a:pt x="136347" y="176695"/>
                </a:lnTo>
                <a:lnTo>
                  <a:pt x="119811" y="160007"/>
                </a:lnTo>
                <a:lnTo>
                  <a:pt x="114007" y="137287"/>
                </a:lnTo>
                <a:lnTo>
                  <a:pt x="119151" y="115519"/>
                </a:lnTo>
                <a:lnTo>
                  <a:pt x="134226" y="98285"/>
                </a:lnTo>
                <a:lnTo>
                  <a:pt x="158673" y="86931"/>
                </a:lnTo>
                <a:lnTo>
                  <a:pt x="191960" y="82842"/>
                </a:lnTo>
                <a:lnTo>
                  <a:pt x="224688" y="86880"/>
                </a:lnTo>
                <a:lnTo>
                  <a:pt x="249783" y="98628"/>
                </a:lnTo>
                <a:lnTo>
                  <a:pt x="266496" y="117487"/>
                </a:lnTo>
                <a:lnTo>
                  <a:pt x="274091" y="142862"/>
                </a:lnTo>
                <a:lnTo>
                  <a:pt x="369252" y="142862"/>
                </a:lnTo>
                <a:lnTo>
                  <a:pt x="363029" y="102958"/>
                </a:lnTo>
                <a:lnTo>
                  <a:pt x="346329" y="68287"/>
                </a:lnTo>
                <a:lnTo>
                  <a:pt x="320052" y="39763"/>
                </a:lnTo>
                <a:lnTo>
                  <a:pt x="285076" y="18275"/>
                </a:lnTo>
                <a:lnTo>
                  <a:pt x="242316" y="4724"/>
                </a:lnTo>
                <a:lnTo>
                  <a:pt x="192659" y="0"/>
                </a:lnTo>
                <a:lnTo>
                  <a:pt x="143167" y="4660"/>
                </a:lnTo>
                <a:lnTo>
                  <a:pt x="99644" y="18097"/>
                </a:lnTo>
                <a:lnTo>
                  <a:pt x="63436" y="39535"/>
                </a:lnTo>
                <a:lnTo>
                  <a:pt x="35941" y="68148"/>
                </a:lnTo>
                <a:lnTo>
                  <a:pt x="18516" y="103174"/>
                </a:lnTo>
                <a:lnTo>
                  <a:pt x="12573" y="143802"/>
                </a:lnTo>
                <a:lnTo>
                  <a:pt x="21424" y="190982"/>
                </a:lnTo>
                <a:lnTo>
                  <a:pt x="47180" y="227736"/>
                </a:lnTo>
                <a:lnTo>
                  <a:pt x="88023" y="254977"/>
                </a:lnTo>
                <a:lnTo>
                  <a:pt x="142163" y="273634"/>
                </a:lnTo>
                <a:lnTo>
                  <a:pt x="194284" y="286423"/>
                </a:lnTo>
                <a:lnTo>
                  <a:pt x="228866" y="296697"/>
                </a:lnTo>
                <a:lnTo>
                  <a:pt x="254381" y="309232"/>
                </a:lnTo>
                <a:lnTo>
                  <a:pt x="270192" y="325424"/>
                </a:lnTo>
                <a:lnTo>
                  <a:pt x="275717" y="346684"/>
                </a:lnTo>
                <a:lnTo>
                  <a:pt x="269544" y="371144"/>
                </a:lnTo>
                <a:lnTo>
                  <a:pt x="252285" y="390029"/>
                </a:lnTo>
                <a:lnTo>
                  <a:pt x="225336" y="402183"/>
                </a:lnTo>
                <a:lnTo>
                  <a:pt x="190093" y="406488"/>
                </a:lnTo>
                <a:lnTo>
                  <a:pt x="153682" y="401993"/>
                </a:lnTo>
                <a:lnTo>
                  <a:pt x="124599" y="388518"/>
                </a:lnTo>
                <a:lnTo>
                  <a:pt x="104762" y="366052"/>
                </a:lnTo>
                <a:lnTo>
                  <a:pt x="96100" y="334594"/>
                </a:lnTo>
                <a:lnTo>
                  <a:pt x="0" y="334594"/>
                </a:lnTo>
                <a:lnTo>
                  <a:pt x="7162" y="381469"/>
                </a:lnTo>
                <a:lnTo>
                  <a:pt x="25285" y="420116"/>
                </a:lnTo>
                <a:lnTo>
                  <a:pt x="53581" y="450405"/>
                </a:lnTo>
                <a:lnTo>
                  <a:pt x="91211" y="472198"/>
                </a:lnTo>
                <a:lnTo>
                  <a:pt x="137375" y="485368"/>
                </a:lnTo>
                <a:lnTo>
                  <a:pt x="191262" y="489788"/>
                </a:lnTo>
                <a:lnTo>
                  <a:pt x="245211" y="485267"/>
                </a:lnTo>
                <a:lnTo>
                  <a:pt x="290601" y="472147"/>
                </a:lnTo>
                <a:lnTo>
                  <a:pt x="326885" y="451104"/>
                </a:lnTo>
                <a:lnTo>
                  <a:pt x="353529" y="422808"/>
                </a:lnTo>
                <a:lnTo>
                  <a:pt x="370001" y="387934"/>
                </a:lnTo>
                <a:lnTo>
                  <a:pt x="375767" y="347154"/>
                </a:lnTo>
                <a:close/>
              </a:path>
              <a:path w="1326514" h="490220">
                <a:moveTo>
                  <a:pt x="940943" y="125653"/>
                </a:moveTo>
                <a:lnTo>
                  <a:pt x="842289" y="125653"/>
                </a:lnTo>
                <a:lnTo>
                  <a:pt x="787146" y="365531"/>
                </a:lnTo>
                <a:lnTo>
                  <a:pt x="783882" y="365531"/>
                </a:lnTo>
                <a:lnTo>
                  <a:pt x="724789" y="125653"/>
                </a:lnTo>
                <a:lnTo>
                  <a:pt x="627989" y="125653"/>
                </a:lnTo>
                <a:lnTo>
                  <a:pt x="569353" y="367169"/>
                </a:lnTo>
                <a:lnTo>
                  <a:pt x="566102" y="367169"/>
                </a:lnTo>
                <a:lnTo>
                  <a:pt x="510032" y="125653"/>
                </a:lnTo>
                <a:lnTo>
                  <a:pt x="411378" y="125653"/>
                </a:lnTo>
                <a:lnTo>
                  <a:pt x="509092" y="483031"/>
                </a:lnTo>
                <a:lnTo>
                  <a:pt x="611936" y="483031"/>
                </a:lnTo>
                <a:lnTo>
                  <a:pt x="673836" y="256184"/>
                </a:lnTo>
                <a:lnTo>
                  <a:pt x="678484" y="256184"/>
                </a:lnTo>
                <a:lnTo>
                  <a:pt x="740613" y="483031"/>
                </a:lnTo>
                <a:lnTo>
                  <a:pt x="843216" y="483031"/>
                </a:lnTo>
                <a:lnTo>
                  <a:pt x="940943" y="125653"/>
                </a:lnTo>
                <a:close/>
              </a:path>
              <a:path w="1326514" h="490220">
                <a:moveTo>
                  <a:pt x="1326248" y="305739"/>
                </a:moveTo>
                <a:lnTo>
                  <a:pt x="1320774" y="253593"/>
                </a:lnTo>
                <a:lnTo>
                  <a:pt x="1304823" y="208622"/>
                </a:lnTo>
                <a:lnTo>
                  <a:pt x="1279131" y="171831"/>
                </a:lnTo>
                <a:lnTo>
                  <a:pt x="1244460" y="144284"/>
                </a:lnTo>
                <a:lnTo>
                  <a:pt x="1227366" y="137401"/>
                </a:lnTo>
                <a:lnTo>
                  <a:pt x="1227366" y="305041"/>
                </a:lnTo>
                <a:lnTo>
                  <a:pt x="1222514" y="348627"/>
                </a:lnTo>
                <a:lnTo>
                  <a:pt x="1208112" y="383273"/>
                </a:lnTo>
                <a:lnTo>
                  <a:pt x="1184376" y="406146"/>
                </a:lnTo>
                <a:lnTo>
                  <a:pt x="1151509" y="414401"/>
                </a:lnTo>
                <a:lnTo>
                  <a:pt x="1117981" y="406146"/>
                </a:lnTo>
                <a:lnTo>
                  <a:pt x="1093901" y="383273"/>
                </a:lnTo>
                <a:lnTo>
                  <a:pt x="1079360" y="348627"/>
                </a:lnTo>
                <a:lnTo>
                  <a:pt x="1074572" y="305739"/>
                </a:lnTo>
                <a:lnTo>
                  <a:pt x="1074496" y="305041"/>
                </a:lnTo>
                <a:lnTo>
                  <a:pt x="1079360" y="261518"/>
                </a:lnTo>
                <a:lnTo>
                  <a:pt x="1093901" y="226771"/>
                </a:lnTo>
                <a:lnTo>
                  <a:pt x="1117981" y="203771"/>
                </a:lnTo>
                <a:lnTo>
                  <a:pt x="1151509" y="195453"/>
                </a:lnTo>
                <a:lnTo>
                  <a:pt x="1184376" y="203771"/>
                </a:lnTo>
                <a:lnTo>
                  <a:pt x="1208112" y="226771"/>
                </a:lnTo>
                <a:lnTo>
                  <a:pt x="1222514" y="261518"/>
                </a:lnTo>
                <a:lnTo>
                  <a:pt x="1227366" y="305041"/>
                </a:lnTo>
                <a:lnTo>
                  <a:pt x="1227366" y="137401"/>
                </a:lnTo>
                <a:lnTo>
                  <a:pt x="1201508" y="126987"/>
                </a:lnTo>
                <a:lnTo>
                  <a:pt x="1151051" y="120992"/>
                </a:lnTo>
                <a:lnTo>
                  <a:pt x="1100467" y="126987"/>
                </a:lnTo>
                <a:lnTo>
                  <a:pt x="1057414" y="144284"/>
                </a:lnTo>
                <a:lnTo>
                  <a:pt x="1022642" y="171831"/>
                </a:lnTo>
                <a:lnTo>
                  <a:pt x="996873" y="208622"/>
                </a:lnTo>
                <a:lnTo>
                  <a:pt x="980871" y="253593"/>
                </a:lnTo>
                <a:lnTo>
                  <a:pt x="975448" y="305041"/>
                </a:lnTo>
                <a:lnTo>
                  <a:pt x="975372" y="305739"/>
                </a:lnTo>
                <a:lnTo>
                  <a:pt x="980871" y="357606"/>
                </a:lnTo>
                <a:lnTo>
                  <a:pt x="996873" y="402424"/>
                </a:lnTo>
                <a:lnTo>
                  <a:pt x="1022642" y="439153"/>
                </a:lnTo>
                <a:lnTo>
                  <a:pt x="1057414" y="466699"/>
                </a:lnTo>
                <a:lnTo>
                  <a:pt x="1100467" y="484009"/>
                </a:lnTo>
                <a:lnTo>
                  <a:pt x="1151051" y="490016"/>
                </a:lnTo>
                <a:lnTo>
                  <a:pt x="1201508" y="484009"/>
                </a:lnTo>
                <a:lnTo>
                  <a:pt x="1244460" y="466699"/>
                </a:lnTo>
                <a:lnTo>
                  <a:pt x="1279131" y="439153"/>
                </a:lnTo>
                <a:lnTo>
                  <a:pt x="1304823" y="402424"/>
                </a:lnTo>
                <a:lnTo>
                  <a:pt x="1320774" y="357606"/>
                </a:lnTo>
                <a:lnTo>
                  <a:pt x="1326248" y="3057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340913" y="237857"/>
            <a:ext cx="596900" cy="482600"/>
          </a:xfrm>
          <a:custGeom>
            <a:avLst/>
            <a:gdLst/>
            <a:ahLst/>
            <a:cxnLst/>
            <a:rect l="l" t="t" r="r" b="b"/>
            <a:pathLst>
              <a:path w="596900" h="482600">
                <a:moveTo>
                  <a:pt x="215455" y="117043"/>
                </a:moveTo>
                <a:lnTo>
                  <a:pt x="208356" y="115874"/>
                </a:lnTo>
                <a:lnTo>
                  <a:pt x="200393" y="114922"/>
                </a:lnTo>
                <a:lnTo>
                  <a:pt x="192163" y="114261"/>
                </a:lnTo>
                <a:lnTo>
                  <a:pt x="184277" y="114020"/>
                </a:lnTo>
                <a:lnTo>
                  <a:pt x="155778" y="118338"/>
                </a:lnTo>
                <a:lnTo>
                  <a:pt x="131114" y="131140"/>
                </a:lnTo>
                <a:lnTo>
                  <a:pt x="111506" y="152196"/>
                </a:lnTo>
                <a:lnTo>
                  <a:pt x="98183" y="181254"/>
                </a:lnTo>
                <a:lnTo>
                  <a:pt x="94462" y="181254"/>
                </a:lnTo>
                <a:lnTo>
                  <a:pt x="94462" y="119138"/>
                </a:lnTo>
                <a:lnTo>
                  <a:pt x="0" y="119138"/>
                </a:lnTo>
                <a:lnTo>
                  <a:pt x="0" y="476516"/>
                </a:lnTo>
                <a:lnTo>
                  <a:pt x="97497" y="476516"/>
                </a:lnTo>
                <a:lnTo>
                  <a:pt x="97497" y="273392"/>
                </a:lnTo>
                <a:lnTo>
                  <a:pt x="103238" y="243179"/>
                </a:lnTo>
                <a:lnTo>
                  <a:pt x="119164" y="219557"/>
                </a:lnTo>
                <a:lnTo>
                  <a:pt x="143332" y="204190"/>
                </a:lnTo>
                <a:lnTo>
                  <a:pt x="173812" y="198704"/>
                </a:lnTo>
                <a:lnTo>
                  <a:pt x="184835" y="199148"/>
                </a:lnTo>
                <a:lnTo>
                  <a:pt x="196380" y="200342"/>
                </a:lnTo>
                <a:lnTo>
                  <a:pt x="207048" y="202044"/>
                </a:lnTo>
                <a:lnTo>
                  <a:pt x="215455" y="204063"/>
                </a:lnTo>
                <a:lnTo>
                  <a:pt x="215455" y="117043"/>
                </a:lnTo>
                <a:close/>
              </a:path>
              <a:path w="596900" h="482600">
                <a:moveTo>
                  <a:pt x="596582" y="0"/>
                </a:moveTo>
                <a:lnTo>
                  <a:pt x="501421" y="0"/>
                </a:lnTo>
                <a:lnTo>
                  <a:pt x="501421" y="297827"/>
                </a:lnTo>
                <a:lnTo>
                  <a:pt x="496354" y="341122"/>
                </a:lnTo>
                <a:lnTo>
                  <a:pt x="496303" y="341604"/>
                </a:lnTo>
                <a:lnTo>
                  <a:pt x="481431" y="375310"/>
                </a:lnTo>
                <a:lnTo>
                  <a:pt x="457542" y="396963"/>
                </a:lnTo>
                <a:lnTo>
                  <a:pt x="425335" y="404622"/>
                </a:lnTo>
                <a:lnTo>
                  <a:pt x="392493" y="396811"/>
                </a:lnTo>
                <a:lnTo>
                  <a:pt x="368592" y="374878"/>
                </a:lnTo>
                <a:lnTo>
                  <a:pt x="353974" y="341122"/>
                </a:lnTo>
                <a:lnTo>
                  <a:pt x="349072" y="298297"/>
                </a:lnTo>
                <a:lnTo>
                  <a:pt x="349008" y="297827"/>
                </a:lnTo>
                <a:lnTo>
                  <a:pt x="353898" y="254952"/>
                </a:lnTo>
                <a:lnTo>
                  <a:pt x="368414" y="221653"/>
                </a:lnTo>
                <a:lnTo>
                  <a:pt x="392303" y="200088"/>
                </a:lnTo>
                <a:lnTo>
                  <a:pt x="425335" y="192430"/>
                </a:lnTo>
                <a:lnTo>
                  <a:pt x="457733" y="199834"/>
                </a:lnTo>
                <a:lnTo>
                  <a:pt x="481609" y="220954"/>
                </a:lnTo>
                <a:lnTo>
                  <a:pt x="496366" y="254165"/>
                </a:lnTo>
                <a:lnTo>
                  <a:pt x="501421" y="297827"/>
                </a:lnTo>
                <a:lnTo>
                  <a:pt x="501421" y="0"/>
                </a:lnTo>
                <a:lnTo>
                  <a:pt x="499325" y="0"/>
                </a:lnTo>
                <a:lnTo>
                  <a:pt x="499325" y="179158"/>
                </a:lnTo>
                <a:lnTo>
                  <a:pt x="496531" y="179158"/>
                </a:lnTo>
                <a:lnTo>
                  <a:pt x="483489" y="156883"/>
                </a:lnTo>
                <a:lnTo>
                  <a:pt x="463194" y="136004"/>
                </a:lnTo>
                <a:lnTo>
                  <a:pt x="434098" y="120523"/>
                </a:lnTo>
                <a:lnTo>
                  <a:pt x="394614" y="114477"/>
                </a:lnTo>
                <a:lnTo>
                  <a:pt x="356476" y="119595"/>
                </a:lnTo>
                <a:lnTo>
                  <a:pt x="292442" y="160489"/>
                </a:lnTo>
                <a:lnTo>
                  <a:pt x="269544" y="196240"/>
                </a:lnTo>
                <a:lnTo>
                  <a:pt x="254711" y="242176"/>
                </a:lnTo>
                <a:lnTo>
                  <a:pt x="249466" y="297827"/>
                </a:lnTo>
                <a:lnTo>
                  <a:pt x="249428" y="298297"/>
                </a:lnTo>
                <a:lnTo>
                  <a:pt x="254508" y="353377"/>
                </a:lnTo>
                <a:lnTo>
                  <a:pt x="268935" y="399059"/>
                </a:lnTo>
                <a:lnTo>
                  <a:pt x="291426" y="435076"/>
                </a:lnTo>
                <a:lnTo>
                  <a:pt x="320751" y="461149"/>
                </a:lnTo>
                <a:lnTo>
                  <a:pt x="355638" y="476999"/>
                </a:lnTo>
                <a:lnTo>
                  <a:pt x="394855" y="482346"/>
                </a:lnTo>
                <a:lnTo>
                  <a:pt x="433311" y="476643"/>
                </a:lnTo>
                <a:lnTo>
                  <a:pt x="462267" y="461924"/>
                </a:lnTo>
                <a:lnTo>
                  <a:pt x="482930" y="441706"/>
                </a:lnTo>
                <a:lnTo>
                  <a:pt x="496531" y="419519"/>
                </a:lnTo>
                <a:lnTo>
                  <a:pt x="500722" y="419519"/>
                </a:lnTo>
                <a:lnTo>
                  <a:pt x="500722" y="476643"/>
                </a:lnTo>
                <a:lnTo>
                  <a:pt x="596582" y="476643"/>
                </a:lnTo>
                <a:lnTo>
                  <a:pt x="596582" y="419519"/>
                </a:lnTo>
                <a:lnTo>
                  <a:pt x="596582" y="404622"/>
                </a:lnTo>
                <a:lnTo>
                  <a:pt x="596582" y="192430"/>
                </a:lnTo>
                <a:lnTo>
                  <a:pt x="596582" y="179158"/>
                </a:lnTo>
                <a:lnTo>
                  <a:pt x="5965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192522" y="228316"/>
            <a:ext cx="187325" cy="589915"/>
          </a:xfrm>
          <a:custGeom>
            <a:avLst/>
            <a:gdLst/>
            <a:ahLst/>
            <a:cxnLst/>
            <a:rect l="l" t="t" r="r" b="b"/>
            <a:pathLst>
              <a:path w="187325" h="589915">
                <a:moveTo>
                  <a:pt x="186838" y="0"/>
                </a:moveTo>
                <a:lnTo>
                  <a:pt x="94000" y="0"/>
                </a:lnTo>
                <a:lnTo>
                  <a:pt x="65062" y="42551"/>
                </a:lnTo>
                <a:lnTo>
                  <a:pt x="41502" y="87494"/>
                </a:lnTo>
                <a:lnTo>
                  <a:pt x="23267" y="135009"/>
                </a:lnTo>
                <a:lnTo>
                  <a:pt x="10306" y="185278"/>
                </a:lnTo>
                <a:lnTo>
                  <a:pt x="2568" y="238481"/>
                </a:lnTo>
                <a:lnTo>
                  <a:pt x="0" y="294799"/>
                </a:lnTo>
                <a:lnTo>
                  <a:pt x="2568" y="351019"/>
                </a:lnTo>
                <a:lnTo>
                  <a:pt x="10306" y="404156"/>
                </a:lnTo>
                <a:lnTo>
                  <a:pt x="23267" y="454385"/>
                </a:lnTo>
                <a:lnTo>
                  <a:pt x="41502" y="501880"/>
                </a:lnTo>
                <a:lnTo>
                  <a:pt x="65062" y="546815"/>
                </a:lnTo>
                <a:lnTo>
                  <a:pt x="94000" y="589366"/>
                </a:lnTo>
                <a:lnTo>
                  <a:pt x="186838" y="589366"/>
                </a:lnTo>
                <a:lnTo>
                  <a:pt x="163789" y="553860"/>
                </a:lnTo>
                <a:lnTo>
                  <a:pt x="143293" y="510153"/>
                </a:lnTo>
                <a:lnTo>
                  <a:pt x="126080" y="460319"/>
                </a:lnTo>
                <a:lnTo>
                  <a:pt x="112881" y="406432"/>
                </a:lnTo>
                <a:lnTo>
                  <a:pt x="104427" y="350567"/>
                </a:lnTo>
                <a:lnTo>
                  <a:pt x="101446" y="294799"/>
                </a:lnTo>
                <a:lnTo>
                  <a:pt x="104427" y="238933"/>
                </a:lnTo>
                <a:lnTo>
                  <a:pt x="112881" y="183003"/>
                </a:lnTo>
                <a:lnTo>
                  <a:pt x="126080" y="129076"/>
                </a:lnTo>
                <a:lnTo>
                  <a:pt x="143293" y="79221"/>
                </a:lnTo>
                <a:lnTo>
                  <a:pt x="163789" y="35506"/>
                </a:lnTo>
                <a:lnTo>
                  <a:pt x="1868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428687" y="231340"/>
            <a:ext cx="346075" cy="483234"/>
          </a:xfrm>
          <a:custGeom>
            <a:avLst/>
            <a:gdLst/>
            <a:ahLst/>
            <a:cxnLst/>
            <a:rect l="l" t="t" r="r" b="b"/>
            <a:pathLst>
              <a:path w="346075" h="483234">
                <a:moveTo>
                  <a:pt x="168922" y="0"/>
                </a:moveTo>
                <a:lnTo>
                  <a:pt x="121653" y="4844"/>
                </a:lnTo>
                <a:lnTo>
                  <a:pt x="80609" y="18898"/>
                </a:lnTo>
                <a:lnTo>
                  <a:pt x="46854" y="41445"/>
                </a:lnTo>
                <a:lnTo>
                  <a:pt x="21457" y="71767"/>
                </a:lnTo>
                <a:lnTo>
                  <a:pt x="5483" y="109147"/>
                </a:lnTo>
                <a:lnTo>
                  <a:pt x="0" y="152868"/>
                </a:lnTo>
                <a:lnTo>
                  <a:pt x="94000" y="152868"/>
                </a:lnTo>
                <a:lnTo>
                  <a:pt x="99185" y="121969"/>
                </a:lnTo>
                <a:lnTo>
                  <a:pt x="114185" y="98683"/>
                </a:lnTo>
                <a:lnTo>
                  <a:pt x="137649" y="83992"/>
                </a:lnTo>
                <a:lnTo>
                  <a:pt x="168224" y="78877"/>
                </a:lnTo>
                <a:lnTo>
                  <a:pt x="198264" y="83607"/>
                </a:lnTo>
                <a:lnTo>
                  <a:pt x="222175" y="97171"/>
                </a:lnTo>
                <a:lnTo>
                  <a:pt x="238015" y="118632"/>
                </a:lnTo>
                <a:lnTo>
                  <a:pt x="243843" y="147051"/>
                </a:lnTo>
                <a:lnTo>
                  <a:pt x="239273" y="173885"/>
                </a:lnTo>
                <a:lnTo>
                  <a:pt x="226131" y="198908"/>
                </a:lnTo>
                <a:lnTo>
                  <a:pt x="204743" y="224761"/>
                </a:lnTo>
                <a:lnTo>
                  <a:pt x="175437" y="254082"/>
                </a:lnTo>
                <a:lnTo>
                  <a:pt x="4188" y="411603"/>
                </a:lnTo>
                <a:lnTo>
                  <a:pt x="4420" y="483034"/>
                </a:lnTo>
                <a:lnTo>
                  <a:pt x="345755" y="483034"/>
                </a:lnTo>
                <a:lnTo>
                  <a:pt x="345755" y="401830"/>
                </a:lnTo>
                <a:lnTo>
                  <a:pt x="141932" y="401830"/>
                </a:lnTo>
                <a:lnTo>
                  <a:pt x="141932" y="398573"/>
                </a:lnTo>
                <a:lnTo>
                  <a:pt x="214526" y="328538"/>
                </a:lnTo>
                <a:lnTo>
                  <a:pt x="265179" y="280083"/>
                </a:lnTo>
                <a:lnTo>
                  <a:pt x="300776" y="239659"/>
                </a:lnTo>
                <a:lnTo>
                  <a:pt x="323519" y="204685"/>
                </a:lnTo>
                <a:lnTo>
                  <a:pt x="335607" y="172582"/>
                </a:lnTo>
                <a:lnTo>
                  <a:pt x="339240" y="140769"/>
                </a:lnTo>
                <a:lnTo>
                  <a:pt x="331266" y="94411"/>
                </a:lnTo>
                <a:lnTo>
                  <a:pt x="308672" y="55535"/>
                </a:lnTo>
                <a:lnTo>
                  <a:pt x="273034" y="25762"/>
                </a:lnTo>
                <a:lnTo>
                  <a:pt x="225925" y="6710"/>
                </a:lnTo>
                <a:lnTo>
                  <a:pt x="168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838429" y="231340"/>
            <a:ext cx="382905" cy="493395"/>
          </a:xfrm>
          <a:custGeom>
            <a:avLst/>
            <a:gdLst/>
            <a:ahLst/>
            <a:cxnLst/>
            <a:rect l="l" t="t" r="r" b="b"/>
            <a:pathLst>
              <a:path w="382904" h="493395">
                <a:moveTo>
                  <a:pt x="191259" y="0"/>
                </a:moveTo>
                <a:lnTo>
                  <a:pt x="148718" y="4153"/>
                </a:lnTo>
                <a:lnTo>
                  <a:pt x="148855" y="4153"/>
                </a:lnTo>
                <a:lnTo>
                  <a:pt x="111141" y="16429"/>
                </a:lnTo>
                <a:lnTo>
                  <a:pt x="78433" y="36552"/>
                </a:lnTo>
                <a:lnTo>
                  <a:pt x="51130" y="64073"/>
                </a:lnTo>
                <a:lnTo>
                  <a:pt x="29268" y="99035"/>
                </a:lnTo>
                <a:lnTo>
                  <a:pt x="13262" y="141056"/>
                </a:lnTo>
                <a:lnTo>
                  <a:pt x="3408" y="189877"/>
                </a:lnTo>
                <a:lnTo>
                  <a:pt x="0" y="245239"/>
                </a:lnTo>
                <a:lnTo>
                  <a:pt x="3188" y="300846"/>
                </a:lnTo>
                <a:lnTo>
                  <a:pt x="12902" y="350023"/>
                </a:lnTo>
                <a:lnTo>
                  <a:pt x="28838" y="392471"/>
                </a:lnTo>
                <a:lnTo>
                  <a:pt x="50694" y="427890"/>
                </a:lnTo>
                <a:lnTo>
                  <a:pt x="78166" y="455979"/>
                </a:lnTo>
                <a:lnTo>
                  <a:pt x="110953" y="476439"/>
                </a:lnTo>
                <a:lnTo>
                  <a:pt x="149011" y="489056"/>
                </a:lnTo>
                <a:lnTo>
                  <a:pt x="149600" y="489056"/>
                </a:lnTo>
                <a:lnTo>
                  <a:pt x="191259" y="493272"/>
                </a:lnTo>
                <a:lnTo>
                  <a:pt x="233680" y="489056"/>
                </a:lnTo>
                <a:lnTo>
                  <a:pt x="271401" y="476603"/>
                </a:lnTo>
                <a:lnTo>
                  <a:pt x="304126" y="456204"/>
                </a:lnTo>
                <a:lnTo>
                  <a:pt x="331562" y="428152"/>
                </a:lnTo>
                <a:lnTo>
                  <a:pt x="342204" y="410905"/>
                </a:lnTo>
                <a:lnTo>
                  <a:pt x="191259" y="410905"/>
                </a:lnTo>
                <a:lnTo>
                  <a:pt x="160648" y="404263"/>
                </a:lnTo>
                <a:lnTo>
                  <a:pt x="135510" y="384354"/>
                </a:lnTo>
                <a:lnTo>
                  <a:pt x="116626" y="351198"/>
                </a:lnTo>
                <a:lnTo>
                  <a:pt x="104778" y="304819"/>
                </a:lnTo>
                <a:lnTo>
                  <a:pt x="100748" y="245239"/>
                </a:lnTo>
                <a:lnTo>
                  <a:pt x="104979" y="186390"/>
                </a:lnTo>
                <a:lnTo>
                  <a:pt x="116894" y="140540"/>
                </a:lnTo>
                <a:lnTo>
                  <a:pt x="135744" y="107734"/>
                </a:lnTo>
                <a:lnTo>
                  <a:pt x="160782" y="88018"/>
                </a:lnTo>
                <a:lnTo>
                  <a:pt x="191259" y="81436"/>
                </a:lnTo>
                <a:lnTo>
                  <a:pt x="342317" y="81436"/>
                </a:lnTo>
                <a:lnTo>
                  <a:pt x="331562" y="64247"/>
                </a:lnTo>
                <a:lnTo>
                  <a:pt x="304086" y="36552"/>
                </a:lnTo>
                <a:lnTo>
                  <a:pt x="271336" y="16429"/>
                </a:lnTo>
                <a:lnTo>
                  <a:pt x="233623" y="4153"/>
                </a:lnTo>
                <a:lnTo>
                  <a:pt x="191259" y="0"/>
                </a:lnTo>
                <a:close/>
              </a:path>
              <a:path w="382904" h="493395">
                <a:moveTo>
                  <a:pt x="342317" y="81436"/>
                </a:moveTo>
                <a:lnTo>
                  <a:pt x="191259" y="81436"/>
                </a:lnTo>
                <a:lnTo>
                  <a:pt x="221736" y="88018"/>
                </a:lnTo>
                <a:lnTo>
                  <a:pt x="246773" y="107734"/>
                </a:lnTo>
                <a:lnTo>
                  <a:pt x="265624" y="140540"/>
                </a:lnTo>
                <a:lnTo>
                  <a:pt x="277539" y="186390"/>
                </a:lnTo>
                <a:lnTo>
                  <a:pt x="281770" y="245239"/>
                </a:lnTo>
                <a:lnTo>
                  <a:pt x="277650" y="304819"/>
                </a:lnTo>
                <a:lnTo>
                  <a:pt x="265791" y="351198"/>
                </a:lnTo>
                <a:lnTo>
                  <a:pt x="246941" y="384354"/>
                </a:lnTo>
                <a:lnTo>
                  <a:pt x="221847" y="404263"/>
                </a:lnTo>
                <a:lnTo>
                  <a:pt x="191259" y="410905"/>
                </a:lnTo>
                <a:lnTo>
                  <a:pt x="342204" y="410905"/>
                </a:lnTo>
                <a:lnTo>
                  <a:pt x="353414" y="392737"/>
                </a:lnTo>
                <a:lnTo>
                  <a:pt x="369387" y="350253"/>
                </a:lnTo>
                <a:lnTo>
                  <a:pt x="379186" y="300989"/>
                </a:lnTo>
                <a:lnTo>
                  <a:pt x="382518" y="245239"/>
                </a:lnTo>
                <a:lnTo>
                  <a:pt x="379244" y="190010"/>
                </a:lnTo>
                <a:lnTo>
                  <a:pt x="369452" y="141252"/>
                </a:lnTo>
                <a:lnTo>
                  <a:pt x="353455" y="99239"/>
                </a:lnTo>
                <a:lnTo>
                  <a:pt x="342317" y="81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284933" y="231340"/>
            <a:ext cx="346075" cy="483234"/>
          </a:xfrm>
          <a:custGeom>
            <a:avLst/>
            <a:gdLst/>
            <a:ahLst/>
            <a:cxnLst/>
            <a:rect l="l" t="t" r="r" b="b"/>
            <a:pathLst>
              <a:path w="346075" h="483234">
                <a:moveTo>
                  <a:pt x="168922" y="0"/>
                </a:moveTo>
                <a:lnTo>
                  <a:pt x="121653" y="4844"/>
                </a:lnTo>
                <a:lnTo>
                  <a:pt x="80608" y="18898"/>
                </a:lnTo>
                <a:lnTo>
                  <a:pt x="46854" y="41445"/>
                </a:lnTo>
                <a:lnTo>
                  <a:pt x="21457" y="71767"/>
                </a:lnTo>
                <a:lnTo>
                  <a:pt x="5483" y="109147"/>
                </a:lnTo>
                <a:lnTo>
                  <a:pt x="0" y="152868"/>
                </a:lnTo>
                <a:lnTo>
                  <a:pt x="94000" y="152868"/>
                </a:lnTo>
                <a:lnTo>
                  <a:pt x="99185" y="121969"/>
                </a:lnTo>
                <a:lnTo>
                  <a:pt x="114185" y="98683"/>
                </a:lnTo>
                <a:lnTo>
                  <a:pt x="137649" y="83992"/>
                </a:lnTo>
                <a:lnTo>
                  <a:pt x="168224" y="78877"/>
                </a:lnTo>
                <a:lnTo>
                  <a:pt x="198264" y="83607"/>
                </a:lnTo>
                <a:lnTo>
                  <a:pt x="222175" y="97171"/>
                </a:lnTo>
                <a:lnTo>
                  <a:pt x="238015" y="118632"/>
                </a:lnTo>
                <a:lnTo>
                  <a:pt x="243843" y="147051"/>
                </a:lnTo>
                <a:lnTo>
                  <a:pt x="239273" y="173885"/>
                </a:lnTo>
                <a:lnTo>
                  <a:pt x="226131" y="198908"/>
                </a:lnTo>
                <a:lnTo>
                  <a:pt x="204743" y="224761"/>
                </a:lnTo>
                <a:lnTo>
                  <a:pt x="175436" y="254082"/>
                </a:lnTo>
                <a:lnTo>
                  <a:pt x="4188" y="411603"/>
                </a:lnTo>
                <a:lnTo>
                  <a:pt x="4420" y="483034"/>
                </a:lnTo>
                <a:lnTo>
                  <a:pt x="345755" y="483034"/>
                </a:lnTo>
                <a:lnTo>
                  <a:pt x="345755" y="401830"/>
                </a:lnTo>
                <a:lnTo>
                  <a:pt x="141932" y="401830"/>
                </a:lnTo>
                <a:lnTo>
                  <a:pt x="141932" y="398573"/>
                </a:lnTo>
                <a:lnTo>
                  <a:pt x="214526" y="328538"/>
                </a:lnTo>
                <a:lnTo>
                  <a:pt x="265179" y="280083"/>
                </a:lnTo>
                <a:lnTo>
                  <a:pt x="300776" y="239659"/>
                </a:lnTo>
                <a:lnTo>
                  <a:pt x="323519" y="204685"/>
                </a:lnTo>
                <a:lnTo>
                  <a:pt x="335607" y="172582"/>
                </a:lnTo>
                <a:lnTo>
                  <a:pt x="339240" y="140769"/>
                </a:lnTo>
                <a:lnTo>
                  <a:pt x="331266" y="94411"/>
                </a:lnTo>
                <a:lnTo>
                  <a:pt x="308672" y="55535"/>
                </a:lnTo>
                <a:lnTo>
                  <a:pt x="273034" y="25762"/>
                </a:lnTo>
                <a:lnTo>
                  <a:pt x="225925" y="6710"/>
                </a:lnTo>
                <a:lnTo>
                  <a:pt x="168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693045" y="231340"/>
            <a:ext cx="372745" cy="489584"/>
          </a:xfrm>
          <a:custGeom>
            <a:avLst/>
            <a:gdLst/>
            <a:ahLst/>
            <a:cxnLst/>
            <a:rect l="l" t="t" r="r" b="b"/>
            <a:pathLst>
              <a:path w="372745" h="489584">
                <a:moveTo>
                  <a:pt x="196145" y="0"/>
                </a:moveTo>
                <a:lnTo>
                  <a:pt x="153533" y="4402"/>
                </a:lnTo>
                <a:lnTo>
                  <a:pt x="115305" y="17377"/>
                </a:lnTo>
                <a:lnTo>
                  <a:pt x="81854" y="38576"/>
                </a:lnTo>
                <a:lnTo>
                  <a:pt x="53573" y="67650"/>
                </a:lnTo>
                <a:lnTo>
                  <a:pt x="30855" y="104249"/>
                </a:lnTo>
                <a:lnTo>
                  <a:pt x="14091" y="148025"/>
                </a:lnTo>
                <a:lnTo>
                  <a:pt x="3799" y="198025"/>
                </a:lnTo>
                <a:lnTo>
                  <a:pt x="0" y="255711"/>
                </a:lnTo>
                <a:lnTo>
                  <a:pt x="4155" y="315908"/>
                </a:lnTo>
                <a:lnTo>
                  <a:pt x="16094" y="365900"/>
                </a:lnTo>
                <a:lnTo>
                  <a:pt x="34769" y="406365"/>
                </a:lnTo>
                <a:lnTo>
                  <a:pt x="59128" y="437982"/>
                </a:lnTo>
                <a:lnTo>
                  <a:pt x="120704" y="477388"/>
                </a:lnTo>
                <a:lnTo>
                  <a:pt x="192422" y="489549"/>
                </a:lnTo>
                <a:lnTo>
                  <a:pt x="243023" y="484142"/>
                </a:lnTo>
                <a:lnTo>
                  <a:pt x="286837" y="468246"/>
                </a:lnTo>
                <a:lnTo>
                  <a:pt x="322779" y="443043"/>
                </a:lnTo>
                <a:lnTo>
                  <a:pt x="348234" y="411603"/>
                </a:lnTo>
                <a:lnTo>
                  <a:pt x="191957" y="411603"/>
                </a:lnTo>
                <a:lnTo>
                  <a:pt x="158008" y="404877"/>
                </a:lnTo>
                <a:lnTo>
                  <a:pt x="131170" y="386590"/>
                </a:lnTo>
                <a:lnTo>
                  <a:pt x="113494" y="359578"/>
                </a:lnTo>
                <a:lnTo>
                  <a:pt x="107030" y="326676"/>
                </a:lnTo>
                <a:lnTo>
                  <a:pt x="113767" y="293676"/>
                </a:lnTo>
                <a:lnTo>
                  <a:pt x="131781" y="266675"/>
                </a:lnTo>
                <a:lnTo>
                  <a:pt x="158826" y="248443"/>
                </a:lnTo>
                <a:lnTo>
                  <a:pt x="192655" y="241750"/>
                </a:lnTo>
                <a:lnTo>
                  <a:pt x="350131" y="241750"/>
                </a:lnTo>
                <a:lnTo>
                  <a:pt x="347653" y="236630"/>
                </a:lnTo>
                <a:lnTo>
                  <a:pt x="97026" y="236630"/>
                </a:lnTo>
                <a:lnTo>
                  <a:pt x="103443" y="174169"/>
                </a:lnTo>
                <a:lnTo>
                  <a:pt x="103515" y="173467"/>
                </a:lnTo>
                <a:lnTo>
                  <a:pt x="122416" y="125703"/>
                </a:lnTo>
                <a:lnTo>
                  <a:pt x="153402" y="95477"/>
                </a:lnTo>
                <a:lnTo>
                  <a:pt x="196145" y="84927"/>
                </a:lnTo>
                <a:lnTo>
                  <a:pt x="348984" y="84927"/>
                </a:lnTo>
                <a:lnTo>
                  <a:pt x="330501" y="56138"/>
                </a:lnTo>
                <a:lnTo>
                  <a:pt x="295023" y="26313"/>
                </a:lnTo>
                <a:lnTo>
                  <a:pt x="249828" y="6918"/>
                </a:lnTo>
                <a:lnTo>
                  <a:pt x="196145" y="0"/>
                </a:lnTo>
                <a:close/>
              </a:path>
              <a:path w="372745" h="489584">
                <a:moveTo>
                  <a:pt x="350131" y="241750"/>
                </a:moveTo>
                <a:lnTo>
                  <a:pt x="192655" y="241750"/>
                </a:lnTo>
                <a:lnTo>
                  <a:pt x="226291" y="248272"/>
                </a:lnTo>
                <a:lnTo>
                  <a:pt x="252860" y="266181"/>
                </a:lnTo>
                <a:lnTo>
                  <a:pt x="270267" y="292989"/>
                </a:lnTo>
                <a:lnTo>
                  <a:pt x="276418" y="326211"/>
                </a:lnTo>
                <a:lnTo>
                  <a:pt x="270212" y="359578"/>
                </a:lnTo>
                <a:lnTo>
                  <a:pt x="270158" y="359872"/>
                </a:lnTo>
                <a:lnTo>
                  <a:pt x="252511" y="386968"/>
                </a:lnTo>
                <a:lnTo>
                  <a:pt x="225702" y="405033"/>
                </a:lnTo>
                <a:lnTo>
                  <a:pt x="191957" y="411603"/>
                </a:lnTo>
                <a:lnTo>
                  <a:pt x="348234" y="411603"/>
                </a:lnTo>
                <a:lnTo>
                  <a:pt x="349763" y="409715"/>
                </a:lnTo>
                <a:lnTo>
                  <a:pt x="366703" y="369446"/>
                </a:lnTo>
                <a:lnTo>
                  <a:pt x="372513" y="323419"/>
                </a:lnTo>
                <a:lnTo>
                  <a:pt x="365311" y="273114"/>
                </a:lnTo>
                <a:lnTo>
                  <a:pt x="350131" y="241750"/>
                </a:lnTo>
                <a:close/>
              </a:path>
              <a:path w="372745" h="489584">
                <a:moveTo>
                  <a:pt x="223368" y="169621"/>
                </a:moveTo>
                <a:lnTo>
                  <a:pt x="185009" y="174169"/>
                </a:lnTo>
                <a:lnTo>
                  <a:pt x="150686" y="187333"/>
                </a:lnTo>
                <a:lnTo>
                  <a:pt x="122165" y="208393"/>
                </a:lnTo>
                <a:lnTo>
                  <a:pt x="101214" y="236630"/>
                </a:lnTo>
                <a:lnTo>
                  <a:pt x="347653" y="236630"/>
                </a:lnTo>
                <a:lnTo>
                  <a:pt x="344774" y="230684"/>
                </a:lnTo>
                <a:lnTo>
                  <a:pt x="312924" y="198025"/>
                </a:lnTo>
                <a:lnTo>
                  <a:pt x="271781" y="177038"/>
                </a:lnTo>
                <a:lnTo>
                  <a:pt x="223368" y="169621"/>
                </a:lnTo>
                <a:close/>
              </a:path>
              <a:path w="372745" h="489584">
                <a:moveTo>
                  <a:pt x="348984" y="84927"/>
                </a:moveTo>
                <a:lnTo>
                  <a:pt x="196145" y="84927"/>
                </a:lnTo>
                <a:lnTo>
                  <a:pt x="222754" y="88682"/>
                </a:lnTo>
                <a:lnTo>
                  <a:pt x="244454" y="99440"/>
                </a:lnTo>
                <a:lnTo>
                  <a:pt x="260440" y="116436"/>
                </a:lnTo>
                <a:lnTo>
                  <a:pt x="269903" y="138907"/>
                </a:lnTo>
                <a:lnTo>
                  <a:pt x="367394" y="138907"/>
                </a:lnTo>
                <a:lnTo>
                  <a:pt x="355034" y="94351"/>
                </a:lnTo>
                <a:lnTo>
                  <a:pt x="348984" y="849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6113024" y="228316"/>
            <a:ext cx="187325" cy="589915"/>
          </a:xfrm>
          <a:custGeom>
            <a:avLst/>
            <a:gdLst/>
            <a:ahLst/>
            <a:cxnLst/>
            <a:rect l="l" t="t" r="r" b="b"/>
            <a:pathLst>
              <a:path w="187325" h="589915">
                <a:moveTo>
                  <a:pt x="93069" y="0"/>
                </a:moveTo>
                <a:lnTo>
                  <a:pt x="0" y="0"/>
                </a:lnTo>
                <a:lnTo>
                  <a:pt x="23146" y="35506"/>
                </a:lnTo>
                <a:lnTo>
                  <a:pt x="43708" y="79221"/>
                </a:lnTo>
                <a:lnTo>
                  <a:pt x="60960" y="129076"/>
                </a:lnTo>
                <a:lnTo>
                  <a:pt x="74180" y="183003"/>
                </a:lnTo>
                <a:lnTo>
                  <a:pt x="82642" y="238933"/>
                </a:lnTo>
                <a:lnTo>
                  <a:pt x="85624" y="294799"/>
                </a:lnTo>
                <a:lnTo>
                  <a:pt x="82642" y="350567"/>
                </a:lnTo>
                <a:lnTo>
                  <a:pt x="74180" y="406432"/>
                </a:lnTo>
                <a:lnTo>
                  <a:pt x="60960" y="460319"/>
                </a:lnTo>
                <a:lnTo>
                  <a:pt x="43708" y="510153"/>
                </a:lnTo>
                <a:lnTo>
                  <a:pt x="23146" y="553860"/>
                </a:lnTo>
                <a:lnTo>
                  <a:pt x="0" y="589366"/>
                </a:lnTo>
                <a:lnTo>
                  <a:pt x="93069" y="589366"/>
                </a:lnTo>
                <a:lnTo>
                  <a:pt x="121990" y="546815"/>
                </a:lnTo>
                <a:lnTo>
                  <a:pt x="145508" y="501880"/>
                </a:lnTo>
                <a:lnTo>
                  <a:pt x="163686" y="454385"/>
                </a:lnTo>
                <a:lnTo>
                  <a:pt x="176591" y="404156"/>
                </a:lnTo>
                <a:lnTo>
                  <a:pt x="184287" y="351019"/>
                </a:lnTo>
                <a:lnTo>
                  <a:pt x="186838" y="294799"/>
                </a:lnTo>
                <a:lnTo>
                  <a:pt x="184287" y="238481"/>
                </a:lnTo>
                <a:lnTo>
                  <a:pt x="176591" y="185278"/>
                </a:lnTo>
                <a:lnTo>
                  <a:pt x="163686" y="135009"/>
                </a:lnTo>
                <a:lnTo>
                  <a:pt x="145508" y="87494"/>
                </a:lnTo>
                <a:lnTo>
                  <a:pt x="121990" y="42551"/>
                </a:lnTo>
                <a:lnTo>
                  <a:pt x="930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9170543" y="6348069"/>
            <a:ext cx="559435" cy="315595"/>
          </a:xfrm>
          <a:custGeom>
            <a:avLst/>
            <a:gdLst/>
            <a:ahLst/>
            <a:cxnLst/>
            <a:rect l="l" t="t" r="r" b="b"/>
            <a:pathLst>
              <a:path w="559434" h="315595">
                <a:moveTo>
                  <a:pt x="175310" y="225907"/>
                </a:moveTo>
                <a:lnTo>
                  <a:pt x="173405" y="212877"/>
                </a:lnTo>
                <a:lnTo>
                  <a:pt x="171805" y="201866"/>
                </a:lnTo>
                <a:lnTo>
                  <a:pt x="137604" y="207213"/>
                </a:lnTo>
                <a:lnTo>
                  <a:pt x="103644" y="210566"/>
                </a:lnTo>
                <a:lnTo>
                  <a:pt x="67767" y="212318"/>
                </a:lnTo>
                <a:lnTo>
                  <a:pt x="27800" y="212877"/>
                </a:lnTo>
                <a:lnTo>
                  <a:pt x="27800" y="53606"/>
                </a:lnTo>
                <a:lnTo>
                  <a:pt x="147002" y="53606"/>
                </a:lnTo>
                <a:lnTo>
                  <a:pt x="147002" y="30810"/>
                </a:lnTo>
                <a:lnTo>
                  <a:pt x="0" y="30810"/>
                </a:lnTo>
                <a:lnTo>
                  <a:pt x="0" y="236423"/>
                </a:lnTo>
                <a:lnTo>
                  <a:pt x="24790" y="236423"/>
                </a:lnTo>
                <a:lnTo>
                  <a:pt x="66624" y="236016"/>
                </a:lnTo>
                <a:lnTo>
                  <a:pt x="104000" y="234454"/>
                </a:lnTo>
                <a:lnTo>
                  <a:pt x="139395" y="231241"/>
                </a:lnTo>
                <a:lnTo>
                  <a:pt x="175310" y="225907"/>
                </a:lnTo>
                <a:close/>
              </a:path>
              <a:path w="559434" h="315595">
                <a:moveTo>
                  <a:pt x="282498" y="124472"/>
                </a:moveTo>
                <a:lnTo>
                  <a:pt x="229908" y="124472"/>
                </a:lnTo>
                <a:lnTo>
                  <a:pt x="229908" y="0"/>
                </a:lnTo>
                <a:lnTo>
                  <a:pt x="202107" y="0"/>
                </a:lnTo>
                <a:lnTo>
                  <a:pt x="202107" y="315315"/>
                </a:lnTo>
                <a:lnTo>
                  <a:pt x="229908" y="315315"/>
                </a:lnTo>
                <a:lnTo>
                  <a:pt x="229908" y="147764"/>
                </a:lnTo>
                <a:lnTo>
                  <a:pt x="282498" y="147764"/>
                </a:lnTo>
                <a:lnTo>
                  <a:pt x="282498" y="124472"/>
                </a:lnTo>
                <a:close/>
              </a:path>
              <a:path w="559434" h="315595">
                <a:moveTo>
                  <a:pt x="472338" y="133997"/>
                </a:moveTo>
                <a:lnTo>
                  <a:pt x="466318" y="88684"/>
                </a:lnTo>
                <a:lnTo>
                  <a:pt x="449605" y="54165"/>
                </a:lnTo>
                <a:lnTo>
                  <a:pt x="445287" y="50431"/>
                </a:lnTo>
                <a:lnTo>
                  <a:pt x="445287" y="133997"/>
                </a:lnTo>
                <a:lnTo>
                  <a:pt x="441388" y="168922"/>
                </a:lnTo>
                <a:lnTo>
                  <a:pt x="430441" y="195694"/>
                </a:lnTo>
                <a:lnTo>
                  <a:pt x="413588" y="212852"/>
                </a:lnTo>
                <a:lnTo>
                  <a:pt x="391934" y="218897"/>
                </a:lnTo>
                <a:lnTo>
                  <a:pt x="370255" y="212852"/>
                </a:lnTo>
                <a:lnTo>
                  <a:pt x="353314" y="195694"/>
                </a:lnTo>
                <a:lnTo>
                  <a:pt x="342277" y="168922"/>
                </a:lnTo>
                <a:lnTo>
                  <a:pt x="338340" y="133997"/>
                </a:lnTo>
                <a:lnTo>
                  <a:pt x="342277" y="99212"/>
                </a:lnTo>
                <a:lnTo>
                  <a:pt x="353314" y="72478"/>
                </a:lnTo>
                <a:lnTo>
                  <a:pt x="370255" y="55283"/>
                </a:lnTo>
                <a:lnTo>
                  <a:pt x="391934" y="49098"/>
                </a:lnTo>
                <a:lnTo>
                  <a:pt x="413588" y="55283"/>
                </a:lnTo>
                <a:lnTo>
                  <a:pt x="430441" y="72478"/>
                </a:lnTo>
                <a:lnTo>
                  <a:pt x="441388" y="99212"/>
                </a:lnTo>
                <a:lnTo>
                  <a:pt x="445287" y="133997"/>
                </a:lnTo>
                <a:lnTo>
                  <a:pt x="445287" y="50431"/>
                </a:lnTo>
                <a:lnTo>
                  <a:pt x="443750" y="49098"/>
                </a:lnTo>
                <a:lnTo>
                  <a:pt x="424154" y="32143"/>
                </a:lnTo>
                <a:lnTo>
                  <a:pt x="391934" y="24295"/>
                </a:lnTo>
                <a:lnTo>
                  <a:pt x="359511" y="32143"/>
                </a:lnTo>
                <a:lnTo>
                  <a:pt x="334086" y="54165"/>
                </a:lnTo>
                <a:lnTo>
                  <a:pt x="317487" y="88684"/>
                </a:lnTo>
                <a:lnTo>
                  <a:pt x="311543" y="133997"/>
                </a:lnTo>
                <a:lnTo>
                  <a:pt x="317487" y="179451"/>
                </a:lnTo>
                <a:lnTo>
                  <a:pt x="334086" y="214007"/>
                </a:lnTo>
                <a:lnTo>
                  <a:pt x="359511" y="235991"/>
                </a:lnTo>
                <a:lnTo>
                  <a:pt x="391934" y="243687"/>
                </a:lnTo>
                <a:lnTo>
                  <a:pt x="424154" y="235991"/>
                </a:lnTo>
                <a:lnTo>
                  <a:pt x="443953" y="218897"/>
                </a:lnTo>
                <a:lnTo>
                  <a:pt x="449605" y="214007"/>
                </a:lnTo>
                <a:lnTo>
                  <a:pt x="466318" y="179451"/>
                </a:lnTo>
                <a:lnTo>
                  <a:pt x="472338" y="133997"/>
                </a:lnTo>
                <a:close/>
              </a:path>
              <a:path w="559434" h="315595">
                <a:moveTo>
                  <a:pt x="559231" y="0"/>
                </a:moveTo>
                <a:lnTo>
                  <a:pt x="531431" y="0"/>
                </a:lnTo>
                <a:lnTo>
                  <a:pt x="531431" y="315315"/>
                </a:lnTo>
                <a:lnTo>
                  <a:pt x="559231" y="315315"/>
                </a:lnTo>
                <a:lnTo>
                  <a:pt x="5592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9801162" y="6348069"/>
            <a:ext cx="244475" cy="315595"/>
          </a:xfrm>
          <a:custGeom>
            <a:avLst/>
            <a:gdLst/>
            <a:ahLst/>
            <a:cxnLst/>
            <a:rect l="l" t="t" r="r" b="b"/>
            <a:pathLst>
              <a:path w="244475" h="315595">
                <a:moveTo>
                  <a:pt x="243931" y="0"/>
                </a:moveTo>
                <a:lnTo>
                  <a:pt x="216132" y="0"/>
                </a:lnTo>
                <a:lnTo>
                  <a:pt x="216132" y="103933"/>
                </a:lnTo>
                <a:lnTo>
                  <a:pt x="117959" y="103933"/>
                </a:lnTo>
                <a:lnTo>
                  <a:pt x="117959" y="126974"/>
                </a:lnTo>
                <a:lnTo>
                  <a:pt x="216132" y="126974"/>
                </a:lnTo>
                <a:lnTo>
                  <a:pt x="216132" y="315307"/>
                </a:lnTo>
                <a:lnTo>
                  <a:pt x="243931" y="315307"/>
                </a:lnTo>
                <a:lnTo>
                  <a:pt x="243931" y="0"/>
                </a:lnTo>
                <a:close/>
              </a:path>
              <a:path w="244475" h="315595">
                <a:moveTo>
                  <a:pt x="28049" y="35312"/>
                </a:moveTo>
                <a:lnTo>
                  <a:pt x="0" y="35312"/>
                </a:lnTo>
                <a:lnTo>
                  <a:pt x="0" y="238922"/>
                </a:lnTo>
                <a:lnTo>
                  <a:pt x="24293" y="238922"/>
                </a:lnTo>
                <a:lnTo>
                  <a:pt x="61398" y="238331"/>
                </a:lnTo>
                <a:lnTo>
                  <a:pt x="97235" y="236261"/>
                </a:lnTo>
                <a:lnTo>
                  <a:pt x="132977" y="232266"/>
                </a:lnTo>
                <a:lnTo>
                  <a:pt x="169801" y="225899"/>
                </a:lnTo>
                <a:lnTo>
                  <a:pt x="168200" y="215381"/>
                </a:lnTo>
                <a:lnTo>
                  <a:pt x="28049" y="215381"/>
                </a:lnTo>
                <a:lnTo>
                  <a:pt x="28049" y="35312"/>
                </a:lnTo>
                <a:close/>
              </a:path>
              <a:path w="244475" h="315595">
                <a:moveTo>
                  <a:pt x="166294" y="202858"/>
                </a:moveTo>
                <a:lnTo>
                  <a:pt x="131486" y="208777"/>
                </a:lnTo>
                <a:lnTo>
                  <a:pt x="97453" y="212547"/>
                </a:lnTo>
                <a:lnTo>
                  <a:pt x="63279" y="214604"/>
                </a:lnTo>
                <a:lnTo>
                  <a:pt x="28049" y="215381"/>
                </a:lnTo>
                <a:lnTo>
                  <a:pt x="168200" y="215381"/>
                </a:lnTo>
                <a:lnTo>
                  <a:pt x="166294" y="2028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0313314" y="6347459"/>
            <a:ext cx="80645" cy="314960"/>
          </a:xfrm>
          <a:custGeom>
            <a:avLst/>
            <a:gdLst/>
            <a:ahLst/>
            <a:cxnLst/>
            <a:rect l="l" t="t" r="r" b="b"/>
            <a:pathLst>
              <a:path w="80645" h="314959">
                <a:moveTo>
                  <a:pt x="80391" y="125730"/>
                </a:moveTo>
                <a:lnTo>
                  <a:pt x="27800" y="125730"/>
                </a:lnTo>
                <a:lnTo>
                  <a:pt x="27800" y="0"/>
                </a:lnTo>
                <a:lnTo>
                  <a:pt x="0" y="0"/>
                </a:lnTo>
                <a:lnTo>
                  <a:pt x="0" y="125730"/>
                </a:lnTo>
                <a:lnTo>
                  <a:pt x="0" y="149860"/>
                </a:lnTo>
                <a:lnTo>
                  <a:pt x="0" y="314960"/>
                </a:lnTo>
                <a:lnTo>
                  <a:pt x="27800" y="314960"/>
                </a:lnTo>
                <a:lnTo>
                  <a:pt x="27800" y="149860"/>
                </a:lnTo>
                <a:lnTo>
                  <a:pt x="80391" y="149860"/>
                </a:lnTo>
                <a:lnTo>
                  <a:pt x="80391" y="1257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0110458" y="6380479"/>
            <a:ext cx="145415" cy="201930"/>
          </a:xfrm>
          <a:custGeom>
            <a:avLst/>
            <a:gdLst/>
            <a:ahLst/>
            <a:cxnLst/>
            <a:rect l="l" t="t" r="r" b="b"/>
            <a:pathLst>
              <a:path w="145415" h="201929">
                <a:moveTo>
                  <a:pt x="145249" y="0"/>
                </a:moveTo>
                <a:lnTo>
                  <a:pt x="0" y="0"/>
                </a:lnTo>
                <a:lnTo>
                  <a:pt x="0" y="21590"/>
                </a:lnTo>
                <a:lnTo>
                  <a:pt x="0" y="179070"/>
                </a:lnTo>
                <a:lnTo>
                  <a:pt x="0" y="201930"/>
                </a:lnTo>
                <a:lnTo>
                  <a:pt x="145249" y="201930"/>
                </a:lnTo>
                <a:lnTo>
                  <a:pt x="145249" y="179476"/>
                </a:lnTo>
                <a:lnTo>
                  <a:pt x="145249" y="179070"/>
                </a:lnTo>
                <a:lnTo>
                  <a:pt x="145249" y="21691"/>
                </a:lnTo>
                <a:lnTo>
                  <a:pt x="117449" y="21691"/>
                </a:lnTo>
                <a:lnTo>
                  <a:pt x="117449" y="179070"/>
                </a:lnTo>
                <a:lnTo>
                  <a:pt x="27038" y="179070"/>
                </a:lnTo>
                <a:lnTo>
                  <a:pt x="27038" y="21590"/>
                </a:lnTo>
                <a:lnTo>
                  <a:pt x="145249" y="21590"/>
                </a:lnTo>
                <a:lnTo>
                  <a:pt x="1452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0422763" y="6348069"/>
            <a:ext cx="248285" cy="315595"/>
          </a:xfrm>
          <a:custGeom>
            <a:avLst/>
            <a:gdLst/>
            <a:ahLst/>
            <a:cxnLst/>
            <a:rect l="l" t="t" r="r" b="b"/>
            <a:pathLst>
              <a:path w="248284" h="315595">
                <a:moveTo>
                  <a:pt x="247687" y="0"/>
                </a:moveTo>
                <a:lnTo>
                  <a:pt x="219888" y="0"/>
                </a:lnTo>
                <a:lnTo>
                  <a:pt x="219888" y="315307"/>
                </a:lnTo>
                <a:lnTo>
                  <a:pt x="247687" y="315307"/>
                </a:lnTo>
                <a:lnTo>
                  <a:pt x="247687" y="0"/>
                </a:lnTo>
                <a:close/>
              </a:path>
              <a:path w="248284" h="315595">
                <a:moveTo>
                  <a:pt x="80391" y="24292"/>
                </a:moveTo>
                <a:lnTo>
                  <a:pt x="47967" y="32135"/>
                </a:lnTo>
                <a:lnTo>
                  <a:pt x="22539" y="54158"/>
                </a:lnTo>
                <a:lnTo>
                  <a:pt x="5940" y="88672"/>
                </a:lnTo>
                <a:lnTo>
                  <a:pt x="0" y="133987"/>
                </a:lnTo>
                <a:lnTo>
                  <a:pt x="5940" y="179442"/>
                </a:lnTo>
                <a:lnTo>
                  <a:pt x="22539" y="214003"/>
                </a:lnTo>
                <a:lnTo>
                  <a:pt x="47967" y="235979"/>
                </a:lnTo>
                <a:lnTo>
                  <a:pt x="80391" y="243681"/>
                </a:lnTo>
                <a:lnTo>
                  <a:pt x="112604" y="235979"/>
                </a:lnTo>
                <a:lnTo>
                  <a:pt x="132400" y="218887"/>
                </a:lnTo>
                <a:lnTo>
                  <a:pt x="80391" y="218887"/>
                </a:lnTo>
                <a:lnTo>
                  <a:pt x="58704" y="212841"/>
                </a:lnTo>
                <a:lnTo>
                  <a:pt x="41760" y="195689"/>
                </a:lnTo>
                <a:lnTo>
                  <a:pt x="30733" y="168912"/>
                </a:lnTo>
                <a:lnTo>
                  <a:pt x="26797" y="133987"/>
                </a:lnTo>
                <a:lnTo>
                  <a:pt x="30733" y="99202"/>
                </a:lnTo>
                <a:lnTo>
                  <a:pt x="41760" y="72472"/>
                </a:lnTo>
                <a:lnTo>
                  <a:pt x="58704" y="55273"/>
                </a:lnTo>
                <a:lnTo>
                  <a:pt x="80391" y="49086"/>
                </a:lnTo>
                <a:lnTo>
                  <a:pt x="132195" y="49086"/>
                </a:lnTo>
                <a:lnTo>
                  <a:pt x="112604" y="32135"/>
                </a:lnTo>
                <a:lnTo>
                  <a:pt x="80391" y="24292"/>
                </a:lnTo>
                <a:close/>
              </a:path>
              <a:path w="248284" h="315595">
                <a:moveTo>
                  <a:pt x="132195" y="49086"/>
                </a:moveTo>
                <a:lnTo>
                  <a:pt x="80391" y="49086"/>
                </a:lnTo>
                <a:lnTo>
                  <a:pt x="102039" y="55273"/>
                </a:lnTo>
                <a:lnTo>
                  <a:pt x="118897" y="72472"/>
                </a:lnTo>
                <a:lnTo>
                  <a:pt x="129838" y="99202"/>
                </a:lnTo>
                <a:lnTo>
                  <a:pt x="133735" y="133987"/>
                </a:lnTo>
                <a:lnTo>
                  <a:pt x="129838" y="168912"/>
                </a:lnTo>
                <a:lnTo>
                  <a:pt x="118897" y="195689"/>
                </a:lnTo>
                <a:lnTo>
                  <a:pt x="102039" y="212841"/>
                </a:lnTo>
                <a:lnTo>
                  <a:pt x="80391" y="218887"/>
                </a:lnTo>
                <a:lnTo>
                  <a:pt x="132400" y="218887"/>
                </a:lnTo>
                <a:lnTo>
                  <a:pt x="138056" y="214003"/>
                </a:lnTo>
                <a:lnTo>
                  <a:pt x="154773" y="179442"/>
                </a:lnTo>
                <a:lnTo>
                  <a:pt x="160784" y="133987"/>
                </a:lnTo>
                <a:lnTo>
                  <a:pt x="154773" y="88672"/>
                </a:lnTo>
                <a:lnTo>
                  <a:pt x="138056" y="54158"/>
                </a:lnTo>
                <a:lnTo>
                  <a:pt x="132195" y="490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0761853" y="6375400"/>
            <a:ext cx="217804" cy="165100"/>
          </a:xfrm>
          <a:custGeom>
            <a:avLst/>
            <a:gdLst/>
            <a:ahLst/>
            <a:cxnLst/>
            <a:rect l="l" t="t" r="r" b="b"/>
            <a:pathLst>
              <a:path w="217804" h="165100">
                <a:moveTo>
                  <a:pt x="217639" y="142240"/>
                </a:moveTo>
                <a:lnTo>
                  <a:pt x="28054" y="142240"/>
                </a:lnTo>
                <a:lnTo>
                  <a:pt x="28054" y="92710"/>
                </a:lnTo>
                <a:lnTo>
                  <a:pt x="207365" y="92710"/>
                </a:lnTo>
                <a:lnTo>
                  <a:pt x="207365" y="69850"/>
                </a:lnTo>
                <a:lnTo>
                  <a:pt x="28054" y="69850"/>
                </a:lnTo>
                <a:lnTo>
                  <a:pt x="28054" y="22860"/>
                </a:lnTo>
                <a:lnTo>
                  <a:pt x="214134" y="22860"/>
                </a:lnTo>
                <a:lnTo>
                  <a:pt x="214134" y="0"/>
                </a:lnTo>
                <a:lnTo>
                  <a:pt x="0" y="0"/>
                </a:lnTo>
                <a:lnTo>
                  <a:pt x="0" y="22860"/>
                </a:lnTo>
                <a:lnTo>
                  <a:pt x="0" y="69850"/>
                </a:lnTo>
                <a:lnTo>
                  <a:pt x="0" y="92710"/>
                </a:lnTo>
                <a:lnTo>
                  <a:pt x="0" y="142240"/>
                </a:lnTo>
                <a:lnTo>
                  <a:pt x="0" y="165100"/>
                </a:lnTo>
                <a:lnTo>
                  <a:pt x="217639" y="165100"/>
                </a:lnTo>
                <a:lnTo>
                  <a:pt x="217639" y="142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0724546" y="6598511"/>
            <a:ext cx="288290" cy="23495"/>
          </a:xfrm>
          <a:custGeom>
            <a:avLst/>
            <a:gdLst/>
            <a:ahLst/>
            <a:cxnLst/>
            <a:rect l="l" t="t" r="r" b="b"/>
            <a:pathLst>
              <a:path w="288290" h="23495">
                <a:moveTo>
                  <a:pt x="288259" y="0"/>
                </a:moveTo>
                <a:lnTo>
                  <a:pt x="0" y="0"/>
                </a:lnTo>
                <a:lnTo>
                  <a:pt x="0" y="23291"/>
                </a:lnTo>
                <a:lnTo>
                  <a:pt x="288259" y="23291"/>
                </a:lnTo>
                <a:lnTo>
                  <a:pt x="2882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11037596" y="6357619"/>
            <a:ext cx="288290" cy="158750"/>
          </a:xfrm>
          <a:custGeom>
            <a:avLst/>
            <a:gdLst/>
            <a:ahLst/>
            <a:cxnLst/>
            <a:rect l="l" t="t" r="r" b="b"/>
            <a:pathLst>
              <a:path w="288290" h="158750">
                <a:moveTo>
                  <a:pt x="256705" y="92710"/>
                </a:moveTo>
                <a:lnTo>
                  <a:pt x="65112" y="92710"/>
                </a:lnTo>
                <a:lnTo>
                  <a:pt x="65112" y="64770"/>
                </a:lnTo>
                <a:lnTo>
                  <a:pt x="251193" y="64770"/>
                </a:lnTo>
                <a:lnTo>
                  <a:pt x="251193" y="45720"/>
                </a:lnTo>
                <a:lnTo>
                  <a:pt x="251193" y="20320"/>
                </a:lnTo>
                <a:lnTo>
                  <a:pt x="251193" y="0"/>
                </a:lnTo>
                <a:lnTo>
                  <a:pt x="36563" y="0"/>
                </a:lnTo>
                <a:lnTo>
                  <a:pt x="36563" y="20320"/>
                </a:lnTo>
                <a:lnTo>
                  <a:pt x="223393" y="20320"/>
                </a:lnTo>
                <a:lnTo>
                  <a:pt x="223393" y="45720"/>
                </a:lnTo>
                <a:lnTo>
                  <a:pt x="37566" y="45720"/>
                </a:lnTo>
                <a:lnTo>
                  <a:pt x="37566" y="64770"/>
                </a:lnTo>
                <a:lnTo>
                  <a:pt x="37566" y="92710"/>
                </a:lnTo>
                <a:lnTo>
                  <a:pt x="37566" y="113030"/>
                </a:lnTo>
                <a:lnTo>
                  <a:pt x="256705" y="113030"/>
                </a:lnTo>
                <a:lnTo>
                  <a:pt x="256705" y="92710"/>
                </a:lnTo>
                <a:close/>
              </a:path>
              <a:path w="288290" h="158750">
                <a:moveTo>
                  <a:pt x="288264" y="136715"/>
                </a:moveTo>
                <a:lnTo>
                  <a:pt x="0" y="136715"/>
                </a:lnTo>
                <a:lnTo>
                  <a:pt x="0" y="158508"/>
                </a:lnTo>
                <a:lnTo>
                  <a:pt x="288264" y="158508"/>
                </a:lnTo>
                <a:lnTo>
                  <a:pt x="288264" y="136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11072406" y="6541769"/>
            <a:ext cx="227965" cy="116839"/>
          </a:xfrm>
          <a:custGeom>
            <a:avLst/>
            <a:gdLst/>
            <a:ahLst/>
            <a:cxnLst/>
            <a:rect l="l" t="t" r="r" b="b"/>
            <a:pathLst>
              <a:path w="227965" h="116840">
                <a:moveTo>
                  <a:pt x="227647" y="96520"/>
                </a:moveTo>
                <a:lnTo>
                  <a:pt x="28295" y="96520"/>
                </a:lnTo>
                <a:lnTo>
                  <a:pt x="28295" y="66040"/>
                </a:lnTo>
                <a:lnTo>
                  <a:pt x="217385" y="66040"/>
                </a:lnTo>
                <a:lnTo>
                  <a:pt x="217385" y="46990"/>
                </a:lnTo>
                <a:lnTo>
                  <a:pt x="217385" y="20320"/>
                </a:lnTo>
                <a:lnTo>
                  <a:pt x="217385" y="0"/>
                </a:lnTo>
                <a:lnTo>
                  <a:pt x="0" y="0"/>
                </a:lnTo>
                <a:lnTo>
                  <a:pt x="0" y="20320"/>
                </a:lnTo>
                <a:lnTo>
                  <a:pt x="189839" y="20320"/>
                </a:lnTo>
                <a:lnTo>
                  <a:pt x="189839" y="46990"/>
                </a:lnTo>
                <a:lnTo>
                  <a:pt x="495" y="46990"/>
                </a:lnTo>
                <a:lnTo>
                  <a:pt x="495" y="66040"/>
                </a:lnTo>
                <a:lnTo>
                  <a:pt x="495" y="96520"/>
                </a:lnTo>
                <a:lnTo>
                  <a:pt x="495" y="116840"/>
                </a:lnTo>
                <a:lnTo>
                  <a:pt x="227647" y="116840"/>
                </a:lnTo>
                <a:lnTo>
                  <a:pt x="227647" y="965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11460150" y="6348069"/>
            <a:ext cx="554990" cy="314960"/>
          </a:xfrm>
          <a:custGeom>
            <a:avLst/>
            <a:gdLst/>
            <a:ahLst/>
            <a:cxnLst/>
            <a:rect l="l" t="t" r="r" b="b"/>
            <a:pathLst>
              <a:path w="554990" h="314959">
                <a:moveTo>
                  <a:pt x="166052" y="173316"/>
                </a:moveTo>
                <a:lnTo>
                  <a:pt x="164249" y="160540"/>
                </a:lnTo>
                <a:lnTo>
                  <a:pt x="162788" y="150266"/>
                </a:lnTo>
                <a:lnTo>
                  <a:pt x="131660" y="155397"/>
                </a:lnTo>
                <a:lnTo>
                  <a:pt x="100342" y="158508"/>
                </a:lnTo>
                <a:lnTo>
                  <a:pt x="66433" y="160058"/>
                </a:lnTo>
                <a:lnTo>
                  <a:pt x="27559" y="160540"/>
                </a:lnTo>
                <a:lnTo>
                  <a:pt x="27559" y="49339"/>
                </a:lnTo>
                <a:lnTo>
                  <a:pt x="145008" y="49339"/>
                </a:lnTo>
                <a:lnTo>
                  <a:pt x="145008" y="26301"/>
                </a:lnTo>
                <a:lnTo>
                  <a:pt x="0" y="26301"/>
                </a:lnTo>
                <a:lnTo>
                  <a:pt x="0" y="183578"/>
                </a:lnTo>
                <a:lnTo>
                  <a:pt x="23799" y="183578"/>
                </a:lnTo>
                <a:lnTo>
                  <a:pt x="64757" y="183108"/>
                </a:lnTo>
                <a:lnTo>
                  <a:pt x="100368" y="181457"/>
                </a:lnTo>
                <a:lnTo>
                  <a:pt x="133261" y="178295"/>
                </a:lnTo>
                <a:lnTo>
                  <a:pt x="166052" y="173316"/>
                </a:lnTo>
                <a:close/>
              </a:path>
              <a:path w="554990" h="314959">
                <a:moveTo>
                  <a:pt x="242684" y="254"/>
                </a:moveTo>
                <a:lnTo>
                  <a:pt x="214884" y="254"/>
                </a:lnTo>
                <a:lnTo>
                  <a:pt x="214884" y="87655"/>
                </a:lnTo>
                <a:lnTo>
                  <a:pt x="124472" y="87655"/>
                </a:lnTo>
                <a:lnTo>
                  <a:pt x="124472" y="110197"/>
                </a:lnTo>
                <a:lnTo>
                  <a:pt x="214884" y="110197"/>
                </a:lnTo>
                <a:lnTo>
                  <a:pt x="214884" y="229908"/>
                </a:lnTo>
                <a:lnTo>
                  <a:pt x="242684" y="229908"/>
                </a:lnTo>
                <a:lnTo>
                  <a:pt x="242684" y="254"/>
                </a:lnTo>
                <a:close/>
              </a:path>
              <a:path w="554990" h="314959">
                <a:moveTo>
                  <a:pt x="251206" y="287007"/>
                </a:moveTo>
                <a:lnTo>
                  <a:pt x="67881" y="287007"/>
                </a:lnTo>
                <a:lnTo>
                  <a:pt x="67881" y="212636"/>
                </a:lnTo>
                <a:lnTo>
                  <a:pt x="39827" y="212636"/>
                </a:lnTo>
                <a:lnTo>
                  <a:pt x="39827" y="309803"/>
                </a:lnTo>
                <a:lnTo>
                  <a:pt x="251206" y="309803"/>
                </a:lnTo>
                <a:lnTo>
                  <a:pt x="251206" y="287007"/>
                </a:lnTo>
                <a:close/>
              </a:path>
              <a:path w="554990" h="314959">
                <a:moveTo>
                  <a:pt x="493128" y="224409"/>
                </a:moveTo>
                <a:lnTo>
                  <a:pt x="460273" y="203492"/>
                </a:lnTo>
                <a:lnTo>
                  <a:pt x="433184" y="173024"/>
                </a:lnTo>
                <a:lnTo>
                  <a:pt x="414769" y="136321"/>
                </a:lnTo>
                <a:lnTo>
                  <a:pt x="407974" y="96672"/>
                </a:lnTo>
                <a:lnTo>
                  <a:pt x="407974" y="55600"/>
                </a:lnTo>
                <a:lnTo>
                  <a:pt x="482866" y="55600"/>
                </a:lnTo>
                <a:lnTo>
                  <a:pt x="482866" y="32308"/>
                </a:lnTo>
                <a:lnTo>
                  <a:pt x="305549" y="32308"/>
                </a:lnTo>
                <a:lnTo>
                  <a:pt x="305549" y="55600"/>
                </a:lnTo>
                <a:lnTo>
                  <a:pt x="379933" y="55600"/>
                </a:lnTo>
                <a:lnTo>
                  <a:pt x="379933" y="96672"/>
                </a:lnTo>
                <a:lnTo>
                  <a:pt x="372935" y="137744"/>
                </a:lnTo>
                <a:lnTo>
                  <a:pt x="354418" y="176720"/>
                </a:lnTo>
                <a:lnTo>
                  <a:pt x="327482" y="209550"/>
                </a:lnTo>
                <a:lnTo>
                  <a:pt x="295275" y="232168"/>
                </a:lnTo>
                <a:lnTo>
                  <a:pt x="311810" y="254203"/>
                </a:lnTo>
                <a:lnTo>
                  <a:pt x="337781" y="236804"/>
                </a:lnTo>
                <a:lnTo>
                  <a:pt x="361010" y="212636"/>
                </a:lnTo>
                <a:lnTo>
                  <a:pt x="380250" y="183210"/>
                </a:lnTo>
                <a:lnTo>
                  <a:pt x="394335" y="150025"/>
                </a:lnTo>
                <a:lnTo>
                  <a:pt x="408393" y="181063"/>
                </a:lnTo>
                <a:lnTo>
                  <a:pt x="427697" y="208229"/>
                </a:lnTo>
                <a:lnTo>
                  <a:pt x="451142" y="230403"/>
                </a:lnTo>
                <a:lnTo>
                  <a:pt x="477596" y="246443"/>
                </a:lnTo>
                <a:lnTo>
                  <a:pt x="493128" y="224409"/>
                </a:lnTo>
                <a:close/>
              </a:path>
              <a:path w="554990" h="314959">
                <a:moveTo>
                  <a:pt x="554736" y="0"/>
                </a:moveTo>
                <a:lnTo>
                  <a:pt x="526935" y="0"/>
                </a:lnTo>
                <a:lnTo>
                  <a:pt x="526935" y="314807"/>
                </a:lnTo>
                <a:lnTo>
                  <a:pt x="554736" y="314807"/>
                </a:lnTo>
                <a:lnTo>
                  <a:pt x="5547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12068480" y="6360159"/>
            <a:ext cx="288290" cy="171450"/>
          </a:xfrm>
          <a:custGeom>
            <a:avLst/>
            <a:gdLst/>
            <a:ahLst/>
            <a:cxnLst/>
            <a:rect l="l" t="t" r="r" b="b"/>
            <a:pathLst>
              <a:path w="288290" h="171450">
                <a:moveTo>
                  <a:pt x="254952" y="83820"/>
                </a:moveTo>
                <a:lnTo>
                  <a:pt x="67119" y="83820"/>
                </a:lnTo>
                <a:lnTo>
                  <a:pt x="67119" y="0"/>
                </a:lnTo>
                <a:lnTo>
                  <a:pt x="39573" y="0"/>
                </a:lnTo>
                <a:lnTo>
                  <a:pt x="39573" y="83820"/>
                </a:lnTo>
                <a:lnTo>
                  <a:pt x="39573" y="105410"/>
                </a:lnTo>
                <a:lnTo>
                  <a:pt x="254952" y="105410"/>
                </a:lnTo>
                <a:lnTo>
                  <a:pt x="254952" y="83820"/>
                </a:lnTo>
                <a:close/>
              </a:path>
              <a:path w="288290" h="171450">
                <a:moveTo>
                  <a:pt x="288264" y="148704"/>
                </a:moveTo>
                <a:lnTo>
                  <a:pt x="0" y="148704"/>
                </a:lnTo>
                <a:lnTo>
                  <a:pt x="0" y="171234"/>
                </a:lnTo>
                <a:lnTo>
                  <a:pt x="288264" y="171234"/>
                </a:lnTo>
                <a:lnTo>
                  <a:pt x="288264" y="1487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12106047" y="6563359"/>
            <a:ext cx="219710" cy="91440"/>
          </a:xfrm>
          <a:custGeom>
            <a:avLst/>
            <a:gdLst/>
            <a:ahLst/>
            <a:cxnLst/>
            <a:rect l="l" t="t" r="r" b="b"/>
            <a:pathLst>
              <a:path w="219709" h="91440">
                <a:moveTo>
                  <a:pt x="219392" y="68580"/>
                </a:moveTo>
                <a:lnTo>
                  <a:pt x="27546" y="68580"/>
                </a:lnTo>
                <a:lnTo>
                  <a:pt x="27546" y="0"/>
                </a:lnTo>
                <a:lnTo>
                  <a:pt x="0" y="0"/>
                </a:lnTo>
                <a:lnTo>
                  <a:pt x="0" y="68580"/>
                </a:lnTo>
                <a:lnTo>
                  <a:pt x="0" y="91440"/>
                </a:lnTo>
                <a:lnTo>
                  <a:pt x="219392" y="91440"/>
                </a:lnTo>
                <a:lnTo>
                  <a:pt x="219392" y="685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2469851" y="6348069"/>
            <a:ext cx="579120" cy="314960"/>
          </a:xfrm>
          <a:custGeom>
            <a:avLst/>
            <a:gdLst/>
            <a:ahLst/>
            <a:cxnLst/>
            <a:rect l="l" t="t" r="r" b="b"/>
            <a:pathLst>
              <a:path w="579119" h="314959">
                <a:moveTo>
                  <a:pt x="177812" y="34823"/>
                </a:moveTo>
                <a:lnTo>
                  <a:pt x="17780" y="34823"/>
                </a:lnTo>
                <a:lnTo>
                  <a:pt x="17780" y="57607"/>
                </a:lnTo>
                <a:lnTo>
                  <a:pt x="150012" y="57607"/>
                </a:lnTo>
                <a:lnTo>
                  <a:pt x="149834" y="73088"/>
                </a:lnTo>
                <a:lnTo>
                  <a:pt x="149758" y="78917"/>
                </a:lnTo>
                <a:lnTo>
                  <a:pt x="148577" y="105333"/>
                </a:lnTo>
                <a:lnTo>
                  <a:pt x="145783" y="136931"/>
                </a:lnTo>
                <a:lnTo>
                  <a:pt x="140741" y="173812"/>
                </a:lnTo>
                <a:lnTo>
                  <a:pt x="168541" y="176072"/>
                </a:lnTo>
                <a:lnTo>
                  <a:pt x="173761" y="135445"/>
                </a:lnTo>
                <a:lnTo>
                  <a:pt x="176466" y="101117"/>
                </a:lnTo>
                <a:lnTo>
                  <a:pt x="177520" y="73088"/>
                </a:lnTo>
                <a:lnTo>
                  <a:pt x="177723" y="57607"/>
                </a:lnTo>
                <a:lnTo>
                  <a:pt x="177812" y="34823"/>
                </a:lnTo>
                <a:close/>
              </a:path>
              <a:path w="579119" h="314959">
                <a:moveTo>
                  <a:pt x="200101" y="233921"/>
                </a:moveTo>
                <a:lnTo>
                  <a:pt x="199263" y="222148"/>
                </a:lnTo>
                <a:lnTo>
                  <a:pt x="199148" y="220522"/>
                </a:lnTo>
                <a:lnTo>
                  <a:pt x="198602" y="212877"/>
                </a:lnTo>
                <a:lnTo>
                  <a:pt x="173583" y="215569"/>
                </a:lnTo>
                <a:lnTo>
                  <a:pt x="147802" y="217690"/>
                </a:lnTo>
                <a:lnTo>
                  <a:pt x="121627" y="219303"/>
                </a:lnTo>
                <a:lnTo>
                  <a:pt x="95415" y="220522"/>
                </a:lnTo>
                <a:lnTo>
                  <a:pt x="95415" y="124726"/>
                </a:lnTo>
                <a:lnTo>
                  <a:pt x="67868" y="124726"/>
                </a:lnTo>
                <a:lnTo>
                  <a:pt x="67868" y="221272"/>
                </a:lnTo>
                <a:lnTo>
                  <a:pt x="49974" y="221653"/>
                </a:lnTo>
                <a:lnTo>
                  <a:pt x="4495" y="222148"/>
                </a:lnTo>
                <a:lnTo>
                  <a:pt x="0" y="222148"/>
                </a:lnTo>
                <a:lnTo>
                  <a:pt x="3467" y="245186"/>
                </a:lnTo>
                <a:lnTo>
                  <a:pt x="3505" y="245440"/>
                </a:lnTo>
                <a:lnTo>
                  <a:pt x="48691" y="245186"/>
                </a:lnTo>
                <a:lnTo>
                  <a:pt x="98145" y="243624"/>
                </a:lnTo>
                <a:lnTo>
                  <a:pt x="149415" y="240080"/>
                </a:lnTo>
                <a:lnTo>
                  <a:pt x="200101" y="233921"/>
                </a:lnTo>
                <a:close/>
              </a:path>
              <a:path w="579119" h="314959">
                <a:moveTo>
                  <a:pt x="297268" y="131737"/>
                </a:moveTo>
                <a:lnTo>
                  <a:pt x="246176" y="131737"/>
                </a:lnTo>
                <a:lnTo>
                  <a:pt x="246176" y="0"/>
                </a:lnTo>
                <a:lnTo>
                  <a:pt x="218389" y="0"/>
                </a:lnTo>
                <a:lnTo>
                  <a:pt x="218389" y="314807"/>
                </a:lnTo>
                <a:lnTo>
                  <a:pt x="246176" y="314807"/>
                </a:lnTo>
                <a:lnTo>
                  <a:pt x="246176" y="155778"/>
                </a:lnTo>
                <a:lnTo>
                  <a:pt x="297268" y="155778"/>
                </a:lnTo>
                <a:lnTo>
                  <a:pt x="297268" y="131737"/>
                </a:lnTo>
                <a:close/>
              </a:path>
              <a:path w="579119" h="314959">
                <a:moveTo>
                  <a:pt x="503885" y="153530"/>
                </a:moveTo>
                <a:lnTo>
                  <a:pt x="447789" y="115049"/>
                </a:lnTo>
                <a:lnTo>
                  <a:pt x="426300" y="57861"/>
                </a:lnTo>
                <a:lnTo>
                  <a:pt x="426250" y="46088"/>
                </a:lnTo>
                <a:lnTo>
                  <a:pt x="496620" y="46088"/>
                </a:lnTo>
                <a:lnTo>
                  <a:pt x="496620" y="23050"/>
                </a:lnTo>
                <a:lnTo>
                  <a:pt x="327075" y="23050"/>
                </a:lnTo>
                <a:lnTo>
                  <a:pt x="327075" y="46088"/>
                </a:lnTo>
                <a:lnTo>
                  <a:pt x="398195" y="46088"/>
                </a:lnTo>
                <a:lnTo>
                  <a:pt x="398195" y="57861"/>
                </a:lnTo>
                <a:lnTo>
                  <a:pt x="392264" y="90843"/>
                </a:lnTo>
                <a:lnTo>
                  <a:pt x="375691" y="120713"/>
                </a:lnTo>
                <a:lnTo>
                  <a:pt x="350342" y="145338"/>
                </a:lnTo>
                <a:lnTo>
                  <a:pt x="318058" y="162547"/>
                </a:lnTo>
                <a:lnTo>
                  <a:pt x="332587" y="184581"/>
                </a:lnTo>
                <a:lnTo>
                  <a:pt x="359079" y="171234"/>
                </a:lnTo>
                <a:lnTo>
                  <a:pt x="381736" y="152882"/>
                </a:lnTo>
                <a:lnTo>
                  <a:pt x="399884" y="130289"/>
                </a:lnTo>
                <a:lnTo>
                  <a:pt x="412851" y="104190"/>
                </a:lnTo>
                <a:lnTo>
                  <a:pt x="425577" y="127266"/>
                </a:lnTo>
                <a:lnTo>
                  <a:pt x="442937" y="147370"/>
                </a:lnTo>
                <a:lnTo>
                  <a:pt x="464375" y="163791"/>
                </a:lnTo>
                <a:lnTo>
                  <a:pt x="489369" y="175818"/>
                </a:lnTo>
                <a:lnTo>
                  <a:pt x="503885" y="153530"/>
                </a:lnTo>
                <a:close/>
              </a:path>
              <a:path w="579119" h="314959">
                <a:moveTo>
                  <a:pt x="577773" y="0"/>
                </a:moveTo>
                <a:lnTo>
                  <a:pt x="549973" y="0"/>
                </a:lnTo>
                <a:lnTo>
                  <a:pt x="549973" y="82156"/>
                </a:lnTo>
                <a:lnTo>
                  <a:pt x="486359" y="82156"/>
                </a:lnTo>
                <a:lnTo>
                  <a:pt x="486359" y="105194"/>
                </a:lnTo>
                <a:lnTo>
                  <a:pt x="549973" y="105194"/>
                </a:lnTo>
                <a:lnTo>
                  <a:pt x="549973" y="187591"/>
                </a:lnTo>
                <a:lnTo>
                  <a:pt x="577773" y="187591"/>
                </a:lnTo>
                <a:lnTo>
                  <a:pt x="577773" y="0"/>
                </a:lnTo>
                <a:close/>
              </a:path>
              <a:path w="579119" h="314959">
                <a:moveTo>
                  <a:pt x="578777" y="255955"/>
                </a:moveTo>
                <a:lnTo>
                  <a:pt x="571487" y="231165"/>
                </a:lnTo>
                <a:lnTo>
                  <a:pt x="557822" y="219138"/>
                </a:lnTo>
                <a:lnTo>
                  <a:pt x="551218" y="213334"/>
                </a:lnTo>
                <a:lnTo>
                  <a:pt x="551218" y="255955"/>
                </a:lnTo>
                <a:lnTo>
                  <a:pt x="545820" y="271284"/>
                </a:lnTo>
                <a:lnTo>
                  <a:pt x="530313" y="282752"/>
                </a:lnTo>
                <a:lnTo>
                  <a:pt x="505790" y="289915"/>
                </a:lnTo>
                <a:lnTo>
                  <a:pt x="473329" y="292277"/>
                </a:lnTo>
                <a:lnTo>
                  <a:pt x="440740" y="289915"/>
                </a:lnTo>
                <a:lnTo>
                  <a:pt x="416166" y="282752"/>
                </a:lnTo>
                <a:lnTo>
                  <a:pt x="400710" y="271284"/>
                </a:lnTo>
                <a:lnTo>
                  <a:pt x="395452" y="255955"/>
                </a:lnTo>
                <a:lnTo>
                  <a:pt x="400710" y="240487"/>
                </a:lnTo>
                <a:lnTo>
                  <a:pt x="416166" y="228904"/>
                </a:lnTo>
                <a:lnTo>
                  <a:pt x="440740" y="221653"/>
                </a:lnTo>
                <a:lnTo>
                  <a:pt x="473329" y="219138"/>
                </a:lnTo>
                <a:lnTo>
                  <a:pt x="505790" y="221653"/>
                </a:lnTo>
                <a:lnTo>
                  <a:pt x="530313" y="228904"/>
                </a:lnTo>
                <a:lnTo>
                  <a:pt x="545820" y="240487"/>
                </a:lnTo>
                <a:lnTo>
                  <a:pt x="551218" y="255955"/>
                </a:lnTo>
                <a:lnTo>
                  <a:pt x="551218" y="213334"/>
                </a:lnTo>
                <a:lnTo>
                  <a:pt x="550570" y="212763"/>
                </a:lnTo>
                <a:lnTo>
                  <a:pt x="517385" y="201295"/>
                </a:lnTo>
                <a:lnTo>
                  <a:pt x="473329" y="197358"/>
                </a:lnTo>
                <a:lnTo>
                  <a:pt x="429145" y="201295"/>
                </a:lnTo>
                <a:lnTo>
                  <a:pt x="395922" y="212763"/>
                </a:lnTo>
                <a:lnTo>
                  <a:pt x="375043" y="231165"/>
                </a:lnTo>
                <a:lnTo>
                  <a:pt x="367893" y="255955"/>
                </a:lnTo>
                <a:lnTo>
                  <a:pt x="375043" y="280720"/>
                </a:lnTo>
                <a:lnTo>
                  <a:pt x="395922" y="299072"/>
                </a:lnTo>
                <a:lnTo>
                  <a:pt x="429145" y="310515"/>
                </a:lnTo>
                <a:lnTo>
                  <a:pt x="473329" y="314566"/>
                </a:lnTo>
                <a:lnTo>
                  <a:pt x="517385" y="310515"/>
                </a:lnTo>
                <a:lnTo>
                  <a:pt x="550570" y="299072"/>
                </a:lnTo>
                <a:lnTo>
                  <a:pt x="558317" y="292277"/>
                </a:lnTo>
                <a:lnTo>
                  <a:pt x="571487" y="280720"/>
                </a:lnTo>
                <a:lnTo>
                  <a:pt x="578777" y="255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3104215" y="6348069"/>
            <a:ext cx="570865" cy="315595"/>
          </a:xfrm>
          <a:custGeom>
            <a:avLst/>
            <a:gdLst/>
            <a:ahLst/>
            <a:cxnLst/>
            <a:rect l="l" t="t" r="r" b="b"/>
            <a:pathLst>
              <a:path w="570865" h="315595">
                <a:moveTo>
                  <a:pt x="202615" y="6769"/>
                </a:moveTo>
                <a:lnTo>
                  <a:pt x="175818" y="6769"/>
                </a:lnTo>
                <a:lnTo>
                  <a:pt x="175818" y="122720"/>
                </a:lnTo>
                <a:lnTo>
                  <a:pt x="135115" y="122720"/>
                </a:lnTo>
                <a:lnTo>
                  <a:pt x="128447" y="82651"/>
                </a:lnTo>
                <a:lnTo>
                  <a:pt x="114401" y="52603"/>
                </a:lnTo>
                <a:lnTo>
                  <a:pt x="114300" y="52374"/>
                </a:lnTo>
                <a:lnTo>
                  <a:pt x="109448" y="47891"/>
                </a:lnTo>
                <a:lnTo>
                  <a:pt x="109448" y="135750"/>
                </a:lnTo>
                <a:lnTo>
                  <a:pt x="106502" y="170332"/>
                </a:lnTo>
                <a:lnTo>
                  <a:pt x="98082" y="196570"/>
                </a:lnTo>
                <a:lnTo>
                  <a:pt x="84836" y="213194"/>
                </a:lnTo>
                <a:lnTo>
                  <a:pt x="67373" y="218897"/>
                </a:lnTo>
                <a:lnTo>
                  <a:pt x="50215" y="213194"/>
                </a:lnTo>
                <a:lnTo>
                  <a:pt x="37134" y="196570"/>
                </a:lnTo>
                <a:lnTo>
                  <a:pt x="28841" y="170332"/>
                </a:lnTo>
                <a:lnTo>
                  <a:pt x="26047" y="135750"/>
                </a:lnTo>
                <a:lnTo>
                  <a:pt x="28841" y="101206"/>
                </a:lnTo>
                <a:lnTo>
                  <a:pt x="37134" y="75018"/>
                </a:lnTo>
                <a:lnTo>
                  <a:pt x="50215" y="58407"/>
                </a:lnTo>
                <a:lnTo>
                  <a:pt x="67373" y="52603"/>
                </a:lnTo>
                <a:lnTo>
                  <a:pt x="84836" y="58407"/>
                </a:lnTo>
                <a:lnTo>
                  <a:pt x="98082" y="75018"/>
                </a:lnTo>
                <a:lnTo>
                  <a:pt x="106502" y="101206"/>
                </a:lnTo>
                <a:lnTo>
                  <a:pt x="109448" y="135750"/>
                </a:lnTo>
                <a:lnTo>
                  <a:pt x="109448" y="47891"/>
                </a:lnTo>
                <a:lnTo>
                  <a:pt x="93637" y="33235"/>
                </a:lnTo>
                <a:lnTo>
                  <a:pt x="67373" y="26555"/>
                </a:lnTo>
                <a:lnTo>
                  <a:pt x="39624" y="34213"/>
                </a:lnTo>
                <a:lnTo>
                  <a:pt x="18376" y="56070"/>
                </a:lnTo>
                <a:lnTo>
                  <a:pt x="4787" y="90474"/>
                </a:lnTo>
                <a:lnTo>
                  <a:pt x="0" y="135750"/>
                </a:lnTo>
                <a:lnTo>
                  <a:pt x="4787" y="181203"/>
                </a:lnTo>
                <a:lnTo>
                  <a:pt x="18376" y="215734"/>
                </a:lnTo>
                <a:lnTo>
                  <a:pt x="39624" y="237629"/>
                </a:lnTo>
                <a:lnTo>
                  <a:pt x="67373" y="245186"/>
                </a:lnTo>
                <a:lnTo>
                  <a:pt x="94018" y="238391"/>
                </a:lnTo>
                <a:lnTo>
                  <a:pt x="114554" y="218897"/>
                </a:lnTo>
                <a:lnTo>
                  <a:pt x="114884" y="218579"/>
                </a:lnTo>
                <a:lnTo>
                  <a:pt x="128955" y="187223"/>
                </a:lnTo>
                <a:lnTo>
                  <a:pt x="135242" y="145757"/>
                </a:lnTo>
                <a:lnTo>
                  <a:pt x="175818" y="145757"/>
                </a:lnTo>
                <a:lnTo>
                  <a:pt x="175818" y="298780"/>
                </a:lnTo>
                <a:lnTo>
                  <a:pt x="202615" y="298780"/>
                </a:lnTo>
                <a:lnTo>
                  <a:pt x="202615" y="145757"/>
                </a:lnTo>
                <a:lnTo>
                  <a:pt x="202615" y="122720"/>
                </a:lnTo>
                <a:lnTo>
                  <a:pt x="202615" y="6769"/>
                </a:lnTo>
                <a:close/>
              </a:path>
              <a:path w="570865" h="315595">
                <a:moveTo>
                  <a:pt x="265722" y="0"/>
                </a:moveTo>
                <a:lnTo>
                  <a:pt x="238925" y="0"/>
                </a:lnTo>
                <a:lnTo>
                  <a:pt x="238925" y="314807"/>
                </a:lnTo>
                <a:lnTo>
                  <a:pt x="265722" y="314807"/>
                </a:lnTo>
                <a:lnTo>
                  <a:pt x="265722" y="0"/>
                </a:lnTo>
                <a:close/>
              </a:path>
              <a:path w="570865" h="315595">
                <a:moveTo>
                  <a:pt x="502640" y="219900"/>
                </a:moveTo>
                <a:lnTo>
                  <a:pt x="470433" y="197878"/>
                </a:lnTo>
                <a:lnTo>
                  <a:pt x="444258" y="165709"/>
                </a:lnTo>
                <a:lnTo>
                  <a:pt x="426681" y="126809"/>
                </a:lnTo>
                <a:lnTo>
                  <a:pt x="420243" y="84658"/>
                </a:lnTo>
                <a:lnTo>
                  <a:pt x="420243" y="27305"/>
                </a:lnTo>
                <a:lnTo>
                  <a:pt x="392201" y="27305"/>
                </a:lnTo>
                <a:lnTo>
                  <a:pt x="392201" y="84658"/>
                </a:lnTo>
                <a:lnTo>
                  <a:pt x="385622" y="127927"/>
                </a:lnTo>
                <a:lnTo>
                  <a:pt x="367931" y="168427"/>
                </a:lnTo>
                <a:lnTo>
                  <a:pt x="341655" y="202361"/>
                </a:lnTo>
                <a:lnTo>
                  <a:pt x="309295" y="225907"/>
                </a:lnTo>
                <a:lnTo>
                  <a:pt x="327088" y="248196"/>
                </a:lnTo>
                <a:lnTo>
                  <a:pt x="352691" y="230085"/>
                </a:lnTo>
                <a:lnTo>
                  <a:pt x="375043" y="205384"/>
                </a:lnTo>
                <a:lnTo>
                  <a:pt x="393255" y="175450"/>
                </a:lnTo>
                <a:lnTo>
                  <a:pt x="406476" y="141630"/>
                </a:lnTo>
                <a:lnTo>
                  <a:pt x="419760" y="173647"/>
                </a:lnTo>
                <a:lnTo>
                  <a:pt x="437997" y="201891"/>
                </a:lnTo>
                <a:lnTo>
                  <a:pt x="460324" y="225209"/>
                </a:lnTo>
                <a:lnTo>
                  <a:pt x="485863" y="242430"/>
                </a:lnTo>
                <a:lnTo>
                  <a:pt x="502640" y="219900"/>
                </a:lnTo>
                <a:close/>
              </a:path>
              <a:path w="570865" h="315595">
                <a:moveTo>
                  <a:pt x="570509" y="0"/>
                </a:moveTo>
                <a:lnTo>
                  <a:pt x="542963" y="0"/>
                </a:lnTo>
                <a:lnTo>
                  <a:pt x="542963" y="107442"/>
                </a:lnTo>
                <a:lnTo>
                  <a:pt x="468337" y="107442"/>
                </a:lnTo>
                <a:lnTo>
                  <a:pt x="468337" y="130238"/>
                </a:lnTo>
                <a:lnTo>
                  <a:pt x="542963" y="130238"/>
                </a:lnTo>
                <a:lnTo>
                  <a:pt x="542963" y="315315"/>
                </a:lnTo>
                <a:lnTo>
                  <a:pt x="570509" y="315315"/>
                </a:lnTo>
                <a:lnTo>
                  <a:pt x="5705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3817920" y="6368605"/>
            <a:ext cx="288290" cy="254000"/>
          </a:xfrm>
          <a:custGeom>
            <a:avLst/>
            <a:gdLst/>
            <a:ahLst/>
            <a:cxnLst/>
            <a:rect l="l" t="t" r="r" b="b"/>
            <a:pathLst>
              <a:path w="288290" h="254000">
                <a:moveTo>
                  <a:pt x="288260" y="230407"/>
                </a:moveTo>
                <a:lnTo>
                  <a:pt x="0" y="230407"/>
                </a:lnTo>
                <a:lnTo>
                  <a:pt x="0" y="253699"/>
                </a:lnTo>
                <a:lnTo>
                  <a:pt x="288260" y="253699"/>
                </a:lnTo>
                <a:lnTo>
                  <a:pt x="288260" y="230407"/>
                </a:lnTo>
                <a:close/>
              </a:path>
              <a:path w="288290" h="254000">
                <a:moveTo>
                  <a:pt x="143254" y="0"/>
                </a:moveTo>
                <a:lnTo>
                  <a:pt x="97188" y="6006"/>
                </a:lnTo>
                <a:lnTo>
                  <a:pt x="60795" y="22696"/>
                </a:lnTo>
                <a:lnTo>
                  <a:pt x="36893" y="48636"/>
                </a:lnTo>
                <a:lnTo>
                  <a:pt x="28300" y="82395"/>
                </a:lnTo>
                <a:lnTo>
                  <a:pt x="35777" y="114386"/>
                </a:lnTo>
                <a:lnTo>
                  <a:pt x="55592" y="138111"/>
                </a:lnTo>
                <a:lnTo>
                  <a:pt x="56720" y="139403"/>
                </a:lnTo>
                <a:lnTo>
                  <a:pt x="88729" y="156390"/>
                </a:lnTo>
                <a:lnTo>
                  <a:pt x="88900" y="156390"/>
                </a:lnTo>
                <a:lnTo>
                  <a:pt x="129479" y="164290"/>
                </a:lnTo>
                <a:lnTo>
                  <a:pt x="129479" y="230407"/>
                </a:lnTo>
                <a:lnTo>
                  <a:pt x="157027" y="230407"/>
                </a:lnTo>
                <a:lnTo>
                  <a:pt x="157027" y="164290"/>
                </a:lnTo>
                <a:lnTo>
                  <a:pt x="198127" y="156390"/>
                </a:lnTo>
                <a:lnTo>
                  <a:pt x="224338" y="142502"/>
                </a:lnTo>
                <a:lnTo>
                  <a:pt x="143254" y="142502"/>
                </a:lnTo>
                <a:lnTo>
                  <a:pt x="108031" y="138111"/>
                </a:lnTo>
                <a:lnTo>
                  <a:pt x="80110" y="125972"/>
                </a:lnTo>
                <a:lnTo>
                  <a:pt x="61722" y="107072"/>
                </a:lnTo>
                <a:lnTo>
                  <a:pt x="55097" y="82395"/>
                </a:lnTo>
                <a:lnTo>
                  <a:pt x="61722" y="58083"/>
                </a:lnTo>
                <a:lnTo>
                  <a:pt x="80110" y="39288"/>
                </a:lnTo>
                <a:lnTo>
                  <a:pt x="108031" y="27208"/>
                </a:lnTo>
                <a:lnTo>
                  <a:pt x="143254" y="23040"/>
                </a:lnTo>
                <a:lnTo>
                  <a:pt x="226342" y="23040"/>
                </a:lnTo>
                <a:lnTo>
                  <a:pt x="226024" y="22696"/>
                </a:lnTo>
                <a:lnTo>
                  <a:pt x="189569" y="6006"/>
                </a:lnTo>
                <a:lnTo>
                  <a:pt x="143254" y="0"/>
                </a:lnTo>
                <a:close/>
              </a:path>
              <a:path w="288290" h="254000">
                <a:moveTo>
                  <a:pt x="226342" y="23040"/>
                </a:moveTo>
                <a:lnTo>
                  <a:pt x="143254" y="23040"/>
                </a:lnTo>
                <a:lnTo>
                  <a:pt x="178621" y="27208"/>
                </a:lnTo>
                <a:lnTo>
                  <a:pt x="206615" y="39288"/>
                </a:lnTo>
                <a:lnTo>
                  <a:pt x="225031" y="58083"/>
                </a:lnTo>
                <a:lnTo>
                  <a:pt x="231660" y="82395"/>
                </a:lnTo>
                <a:lnTo>
                  <a:pt x="225031" y="107072"/>
                </a:lnTo>
                <a:lnTo>
                  <a:pt x="206615" y="125972"/>
                </a:lnTo>
                <a:lnTo>
                  <a:pt x="178621" y="138111"/>
                </a:lnTo>
                <a:lnTo>
                  <a:pt x="143254" y="142502"/>
                </a:lnTo>
                <a:lnTo>
                  <a:pt x="224338" y="142502"/>
                </a:lnTo>
                <a:lnTo>
                  <a:pt x="230188" y="139403"/>
                </a:lnTo>
                <a:lnTo>
                  <a:pt x="251026" y="114386"/>
                </a:lnTo>
                <a:lnTo>
                  <a:pt x="258457" y="82395"/>
                </a:lnTo>
                <a:lnTo>
                  <a:pt x="249895" y="48636"/>
                </a:lnTo>
                <a:lnTo>
                  <a:pt x="226342" y="230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14165783" y="6360159"/>
            <a:ext cx="225425" cy="143510"/>
          </a:xfrm>
          <a:custGeom>
            <a:avLst/>
            <a:gdLst/>
            <a:ahLst/>
            <a:cxnLst/>
            <a:rect l="l" t="t" r="r" b="b"/>
            <a:pathLst>
              <a:path w="225425" h="143509">
                <a:moveTo>
                  <a:pt x="225399" y="120650"/>
                </a:moveTo>
                <a:lnTo>
                  <a:pt x="28803" y="120650"/>
                </a:lnTo>
                <a:lnTo>
                  <a:pt x="28803" y="81280"/>
                </a:lnTo>
                <a:lnTo>
                  <a:pt x="218630" y="81280"/>
                </a:lnTo>
                <a:lnTo>
                  <a:pt x="218630" y="59690"/>
                </a:lnTo>
                <a:lnTo>
                  <a:pt x="218630" y="22860"/>
                </a:lnTo>
                <a:lnTo>
                  <a:pt x="218630" y="0"/>
                </a:lnTo>
                <a:lnTo>
                  <a:pt x="0" y="0"/>
                </a:lnTo>
                <a:lnTo>
                  <a:pt x="0" y="22860"/>
                </a:lnTo>
                <a:lnTo>
                  <a:pt x="190334" y="22860"/>
                </a:lnTo>
                <a:lnTo>
                  <a:pt x="190334" y="59690"/>
                </a:lnTo>
                <a:lnTo>
                  <a:pt x="749" y="59690"/>
                </a:lnTo>
                <a:lnTo>
                  <a:pt x="749" y="81280"/>
                </a:lnTo>
                <a:lnTo>
                  <a:pt x="749" y="120650"/>
                </a:lnTo>
                <a:lnTo>
                  <a:pt x="749" y="143510"/>
                </a:lnTo>
                <a:lnTo>
                  <a:pt x="225399" y="143510"/>
                </a:lnTo>
                <a:lnTo>
                  <a:pt x="225399" y="120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14206608" y="6558191"/>
            <a:ext cx="27940" cy="104775"/>
          </a:xfrm>
          <a:custGeom>
            <a:avLst/>
            <a:gdLst/>
            <a:ahLst/>
            <a:cxnLst/>
            <a:rect l="l" t="t" r="r" b="b"/>
            <a:pathLst>
              <a:path w="27940" h="104775">
                <a:moveTo>
                  <a:pt x="27799" y="0"/>
                </a:moveTo>
                <a:lnTo>
                  <a:pt x="0" y="0"/>
                </a:lnTo>
                <a:lnTo>
                  <a:pt x="0" y="104685"/>
                </a:lnTo>
                <a:lnTo>
                  <a:pt x="27799" y="104685"/>
                </a:lnTo>
                <a:lnTo>
                  <a:pt x="277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14130973" y="6348069"/>
            <a:ext cx="608965" cy="314960"/>
          </a:xfrm>
          <a:custGeom>
            <a:avLst/>
            <a:gdLst/>
            <a:ahLst/>
            <a:cxnLst/>
            <a:rect l="l" t="t" r="r" b="b"/>
            <a:pathLst>
              <a:path w="608965" h="314959">
                <a:moveTo>
                  <a:pt x="288251" y="187833"/>
                </a:moveTo>
                <a:lnTo>
                  <a:pt x="0" y="187833"/>
                </a:lnTo>
                <a:lnTo>
                  <a:pt x="0" y="210121"/>
                </a:lnTo>
                <a:lnTo>
                  <a:pt x="184823" y="210121"/>
                </a:lnTo>
                <a:lnTo>
                  <a:pt x="184823" y="314807"/>
                </a:lnTo>
                <a:lnTo>
                  <a:pt x="212623" y="314807"/>
                </a:lnTo>
                <a:lnTo>
                  <a:pt x="212623" y="210121"/>
                </a:lnTo>
                <a:lnTo>
                  <a:pt x="288251" y="210121"/>
                </a:lnTo>
                <a:lnTo>
                  <a:pt x="288251" y="187833"/>
                </a:lnTo>
                <a:close/>
              </a:path>
              <a:path w="608965" h="314959">
                <a:moveTo>
                  <a:pt x="476338" y="33820"/>
                </a:moveTo>
                <a:lnTo>
                  <a:pt x="330835" y="33820"/>
                </a:lnTo>
                <a:lnTo>
                  <a:pt x="330835" y="57111"/>
                </a:lnTo>
                <a:lnTo>
                  <a:pt x="448043" y="57111"/>
                </a:lnTo>
                <a:lnTo>
                  <a:pt x="439724" y="100215"/>
                </a:lnTo>
                <a:lnTo>
                  <a:pt x="422313" y="139636"/>
                </a:lnTo>
                <a:lnTo>
                  <a:pt x="395871" y="175094"/>
                </a:lnTo>
                <a:lnTo>
                  <a:pt x="360438" y="206273"/>
                </a:lnTo>
                <a:lnTo>
                  <a:pt x="316052" y="232918"/>
                </a:lnTo>
                <a:lnTo>
                  <a:pt x="331584" y="254711"/>
                </a:lnTo>
                <a:lnTo>
                  <a:pt x="377939" y="226974"/>
                </a:lnTo>
                <a:lnTo>
                  <a:pt x="414693" y="194767"/>
                </a:lnTo>
                <a:lnTo>
                  <a:pt x="442366" y="158724"/>
                </a:lnTo>
                <a:lnTo>
                  <a:pt x="461518" y="119468"/>
                </a:lnTo>
                <a:lnTo>
                  <a:pt x="472655" y="77622"/>
                </a:lnTo>
                <a:lnTo>
                  <a:pt x="476338" y="33820"/>
                </a:lnTo>
                <a:close/>
              </a:path>
              <a:path w="608965" h="314959">
                <a:moveTo>
                  <a:pt x="608825" y="127977"/>
                </a:moveTo>
                <a:lnTo>
                  <a:pt x="557733" y="127977"/>
                </a:lnTo>
                <a:lnTo>
                  <a:pt x="557733" y="0"/>
                </a:lnTo>
                <a:lnTo>
                  <a:pt x="529932" y="0"/>
                </a:lnTo>
                <a:lnTo>
                  <a:pt x="529932" y="314566"/>
                </a:lnTo>
                <a:lnTo>
                  <a:pt x="557733" y="314566"/>
                </a:lnTo>
                <a:lnTo>
                  <a:pt x="557733" y="151523"/>
                </a:lnTo>
                <a:lnTo>
                  <a:pt x="608825" y="151523"/>
                </a:lnTo>
                <a:lnTo>
                  <a:pt x="608825" y="1279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14856562" y="6348069"/>
            <a:ext cx="264160" cy="311150"/>
          </a:xfrm>
          <a:custGeom>
            <a:avLst/>
            <a:gdLst/>
            <a:ahLst/>
            <a:cxnLst/>
            <a:rect l="l" t="t" r="r" b="b"/>
            <a:pathLst>
              <a:path w="264159" h="311150">
                <a:moveTo>
                  <a:pt x="252696" y="0"/>
                </a:moveTo>
                <a:lnTo>
                  <a:pt x="224896" y="0"/>
                </a:lnTo>
                <a:lnTo>
                  <a:pt x="224896" y="161535"/>
                </a:lnTo>
                <a:lnTo>
                  <a:pt x="252696" y="161535"/>
                </a:lnTo>
                <a:lnTo>
                  <a:pt x="252696" y="0"/>
                </a:lnTo>
                <a:close/>
              </a:path>
              <a:path w="264159" h="311150">
                <a:moveTo>
                  <a:pt x="81893" y="11520"/>
                </a:moveTo>
                <a:lnTo>
                  <a:pt x="49023" y="16767"/>
                </a:lnTo>
                <a:lnTo>
                  <a:pt x="23103" y="31148"/>
                </a:lnTo>
                <a:lnTo>
                  <a:pt x="6104" y="53184"/>
                </a:lnTo>
                <a:lnTo>
                  <a:pt x="0" y="81394"/>
                </a:lnTo>
                <a:lnTo>
                  <a:pt x="6104" y="109561"/>
                </a:lnTo>
                <a:lnTo>
                  <a:pt x="23103" y="131482"/>
                </a:lnTo>
                <a:lnTo>
                  <a:pt x="49023" y="145703"/>
                </a:lnTo>
                <a:lnTo>
                  <a:pt x="81893" y="150766"/>
                </a:lnTo>
                <a:lnTo>
                  <a:pt x="114479" y="145703"/>
                </a:lnTo>
                <a:lnTo>
                  <a:pt x="140279" y="131482"/>
                </a:lnTo>
                <a:lnTo>
                  <a:pt x="143001" y="127976"/>
                </a:lnTo>
                <a:lnTo>
                  <a:pt x="81893" y="127976"/>
                </a:lnTo>
                <a:lnTo>
                  <a:pt x="60015" y="124572"/>
                </a:lnTo>
                <a:lnTo>
                  <a:pt x="42668" y="115016"/>
                </a:lnTo>
                <a:lnTo>
                  <a:pt x="31285" y="100294"/>
                </a:lnTo>
                <a:lnTo>
                  <a:pt x="27297" y="81394"/>
                </a:lnTo>
                <a:lnTo>
                  <a:pt x="31285" y="62603"/>
                </a:lnTo>
                <a:lnTo>
                  <a:pt x="42668" y="47897"/>
                </a:lnTo>
                <a:lnTo>
                  <a:pt x="60015" y="38356"/>
                </a:lnTo>
                <a:lnTo>
                  <a:pt x="81893" y="35062"/>
                </a:lnTo>
                <a:lnTo>
                  <a:pt x="143301" y="35062"/>
                </a:lnTo>
                <a:lnTo>
                  <a:pt x="140279" y="31148"/>
                </a:lnTo>
                <a:lnTo>
                  <a:pt x="114479" y="16767"/>
                </a:lnTo>
                <a:lnTo>
                  <a:pt x="81893" y="11520"/>
                </a:lnTo>
                <a:close/>
              </a:path>
              <a:path w="264159" h="311150">
                <a:moveTo>
                  <a:pt x="143301" y="35062"/>
                </a:moveTo>
                <a:lnTo>
                  <a:pt x="81893" y="35062"/>
                </a:lnTo>
                <a:lnTo>
                  <a:pt x="103631" y="38356"/>
                </a:lnTo>
                <a:lnTo>
                  <a:pt x="120931" y="47897"/>
                </a:lnTo>
                <a:lnTo>
                  <a:pt x="132362" y="62603"/>
                </a:lnTo>
                <a:lnTo>
                  <a:pt x="136490" y="81394"/>
                </a:lnTo>
                <a:lnTo>
                  <a:pt x="132362" y="100294"/>
                </a:lnTo>
                <a:lnTo>
                  <a:pt x="120931" y="115016"/>
                </a:lnTo>
                <a:lnTo>
                  <a:pt x="103631" y="124572"/>
                </a:lnTo>
                <a:lnTo>
                  <a:pt x="81893" y="127976"/>
                </a:lnTo>
                <a:lnTo>
                  <a:pt x="143001" y="127976"/>
                </a:lnTo>
                <a:lnTo>
                  <a:pt x="157297" y="109561"/>
                </a:lnTo>
                <a:lnTo>
                  <a:pt x="163538" y="81394"/>
                </a:lnTo>
                <a:lnTo>
                  <a:pt x="157297" y="53184"/>
                </a:lnTo>
                <a:lnTo>
                  <a:pt x="143301" y="35062"/>
                </a:lnTo>
                <a:close/>
              </a:path>
              <a:path w="264159" h="311150">
                <a:moveTo>
                  <a:pt x="252696" y="176812"/>
                </a:moveTo>
                <a:lnTo>
                  <a:pt x="47834" y="176812"/>
                </a:lnTo>
                <a:lnTo>
                  <a:pt x="47834" y="199352"/>
                </a:lnTo>
                <a:lnTo>
                  <a:pt x="225147" y="199352"/>
                </a:lnTo>
                <a:lnTo>
                  <a:pt x="225147" y="231660"/>
                </a:lnTo>
                <a:lnTo>
                  <a:pt x="48835" y="231660"/>
                </a:lnTo>
                <a:lnTo>
                  <a:pt x="48835" y="310549"/>
                </a:lnTo>
                <a:lnTo>
                  <a:pt x="263966" y="310549"/>
                </a:lnTo>
                <a:lnTo>
                  <a:pt x="263966" y="288009"/>
                </a:lnTo>
                <a:lnTo>
                  <a:pt x="75883" y="288009"/>
                </a:lnTo>
                <a:lnTo>
                  <a:pt x="75883" y="252697"/>
                </a:lnTo>
                <a:lnTo>
                  <a:pt x="252696" y="252697"/>
                </a:lnTo>
                <a:lnTo>
                  <a:pt x="252696" y="1768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15168615" y="6348069"/>
            <a:ext cx="255270" cy="315595"/>
          </a:xfrm>
          <a:custGeom>
            <a:avLst/>
            <a:gdLst/>
            <a:ahLst/>
            <a:cxnLst/>
            <a:rect l="l" t="t" r="r" b="b"/>
            <a:pathLst>
              <a:path w="255269" h="315595">
                <a:moveTo>
                  <a:pt x="255200" y="143253"/>
                </a:moveTo>
                <a:lnTo>
                  <a:pt x="227652" y="143253"/>
                </a:lnTo>
                <a:lnTo>
                  <a:pt x="227652" y="315307"/>
                </a:lnTo>
                <a:lnTo>
                  <a:pt x="255200" y="315307"/>
                </a:lnTo>
                <a:lnTo>
                  <a:pt x="255200" y="143253"/>
                </a:lnTo>
                <a:close/>
              </a:path>
              <a:path w="255269" h="315595">
                <a:moveTo>
                  <a:pt x="78889" y="24292"/>
                </a:moveTo>
                <a:lnTo>
                  <a:pt x="46875" y="32135"/>
                </a:lnTo>
                <a:lnTo>
                  <a:pt x="21881" y="54158"/>
                </a:lnTo>
                <a:lnTo>
                  <a:pt x="5669" y="88672"/>
                </a:lnTo>
                <a:lnTo>
                  <a:pt x="0" y="133987"/>
                </a:lnTo>
                <a:lnTo>
                  <a:pt x="5669" y="179442"/>
                </a:lnTo>
                <a:lnTo>
                  <a:pt x="21881" y="214003"/>
                </a:lnTo>
                <a:lnTo>
                  <a:pt x="46875" y="235979"/>
                </a:lnTo>
                <a:lnTo>
                  <a:pt x="78889" y="243681"/>
                </a:lnTo>
                <a:lnTo>
                  <a:pt x="109257" y="236670"/>
                </a:lnTo>
                <a:lnTo>
                  <a:pt x="130701" y="218887"/>
                </a:lnTo>
                <a:lnTo>
                  <a:pt x="78889" y="218887"/>
                </a:lnTo>
                <a:lnTo>
                  <a:pt x="57609" y="212841"/>
                </a:lnTo>
                <a:lnTo>
                  <a:pt x="41072" y="195689"/>
                </a:lnTo>
                <a:lnTo>
                  <a:pt x="30357" y="168912"/>
                </a:lnTo>
                <a:lnTo>
                  <a:pt x="26546" y="133987"/>
                </a:lnTo>
                <a:lnTo>
                  <a:pt x="30357" y="99202"/>
                </a:lnTo>
                <a:lnTo>
                  <a:pt x="41072" y="72472"/>
                </a:lnTo>
                <a:lnTo>
                  <a:pt x="57609" y="55273"/>
                </a:lnTo>
                <a:lnTo>
                  <a:pt x="78889" y="49086"/>
                </a:lnTo>
                <a:lnTo>
                  <a:pt x="130895" y="49086"/>
                </a:lnTo>
                <a:lnTo>
                  <a:pt x="108549" y="31109"/>
                </a:lnTo>
                <a:lnTo>
                  <a:pt x="78889" y="24292"/>
                </a:lnTo>
                <a:close/>
              </a:path>
              <a:path w="255269" h="315595">
                <a:moveTo>
                  <a:pt x="130895" y="49086"/>
                </a:moveTo>
                <a:lnTo>
                  <a:pt x="78889" y="49086"/>
                </a:lnTo>
                <a:lnTo>
                  <a:pt x="100063" y="55273"/>
                </a:lnTo>
                <a:lnTo>
                  <a:pt x="116611" y="72472"/>
                </a:lnTo>
                <a:lnTo>
                  <a:pt x="127384" y="99202"/>
                </a:lnTo>
                <a:lnTo>
                  <a:pt x="131231" y="133987"/>
                </a:lnTo>
                <a:lnTo>
                  <a:pt x="127384" y="168912"/>
                </a:lnTo>
                <a:lnTo>
                  <a:pt x="116611" y="195689"/>
                </a:lnTo>
                <a:lnTo>
                  <a:pt x="100063" y="212841"/>
                </a:lnTo>
                <a:lnTo>
                  <a:pt x="78889" y="218887"/>
                </a:lnTo>
                <a:lnTo>
                  <a:pt x="130701" y="218887"/>
                </a:lnTo>
                <a:lnTo>
                  <a:pt x="133438" y="216617"/>
                </a:lnTo>
                <a:lnTo>
                  <a:pt x="149942" y="184989"/>
                </a:lnTo>
                <a:lnTo>
                  <a:pt x="157277" y="143253"/>
                </a:lnTo>
                <a:lnTo>
                  <a:pt x="255200" y="143253"/>
                </a:lnTo>
                <a:lnTo>
                  <a:pt x="255200" y="120212"/>
                </a:lnTo>
                <a:lnTo>
                  <a:pt x="157027" y="120212"/>
                </a:lnTo>
                <a:lnTo>
                  <a:pt x="148991" y="80431"/>
                </a:lnTo>
                <a:lnTo>
                  <a:pt x="132374" y="50276"/>
                </a:lnTo>
                <a:lnTo>
                  <a:pt x="130895" y="49086"/>
                </a:lnTo>
                <a:close/>
              </a:path>
              <a:path w="255269" h="315595">
                <a:moveTo>
                  <a:pt x="255200" y="0"/>
                </a:moveTo>
                <a:lnTo>
                  <a:pt x="227652" y="0"/>
                </a:lnTo>
                <a:lnTo>
                  <a:pt x="227652" y="120212"/>
                </a:lnTo>
                <a:lnTo>
                  <a:pt x="255200" y="120212"/>
                </a:lnTo>
                <a:lnTo>
                  <a:pt x="255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15489428" y="6348069"/>
            <a:ext cx="352425" cy="358775"/>
          </a:xfrm>
          <a:custGeom>
            <a:avLst/>
            <a:gdLst/>
            <a:ahLst/>
            <a:cxnLst/>
            <a:rect l="l" t="t" r="r" b="b"/>
            <a:pathLst>
              <a:path w="352425" h="358775">
                <a:moveTo>
                  <a:pt x="176060" y="220649"/>
                </a:moveTo>
                <a:lnTo>
                  <a:pt x="174688" y="211378"/>
                </a:lnTo>
                <a:lnTo>
                  <a:pt x="172554" y="196850"/>
                </a:lnTo>
                <a:lnTo>
                  <a:pt x="134505" y="203644"/>
                </a:lnTo>
                <a:lnTo>
                  <a:pt x="97891" y="208102"/>
                </a:lnTo>
                <a:lnTo>
                  <a:pt x="62357" y="210566"/>
                </a:lnTo>
                <a:lnTo>
                  <a:pt x="27546" y="211378"/>
                </a:lnTo>
                <a:lnTo>
                  <a:pt x="27546" y="31064"/>
                </a:lnTo>
                <a:lnTo>
                  <a:pt x="0" y="31064"/>
                </a:lnTo>
                <a:lnTo>
                  <a:pt x="0" y="234670"/>
                </a:lnTo>
                <a:lnTo>
                  <a:pt x="25044" y="234670"/>
                </a:lnTo>
                <a:lnTo>
                  <a:pt x="61175" y="233997"/>
                </a:lnTo>
                <a:lnTo>
                  <a:pt x="98107" y="231698"/>
                </a:lnTo>
                <a:lnTo>
                  <a:pt x="136258" y="227380"/>
                </a:lnTo>
                <a:lnTo>
                  <a:pt x="176060" y="220649"/>
                </a:lnTo>
                <a:close/>
              </a:path>
              <a:path w="352425" h="358775">
                <a:moveTo>
                  <a:pt x="281749" y="125730"/>
                </a:moveTo>
                <a:lnTo>
                  <a:pt x="230657" y="125730"/>
                </a:lnTo>
                <a:lnTo>
                  <a:pt x="230657" y="0"/>
                </a:lnTo>
                <a:lnTo>
                  <a:pt x="202857" y="0"/>
                </a:lnTo>
                <a:lnTo>
                  <a:pt x="202857" y="314566"/>
                </a:lnTo>
                <a:lnTo>
                  <a:pt x="230657" y="314566"/>
                </a:lnTo>
                <a:lnTo>
                  <a:pt x="230657" y="149021"/>
                </a:lnTo>
                <a:lnTo>
                  <a:pt x="281749" y="149021"/>
                </a:lnTo>
                <a:lnTo>
                  <a:pt x="281749" y="125730"/>
                </a:lnTo>
                <a:close/>
              </a:path>
              <a:path w="352425" h="358775">
                <a:moveTo>
                  <a:pt x="352120" y="261975"/>
                </a:moveTo>
                <a:lnTo>
                  <a:pt x="318058" y="261975"/>
                </a:lnTo>
                <a:lnTo>
                  <a:pt x="298526" y="358394"/>
                </a:lnTo>
                <a:lnTo>
                  <a:pt x="324827" y="358394"/>
                </a:lnTo>
                <a:lnTo>
                  <a:pt x="352120" y="2619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15987917" y="6348069"/>
            <a:ext cx="559435" cy="315595"/>
          </a:xfrm>
          <a:custGeom>
            <a:avLst/>
            <a:gdLst/>
            <a:ahLst/>
            <a:cxnLst/>
            <a:rect l="l" t="t" r="r" b="b"/>
            <a:pathLst>
              <a:path w="559434" h="315595">
                <a:moveTo>
                  <a:pt x="175310" y="225907"/>
                </a:moveTo>
                <a:lnTo>
                  <a:pt x="173405" y="212877"/>
                </a:lnTo>
                <a:lnTo>
                  <a:pt x="171792" y="201866"/>
                </a:lnTo>
                <a:lnTo>
                  <a:pt x="137604" y="207213"/>
                </a:lnTo>
                <a:lnTo>
                  <a:pt x="103644" y="210566"/>
                </a:lnTo>
                <a:lnTo>
                  <a:pt x="67767" y="212318"/>
                </a:lnTo>
                <a:lnTo>
                  <a:pt x="27800" y="212877"/>
                </a:lnTo>
                <a:lnTo>
                  <a:pt x="27800" y="53606"/>
                </a:lnTo>
                <a:lnTo>
                  <a:pt x="147002" y="53606"/>
                </a:lnTo>
                <a:lnTo>
                  <a:pt x="147002" y="30810"/>
                </a:lnTo>
                <a:lnTo>
                  <a:pt x="0" y="30810"/>
                </a:lnTo>
                <a:lnTo>
                  <a:pt x="0" y="236423"/>
                </a:lnTo>
                <a:lnTo>
                  <a:pt x="24790" y="236423"/>
                </a:lnTo>
                <a:lnTo>
                  <a:pt x="66624" y="236016"/>
                </a:lnTo>
                <a:lnTo>
                  <a:pt x="103987" y="234454"/>
                </a:lnTo>
                <a:lnTo>
                  <a:pt x="139395" y="231241"/>
                </a:lnTo>
                <a:lnTo>
                  <a:pt x="175310" y="225907"/>
                </a:lnTo>
                <a:close/>
              </a:path>
              <a:path w="559434" h="315595">
                <a:moveTo>
                  <a:pt x="282498" y="124472"/>
                </a:moveTo>
                <a:lnTo>
                  <a:pt x="229908" y="124472"/>
                </a:lnTo>
                <a:lnTo>
                  <a:pt x="229908" y="0"/>
                </a:lnTo>
                <a:lnTo>
                  <a:pt x="202107" y="0"/>
                </a:lnTo>
                <a:lnTo>
                  <a:pt x="202107" y="315315"/>
                </a:lnTo>
                <a:lnTo>
                  <a:pt x="229908" y="315315"/>
                </a:lnTo>
                <a:lnTo>
                  <a:pt x="229908" y="147764"/>
                </a:lnTo>
                <a:lnTo>
                  <a:pt x="282498" y="147764"/>
                </a:lnTo>
                <a:lnTo>
                  <a:pt x="282498" y="124472"/>
                </a:lnTo>
                <a:close/>
              </a:path>
              <a:path w="559434" h="315595">
                <a:moveTo>
                  <a:pt x="472325" y="133997"/>
                </a:moveTo>
                <a:lnTo>
                  <a:pt x="466318" y="88684"/>
                </a:lnTo>
                <a:lnTo>
                  <a:pt x="449605" y="54165"/>
                </a:lnTo>
                <a:lnTo>
                  <a:pt x="445287" y="50444"/>
                </a:lnTo>
                <a:lnTo>
                  <a:pt x="445287" y="133997"/>
                </a:lnTo>
                <a:lnTo>
                  <a:pt x="441388" y="168922"/>
                </a:lnTo>
                <a:lnTo>
                  <a:pt x="430441" y="195694"/>
                </a:lnTo>
                <a:lnTo>
                  <a:pt x="413588" y="212852"/>
                </a:lnTo>
                <a:lnTo>
                  <a:pt x="391934" y="218897"/>
                </a:lnTo>
                <a:lnTo>
                  <a:pt x="370255" y="212852"/>
                </a:lnTo>
                <a:lnTo>
                  <a:pt x="353314" y="195694"/>
                </a:lnTo>
                <a:lnTo>
                  <a:pt x="342277" y="168922"/>
                </a:lnTo>
                <a:lnTo>
                  <a:pt x="338340" y="133997"/>
                </a:lnTo>
                <a:lnTo>
                  <a:pt x="342277" y="99212"/>
                </a:lnTo>
                <a:lnTo>
                  <a:pt x="353314" y="72478"/>
                </a:lnTo>
                <a:lnTo>
                  <a:pt x="370255" y="55283"/>
                </a:lnTo>
                <a:lnTo>
                  <a:pt x="391934" y="49098"/>
                </a:lnTo>
                <a:lnTo>
                  <a:pt x="413588" y="55283"/>
                </a:lnTo>
                <a:lnTo>
                  <a:pt x="430441" y="72478"/>
                </a:lnTo>
                <a:lnTo>
                  <a:pt x="441388" y="99212"/>
                </a:lnTo>
                <a:lnTo>
                  <a:pt x="445287" y="133997"/>
                </a:lnTo>
                <a:lnTo>
                  <a:pt x="445287" y="50444"/>
                </a:lnTo>
                <a:lnTo>
                  <a:pt x="443738" y="49098"/>
                </a:lnTo>
                <a:lnTo>
                  <a:pt x="424154" y="32143"/>
                </a:lnTo>
                <a:lnTo>
                  <a:pt x="391934" y="24295"/>
                </a:lnTo>
                <a:lnTo>
                  <a:pt x="359511" y="32143"/>
                </a:lnTo>
                <a:lnTo>
                  <a:pt x="334086" y="54165"/>
                </a:lnTo>
                <a:lnTo>
                  <a:pt x="317487" y="88684"/>
                </a:lnTo>
                <a:lnTo>
                  <a:pt x="311543" y="133997"/>
                </a:lnTo>
                <a:lnTo>
                  <a:pt x="317487" y="179451"/>
                </a:lnTo>
                <a:lnTo>
                  <a:pt x="334086" y="214007"/>
                </a:lnTo>
                <a:lnTo>
                  <a:pt x="359511" y="235991"/>
                </a:lnTo>
                <a:lnTo>
                  <a:pt x="391934" y="243687"/>
                </a:lnTo>
                <a:lnTo>
                  <a:pt x="424154" y="235991"/>
                </a:lnTo>
                <a:lnTo>
                  <a:pt x="443941" y="218897"/>
                </a:lnTo>
                <a:lnTo>
                  <a:pt x="449605" y="214007"/>
                </a:lnTo>
                <a:lnTo>
                  <a:pt x="466318" y="179451"/>
                </a:lnTo>
                <a:lnTo>
                  <a:pt x="472325" y="133997"/>
                </a:lnTo>
                <a:close/>
              </a:path>
              <a:path w="559434" h="315595">
                <a:moveTo>
                  <a:pt x="559231" y="0"/>
                </a:moveTo>
                <a:lnTo>
                  <a:pt x="531431" y="0"/>
                </a:lnTo>
                <a:lnTo>
                  <a:pt x="531431" y="315315"/>
                </a:lnTo>
                <a:lnTo>
                  <a:pt x="559231" y="315315"/>
                </a:lnTo>
                <a:lnTo>
                  <a:pt x="5592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16618532" y="6348069"/>
            <a:ext cx="244475" cy="315595"/>
          </a:xfrm>
          <a:custGeom>
            <a:avLst/>
            <a:gdLst/>
            <a:ahLst/>
            <a:cxnLst/>
            <a:rect l="l" t="t" r="r" b="b"/>
            <a:pathLst>
              <a:path w="244475" h="315595">
                <a:moveTo>
                  <a:pt x="243931" y="0"/>
                </a:moveTo>
                <a:lnTo>
                  <a:pt x="216132" y="0"/>
                </a:lnTo>
                <a:lnTo>
                  <a:pt x="216132" y="103933"/>
                </a:lnTo>
                <a:lnTo>
                  <a:pt x="117959" y="103933"/>
                </a:lnTo>
                <a:lnTo>
                  <a:pt x="117959" y="126974"/>
                </a:lnTo>
                <a:lnTo>
                  <a:pt x="216132" y="126974"/>
                </a:lnTo>
                <a:lnTo>
                  <a:pt x="216132" y="315307"/>
                </a:lnTo>
                <a:lnTo>
                  <a:pt x="243931" y="315307"/>
                </a:lnTo>
                <a:lnTo>
                  <a:pt x="243931" y="0"/>
                </a:lnTo>
                <a:close/>
              </a:path>
              <a:path w="244475" h="315595">
                <a:moveTo>
                  <a:pt x="28049" y="35312"/>
                </a:moveTo>
                <a:lnTo>
                  <a:pt x="0" y="35312"/>
                </a:lnTo>
                <a:lnTo>
                  <a:pt x="0" y="238922"/>
                </a:lnTo>
                <a:lnTo>
                  <a:pt x="24293" y="238922"/>
                </a:lnTo>
                <a:lnTo>
                  <a:pt x="61398" y="238331"/>
                </a:lnTo>
                <a:lnTo>
                  <a:pt x="97235" y="236261"/>
                </a:lnTo>
                <a:lnTo>
                  <a:pt x="132977" y="232266"/>
                </a:lnTo>
                <a:lnTo>
                  <a:pt x="169801" y="225899"/>
                </a:lnTo>
                <a:lnTo>
                  <a:pt x="168200" y="215381"/>
                </a:lnTo>
                <a:lnTo>
                  <a:pt x="28049" y="215381"/>
                </a:lnTo>
                <a:lnTo>
                  <a:pt x="28049" y="35312"/>
                </a:lnTo>
                <a:close/>
              </a:path>
              <a:path w="244475" h="315595">
                <a:moveTo>
                  <a:pt x="166294" y="202858"/>
                </a:moveTo>
                <a:lnTo>
                  <a:pt x="131486" y="208777"/>
                </a:lnTo>
                <a:lnTo>
                  <a:pt x="97453" y="212547"/>
                </a:lnTo>
                <a:lnTo>
                  <a:pt x="63279" y="214604"/>
                </a:lnTo>
                <a:lnTo>
                  <a:pt x="28049" y="215381"/>
                </a:lnTo>
                <a:lnTo>
                  <a:pt x="168200" y="215381"/>
                </a:lnTo>
                <a:lnTo>
                  <a:pt x="166294" y="2028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17130687" y="6347459"/>
            <a:ext cx="80645" cy="314960"/>
          </a:xfrm>
          <a:custGeom>
            <a:avLst/>
            <a:gdLst/>
            <a:ahLst/>
            <a:cxnLst/>
            <a:rect l="l" t="t" r="r" b="b"/>
            <a:pathLst>
              <a:path w="80644" h="314959">
                <a:moveTo>
                  <a:pt x="80391" y="125730"/>
                </a:moveTo>
                <a:lnTo>
                  <a:pt x="27800" y="125730"/>
                </a:lnTo>
                <a:lnTo>
                  <a:pt x="27800" y="0"/>
                </a:lnTo>
                <a:lnTo>
                  <a:pt x="0" y="0"/>
                </a:lnTo>
                <a:lnTo>
                  <a:pt x="0" y="125730"/>
                </a:lnTo>
                <a:lnTo>
                  <a:pt x="0" y="149860"/>
                </a:lnTo>
                <a:lnTo>
                  <a:pt x="0" y="314960"/>
                </a:lnTo>
                <a:lnTo>
                  <a:pt x="27800" y="314960"/>
                </a:lnTo>
                <a:lnTo>
                  <a:pt x="27800" y="149860"/>
                </a:lnTo>
                <a:lnTo>
                  <a:pt x="80391" y="149860"/>
                </a:lnTo>
                <a:lnTo>
                  <a:pt x="80391" y="1257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16927830" y="6380479"/>
            <a:ext cx="145415" cy="201930"/>
          </a:xfrm>
          <a:custGeom>
            <a:avLst/>
            <a:gdLst/>
            <a:ahLst/>
            <a:cxnLst/>
            <a:rect l="l" t="t" r="r" b="b"/>
            <a:pathLst>
              <a:path w="145415" h="201929">
                <a:moveTo>
                  <a:pt x="145249" y="0"/>
                </a:moveTo>
                <a:lnTo>
                  <a:pt x="0" y="0"/>
                </a:lnTo>
                <a:lnTo>
                  <a:pt x="0" y="21590"/>
                </a:lnTo>
                <a:lnTo>
                  <a:pt x="0" y="179070"/>
                </a:lnTo>
                <a:lnTo>
                  <a:pt x="0" y="201930"/>
                </a:lnTo>
                <a:lnTo>
                  <a:pt x="145249" y="201930"/>
                </a:lnTo>
                <a:lnTo>
                  <a:pt x="145249" y="179476"/>
                </a:lnTo>
                <a:lnTo>
                  <a:pt x="145249" y="179070"/>
                </a:lnTo>
                <a:lnTo>
                  <a:pt x="145249" y="21691"/>
                </a:lnTo>
                <a:lnTo>
                  <a:pt x="117449" y="21691"/>
                </a:lnTo>
                <a:lnTo>
                  <a:pt x="117449" y="179070"/>
                </a:lnTo>
                <a:lnTo>
                  <a:pt x="27038" y="179070"/>
                </a:lnTo>
                <a:lnTo>
                  <a:pt x="27038" y="21590"/>
                </a:lnTo>
                <a:lnTo>
                  <a:pt x="145249" y="21590"/>
                </a:lnTo>
                <a:lnTo>
                  <a:pt x="1452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17240133" y="6348069"/>
            <a:ext cx="248285" cy="315595"/>
          </a:xfrm>
          <a:custGeom>
            <a:avLst/>
            <a:gdLst/>
            <a:ahLst/>
            <a:cxnLst/>
            <a:rect l="l" t="t" r="r" b="b"/>
            <a:pathLst>
              <a:path w="248284" h="315595">
                <a:moveTo>
                  <a:pt x="247687" y="0"/>
                </a:moveTo>
                <a:lnTo>
                  <a:pt x="219888" y="0"/>
                </a:lnTo>
                <a:lnTo>
                  <a:pt x="219888" y="315307"/>
                </a:lnTo>
                <a:lnTo>
                  <a:pt x="247687" y="315307"/>
                </a:lnTo>
                <a:lnTo>
                  <a:pt x="247687" y="0"/>
                </a:lnTo>
                <a:close/>
              </a:path>
              <a:path w="248284" h="315595">
                <a:moveTo>
                  <a:pt x="80391" y="24292"/>
                </a:moveTo>
                <a:lnTo>
                  <a:pt x="47967" y="32135"/>
                </a:lnTo>
                <a:lnTo>
                  <a:pt x="22539" y="54158"/>
                </a:lnTo>
                <a:lnTo>
                  <a:pt x="5940" y="88672"/>
                </a:lnTo>
                <a:lnTo>
                  <a:pt x="0" y="133987"/>
                </a:lnTo>
                <a:lnTo>
                  <a:pt x="5940" y="179442"/>
                </a:lnTo>
                <a:lnTo>
                  <a:pt x="22539" y="214003"/>
                </a:lnTo>
                <a:lnTo>
                  <a:pt x="47967" y="235979"/>
                </a:lnTo>
                <a:lnTo>
                  <a:pt x="80391" y="243681"/>
                </a:lnTo>
                <a:lnTo>
                  <a:pt x="112604" y="235979"/>
                </a:lnTo>
                <a:lnTo>
                  <a:pt x="132400" y="218887"/>
                </a:lnTo>
                <a:lnTo>
                  <a:pt x="80391" y="218887"/>
                </a:lnTo>
                <a:lnTo>
                  <a:pt x="58704" y="212841"/>
                </a:lnTo>
                <a:lnTo>
                  <a:pt x="41760" y="195689"/>
                </a:lnTo>
                <a:lnTo>
                  <a:pt x="30733" y="168912"/>
                </a:lnTo>
                <a:lnTo>
                  <a:pt x="26797" y="133987"/>
                </a:lnTo>
                <a:lnTo>
                  <a:pt x="30733" y="99202"/>
                </a:lnTo>
                <a:lnTo>
                  <a:pt x="41760" y="72472"/>
                </a:lnTo>
                <a:lnTo>
                  <a:pt x="58704" y="55273"/>
                </a:lnTo>
                <a:lnTo>
                  <a:pt x="80391" y="49086"/>
                </a:lnTo>
                <a:lnTo>
                  <a:pt x="132195" y="49086"/>
                </a:lnTo>
                <a:lnTo>
                  <a:pt x="112604" y="32135"/>
                </a:lnTo>
                <a:lnTo>
                  <a:pt x="80391" y="24292"/>
                </a:lnTo>
                <a:close/>
              </a:path>
              <a:path w="248284" h="315595">
                <a:moveTo>
                  <a:pt x="132195" y="49086"/>
                </a:moveTo>
                <a:lnTo>
                  <a:pt x="80391" y="49086"/>
                </a:lnTo>
                <a:lnTo>
                  <a:pt x="102039" y="55273"/>
                </a:lnTo>
                <a:lnTo>
                  <a:pt x="118897" y="72472"/>
                </a:lnTo>
                <a:lnTo>
                  <a:pt x="129838" y="99202"/>
                </a:lnTo>
                <a:lnTo>
                  <a:pt x="133736" y="133987"/>
                </a:lnTo>
                <a:lnTo>
                  <a:pt x="129838" y="168912"/>
                </a:lnTo>
                <a:lnTo>
                  <a:pt x="118897" y="195689"/>
                </a:lnTo>
                <a:lnTo>
                  <a:pt x="102039" y="212841"/>
                </a:lnTo>
                <a:lnTo>
                  <a:pt x="80391" y="218887"/>
                </a:lnTo>
                <a:lnTo>
                  <a:pt x="132400" y="218887"/>
                </a:lnTo>
                <a:lnTo>
                  <a:pt x="138056" y="214003"/>
                </a:lnTo>
                <a:lnTo>
                  <a:pt x="154773" y="179442"/>
                </a:lnTo>
                <a:lnTo>
                  <a:pt x="160784" y="133987"/>
                </a:lnTo>
                <a:lnTo>
                  <a:pt x="154773" y="88672"/>
                </a:lnTo>
                <a:lnTo>
                  <a:pt x="138056" y="54158"/>
                </a:lnTo>
                <a:lnTo>
                  <a:pt x="132195" y="490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17579226" y="6375400"/>
            <a:ext cx="217804" cy="165100"/>
          </a:xfrm>
          <a:custGeom>
            <a:avLst/>
            <a:gdLst/>
            <a:ahLst/>
            <a:cxnLst/>
            <a:rect l="l" t="t" r="r" b="b"/>
            <a:pathLst>
              <a:path w="217805" h="165100">
                <a:moveTo>
                  <a:pt x="217639" y="142240"/>
                </a:moveTo>
                <a:lnTo>
                  <a:pt x="28054" y="142240"/>
                </a:lnTo>
                <a:lnTo>
                  <a:pt x="28054" y="92710"/>
                </a:lnTo>
                <a:lnTo>
                  <a:pt x="207365" y="92710"/>
                </a:lnTo>
                <a:lnTo>
                  <a:pt x="207365" y="69850"/>
                </a:lnTo>
                <a:lnTo>
                  <a:pt x="28054" y="69850"/>
                </a:lnTo>
                <a:lnTo>
                  <a:pt x="28054" y="22860"/>
                </a:lnTo>
                <a:lnTo>
                  <a:pt x="214134" y="22860"/>
                </a:lnTo>
                <a:lnTo>
                  <a:pt x="214134" y="0"/>
                </a:lnTo>
                <a:lnTo>
                  <a:pt x="0" y="0"/>
                </a:lnTo>
                <a:lnTo>
                  <a:pt x="0" y="22860"/>
                </a:lnTo>
                <a:lnTo>
                  <a:pt x="0" y="69850"/>
                </a:lnTo>
                <a:lnTo>
                  <a:pt x="0" y="92710"/>
                </a:lnTo>
                <a:lnTo>
                  <a:pt x="0" y="142240"/>
                </a:lnTo>
                <a:lnTo>
                  <a:pt x="0" y="165100"/>
                </a:lnTo>
                <a:lnTo>
                  <a:pt x="217639" y="165100"/>
                </a:lnTo>
                <a:lnTo>
                  <a:pt x="217639" y="142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17541916" y="6598511"/>
            <a:ext cx="288290" cy="23495"/>
          </a:xfrm>
          <a:custGeom>
            <a:avLst/>
            <a:gdLst/>
            <a:ahLst/>
            <a:cxnLst/>
            <a:rect l="l" t="t" r="r" b="b"/>
            <a:pathLst>
              <a:path w="288290" h="23495">
                <a:moveTo>
                  <a:pt x="288259" y="0"/>
                </a:moveTo>
                <a:lnTo>
                  <a:pt x="0" y="0"/>
                </a:lnTo>
                <a:lnTo>
                  <a:pt x="0" y="23291"/>
                </a:lnTo>
                <a:lnTo>
                  <a:pt x="288259" y="23291"/>
                </a:lnTo>
                <a:lnTo>
                  <a:pt x="2882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17854969" y="6357619"/>
            <a:ext cx="288290" cy="158750"/>
          </a:xfrm>
          <a:custGeom>
            <a:avLst/>
            <a:gdLst/>
            <a:ahLst/>
            <a:cxnLst/>
            <a:rect l="l" t="t" r="r" b="b"/>
            <a:pathLst>
              <a:path w="288290" h="158750">
                <a:moveTo>
                  <a:pt x="256705" y="92710"/>
                </a:moveTo>
                <a:lnTo>
                  <a:pt x="65112" y="92710"/>
                </a:lnTo>
                <a:lnTo>
                  <a:pt x="65112" y="64770"/>
                </a:lnTo>
                <a:lnTo>
                  <a:pt x="251193" y="64770"/>
                </a:lnTo>
                <a:lnTo>
                  <a:pt x="251193" y="45720"/>
                </a:lnTo>
                <a:lnTo>
                  <a:pt x="251193" y="20320"/>
                </a:lnTo>
                <a:lnTo>
                  <a:pt x="251193" y="0"/>
                </a:lnTo>
                <a:lnTo>
                  <a:pt x="36563" y="0"/>
                </a:lnTo>
                <a:lnTo>
                  <a:pt x="36563" y="20320"/>
                </a:lnTo>
                <a:lnTo>
                  <a:pt x="223393" y="20320"/>
                </a:lnTo>
                <a:lnTo>
                  <a:pt x="223393" y="45720"/>
                </a:lnTo>
                <a:lnTo>
                  <a:pt x="37566" y="45720"/>
                </a:lnTo>
                <a:lnTo>
                  <a:pt x="37566" y="64770"/>
                </a:lnTo>
                <a:lnTo>
                  <a:pt x="37566" y="92710"/>
                </a:lnTo>
                <a:lnTo>
                  <a:pt x="37566" y="113030"/>
                </a:lnTo>
                <a:lnTo>
                  <a:pt x="256705" y="113030"/>
                </a:lnTo>
                <a:lnTo>
                  <a:pt x="256705" y="92710"/>
                </a:lnTo>
                <a:close/>
              </a:path>
              <a:path w="288290" h="158750">
                <a:moveTo>
                  <a:pt x="288251" y="136715"/>
                </a:moveTo>
                <a:lnTo>
                  <a:pt x="0" y="136715"/>
                </a:lnTo>
                <a:lnTo>
                  <a:pt x="0" y="158508"/>
                </a:lnTo>
                <a:lnTo>
                  <a:pt x="288251" y="158508"/>
                </a:lnTo>
                <a:lnTo>
                  <a:pt x="288251" y="136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17889779" y="6541769"/>
            <a:ext cx="227965" cy="116839"/>
          </a:xfrm>
          <a:custGeom>
            <a:avLst/>
            <a:gdLst/>
            <a:ahLst/>
            <a:cxnLst/>
            <a:rect l="l" t="t" r="r" b="b"/>
            <a:pathLst>
              <a:path w="227965" h="116840">
                <a:moveTo>
                  <a:pt x="227647" y="96520"/>
                </a:moveTo>
                <a:lnTo>
                  <a:pt x="28295" y="96520"/>
                </a:lnTo>
                <a:lnTo>
                  <a:pt x="28295" y="66040"/>
                </a:lnTo>
                <a:lnTo>
                  <a:pt x="217385" y="66040"/>
                </a:lnTo>
                <a:lnTo>
                  <a:pt x="217385" y="46990"/>
                </a:lnTo>
                <a:lnTo>
                  <a:pt x="217385" y="20320"/>
                </a:lnTo>
                <a:lnTo>
                  <a:pt x="217385" y="0"/>
                </a:lnTo>
                <a:lnTo>
                  <a:pt x="0" y="0"/>
                </a:lnTo>
                <a:lnTo>
                  <a:pt x="0" y="20320"/>
                </a:lnTo>
                <a:lnTo>
                  <a:pt x="189826" y="20320"/>
                </a:lnTo>
                <a:lnTo>
                  <a:pt x="189826" y="46990"/>
                </a:lnTo>
                <a:lnTo>
                  <a:pt x="495" y="46990"/>
                </a:lnTo>
                <a:lnTo>
                  <a:pt x="495" y="66040"/>
                </a:lnTo>
                <a:lnTo>
                  <a:pt x="495" y="96520"/>
                </a:lnTo>
                <a:lnTo>
                  <a:pt x="495" y="116840"/>
                </a:lnTo>
                <a:lnTo>
                  <a:pt x="227647" y="116840"/>
                </a:lnTo>
                <a:lnTo>
                  <a:pt x="227647" y="965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9175051" y="6855726"/>
            <a:ext cx="554990" cy="314960"/>
          </a:xfrm>
          <a:custGeom>
            <a:avLst/>
            <a:gdLst/>
            <a:ahLst/>
            <a:cxnLst/>
            <a:rect l="l" t="t" r="r" b="b"/>
            <a:pathLst>
              <a:path w="554990" h="314959">
                <a:moveTo>
                  <a:pt x="166039" y="173304"/>
                </a:moveTo>
                <a:lnTo>
                  <a:pt x="164236" y="160540"/>
                </a:lnTo>
                <a:lnTo>
                  <a:pt x="162788" y="150266"/>
                </a:lnTo>
                <a:lnTo>
                  <a:pt x="131648" y="155397"/>
                </a:lnTo>
                <a:lnTo>
                  <a:pt x="100330" y="158496"/>
                </a:lnTo>
                <a:lnTo>
                  <a:pt x="66421" y="160058"/>
                </a:lnTo>
                <a:lnTo>
                  <a:pt x="27546" y="160540"/>
                </a:lnTo>
                <a:lnTo>
                  <a:pt x="27546" y="49339"/>
                </a:lnTo>
                <a:lnTo>
                  <a:pt x="145008" y="49339"/>
                </a:lnTo>
                <a:lnTo>
                  <a:pt x="145008" y="26301"/>
                </a:lnTo>
                <a:lnTo>
                  <a:pt x="0" y="26301"/>
                </a:lnTo>
                <a:lnTo>
                  <a:pt x="0" y="183578"/>
                </a:lnTo>
                <a:lnTo>
                  <a:pt x="23787" y="183578"/>
                </a:lnTo>
                <a:lnTo>
                  <a:pt x="64757" y="183095"/>
                </a:lnTo>
                <a:lnTo>
                  <a:pt x="100368" y="181444"/>
                </a:lnTo>
                <a:lnTo>
                  <a:pt x="133248" y="178295"/>
                </a:lnTo>
                <a:lnTo>
                  <a:pt x="166039" y="173304"/>
                </a:lnTo>
                <a:close/>
              </a:path>
              <a:path w="554990" h="314959">
                <a:moveTo>
                  <a:pt x="242671" y="254"/>
                </a:moveTo>
                <a:lnTo>
                  <a:pt x="214871" y="254"/>
                </a:lnTo>
                <a:lnTo>
                  <a:pt x="214871" y="87655"/>
                </a:lnTo>
                <a:lnTo>
                  <a:pt x="124472" y="87655"/>
                </a:lnTo>
                <a:lnTo>
                  <a:pt x="124472" y="110197"/>
                </a:lnTo>
                <a:lnTo>
                  <a:pt x="214871" y="110197"/>
                </a:lnTo>
                <a:lnTo>
                  <a:pt x="214871" y="229908"/>
                </a:lnTo>
                <a:lnTo>
                  <a:pt x="242671" y="229908"/>
                </a:lnTo>
                <a:lnTo>
                  <a:pt x="242671" y="254"/>
                </a:lnTo>
                <a:close/>
              </a:path>
              <a:path w="554990" h="314959">
                <a:moveTo>
                  <a:pt x="251193" y="287007"/>
                </a:moveTo>
                <a:lnTo>
                  <a:pt x="67868" y="287007"/>
                </a:lnTo>
                <a:lnTo>
                  <a:pt x="67868" y="212623"/>
                </a:lnTo>
                <a:lnTo>
                  <a:pt x="39814" y="212623"/>
                </a:lnTo>
                <a:lnTo>
                  <a:pt x="39814" y="309803"/>
                </a:lnTo>
                <a:lnTo>
                  <a:pt x="251193" y="309803"/>
                </a:lnTo>
                <a:lnTo>
                  <a:pt x="251193" y="287007"/>
                </a:lnTo>
                <a:close/>
              </a:path>
              <a:path w="554990" h="314959">
                <a:moveTo>
                  <a:pt x="493115" y="224396"/>
                </a:moveTo>
                <a:lnTo>
                  <a:pt x="460273" y="203492"/>
                </a:lnTo>
                <a:lnTo>
                  <a:pt x="433171" y="173024"/>
                </a:lnTo>
                <a:lnTo>
                  <a:pt x="421627" y="150012"/>
                </a:lnTo>
                <a:lnTo>
                  <a:pt x="414756" y="136321"/>
                </a:lnTo>
                <a:lnTo>
                  <a:pt x="407974" y="96672"/>
                </a:lnTo>
                <a:lnTo>
                  <a:pt x="407974" y="55600"/>
                </a:lnTo>
                <a:lnTo>
                  <a:pt x="482854" y="55600"/>
                </a:lnTo>
                <a:lnTo>
                  <a:pt x="482854" y="32308"/>
                </a:lnTo>
                <a:lnTo>
                  <a:pt x="305536" y="32308"/>
                </a:lnTo>
                <a:lnTo>
                  <a:pt x="305536" y="55600"/>
                </a:lnTo>
                <a:lnTo>
                  <a:pt x="379920" y="55600"/>
                </a:lnTo>
                <a:lnTo>
                  <a:pt x="379920" y="96672"/>
                </a:lnTo>
                <a:lnTo>
                  <a:pt x="372922" y="137744"/>
                </a:lnTo>
                <a:lnTo>
                  <a:pt x="354406" y="176720"/>
                </a:lnTo>
                <a:lnTo>
                  <a:pt x="327482" y="209550"/>
                </a:lnTo>
                <a:lnTo>
                  <a:pt x="295275" y="232156"/>
                </a:lnTo>
                <a:lnTo>
                  <a:pt x="311797" y="254203"/>
                </a:lnTo>
                <a:lnTo>
                  <a:pt x="337781" y="236791"/>
                </a:lnTo>
                <a:lnTo>
                  <a:pt x="360997" y="212623"/>
                </a:lnTo>
                <a:lnTo>
                  <a:pt x="380250" y="183197"/>
                </a:lnTo>
                <a:lnTo>
                  <a:pt x="394322" y="150012"/>
                </a:lnTo>
                <a:lnTo>
                  <a:pt x="408393" y="181051"/>
                </a:lnTo>
                <a:lnTo>
                  <a:pt x="427685" y="208229"/>
                </a:lnTo>
                <a:lnTo>
                  <a:pt x="451129" y="230403"/>
                </a:lnTo>
                <a:lnTo>
                  <a:pt x="477596" y="246443"/>
                </a:lnTo>
                <a:lnTo>
                  <a:pt x="493115" y="224396"/>
                </a:lnTo>
                <a:close/>
              </a:path>
              <a:path w="554990" h="314959">
                <a:moveTo>
                  <a:pt x="554723" y="0"/>
                </a:moveTo>
                <a:lnTo>
                  <a:pt x="526923" y="0"/>
                </a:lnTo>
                <a:lnTo>
                  <a:pt x="526923" y="314807"/>
                </a:lnTo>
                <a:lnTo>
                  <a:pt x="554723" y="314807"/>
                </a:lnTo>
                <a:lnTo>
                  <a:pt x="5547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9783881" y="6887528"/>
            <a:ext cx="287020" cy="238760"/>
          </a:xfrm>
          <a:custGeom>
            <a:avLst/>
            <a:gdLst/>
            <a:ahLst/>
            <a:cxnLst/>
            <a:rect l="l" t="t" r="r" b="b"/>
            <a:pathLst>
              <a:path w="287020" h="238759">
                <a:moveTo>
                  <a:pt x="287008" y="215130"/>
                </a:moveTo>
                <a:lnTo>
                  <a:pt x="0" y="215130"/>
                </a:lnTo>
                <a:lnTo>
                  <a:pt x="0" y="238421"/>
                </a:lnTo>
                <a:lnTo>
                  <a:pt x="287008" y="238421"/>
                </a:lnTo>
                <a:lnTo>
                  <a:pt x="287008" y="215130"/>
                </a:lnTo>
                <a:close/>
              </a:path>
              <a:path w="287020" h="238759">
                <a:moveTo>
                  <a:pt x="139997" y="102681"/>
                </a:moveTo>
                <a:lnTo>
                  <a:pt x="112448" y="102681"/>
                </a:lnTo>
                <a:lnTo>
                  <a:pt x="112448" y="215130"/>
                </a:lnTo>
                <a:lnTo>
                  <a:pt x="139997" y="215130"/>
                </a:lnTo>
                <a:lnTo>
                  <a:pt x="139997" y="102681"/>
                </a:lnTo>
                <a:close/>
              </a:path>
              <a:path w="287020" h="238759">
                <a:moveTo>
                  <a:pt x="252446" y="0"/>
                </a:moveTo>
                <a:lnTo>
                  <a:pt x="30553" y="0"/>
                </a:lnTo>
                <a:lnTo>
                  <a:pt x="30553" y="23040"/>
                </a:lnTo>
                <a:lnTo>
                  <a:pt x="224647" y="23040"/>
                </a:lnTo>
                <a:lnTo>
                  <a:pt x="224647" y="31305"/>
                </a:lnTo>
                <a:lnTo>
                  <a:pt x="224318" y="60994"/>
                </a:lnTo>
                <a:lnTo>
                  <a:pt x="222956" y="93947"/>
                </a:lnTo>
                <a:lnTo>
                  <a:pt x="219435" y="131079"/>
                </a:lnTo>
                <a:lnTo>
                  <a:pt x="212626" y="173306"/>
                </a:lnTo>
                <a:lnTo>
                  <a:pt x="240675" y="176562"/>
                </a:lnTo>
                <a:lnTo>
                  <a:pt x="247340" y="132594"/>
                </a:lnTo>
                <a:lnTo>
                  <a:pt x="250787" y="94730"/>
                </a:lnTo>
                <a:lnTo>
                  <a:pt x="252121" y="61468"/>
                </a:lnTo>
                <a:lnTo>
                  <a:pt x="252446" y="31305"/>
                </a:lnTo>
                <a:lnTo>
                  <a:pt x="2524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10187991" y="6867245"/>
            <a:ext cx="287020" cy="176530"/>
          </a:xfrm>
          <a:custGeom>
            <a:avLst/>
            <a:gdLst/>
            <a:ahLst/>
            <a:cxnLst/>
            <a:rect l="l" t="t" r="r" b="b"/>
            <a:pathLst>
              <a:path w="287020" h="176529">
                <a:moveTo>
                  <a:pt x="287020" y="153276"/>
                </a:moveTo>
                <a:lnTo>
                  <a:pt x="157289" y="153276"/>
                </a:lnTo>
                <a:lnTo>
                  <a:pt x="157289" y="114452"/>
                </a:lnTo>
                <a:lnTo>
                  <a:pt x="258457" y="114452"/>
                </a:lnTo>
                <a:lnTo>
                  <a:pt x="258457" y="92163"/>
                </a:lnTo>
                <a:lnTo>
                  <a:pt x="211124" y="92163"/>
                </a:lnTo>
                <a:lnTo>
                  <a:pt x="211124" y="23037"/>
                </a:lnTo>
                <a:lnTo>
                  <a:pt x="259461" y="23037"/>
                </a:lnTo>
                <a:lnTo>
                  <a:pt x="259461" y="0"/>
                </a:lnTo>
                <a:lnTo>
                  <a:pt x="183324" y="0"/>
                </a:lnTo>
                <a:lnTo>
                  <a:pt x="183324" y="23037"/>
                </a:lnTo>
                <a:lnTo>
                  <a:pt x="183324" y="92163"/>
                </a:lnTo>
                <a:lnTo>
                  <a:pt x="102933" y="92163"/>
                </a:lnTo>
                <a:lnTo>
                  <a:pt x="102933" y="23037"/>
                </a:lnTo>
                <a:lnTo>
                  <a:pt x="183324" y="23037"/>
                </a:lnTo>
                <a:lnTo>
                  <a:pt x="183324" y="0"/>
                </a:lnTo>
                <a:lnTo>
                  <a:pt x="26797" y="0"/>
                </a:lnTo>
                <a:lnTo>
                  <a:pt x="26797" y="23037"/>
                </a:lnTo>
                <a:lnTo>
                  <a:pt x="75387" y="23037"/>
                </a:lnTo>
                <a:lnTo>
                  <a:pt x="75387" y="92163"/>
                </a:lnTo>
                <a:lnTo>
                  <a:pt x="27800" y="92163"/>
                </a:lnTo>
                <a:lnTo>
                  <a:pt x="27800" y="114452"/>
                </a:lnTo>
                <a:lnTo>
                  <a:pt x="129730" y="114452"/>
                </a:lnTo>
                <a:lnTo>
                  <a:pt x="129730" y="153276"/>
                </a:lnTo>
                <a:lnTo>
                  <a:pt x="0" y="153276"/>
                </a:lnTo>
                <a:lnTo>
                  <a:pt x="0" y="176060"/>
                </a:lnTo>
                <a:lnTo>
                  <a:pt x="287020" y="176060"/>
                </a:lnTo>
                <a:lnTo>
                  <a:pt x="287020" y="1532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10219804" y="7075169"/>
            <a:ext cx="219710" cy="95250"/>
          </a:xfrm>
          <a:custGeom>
            <a:avLst/>
            <a:gdLst/>
            <a:ahLst/>
            <a:cxnLst/>
            <a:rect l="l" t="t" r="r" b="b"/>
            <a:pathLst>
              <a:path w="219709" h="95250">
                <a:moveTo>
                  <a:pt x="219633" y="0"/>
                </a:moveTo>
                <a:lnTo>
                  <a:pt x="0" y="0"/>
                </a:lnTo>
                <a:lnTo>
                  <a:pt x="0" y="22860"/>
                </a:lnTo>
                <a:lnTo>
                  <a:pt x="191592" y="22860"/>
                </a:lnTo>
                <a:lnTo>
                  <a:pt x="191592" y="95250"/>
                </a:lnTo>
                <a:lnTo>
                  <a:pt x="219633" y="95250"/>
                </a:lnTo>
                <a:lnTo>
                  <a:pt x="219633" y="22860"/>
                </a:lnTo>
                <a:lnTo>
                  <a:pt x="2196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10719943" y="6855459"/>
            <a:ext cx="75565" cy="162560"/>
          </a:xfrm>
          <a:custGeom>
            <a:avLst/>
            <a:gdLst/>
            <a:ahLst/>
            <a:cxnLst/>
            <a:rect l="l" t="t" r="r" b="b"/>
            <a:pathLst>
              <a:path w="75565" h="162559">
                <a:moveTo>
                  <a:pt x="75133" y="68580"/>
                </a:moveTo>
                <a:lnTo>
                  <a:pt x="27787" y="68580"/>
                </a:lnTo>
                <a:lnTo>
                  <a:pt x="27787" y="0"/>
                </a:lnTo>
                <a:lnTo>
                  <a:pt x="0" y="0"/>
                </a:lnTo>
                <a:lnTo>
                  <a:pt x="0" y="68580"/>
                </a:lnTo>
                <a:lnTo>
                  <a:pt x="0" y="91440"/>
                </a:lnTo>
                <a:lnTo>
                  <a:pt x="0" y="162560"/>
                </a:lnTo>
                <a:lnTo>
                  <a:pt x="27787" y="162560"/>
                </a:lnTo>
                <a:lnTo>
                  <a:pt x="27787" y="91440"/>
                </a:lnTo>
                <a:lnTo>
                  <a:pt x="75133" y="91440"/>
                </a:lnTo>
                <a:lnTo>
                  <a:pt x="75133" y="685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10515079" y="6868997"/>
            <a:ext cx="146685" cy="137795"/>
          </a:xfrm>
          <a:custGeom>
            <a:avLst/>
            <a:gdLst/>
            <a:ahLst/>
            <a:cxnLst/>
            <a:rect l="l" t="t" r="r" b="b"/>
            <a:pathLst>
              <a:path w="146684" h="137795">
                <a:moveTo>
                  <a:pt x="146507" y="0"/>
                </a:moveTo>
                <a:lnTo>
                  <a:pt x="118960" y="0"/>
                </a:lnTo>
                <a:lnTo>
                  <a:pt x="118960" y="44881"/>
                </a:lnTo>
                <a:lnTo>
                  <a:pt x="27292" y="44881"/>
                </a:lnTo>
                <a:lnTo>
                  <a:pt x="27292" y="431"/>
                </a:lnTo>
                <a:lnTo>
                  <a:pt x="0" y="431"/>
                </a:lnTo>
                <a:lnTo>
                  <a:pt x="0" y="44881"/>
                </a:lnTo>
                <a:lnTo>
                  <a:pt x="0" y="67741"/>
                </a:lnTo>
                <a:lnTo>
                  <a:pt x="0" y="114731"/>
                </a:lnTo>
                <a:lnTo>
                  <a:pt x="0" y="137604"/>
                </a:lnTo>
                <a:lnTo>
                  <a:pt x="146507" y="137604"/>
                </a:lnTo>
                <a:lnTo>
                  <a:pt x="146507" y="114731"/>
                </a:lnTo>
                <a:lnTo>
                  <a:pt x="27292" y="114731"/>
                </a:lnTo>
                <a:lnTo>
                  <a:pt x="27292" y="67741"/>
                </a:lnTo>
                <a:lnTo>
                  <a:pt x="118960" y="67741"/>
                </a:lnTo>
                <a:lnTo>
                  <a:pt x="118960" y="114452"/>
                </a:lnTo>
                <a:lnTo>
                  <a:pt x="146507" y="114452"/>
                </a:lnTo>
                <a:lnTo>
                  <a:pt x="146507" y="67741"/>
                </a:lnTo>
                <a:lnTo>
                  <a:pt x="146507" y="67119"/>
                </a:lnTo>
                <a:lnTo>
                  <a:pt x="146507" y="45339"/>
                </a:lnTo>
                <a:lnTo>
                  <a:pt x="146507" y="44881"/>
                </a:lnTo>
                <a:lnTo>
                  <a:pt x="1465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10546880" y="7033259"/>
            <a:ext cx="212725" cy="133350"/>
          </a:xfrm>
          <a:custGeom>
            <a:avLst/>
            <a:gdLst/>
            <a:ahLst/>
            <a:cxnLst/>
            <a:rect l="l" t="t" r="r" b="b"/>
            <a:pathLst>
              <a:path w="212725" h="133350">
                <a:moveTo>
                  <a:pt x="212382" y="110490"/>
                </a:moveTo>
                <a:lnTo>
                  <a:pt x="28054" y="110490"/>
                </a:lnTo>
                <a:lnTo>
                  <a:pt x="28054" y="76200"/>
                </a:lnTo>
                <a:lnTo>
                  <a:pt x="200850" y="76200"/>
                </a:lnTo>
                <a:lnTo>
                  <a:pt x="200850" y="54610"/>
                </a:lnTo>
                <a:lnTo>
                  <a:pt x="200850" y="22860"/>
                </a:lnTo>
                <a:lnTo>
                  <a:pt x="200850" y="0"/>
                </a:lnTo>
                <a:lnTo>
                  <a:pt x="0" y="0"/>
                </a:lnTo>
                <a:lnTo>
                  <a:pt x="0" y="22860"/>
                </a:lnTo>
                <a:lnTo>
                  <a:pt x="173304" y="22860"/>
                </a:lnTo>
                <a:lnTo>
                  <a:pt x="173304" y="54610"/>
                </a:lnTo>
                <a:lnTo>
                  <a:pt x="749" y="54610"/>
                </a:lnTo>
                <a:lnTo>
                  <a:pt x="749" y="76200"/>
                </a:lnTo>
                <a:lnTo>
                  <a:pt x="749" y="110490"/>
                </a:lnTo>
                <a:lnTo>
                  <a:pt x="749" y="133350"/>
                </a:lnTo>
                <a:lnTo>
                  <a:pt x="212382" y="133350"/>
                </a:lnTo>
                <a:lnTo>
                  <a:pt x="212382" y="1104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10826883" y="6855721"/>
            <a:ext cx="248285" cy="315595"/>
          </a:xfrm>
          <a:custGeom>
            <a:avLst/>
            <a:gdLst/>
            <a:ahLst/>
            <a:cxnLst/>
            <a:rect l="l" t="t" r="r" b="b"/>
            <a:pathLst>
              <a:path w="248284" h="315595">
                <a:moveTo>
                  <a:pt x="247687" y="0"/>
                </a:moveTo>
                <a:lnTo>
                  <a:pt x="219888" y="0"/>
                </a:lnTo>
                <a:lnTo>
                  <a:pt x="219888" y="315307"/>
                </a:lnTo>
                <a:lnTo>
                  <a:pt x="247687" y="315307"/>
                </a:lnTo>
                <a:lnTo>
                  <a:pt x="247687" y="0"/>
                </a:lnTo>
                <a:close/>
              </a:path>
              <a:path w="248284" h="315595">
                <a:moveTo>
                  <a:pt x="80391" y="24293"/>
                </a:moveTo>
                <a:lnTo>
                  <a:pt x="47967" y="32135"/>
                </a:lnTo>
                <a:lnTo>
                  <a:pt x="22539" y="54158"/>
                </a:lnTo>
                <a:lnTo>
                  <a:pt x="5940" y="88672"/>
                </a:lnTo>
                <a:lnTo>
                  <a:pt x="0" y="133987"/>
                </a:lnTo>
                <a:lnTo>
                  <a:pt x="5940" y="179442"/>
                </a:lnTo>
                <a:lnTo>
                  <a:pt x="22539" y="214003"/>
                </a:lnTo>
                <a:lnTo>
                  <a:pt x="47967" y="235980"/>
                </a:lnTo>
                <a:lnTo>
                  <a:pt x="80391" y="243681"/>
                </a:lnTo>
                <a:lnTo>
                  <a:pt x="112604" y="235980"/>
                </a:lnTo>
                <a:lnTo>
                  <a:pt x="132400" y="218887"/>
                </a:lnTo>
                <a:lnTo>
                  <a:pt x="80391" y="218887"/>
                </a:lnTo>
                <a:lnTo>
                  <a:pt x="58704" y="212841"/>
                </a:lnTo>
                <a:lnTo>
                  <a:pt x="41760" y="195690"/>
                </a:lnTo>
                <a:lnTo>
                  <a:pt x="30733" y="168912"/>
                </a:lnTo>
                <a:lnTo>
                  <a:pt x="26797" y="133987"/>
                </a:lnTo>
                <a:lnTo>
                  <a:pt x="30733" y="99202"/>
                </a:lnTo>
                <a:lnTo>
                  <a:pt x="41760" y="72472"/>
                </a:lnTo>
                <a:lnTo>
                  <a:pt x="58704" y="55273"/>
                </a:lnTo>
                <a:lnTo>
                  <a:pt x="80391" y="49086"/>
                </a:lnTo>
                <a:lnTo>
                  <a:pt x="132195" y="49086"/>
                </a:lnTo>
                <a:lnTo>
                  <a:pt x="112604" y="32135"/>
                </a:lnTo>
                <a:lnTo>
                  <a:pt x="80391" y="24293"/>
                </a:lnTo>
                <a:close/>
              </a:path>
              <a:path w="248284" h="315595">
                <a:moveTo>
                  <a:pt x="132195" y="49086"/>
                </a:moveTo>
                <a:lnTo>
                  <a:pt x="80391" y="49086"/>
                </a:lnTo>
                <a:lnTo>
                  <a:pt x="102039" y="55273"/>
                </a:lnTo>
                <a:lnTo>
                  <a:pt x="118897" y="72472"/>
                </a:lnTo>
                <a:lnTo>
                  <a:pt x="129838" y="99202"/>
                </a:lnTo>
                <a:lnTo>
                  <a:pt x="133736" y="133987"/>
                </a:lnTo>
                <a:lnTo>
                  <a:pt x="129838" y="168912"/>
                </a:lnTo>
                <a:lnTo>
                  <a:pt x="118897" y="195690"/>
                </a:lnTo>
                <a:lnTo>
                  <a:pt x="102039" y="212841"/>
                </a:lnTo>
                <a:lnTo>
                  <a:pt x="80391" y="218887"/>
                </a:lnTo>
                <a:lnTo>
                  <a:pt x="132400" y="218887"/>
                </a:lnTo>
                <a:lnTo>
                  <a:pt x="138056" y="214003"/>
                </a:lnTo>
                <a:lnTo>
                  <a:pt x="154773" y="179442"/>
                </a:lnTo>
                <a:lnTo>
                  <a:pt x="160784" y="133987"/>
                </a:lnTo>
                <a:lnTo>
                  <a:pt x="154773" y="88672"/>
                </a:lnTo>
                <a:lnTo>
                  <a:pt x="138056" y="54158"/>
                </a:lnTo>
                <a:lnTo>
                  <a:pt x="132195" y="490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11232757" y="6855459"/>
            <a:ext cx="871855" cy="317500"/>
          </a:xfrm>
          <a:custGeom>
            <a:avLst/>
            <a:gdLst/>
            <a:ahLst/>
            <a:cxnLst/>
            <a:rect l="l" t="t" r="r" b="b"/>
            <a:pathLst>
              <a:path w="871854" h="317500">
                <a:moveTo>
                  <a:pt x="146507" y="98196"/>
                </a:moveTo>
                <a:lnTo>
                  <a:pt x="118960" y="98196"/>
                </a:lnTo>
                <a:lnTo>
                  <a:pt x="118960" y="156044"/>
                </a:lnTo>
                <a:lnTo>
                  <a:pt x="146507" y="156044"/>
                </a:lnTo>
                <a:lnTo>
                  <a:pt x="146507" y="98196"/>
                </a:lnTo>
                <a:close/>
              </a:path>
              <a:path w="871854" h="317500">
                <a:moveTo>
                  <a:pt x="146507" y="76200"/>
                </a:moveTo>
                <a:lnTo>
                  <a:pt x="27292" y="76200"/>
                </a:lnTo>
                <a:lnTo>
                  <a:pt x="27292" y="22860"/>
                </a:lnTo>
                <a:lnTo>
                  <a:pt x="0" y="22860"/>
                </a:lnTo>
                <a:lnTo>
                  <a:pt x="0" y="76200"/>
                </a:lnTo>
                <a:lnTo>
                  <a:pt x="0" y="97790"/>
                </a:lnTo>
                <a:lnTo>
                  <a:pt x="0" y="156210"/>
                </a:lnTo>
                <a:lnTo>
                  <a:pt x="0" y="179082"/>
                </a:lnTo>
                <a:lnTo>
                  <a:pt x="146507" y="179082"/>
                </a:lnTo>
                <a:lnTo>
                  <a:pt x="146507" y="156210"/>
                </a:lnTo>
                <a:lnTo>
                  <a:pt x="27292" y="156210"/>
                </a:lnTo>
                <a:lnTo>
                  <a:pt x="27292" y="97790"/>
                </a:lnTo>
                <a:lnTo>
                  <a:pt x="146507" y="97790"/>
                </a:lnTo>
                <a:lnTo>
                  <a:pt x="146507" y="76200"/>
                </a:lnTo>
                <a:close/>
              </a:path>
              <a:path w="871854" h="317500">
                <a:moveTo>
                  <a:pt x="146507" y="23063"/>
                </a:moveTo>
                <a:lnTo>
                  <a:pt x="118960" y="23063"/>
                </a:lnTo>
                <a:lnTo>
                  <a:pt x="118960" y="76149"/>
                </a:lnTo>
                <a:lnTo>
                  <a:pt x="146507" y="76149"/>
                </a:lnTo>
                <a:lnTo>
                  <a:pt x="146507" y="23063"/>
                </a:lnTo>
                <a:close/>
              </a:path>
              <a:path w="871854" h="317500">
                <a:moveTo>
                  <a:pt x="247180" y="284492"/>
                </a:moveTo>
                <a:lnTo>
                  <a:pt x="63106" y="284492"/>
                </a:lnTo>
                <a:lnTo>
                  <a:pt x="63106" y="209550"/>
                </a:lnTo>
                <a:lnTo>
                  <a:pt x="35560" y="209550"/>
                </a:lnTo>
                <a:lnTo>
                  <a:pt x="35560" y="284492"/>
                </a:lnTo>
                <a:lnTo>
                  <a:pt x="35560" y="308610"/>
                </a:lnTo>
                <a:lnTo>
                  <a:pt x="247180" y="308610"/>
                </a:lnTo>
                <a:lnTo>
                  <a:pt x="247180" y="284492"/>
                </a:lnTo>
                <a:close/>
              </a:path>
              <a:path w="871854" h="317500">
                <a:moveTo>
                  <a:pt x="279984" y="95250"/>
                </a:moveTo>
                <a:lnTo>
                  <a:pt x="232651" y="95250"/>
                </a:lnTo>
                <a:lnTo>
                  <a:pt x="232651" y="0"/>
                </a:lnTo>
                <a:lnTo>
                  <a:pt x="204851" y="0"/>
                </a:lnTo>
                <a:lnTo>
                  <a:pt x="204851" y="95250"/>
                </a:lnTo>
                <a:lnTo>
                  <a:pt x="204851" y="119380"/>
                </a:lnTo>
                <a:lnTo>
                  <a:pt x="204851" y="231140"/>
                </a:lnTo>
                <a:lnTo>
                  <a:pt x="232651" y="231140"/>
                </a:lnTo>
                <a:lnTo>
                  <a:pt x="232651" y="119380"/>
                </a:lnTo>
                <a:lnTo>
                  <a:pt x="279984" y="119380"/>
                </a:lnTo>
                <a:lnTo>
                  <a:pt x="279984" y="95250"/>
                </a:lnTo>
                <a:close/>
              </a:path>
              <a:path w="871854" h="317500">
                <a:moveTo>
                  <a:pt x="551726" y="210820"/>
                </a:moveTo>
                <a:lnTo>
                  <a:pt x="331825" y="210820"/>
                </a:lnTo>
                <a:lnTo>
                  <a:pt x="331825" y="233680"/>
                </a:lnTo>
                <a:lnTo>
                  <a:pt x="524167" y="233680"/>
                </a:lnTo>
                <a:lnTo>
                  <a:pt x="524167" y="317500"/>
                </a:lnTo>
                <a:lnTo>
                  <a:pt x="551726" y="317500"/>
                </a:lnTo>
                <a:lnTo>
                  <a:pt x="551726" y="233680"/>
                </a:lnTo>
                <a:lnTo>
                  <a:pt x="551726" y="210820"/>
                </a:lnTo>
                <a:close/>
              </a:path>
              <a:path w="871854" h="317500">
                <a:moveTo>
                  <a:pt x="587032" y="157302"/>
                </a:moveTo>
                <a:lnTo>
                  <a:pt x="457301" y="157302"/>
                </a:lnTo>
                <a:lnTo>
                  <a:pt x="457301" y="119380"/>
                </a:lnTo>
                <a:lnTo>
                  <a:pt x="554228" y="119380"/>
                </a:lnTo>
                <a:lnTo>
                  <a:pt x="554228" y="96520"/>
                </a:lnTo>
                <a:lnTo>
                  <a:pt x="364134" y="96520"/>
                </a:lnTo>
                <a:lnTo>
                  <a:pt x="364134" y="35560"/>
                </a:lnTo>
                <a:lnTo>
                  <a:pt x="551472" y="35560"/>
                </a:lnTo>
                <a:lnTo>
                  <a:pt x="551472" y="12700"/>
                </a:lnTo>
                <a:lnTo>
                  <a:pt x="336334" y="12700"/>
                </a:lnTo>
                <a:lnTo>
                  <a:pt x="336334" y="35560"/>
                </a:lnTo>
                <a:lnTo>
                  <a:pt x="336334" y="96520"/>
                </a:lnTo>
                <a:lnTo>
                  <a:pt x="336334" y="119380"/>
                </a:lnTo>
                <a:lnTo>
                  <a:pt x="429755" y="119380"/>
                </a:lnTo>
                <a:lnTo>
                  <a:pt x="429755" y="157302"/>
                </a:lnTo>
                <a:lnTo>
                  <a:pt x="300024" y="157302"/>
                </a:lnTo>
                <a:lnTo>
                  <a:pt x="300024" y="180086"/>
                </a:lnTo>
                <a:lnTo>
                  <a:pt x="587032" y="180086"/>
                </a:lnTo>
                <a:lnTo>
                  <a:pt x="587032" y="157302"/>
                </a:lnTo>
                <a:close/>
              </a:path>
              <a:path w="871854" h="317500">
                <a:moveTo>
                  <a:pt x="825449" y="235178"/>
                </a:moveTo>
                <a:lnTo>
                  <a:pt x="824153" y="223164"/>
                </a:lnTo>
                <a:lnTo>
                  <a:pt x="824026" y="222034"/>
                </a:lnTo>
                <a:lnTo>
                  <a:pt x="823937" y="221157"/>
                </a:lnTo>
                <a:lnTo>
                  <a:pt x="823201" y="214401"/>
                </a:lnTo>
                <a:lnTo>
                  <a:pt x="801014" y="216687"/>
                </a:lnTo>
                <a:lnTo>
                  <a:pt x="778357" y="218528"/>
                </a:lnTo>
                <a:lnTo>
                  <a:pt x="755383" y="220002"/>
                </a:lnTo>
                <a:lnTo>
                  <a:pt x="732294" y="221157"/>
                </a:lnTo>
                <a:lnTo>
                  <a:pt x="732294" y="159296"/>
                </a:lnTo>
                <a:lnTo>
                  <a:pt x="801166" y="159296"/>
                </a:lnTo>
                <a:lnTo>
                  <a:pt x="801166" y="136258"/>
                </a:lnTo>
                <a:lnTo>
                  <a:pt x="666673" y="136258"/>
                </a:lnTo>
                <a:lnTo>
                  <a:pt x="666673" y="52857"/>
                </a:lnTo>
                <a:lnTo>
                  <a:pt x="799909" y="52857"/>
                </a:lnTo>
                <a:lnTo>
                  <a:pt x="799909" y="30327"/>
                </a:lnTo>
                <a:lnTo>
                  <a:pt x="639381" y="30327"/>
                </a:lnTo>
                <a:lnTo>
                  <a:pt x="639381" y="159296"/>
                </a:lnTo>
                <a:lnTo>
                  <a:pt x="704494" y="159296"/>
                </a:lnTo>
                <a:lnTo>
                  <a:pt x="704494" y="222034"/>
                </a:lnTo>
                <a:lnTo>
                  <a:pt x="681215" y="222580"/>
                </a:lnTo>
                <a:lnTo>
                  <a:pt x="630034" y="223164"/>
                </a:lnTo>
                <a:lnTo>
                  <a:pt x="615327" y="223164"/>
                </a:lnTo>
                <a:lnTo>
                  <a:pt x="619036" y="246341"/>
                </a:lnTo>
                <a:lnTo>
                  <a:pt x="619086" y="246710"/>
                </a:lnTo>
                <a:lnTo>
                  <a:pt x="666965" y="246341"/>
                </a:lnTo>
                <a:lnTo>
                  <a:pt x="718705" y="244792"/>
                </a:lnTo>
                <a:lnTo>
                  <a:pt x="772223" y="241312"/>
                </a:lnTo>
                <a:lnTo>
                  <a:pt x="825449" y="235178"/>
                </a:lnTo>
                <a:close/>
              </a:path>
              <a:path w="871854" h="317500">
                <a:moveTo>
                  <a:pt x="871791" y="266"/>
                </a:moveTo>
                <a:lnTo>
                  <a:pt x="843991" y="266"/>
                </a:lnTo>
                <a:lnTo>
                  <a:pt x="843991" y="315582"/>
                </a:lnTo>
                <a:lnTo>
                  <a:pt x="871791" y="315582"/>
                </a:lnTo>
                <a:lnTo>
                  <a:pt x="871791" y="2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12165658" y="6855721"/>
            <a:ext cx="255270" cy="315595"/>
          </a:xfrm>
          <a:custGeom>
            <a:avLst/>
            <a:gdLst/>
            <a:ahLst/>
            <a:cxnLst/>
            <a:rect l="l" t="t" r="r" b="b"/>
            <a:pathLst>
              <a:path w="255270" h="315595">
                <a:moveTo>
                  <a:pt x="255200" y="143253"/>
                </a:moveTo>
                <a:lnTo>
                  <a:pt x="227652" y="143253"/>
                </a:lnTo>
                <a:lnTo>
                  <a:pt x="227652" y="315307"/>
                </a:lnTo>
                <a:lnTo>
                  <a:pt x="255200" y="315307"/>
                </a:lnTo>
                <a:lnTo>
                  <a:pt x="255200" y="143253"/>
                </a:lnTo>
                <a:close/>
              </a:path>
              <a:path w="255270" h="315595">
                <a:moveTo>
                  <a:pt x="78889" y="24293"/>
                </a:moveTo>
                <a:lnTo>
                  <a:pt x="46875" y="32135"/>
                </a:lnTo>
                <a:lnTo>
                  <a:pt x="21881" y="54158"/>
                </a:lnTo>
                <a:lnTo>
                  <a:pt x="5669" y="88672"/>
                </a:lnTo>
                <a:lnTo>
                  <a:pt x="0" y="133987"/>
                </a:lnTo>
                <a:lnTo>
                  <a:pt x="5669" y="179442"/>
                </a:lnTo>
                <a:lnTo>
                  <a:pt x="21881" y="214003"/>
                </a:lnTo>
                <a:lnTo>
                  <a:pt x="46875" y="235980"/>
                </a:lnTo>
                <a:lnTo>
                  <a:pt x="78889" y="243681"/>
                </a:lnTo>
                <a:lnTo>
                  <a:pt x="109257" y="236670"/>
                </a:lnTo>
                <a:lnTo>
                  <a:pt x="130701" y="218887"/>
                </a:lnTo>
                <a:lnTo>
                  <a:pt x="78889" y="218887"/>
                </a:lnTo>
                <a:lnTo>
                  <a:pt x="57609" y="212841"/>
                </a:lnTo>
                <a:lnTo>
                  <a:pt x="41072" y="195690"/>
                </a:lnTo>
                <a:lnTo>
                  <a:pt x="30357" y="168912"/>
                </a:lnTo>
                <a:lnTo>
                  <a:pt x="26545" y="133987"/>
                </a:lnTo>
                <a:lnTo>
                  <a:pt x="30357" y="99202"/>
                </a:lnTo>
                <a:lnTo>
                  <a:pt x="41072" y="72472"/>
                </a:lnTo>
                <a:lnTo>
                  <a:pt x="57609" y="55273"/>
                </a:lnTo>
                <a:lnTo>
                  <a:pt x="78889" y="49086"/>
                </a:lnTo>
                <a:lnTo>
                  <a:pt x="130895" y="49086"/>
                </a:lnTo>
                <a:lnTo>
                  <a:pt x="108548" y="31109"/>
                </a:lnTo>
                <a:lnTo>
                  <a:pt x="78889" y="24293"/>
                </a:lnTo>
                <a:close/>
              </a:path>
              <a:path w="255270" h="315595">
                <a:moveTo>
                  <a:pt x="130895" y="49086"/>
                </a:moveTo>
                <a:lnTo>
                  <a:pt x="78889" y="49086"/>
                </a:lnTo>
                <a:lnTo>
                  <a:pt x="100063" y="55273"/>
                </a:lnTo>
                <a:lnTo>
                  <a:pt x="116611" y="72472"/>
                </a:lnTo>
                <a:lnTo>
                  <a:pt x="127384" y="99202"/>
                </a:lnTo>
                <a:lnTo>
                  <a:pt x="131231" y="133987"/>
                </a:lnTo>
                <a:lnTo>
                  <a:pt x="127384" y="168912"/>
                </a:lnTo>
                <a:lnTo>
                  <a:pt x="116611" y="195690"/>
                </a:lnTo>
                <a:lnTo>
                  <a:pt x="100063" y="212841"/>
                </a:lnTo>
                <a:lnTo>
                  <a:pt x="78889" y="218887"/>
                </a:lnTo>
                <a:lnTo>
                  <a:pt x="130701" y="218887"/>
                </a:lnTo>
                <a:lnTo>
                  <a:pt x="133438" y="216617"/>
                </a:lnTo>
                <a:lnTo>
                  <a:pt x="149942" y="184989"/>
                </a:lnTo>
                <a:lnTo>
                  <a:pt x="157277" y="143253"/>
                </a:lnTo>
                <a:lnTo>
                  <a:pt x="255200" y="143253"/>
                </a:lnTo>
                <a:lnTo>
                  <a:pt x="255200" y="120212"/>
                </a:lnTo>
                <a:lnTo>
                  <a:pt x="157027" y="120212"/>
                </a:lnTo>
                <a:lnTo>
                  <a:pt x="148991" y="80431"/>
                </a:lnTo>
                <a:lnTo>
                  <a:pt x="132374" y="50276"/>
                </a:lnTo>
                <a:lnTo>
                  <a:pt x="130895" y="49086"/>
                </a:lnTo>
                <a:close/>
              </a:path>
              <a:path w="255270" h="315595">
                <a:moveTo>
                  <a:pt x="255200" y="0"/>
                </a:moveTo>
                <a:lnTo>
                  <a:pt x="227652" y="0"/>
                </a:lnTo>
                <a:lnTo>
                  <a:pt x="227652" y="120212"/>
                </a:lnTo>
                <a:lnTo>
                  <a:pt x="255200" y="120212"/>
                </a:lnTo>
                <a:lnTo>
                  <a:pt x="255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12471448" y="7117685"/>
            <a:ext cx="53975" cy="96520"/>
          </a:xfrm>
          <a:custGeom>
            <a:avLst/>
            <a:gdLst/>
            <a:ahLst/>
            <a:cxnLst/>
            <a:rect l="l" t="t" r="r" b="b"/>
            <a:pathLst>
              <a:path w="53975" h="96520">
                <a:moveTo>
                  <a:pt x="53594" y="0"/>
                </a:moveTo>
                <a:lnTo>
                  <a:pt x="19534" y="0"/>
                </a:lnTo>
                <a:lnTo>
                  <a:pt x="0" y="96420"/>
                </a:lnTo>
                <a:lnTo>
                  <a:pt x="26296" y="96420"/>
                </a:lnTo>
                <a:lnTo>
                  <a:pt x="535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7" name="object 57" descr=""/>
          <p:cNvGrpSpPr/>
          <p:nvPr/>
        </p:nvGrpSpPr>
        <p:grpSpPr>
          <a:xfrm>
            <a:off x="12673185" y="6885274"/>
            <a:ext cx="1021080" cy="332740"/>
            <a:chOff x="12673185" y="6885274"/>
            <a:chExt cx="1021080" cy="332740"/>
          </a:xfrm>
        </p:grpSpPr>
        <p:sp>
          <p:nvSpPr>
            <p:cNvPr id="58" name="object 58" descr=""/>
            <p:cNvSpPr/>
            <p:nvPr/>
          </p:nvSpPr>
          <p:spPr>
            <a:xfrm>
              <a:off x="12673185" y="6885274"/>
              <a:ext cx="201930" cy="256540"/>
            </a:xfrm>
            <a:custGeom>
              <a:avLst/>
              <a:gdLst/>
              <a:ahLst/>
              <a:cxnLst/>
              <a:rect l="l" t="t" r="r" b="b"/>
              <a:pathLst>
                <a:path w="201929" h="256540">
                  <a:moveTo>
                    <a:pt x="82896" y="0"/>
                  </a:moveTo>
                  <a:lnTo>
                    <a:pt x="0" y="0"/>
                  </a:lnTo>
                  <a:lnTo>
                    <a:pt x="0" y="256453"/>
                  </a:lnTo>
                  <a:lnTo>
                    <a:pt x="79640" y="256453"/>
                  </a:lnTo>
                  <a:lnTo>
                    <a:pt x="131701" y="247610"/>
                  </a:lnTo>
                  <a:lnTo>
                    <a:pt x="160999" y="228153"/>
                  </a:lnTo>
                  <a:lnTo>
                    <a:pt x="31806" y="228153"/>
                  </a:lnTo>
                  <a:lnTo>
                    <a:pt x="31806" y="28300"/>
                  </a:lnTo>
                  <a:lnTo>
                    <a:pt x="162018" y="28300"/>
                  </a:lnTo>
                  <a:lnTo>
                    <a:pt x="133074" y="8757"/>
                  </a:lnTo>
                  <a:lnTo>
                    <a:pt x="82896" y="0"/>
                  </a:lnTo>
                  <a:close/>
                </a:path>
                <a:path w="201929" h="256540">
                  <a:moveTo>
                    <a:pt x="162018" y="28300"/>
                  </a:moveTo>
                  <a:lnTo>
                    <a:pt x="80892" y="28300"/>
                  </a:lnTo>
                  <a:lnTo>
                    <a:pt x="120087" y="35136"/>
                  </a:lnTo>
                  <a:lnTo>
                    <a:pt x="148199" y="54815"/>
                  </a:lnTo>
                  <a:lnTo>
                    <a:pt x="165135" y="86093"/>
                  </a:lnTo>
                  <a:lnTo>
                    <a:pt x="170801" y="127725"/>
                  </a:lnTo>
                  <a:lnTo>
                    <a:pt x="165084" y="169726"/>
                  </a:lnTo>
                  <a:lnTo>
                    <a:pt x="147792" y="201325"/>
                  </a:lnTo>
                  <a:lnTo>
                    <a:pt x="118713" y="221231"/>
                  </a:lnTo>
                  <a:lnTo>
                    <a:pt x="77637" y="228153"/>
                  </a:lnTo>
                  <a:lnTo>
                    <a:pt x="160999" y="228153"/>
                  </a:lnTo>
                  <a:lnTo>
                    <a:pt x="170050" y="222143"/>
                  </a:lnTo>
                  <a:lnTo>
                    <a:pt x="193748" y="181649"/>
                  </a:lnTo>
                  <a:lnTo>
                    <a:pt x="201856" y="127725"/>
                  </a:lnTo>
                  <a:lnTo>
                    <a:pt x="193799" y="74170"/>
                  </a:lnTo>
                  <a:lnTo>
                    <a:pt x="170457" y="33997"/>
                  </a:lnTo>
                  <a:lnTo>
                    <a:pt x="162018" y="28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08601" y="6946883"/>
              <a:ext cx="170051" cy="198851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13122228" y="6885274"/>
              <a:ext cx="170815" cy="260985"/>
            </a:xfrm>
            <a:custGeom>
              <a:avLst/>
              <a:gdLst/>
              <a:ahLst/>
              <a:cxnLst/>
              <a:rect l="l" t="t" r="r" b="b"/>
              <a:pathLst>
                <a:path w="170815" h="260984">
                  <a:moveTo>
                    <a:pt x="60010" y="226901"/>
                  </a:moveTo>
                  <a:lnTo>
                    <a:pt x="32808" y="226901"/>
                  </a:lnTo>
                  <a:lnTo>
                    <a:pt x="39249" y="236688"/>
                  </a:lnTo>
                  <a:lnTo>
                    <a:pt x="49588" y="247719"/>
                  </a:lnTo>
                  <a:lnTo>
                    <a:pt x="65561" y="256731"/>
                  </a:lnTo>
                  <a:lnTo>
                    <a:pt x="88907" y="260460"/>
                  </a:lnTo>
                  <a:lnTo>
                    <a:pt x="121844" y="253479"/>
                  </a:lnTo>
                  <a:lnTo>
                    <a:pt x="147667" y="233538"/>
                  </a:lnTo>
                  <a:lnTo>
                    <a:pt x="147869" y="233162"/>
                  </a:lnTo>
                  <a:lnTo>
                    <a:pt x="84399" y="233162"/>
                  </a:lnTo>
                  <a:lnTo>
                    <a:pt x="61077" y="227832"/>
                  </a:lnTo>
                  <a:lnTo>
                    <a:pt x="60010" y="226901"/>
                  </a:lnTo>
                  <a:close/>
                </a:path>
                <a:path w="170815" h="260984">
                  <a:moveTo>
                    <a:pt x="30554" y="0"/>
                  </a:moveTo>
                  <a:lnTo>
                    <a:pt x="0" y="0"/>
                  </a:lnTo>
                  <a:lnTo>
                    <a:pt x="0" y="256453"/>
                  </a:lnTo>
                  <a:lnTo>
                    <a:pt x="29552" y="256453"/>
                  </a:lnTo>
                  <a:lnTo>
                    <a:pt x="29552" y="226901"/>
                  </a:lnTo>
                  <a:lnTo>
                    <a:pt x="60010" y="226901"/>
                  </a:lnTo>
                  <a:lnTo>
                    <a:pt x="43953" y="212876"/>
                  </a:lnTo>
                  <a:lnTo>
                    <a:pt x="33403" y="189843"/>
                  </a:lnTo>
                  <a:lnTo>
                    <a:pt x="29863" y="160784"/>
                  </a:lnTo>
                  <a:lnTo>
                    <a:pt x="29802" y="160283"/>
                  </a:lnTo>
                  <a:lnTo>
                    <a:pt x="33332" y="131064"/>
                  </a:lnTo>
                  <a:lnTo>
                    <a:pt x="43765" y="108535"/>
                  </a:lnTo>
                  <a:lnTo>
                    <a:pt x="60122" y="94667"/>
                  </a:lnTo>
                  <a:lnTo>
                    <a:pt x="30554" y="94667"/>
                  </a:lnTo>
                  <a:lnTo>
                    <a:pt x="30554" y="0"/>
                  </a:lnTo>
                  <a:close/>
                </a:path>
                <a:path w="170815" h="260984">
                  <a:moveTo>
                    <a:pt x="147893" y="88907"/>
                  </a:moveTo>
                  <a:lnTo>
                    <a:pt x="84399" y="88907"/>
                  </a:lnTo>
                  <a:lnTo>
                    <a:pt x="108684" y="94389"/>
                  </a:lnTo>
                  <a:lnTo>
                    <a:pt x="125972" y="109474"/>
                  </a:lnTo>
                  <a:lnTo>
                    <a:pt x="136311" y="132120"/>
                  </a:lnTo>
                  <a:lnTo>
                    <a:pt x="139747" y="160283"/>
                  </a:lnTo>
                  <a:lnTo>
                    <a:pt x="136241" y="188892"/>
                  </a:lnTo>
                  <a:lnTo>
                    <a:pt x="125785" y="212031"/>
                  </a:lnTo>
                  <a:lnTo>
                    <a:pt x="108473" y="227515"/>
                  </a:lnTo>
                  <a:lnTo>
                    <a:pt x="84399" y="233162"/>
                  </a:lnTo>
                  <a:lnTo>
                    <a:pt x="147869" y="233162"/>
                  </a:lnTo>
                  <a:lnTo>
                    <a:pt x="164522" y="202138"/>
                  </a:lnTo>
                  <a:lnTo>
                    <a:pt x="170552" y="160784"/>
                  </a:lnTo>
                  <a:lnTo>
                    <a:pt x="164514" y="119613"/>
                  </a:lnTo>
                  <a:lnTo>
                    <a:pt x="147893" y="88907"/>
                  </a:lnTo>
                  <a:close/>
                </a:path>
                <a:path w="170815" h="260984">
                  <a:moveTo>
                    <a:pt x="88406" y="61609"/>
                  </a:moveTo>
                  <a:lnTo>
                    <a:pt x="64927" y="65330"/>
                  </a:lnTo>
                  <a:lnTo>
                    <a:pt x="49150" y="74287"/>
                  </a:lnTo>
                  <a:lnTo>
                    <a:pt x="39101" y="85170"/>
                  </a:lnTo>
                  <a:lnTo>
                    <a:pt x="32808" y="94667"/>
                  </a:lnTo>
                  <a:lnTo>
                    <a:pt x="60122" y="94667"/>
                  </a:lnTo>
                  <a:lnTo>
                    <a:pt x="60865" y="94037"/>
                  </a:lnTo>
                  <a:lnTo>
                    <a:pt x="84399" y="88907"/>
                  </a:lnTo>
                  <a:lnTo>
                    <a:pt x="147893" y="88907"/>
                  </a:lnTo>
                  <a:lnTo>
                    <a:pt x="147605" y="88375"/>
                  </a:lnTo>
                  <a:lnTo>
                    <a:pt x="121633" y="68547"/>
                  </a:lnTo>
                  <a:lnTo>
                    <a:pt x="88406" y="61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32350" y="6949387"/>
              <a:ext cx="151768" cy="194844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13523689" y="6946883"/>
              <a:ext cx="170815" cy="271145"/>
            </a:xfrm>
            <a:custGeom>
              <a:avLst/>
              <a:gdLst/>
              <a:ahLst/>
              <a:cxnLst/>
              <a:rect l="l" t="t" r="r" b="b"/>
              <a:pathLst>
                <a:path w="170815" h="271145">
                  <a:moveTo>
                    <a:pt x="37566" y="214880"/>
                  </a:moveTo>
                  <a:lnTo>
                    <a:pt x="5510" y="214880"/>
                  </a:lnTo>
                  <a:lnTo>
                    <a:pt x="13195" y="238754"/>
                  </a:lnTo>
                  <a:lnTo>
                    <a:pt x="30178" y="256359"/>
                  </a:lnTo>
                  <a:lnTo>
                    <a:pt x="55238" y="267250"/>
                  </a:lnTo>
                  <a:lnTo>
                    <a:pt x="87154" y="270979"/>
                  </a:lnTo>
                  <a:lnTo>
                    <a:pt x="119942" y="266878"/>
                  </a:lnTo>
                  <a:lnTo>
                    <a:pt x="146415" y="254137"/>
                  </a:lnTo>
                  <a:lnTo>
                    <a:pt x="154206" y="244432"/>
                  </a:lnTo>
                  <a:lnTo>
                    <a:pt x="87154" y="244432"/>
                  </a:lnTo>
                  <a:lnTo>
                    <a:pt x="68453" y="242597"/>
                  </a:lnTo>
                  <a:lnTo>
                    <a:pt x="53626" y="237075"/>
                  </a:lnTo>
                  <a:lnTo>
                    <a:pt x="43166" y="227844"/>
                  </a:lnTo>
                  <a:lnTo>
                    <a:pt x="37566" y="214880"/>
                  </a:lnTo>
                  <a:close/>
                </a:path>
                <a:path w="170815" h="271145">
                  <a:moveTo>
                    <a:pt x="170552" y="159281"/>
                  </a:moveTo>
                  <a:lnTo>
                    <a:pt x="140248" y="159281"/>
                  </a:lnTo>
                  <a:lnTo>
                    <a:pt x="140248" y="198350"/>
                  </a:lnTo>
                  <a:lnTo>
                    <a:pt x="136566" y="218969"/>
                  </a:lnTo>
                  <a:lnTo>
                    <a:pt x="126004" y="233319"/>
                  </a:lnTo>
                  <a:lnTo>
                    <a:pt x="109291" y="241704"/>
                  </a:lnTo>
                  <a:lnTo>
                    <a:pt x="87154" y="244432"/>
                  </a:lnTo>
                  <a:lnTo>
                    <a:pt x="154206" y="244432"/>
                  </a:lnTo>
                  <a:lnTo>
                    <a:pt x="164107" y="232098"/>
                  </a:lnTo>
                  <a:lnTo>
                    <a:pt x="170552" y="200104"/>
                  </a:lnTo>
                  <a:lnTo>
                    <a:pt x="170552" y="159281"/>
                  </a:lnTo>
                  <a:close/>
                </a:path>
                <a:path w="170815" h="271145">
                  <a:moveTo>
                    <a:pt x="82145" y="0"/>
                  </a:moveTo>
                  <a:lnTo>
                    <a:pt x="48918" y="6679"/>
                  </a:lnTo>
                  <a:lnTo>
                    <a:pt x="22946" y="25827"/>
                  </a:lnTo>
                  <a:lnTo>
                    <a:pt x="6037" y="56103"/>
                  </a:lnTo>
                  <a:lnTo>
                    <a:pt x="0" y="96170"/>
                  </a:lnTo>
                  <a:lnTo>
                    <a:pt x="6206" y="136581"/>
                  </a:lnTo>
                  <a:lnTo>
                    <a:pt x="23353" y="166638"/>
                  </a:lnTo>
                  <a:lnTo>
                    <a:pt x="49235" y="185378"/>
                  </a:lnTo>
                  <a:lnTo>
                    <a:pt x="81645" y="191839"/>
                  </a:lnTo>
                  <a:lnTo>
                    <a:pt x="105237" y="188266"/>
                  </a:lnTo>
                  <a:lnTo>
                    <a:pt x="121245" y="179599"/>
                  </a:lnTo>
                  <a:lnTo>
                    <a:pt x="131479" y="168912"/>
                  </a:lnTo>
                  <a:lnTo>
                    <a:pt x="134159" y="164791"/>
                  </a:lnTo>
                  <a:lnTo>
                    <a:pt x="86152" y="164791"/>
                  </a:lnTo>
                  <a:lnTo>
                    <a:pt x="62078" y="159825"/>
                  </a:lnTo>
                  <a:lnTo>
                    <a:pt x="44767" y="145914"/>
                  </a:lnTo>
                  <a:lnTo>
                    <a:pt x="34311" y="124536"/>
                  </a:lnTo>
                  <a:lnTo>
                    <a:pt x="30805" y="97172"/>
                  </a:lnTo>
                  <a:lnTo>
                    <a:pt x="34240" y="69877"/>
                  </a:lnTo>
                  <a:lnTo>
                    <a:pt x="44579" y="47678"/>
                  </a:lnTo>
                  <a:lnTo>
                    <a:pt x="61867" y="32757"/>
                  </a:lnTo>
                  <a:lnTo>
                    <a:pt x="86152" y="27298"/>
                  </a:lnTo>
                  <a:lnTo>
                    <a:pt x="134381" y="27298"/>
                  </a:lnTo>
                  <a:lnTo>
                    <a:pt x="131874" y="23561"/>
                  </a:lnTo>
                  <a:lnTo>
                    <a:pt x="121652" y="12678"/>
                  </a:lnTo>
                  <a:lnTo>
                    <a:pt x="105702" y="3721"/>
                  </a:lnTo>
                  <a:lnTo>
                    <a:pt x="82145" y="0"/>
                  </a:lnTo>
                  <a:close/>
                </a:path>
                <a:path w="170815" h="271145">
                  <a:moveTo>
                    <a:pt x="134381" y="27298"/>
                  </a:moveTo>
                  <a:lnTo>
                    <a:pt x="86152" y="27298"/>
                  </a:lnTo>
                  <a:lnTo>
                    <a:pt x="109686" y="32405"/>
                  </a:lnTo>
                  <a:lnTo>
                    <a:pt x="126787" y="46739"/>
                  </a:lnTo>
                  <a:lnTo>
                    <a:pt x="137219" y="68821"/>
                  </a:lnTo>
                  <a:lnTo>
                    <a:pt x="140624" y="96170"/>
                  </a:lnTo>
                  <a:lnTo>
                    <a:pt x="140749" y="97172"/>
                  </a:lnTo>
                  <a:lnTo>
                    <a:pt x="137149" y="125593"/>
                  </a:lnTo>
                  <a:lnTo>
                    <a:pt x="126599" y="146853"/>
                  </a:lnTo>
                  <a:lnTo>
                    <a:pt x="109475" y="160178"/>
                  </a:lnTo>
                  <a:lnTo>
                    <a:pt x="86152" y="164791"/>
                  </a:lnTo>
                  <a:lnTo>
                    <a:pt x="134159" y="164791"/>
                  </a:lnTo>
                  <a:lnTo>
                    <a:pt x="137743" y="159281"/>
                  </a:lnTo>
                  <a:lnTo>
                    <a:pt x="170552" y="159281"/>
                  </a:lnTo>
                  <a:lnTo>
                    <a:pt x="170552" y="33058"/>
                  </a:lnTo>
                  <a:lnTo>
                    <a:pt x="138245" y="33058"/>
                  </a:lnTo>
                  <a:lnTo>
                    <a:pt x="134381" y="27298"/>
                  </a:lnTo>
                  <a:close/>
                </a:path>
                <a:path w="170815" h="271145">
                  <a:moveTo>
                    <a:pt x="170552" y="2504"/>
                  </a:moveTo>
                  <a:lnTo>
                    <a:pt x="140999" y="2504"/>
                  </a:lnTo>
                  <a:lnTo>
                    <a:pt x="140999" y="33058"/>
                  </a:lnTo>
                  <a:lnTo>
                    <a:pt x="170552" y="33058"/>
                  </a:lnTo>
                  <a:lnTo>
                    <a:pt x="170552" y="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/>
          <p:nvPr/>
        </p:nvSpPr>
        <p:spPr>
          <a:xfrm>
            <a:off x="13741823" y="7098150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19" h="45720">
                <a:moveTo>
                  <a:pt x="22790" y="0"/>
                </a:moveTo>
                <a:lnTo>
                  <a:pt x="13911" y="1800"/>
                </a:lnTo>
                <a:lnTo>
                  <a:pt x="6606" y="6699"/>
                </a:lnTo>
                <a:lnTo>
                  <a:pt x="1694" y="13946"/>
                </a:lnTo>
                <a:lnTo>
                  <a:pt x="0" y="22790"/>
                </a:lnTo>
                <a:lnTo>
                  <a:pt x="1694" y="31634"/>
                </a:lnTo>
                <a:lnTo>
                  <a:pt x="6606" y="38881"/>
                </a:lnTo>
                <a:lnTo>
                  <a:pt x="13911" y="43780"/>
                </a:lnTo>
                <a:lnTo>
                  <a:pt x="22790" y="45580"/>
                </a:lnTo>
                <a:lnTo>
                  <a:pt x="31634" y="43780"/>
                </a:lnTo>
                <a:lnTo>
                  <a:pt x="38881" y="38881"/>
                </a:lnTo>
                <a:lnTo>
                  <a:pt x="43780" y="31634"/>
                </a:lnTo>
                <a:lnTo>
                  <a:pt x="45580" y="22790"/>
                </a:lnTo>
                <a:lnTo>
                  <a:pt x="43780" y="13946"/>
                </a:lnTo>
                <a:lnTo>
                  <a:pt x="38881" y="6699"/>
                </a:lnTo>
                <a:lnTo>
                  <a:pt x="31634" y="1800"/>
                </a:lnTo>
                <a:lnTo>
                  <a:pt x="227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4" name="object 64" descr=""/>
          <p:cNvGrpSpPr/>
          <p:nvPr/>
        </p:nvGrpSpPr>
        <p:grpSpPr>
          <a:xfrm>
            <a:off x="13834989" y="6885274"/>
            <a:ext cx="446405" cy="332740"/>
            <a:chOff x="13834989" y="6885274"/>
            <a:chExt cx="446405" cy="332740"/>
          </a:xfrm>
        </p:grpSpPr>
        <p:sp>
          <p:nvSpPr>
            <p:cNvPr id="65" name="object 65" descr=""/>
            <p:cNvSpPr/>
            <p:nvPr/>
          </p:nvSpPr>
          <p:spPr>
            <a:xfrm>
              <a:off x="13834989" y="6885274"/>
              <a:ext cx="31115" cy="256540"/>
            </a:xfrm>
            <a:custGeom>
              <a:avLst/>
              <a:gdLst/>
              <a:ahLst/>
              <a:cxnLst/>
              <a:rect l="l" t="t" r="r" b="b"/>
              <a:pathLst>
                <a:path w="31115" h="256540">
                  <a:moveTo>
                    <a:pt x="30553" y="0"/>
                  </a:moveTo>
                  <a:lnTo>
                    <a:pt x="0" y="0"/>
                  </a:lnTo>
                  <a:lnTo>
                    <a:pt x="0" y="256453"/>
                  </a:lnTo>
                  <a:lnTo>
                    <a:pt x="30553" y="256453"/>
                  </a:lnTo>
                  <a:lnTo>
                    <a:pt x="305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05113" y="6946883"/>
              <a:ext cx="175060" cy="198851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14110727" y="6946883"/>
              <a:ext cx="170815" cy="271145"/>
            </a:xfrm>
            <a:custGeom>
              <a:avLst/>
              <a:gdLst/>
              <a:ahLst/>
              <a:cxnLst/>
              <a:rect l="l" t="t" r="r" b="b"/>
              <a:pathLst>
                <a:path w="170815" h="271145">
                  <a:moveTo>
                    <a:pt x="37566" y="214880"/>
                  </a:moveTo>
                  <a:lnTo>
                    <a:pt x="5510" y="214880"/>
                  </a:lnTo>
                  <a:lnTo>
                    <a:pt x="13195" y="238754"/>
                  </a:lnTo>
                  <a:lnTo>
                    <a:pt x="30178" y="256359"/>
                  </a:lnTo>
                  <a:lnTo>
                    <a:pt x="55238" y="267250"/>
                  </a:lnTo>
                  <a:lnTo>
                    <a:pt x="87154" y="270979"/>
                  </a:lnTo>
                  <a:lnTo>
                    <a:pt x="119942" y="266878"/>
                  </a:lnTo>
                  <a:lnTo>
                    <a:pt x="146415" y="254137"/>
                  </a:lnTo>
                  <a:lnTo>
                    <a:pt x="154205" y="244432"/>
                  </a:lnTo>
                  <a:lnTo>
                    <a:pt x="87154" y="244432"/>
                  </a:lnTo>
                  <a:lnTo>
                    <a:pt x="68452" y="242597"/>
                  </a:lnTo>
                  <a:lnTo>
                    <a:pt x="53625" y="237075"/>
                  </a:lnTo>
                  <a:lnTo>
                    <a:pt x="43165" y="227844"/>
                  </a:lnTo>
                  <a:lnTo>
                    <a:pt x="37566" y="214880"/>
                  </a:lnTo>
                  <a:close/>
                </a:path>
                <a:path w="170815" h="271145">
                  <a:moveTo>
                    <a:pt x="170551" y="159281"/>
                  </a:moveTo>
                  <a:lnTo>
                    <a:pt x="140248" y="159281"/>
                  </a:lnTo>
                  <a:lnTo>
                    <a:pt x="140248" y="198350"/>
                  </a:lnTo>
                  <a:lnTo>
                    <a:pt x="136566" y="218969"/>
                  </a:lnTo>
                  <a:lnTo>
                    <a:pt x="126004" y="233319"/>
                  </a:lnTo>
                  <a:lnTo>
                    <a:pt x="109291" y="241704"/>
                  </a:lnTo>
                  <a:lnTo>
                    <a:pt x="87154" y="244432"/>
                  </a:lnTo>
                  <a:lnTo>
                    <a:pt x="154205" y="244432"/>
                  </a:lnTo>
                  <a:lnTo>
                    <a:pt x="164106" y="232098"/>
                  </a:lnTo>
                  <a:lnTo>
                    <a:pt x="170551" y="200104"/>
                  </a:lnTo>
                  <a:lnTo>
                    <a:pt x="170551" y="159281"/>
                  </a:lnTo>
                  <a:close/>
                </a:path>
                <a:path w="170815" h="271145">
                  <a:moveTo>
                    <a:pt x="82145" y="0"/>
                  </a:moveTo>
                  <a:lnTo>
                    <a:pt x="48918" y="6679"/>
                  </a:lnTo>
                  <a:lnTo>
                    <a:pt x="22946" y="25827"/>
                  </a:lnTo>
                  <a:lnTo>
                    <a:pt x="6037" y="56103"/>
                  </a:lnTo>
                  <a:lnTo>
                    <a:pt x="0" y="96170"/>
                  </a:lnTo>
                  <a:lnTo>
                    <a:pt x="6206" y="136581"/>
                  </a:lnTo>
                  <a:lnTo>
                    <a:pt x="23353" y="166638"/>
                  </a:lnTo>
                  <a:lnTo>
                    <a:pt x="49235" y="185378"/>
                  </a:lnTo>
                  <a:lnTo>
                    <a:pt x="81643" y="191839"/>
                  </a:lnTo>
                  <a:lnTo>
                    <a:pt x="105236" y="188266"/>
                  </a:lnTo>
                  <a:lnTo>
                    <a:pt x="121245" y="179599"/>
                  </a:lnTo>
                  <a:lnTo>
                    <a:pt x="131478" y="168912"/>
                  </a:lnTo>
                  <a:lnTo>
                    <a:pt x="134159" y="164791"/>
                  </a:lnTo>
                  <a:lnTo>
                    <a:pt x="86152" y="164791"/>
                  </a:lnTo>
                  <a:lnTo>
                    <a:pt x="62078" y="159825"/>
                  </a:lnTo>
                  <a:lnTo>
                    <a:pt x="44766" y="145914"/>
                  </a:lnTo>
                  <a:lnTo>
                    <a:pt x="34310" y="124536"/>
                  </a:lnTo>
                  <a:lnTo>
                    <a:pt x="30803" y="97172"/>
                  </a:lnTo>
                  <a:lnTo>
                    <a:pt x="34239" y="69877"/>
                  </a:lnTo>
                  <a:lnTo>
                    <a:pt x="44578" y="47678"/>
                  </a:lnTo>
                  <a:lnTo>
                    <a:pt x="61867" y="32757"/>
                  </a:lnTo>
                  <a:lnTo>
                    <a:pt x="86152" y="27298"/>
                  </a:lnTo>
                  <a:lnTo>
                    <a:pt x="134381" y="27298"/>
                  </a:lnTo>
                  <a:lnTo>
                    <a:pt x="131874" y="23561"/>
                  </a:lnTo>
                  <a:lnTo>
                    <a:pt x="121652" y="12678"/>
                  </a:lnTo>
                  <a:lnTo>
                    <a:pt x="105702" y="3721"/>
                  </a:lnTo>
                  <a:lnTo>
                    <a:pt x="82145" y="0"/>
                  </a:lnTo>
                  <a:close/>
                </a:path>
                <a:path w="170815" h="271145">
                  <a:moveTo>
                    <a:pt x="134381" y="27298"/>
                  </a:moveTo>
                  <a:lnTo>
                    <a:pt x="86152" y="27298"/>
                  </a:lnTo>
                  <a:lnTo>
                    <a:pt x="109686" y="32405"/>
                  </a:lnTo>
                  <a:lnTo>
                    <a:pt x="126787" y="46739"/>
                  </a:lnTo>
                  <a:lnTo>
                    <a:pt x="137219" y="68821"/>
                  </a:lnTo>
                  <a:lnTo>
                    <a:pt x="140624" y="96170"/>
                  </a:lnTo>
                  <a:lnTo>
                    <a:pt x="140749" y="97172"/>
                  </a:lnTo>
                  <a:lnTo>
                    <a:pt x="137149" y="125593"/>
                  </a:lnTo>
                  <a:lnTo>
                    <a:pt x="126599" y="146853"/>
                  </a:lnTo>
                  <a:lnTo>
                    <a:pt x="109475" y="160178"/>
                  </a:lnTo>
                  <a:lnTo>
                    <a:pt x="86152" y="164791"/>
                  </a:lnTo>
                  <a:lnTo>
                    <a:pt x="134159" y="164791"/>
                  </a:lnTo>
                  <a:lnTo>
                    <a:pt x="137743" y="159281"/>
                  </a:lnTo>
                  <a:lnTo>
                    <a:pt x="170551" y="159281"/>
                  </a:lnTo>
                  <a:lnTo>
                    <a:pt x="170551" y="33058"/>
                  </a:lnTo>
                  <a:lnTo>
                    <a:pt x="138245" y="33058"/>
                  </a:lnTo>
                  <a:lnTo>
                    <a:pt x="134381" y="27298"/>
                  </a:lnTo>
                  <a:close/>
                </a:path>
                <a:path w="170815" h="271145">
                  <a:moveTo>
                    <a:pt x="170551" y="2504"/>
                  </a:moveTo>
                  <a:lnTo>
                    <a:pt x="140999" y="2504"/>
                  </a:lnTo>
                  <a:lnTo>
                    <a:pt x="140999" y="33058"/>
                  </a:lnTo>
                  <a:lnTo>
                    <a:pt x="170551" y="33058"/>
                  </a:lnTo>
                  <a:lnTo>
                    <a:pt x="170551" y="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/>
          <p:nvPr/>
        </p:nvSpPr>
        <p:spPr>
          <a:xfrm>
            <a:off x="14317840" y="6865619"/>
            <a:ext cx="288290" cy="158750"/>
          </a:xfrm>
          <a:custGeom>
            <a:avLst/>
            <a:gdLst/>
            <a:ahLst/>
            <a:cxnLst/>
            <a:rect l="l" t="t" r="r" b="b"/>
            <a:pathLst>
              <a:path w="288290" h="158750">
                <a:moveTo>
                  <a:pt x="256705" y="92722"/>
                </a:moveTo>
                <a:lnTo>
                  <a:pt x="65112" y="92722"/>
                </a:lnTo>
                <a:lnTo>
                  <a:pt x="65112" y="64770"/>
                </a:lnTo>
                <a:lnTo>
                  <a:pt x="251193" y="64770"/>
                </a:lnTo>
                <a:lnTo>
                  <a:pt x="251193" y="45720"/>
                </a:lnTo>
                <a:lnTo>
                  <a:pt x="251193" y="19050"/>
                </a:lnTo>
                <a:lnTo>
                  <a:pt x="251193" y="0"/>
                </a:lnTo>
                <a:lnTo>
                  <a:pt x="36563" y="0"/>
                </a:lnTo>
                <a:lnTo>
                  <a:pt x="36563" y="19050"/>
                </a:lnTo>
                <a:lnTo>
                  <a:pt x="223393" y="19050"/>
                </a:lnTo>
                <a:lnTo>
                  <a:pt x="223393" y="45720"/>
                </a:lnTo>
                <a:lnTo>
                  <a:pt x="37566" y="45720"/>
                </a:lnTo>
                <a:lnTo>
                  <a:pt x="37566" y="64770"/>
                </a:lnTo>
                <a:lnTo>
                  <a:pt x="37566" y="92722"/>
                </a:lnTo>
                <a:lnTo>
                  <a:pt x="37566" y="113030"/>
                </a:lnTo>
                <a:lnTo>
                  <a:pt x="256705" y="113030"/>
                </a:lnTo>
                <a:lnTo>
                  <a:pt x="256705" y="92722"/>
                </a:lnTo>
                <a:close/>
              </a:path>
              <a:path w="288290" h="158750">
                <a:moveTo>
                  <a:pt x="288251" y="136372"/>
                </a:moveTo>
                <a:lnTo>
                  <a:pt x="0" y="136372"/>
                </a:lnTo>
                <a:lnTo>
                  <a:pt x="0" y="158153"/>
                </a:lnTo>
                <a:lnTo>
                  <a:pt x="288251" y="158153"/>
                </a:lnTo>
                <a:lnTo>
                  <a:pt x="288251" y="1363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14352651" y="7048500"/>
            <a:ext cx="227965" cy="118110"/>
          </a:xfrm>
          <a:custGeom>
            <a:avLst/>
            <a:gdLst/>
            <a:ahLst/>
            <a:cxnLst/>
            <a:rect l="l" t="t" r="r" b="b"/>
            <a:pathLst>
              <a:path w="227965" h="118109">
                <a:moveTo>
                  <a:pt x="227647" y="97790"/>
                </a:moveTo>
                <a:lnTo>
                  <a:pt x="28295" y="97790"/>
                </a:lnTo>
                <a:lnTo>
                  <a:pt x="28295" y="67310"/>
                </a:lnTo>
                <a:lnTo>
                  <a:pt x="217385" y="67310"/>
                </a:lnTo>
                <a:lnTo>
                  <a:pt x="217385" y="48260"/>
                </a:lnTo>
                <a:lnTo>
                  <a:pt x="217385" y="21590"/>
                </a:lnTo>
                <a:lnTo>
                  <a:pt x="217385" y="0"/>
                </a:lnTo>
                <a:lnTo>
                  <a:pt x="0" y="0"/>
                </a:lnTo>
                <a:lnTo>
                  <a:pt x="0" y="21590"/>
                </a:lnTo>
                <a:lnTo>
                  <a:pt x="189839" y="21590"/>
                </a:lnTo>
                <a:lnTo>
                  <a:pt x="189839" y="48260"/>
                </a:lnTo>
                <a:lnTo>
                  <a:pt x="495" y="48260"/>
                </a:lnTo>
                <a:lnTo>
                  <a:pt x="495" y="67310"/>
                </a:lnTo>
                <a:lnTo>
                  <a:pt x="495" y="97790"/>
                </a:lnTo>
                <a:lnTo>
                  <a:pt x="495" y="118110"/>
                </a:lnTo>
                <a:lnTo>
                  <a:pt x="227647" y="118110"/>
                </a:lnTo>
                <a:lnTo>
                  <a:pt x="227647" y="977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14721840" y="6855726"/>
            <a:ext cx="889000" cy="315595"/>
          </a:xfrm>
          <a:custGeom>
            <a:avLst/>
            <a:gdLst/>
            <a:ahLst/>
            <a:cxnLst/>
            <a:rect l="l" t="t" r="r" b="b"/>
            <a:pathLst>
              <a:path w="889000" h="315595">
                <a:moveTo>
                  <a:pt x="252196" y="263715"/>
                </a:moveTo>
                <a:lnTo>
                  <a:pt x="244881" y="242023"/>
                </a:lnTo>
                <a:lnTo>
                  <a:pt x="234810" y="234416"/>
                </a:lnTo>
                <a:lnTo>
                  <a:pt x="224396" y="226606"/>
                </a:lnTo>
                <a:lnTo>
                  <a:pt x="224396" y="263715"/>
                </a:lnTo>
                <a:lnTo>
                  <a:pt x="218948" y="276288"/>
                </a:lnTo>
                <a:lnTo>
                  <a:pt x="203327" y="285356"/>
                </a:lnTo>
                <a:lnTo>
                  <a:pt x="178092" y="290804"/>
                </a:lnTo>
                <a:lnTo>
                  <a:pt x="143751" y="292519"/>
                </a:lnTo>
                <a:lnTo>
                  <a:pt x="109245" y="290804"/>
                </a:lnTo>
                <a:lnTo>
                  <a:pt x="83896" y="285356"/>
                </a:lnTo>
                <a:lnTo>
                  <a:pt x="68313" y="276288"/>
                </a:lnTo>
                <a:lnTo>
                  <a:pt x="63119" y="263715"/>
                </a:lnTo>
                <a:lnTo>
                  <a:pt x="68313" y="251218"/>
                </a:lnTo>
                <a:lnTo>
                  <a:pt x="83896" y="242023"/>
                </a:lnTo>
                <a:lnTo>
                  <a:pt x="109245" y="236347"/>
                </a:lnTo>
                <a:lnTo>
                  <a:pt x="143751" y="234416"/>
                </a:lnTo>
                <a:lnTo>
                  <a:pt x="178092" y="236347"/>
                </a:lnTo>
                <a:lnTo>
                  <a:pt x="203327" y="242023"/>
                </a:lnTo>
                <a:lnTo>
                  <a:pt x="218948" y="251218"/>
                </a:lnTo>
                <a:lnTo>
                  <a:pt x="224396" y="263715"/>
                </a:lnTo>
                <a:lnTo>
                  <a:pt x="224396" y="226606"/>
                </a:lnTo>
                <a:lnTo>
                  <a:pt x="223799" y="226148"/>
                </a:lnTo>
                <a:lnTo>
                  <a:pt x="189826" y="216522"/>
                </a:lnTo>
                <a:lnTo>
                  <a:pt x="143751" y="213372"/>
                </a:lnTo>
                <a:lnTo>
                  <a:pt x="97396" y="216522"/>
                </a:lnTo>
                <a:lnTo>
                  <a:pt x="63296" y="226148"/>
                </a:lnTo>
                <a:lnTo>
                  <a:pt x="42240" y="242023"/>
                </a:lnTo>
                <a:lnTo>
                  <a:pt x="35064" y="263715"/>
                </a:lnTo>
                <a:lnTo>
                  <a:pt x="42202" y="285356"/>
                </a:lnTo>
                <a:lnTo>
                  <a:pt x="42252" y="285534"/>
                </a:lnTo>
                <a:lnTo>
                  <a:pt x="63296" y="301282"/>
                </a:lnTo>
                <a:lnTo>
                  <a:pt x="97396" y="310845"/>
                </a:lnTo>
                <a:lnTo>
                  <a:pt x="143751" y="314058"/>
                </a:lnTo>
                <a:lnTo>
                  <a:pt x="189826" y="310845"/>
                </a:lnTo>
                <a:lnTo>
                  <a:pt x="223799" y="301282"/>
                </a:lnTo>
                <a:lnTo>
                  <a:pt x="235521" y="292519"/>
                </a:lnTo>
                <a:lnTo>
                  <a:pt x="244868" y="285534"/>
                </a:lnTo>
                <a:lnTo>
                  <a:pt x="252196" y="263715"/>
                </a:lnTo>
                <a:close/>
              </a:path>
              <a:path w="889000" h="315595">
                <a:moveTo>
                  <a:pt x="287515" y="167043"/>
                </a:moveTo>
                <a:lnTo>
                  <a:pt x="157530" y="167043"/>
                </a:lnTo>
                <a:lnTo>
                  <a:pt x="157530" y="135737"/>
                </a:lnTo>
                <a:lnTo>
                  <a:pt x="253453" y="135737"/>
                </a:lnTo>
                <a:lnTo>
                  <a:pt x="253453" y="113703"/>
                </a:lnTo>
                <a:lnTo>
                  <a:pt x="66370" y="113703"/>
                </a:lnTo>
                <a:lnTo>
                  <a:pt x="66370" y="82397"/>
                </a:lnTo>
                <a:lnTo>
                  <a:pt x="243179" y="82397"/>
                </a:lnTo>
                <a:lnTo>
                  <a:pt x="243179" y="61112"/>
                </a:lnTo>
                <a:lnTo>
                  <a:pt x="66370" y="61112"/>
                </a:lnTo>
                <a:lnTo>
                  <a:pt x="66370" y="31559"/>
                </a:lnTo>
                <a:lnTo>
                  <a:pt x="251701" y="31559"/>
                </a:lnTo>
                <a:lnTo>
                  <a:pt x="251701" y="9017"/>
                </a:lnTo>
                <a:lnTo>
                  <a:pt x="38315" y="9017"/>
                </a:lnTo>
                <a:lnTo>
                  <a:pt x="38315" y="135737"/>
                </a:lnTo>
                <a:lnTo>
                  <a:pt x="129730" y="135737"/>
                </a:lnTo>
                <a:lnTo>
                  <a:pt x="129730" y="167043"/>
                </a:lnTo>
                <a:lnTo>
                  <a:pt x="0" y="167043"/>
                </a:lnTo>
                <a:lnTo>
                  <a:pt x="0" y="189585"/>
                </a:lnTo>
                <a:lnTo>
                  <a:pt x="287515" y="189585"/>
                </a:lnTo>
                <a:lnTo>
                  <a:pt x="287515" y="167043"/>
                </a:lnTo>
                <a:close/>
              </a:path>
              <a:path w="889000" h="315595">
                <a:moveTo>
                  <a:pt x="484606" y="172059"/>
                </a:moveTo>
                <a:lnTo>
                  <a:pt x="478726" y="142786"/>
                </a:lnTo>
                <a:lnTo>
                  <a:pt x="464820" y="122974"/>
                </a:lnTo>
                <a:lnTo>
                  <a:pt x="462661" y="119900"/>
                </a:lnTo>
                <a:lnTo>
                  <a:pt x="458063" y="117094"/>
                </a:lnTo>
                <a:lnTo>
                  <a:pt x="458063" y="172059"/>
                </a:lnTo>
                <a:lnTo>
                  <a:pt x="454139" y="191731"/>
                </a:lnTo>
                <a:lnTo>
                  <a:pt x="443572" y="207149"/>
                </a:lnTo>
                <a:lnTo>
                  <a:pt x="427596" y="217170"/>
                </a:lnTo>
                <a:lnTo>
                  <a:pt x="407479" y="220637"/>
                </a:lnTo>
                <a:lnTo>
                  <a:pt x="387172" y="217170"/>
                </a:lnTo>
                <a:lnTo>
                  <a:pt x="371094" y="207149"/>
                </a:lnTo>
                <a:lnTo>
                  <a:pt x="360565" y="191731"/>
                </a:lnTo>
                <a:lnTo>
                  <a:pt x="356882" y="172059"/>
                </a:lnTo>
                <a:lnTo>
                  <a:pt x="360565" y="152336"/>
                </a:lnTo>
                <a:lnTo>
                  <a:pt x="371094" y="136804"/>
                </a:lnTo>
                <a:lnTo>
                  <a:pt x="387172" y="126619"/>
                </a:lnTo>
                <a:lnTo>
                  <a:pt x="407479" y="122974"/>
                </a:lnTo>
                <a:lnTo>
                  <a:pt x="427596" y="126619"/>
                </a:lnTo>
                <a:lnTo>
                  <a:pt x="443572" y="136804"/>
                </a:lnTo>
                <a:lnTo>
                  <a:pt x="454139" y="152336"/>
                </a:lnTo>
                <a:lnTo>
                  <a:pt x="458063" y="172059"/>
                </a:lnTo>
                <a:lnTo>
                  <a:pt x="458063" y="117094"/>
                </a:lnTo>
                <a:lnTo>
                  <a:pt x="438302" y="105003"/>
                </a:lnTo>
                <a:lnTo>
                  <a:pt x="407479" y="99682"/>
                </a:lnTo>
                <a:lnTo>
                  <a:pt x="376478" y="105003"/>
                </a:lnTo>
                <a:lnTo>
                  <a:pt x="352005" y="119900"/>
                </a:lnTo>
                <a:lnTo>
                  <a:pt x="335978" y="142786"/>
                </a:lnTo>
                <a:lnTo>
                  <a:pt x="330339" y="172059"/>
                </a:lnTo>
                <a:lnTo>
                  <a:pt x="335978" y="201282"/>
                </a:lnTo>
                <a:lnTo>
                  <a:pt x="352005" y="224091"/>
                </a:lnTo>
                <a:lnTo>
                  <a:pt x="376478" y="238899"/>
                </a:lnTo>
                <a:lnTo>
                  <a:pt x="407479" y="244182"/>
                </a:lnTo>
                <a:lnTo>
                  <a:pt x="438302" y="238899"/>
                </a:lnTo>
                <a:lnTo>
                  <a:pt x="462661" y="224091"/>
                </a:lnTo>
                <a:lnTo>
                  <a:pt x="465086" y="220637"/>
                </a:lnTo>
                <a:lnTo>
                  <a:pt x="478726" y="201282"/>
                </a:lnTo>
                <a:lnTo>
                  <a:pt x="484606" y="172059"/>
                </a:lnTo>
                <a:close/>
              </a:path>
              <a:path w="889000" h="315595">
                <a:moveTo>
                  <a:pt x="499630" y="50596"/>
                </a:moveTo>
                <a:lnTo>
                  <a:pt x="420992" y="50596"/>
                </a:lnTo>
                <a:lnTo>
                  <a:pt x="420992" y="3759"/>
                </a:lnTo>
                <a:lnTo>
                  <a:pt x="393192" y="3759"/>
                </a:lnTo>
                <a:lnTo>
                  <a:pt x="393192" y="50596"/>
                </a:lnTo>
                <a:lnTo>
                  <a:pt x="312305" y="50596"/>
                </a:lnTo>
                <a:lnTo>
                  <a:pt x="312305" y="73634"/>
                </a:lnTo>
                <a:lnTo>
                  <a:pt x="499630" y="73634"/>
                </a:lnTo>
                <a:lnTo>
                  <a:pt x="499630" y="50596"/>
                </a:lnTo>
                <a:close/>
              </a:path>
              <a:path w="889000" h="315595">
                <a:moveTo>
                  <a:pt x="610336" y="129730"/>
                </a:moveTo>
                <a:lnTo>
                  <a:pt x="557733" y="129730"/>
                </a:lnTo>
                <a:lnTo>
                  <a:pt x="557733" y="0"/>
                </a:lnTo>
                <a:lnTo>
                  <a:pt x="530186" y="0"/>
                </a:lnTo>
                <a:lnTo>
                  <a:pt x="530186" y="314807"/>
                </a:lnTo>
                <a:lnTo>
                  <a:pt x="557733" y="314807"/>
                </a:lnTo>
                <a:lnTo>
                  <a:pt x="557733" y="153022"/>
                </a:lnTo>
                <a:lnTo>
                  <a:pt x="610336" y="153022"/>
                </a:lnTo>
                <a:lnTo>
                  <a:pt x="610336" y="129730"/>
                </a:lnTo>
                <a:close/>
              </a:path>
              <a:path w="889000" h="315595">
                <a:moveTo>
                  <a:pt x="888568" y="0"/>
                </a:moveTo>
                <a:lnTo>
                  <a:pt x="861021" y="0"/>
                </a:lnTo>
                <a:lnTo>
                  <a:pt x="861021" y="70370"/>
                </a:lnTo>
                <a:lnTo>
                  <a:pt x="861021" y="93662"/>
                </a:lnTo>
                <a:lnTo>
                  <a:pt x="861021" y="170053"/>
                </a:lnTo>
                <a:lnTo>
                  <a:pt x="787273" y="170053"/>
                </a:lnTo>
                <a:lnTo>
                  <a:pt x="788835" y="161594"/>
                </a:lnTo>
                <a:lnTo>
                  <a:pt x="789978" y="152768"/>
                </a:lnTo>
                <a:lnTo>
                  <a:pt x="790663" y="143573"/>
                </a:lnTo>
                <a:lnTo>
                  <a:pt x="790905" y="133985"/>
                </a:lnTo>
                <a:lnTo>
                  <a:pt x="790600" y="123215"/>
                </a:lnTo>
                <a:lnTo>
                  <a:pt x="789711" y="112890"/>
                </a:lnTo>
                <a:lnTo>
                  <a:pt x="788263" y="103035"/>
                </a:lnTo>
                <a:lnTo>
                  <a:pt x="786269" y="93662"/>
                </a:lnTo>
                <a:lnTo>
                  <a:pt x="861021" y="93662"/>
                </a:lnTo>
                <a:lnTo>
                  <a:pt x="861021" y="70370"/>
                </a:lnTo>
                <a:lnTo>
                  <a:pt x="778256" y="70370"/>
                </a:lnTo>
                <a:lnTo>
                  <a:pt x="766305" y="50939"/>
                </a:lnTo>
                <a:lnTo>
                  <a:pt x="764603" y="49326"/>
                </a:lnTo>
                <a:lnTo>
                  <a:pt x="764603" y="133985"/>
                </a:lnTo>
                <a:lnTo>
                  <a:pt x="760755" y="168910"/>
                </a:lnTo>
                <a:lnTo>
                  <a:pt x="749985" y="195694"/>
                </a:lnTo>
                <a:lnTo>
                  <a:pt x="733437" y="212839"/>
                </a:lnTo>
                <a:lnTo>
                  <a:pt x="712266" y="218884"/>
                </a:lnTo>
                <a:lnTo>
                  <a:pt x="690981" y="212839"/>
                </a:lnTo>
                <a:lnTo>
                  <a:pt x="674446" y="195694"/>
                </a:lnTo>
                <a:lnTo>
                  <a:pt x="663727" y="168910"/>
                </a:lnTo>
                <a:lnTo>
                  <a:pt x="659917" y="133985"/>
                </a:lnTo>
                <a:lnTo>
                  <a:pt x="663727" y="99199"/>
                </a:lnTo>
                <a:lnTo>
                  <a:pt x="674446" y="72478"/>
                </a:lnTo>
                <a:lnTo>
                  <a:pt x="690981" y="55270"/>
                </a:lnTo>
                <a:lnTo>
                  <a:pt x="712266" y="49085"/>
                </a:lnTo>
                <a:lnTo>
                  <a:pt x="733437" y="55270"/>
                </a:lnTo>
                <a:lnTo>
                  <a:pt x="749985" y="72478"/>
                </a:lnTo>
                <a:lnTo>
                  <a:pt x="760755" y="99199"/>
                </a:lnTo>
                <a:lnTo>
                  <a:pt x="764603" y="133985"/>
                </a:lnTo>
                <a:lnTo>
                  <a:pt x="764603" y="49326"/>
                </a:lnTo>
                <a:lnTo>
                  <a:pt x="764349" y="49085"/>
                </a:lnTo>
                <a:lnTo>
                  <a:pt x="751039" y="36487"/>
                </a:lnTo>
                <a:lnTo>
                  <a:pt x="732878" y="27457"/>
                </a:lnTo>
                <a:lnTo>
                  <a:pt x="712266" y="24295"/>
                </a:lnTo>
                <a:lnTo>
                  <a:pt x="680250" y="32131"/>
                </a:lnTo>
                <a:lnTo>
                  <a:pt x="655256" y="54165"/>
                </a:lnTo>
                <a:lnTo>
                  <a:pt x="639038" y="88671"/>
                </a:lnTo>
                <a:lnTo>
                  <a:pt x="633374" y="133985"/>
                </a:lnTo>
                <a:lnTo>
                  <a:pt x="639038" y="179438"/>
                </a:lnTo>
                <a:lnTo>
                  <a:pt x="655256" y="214007"/>
                </a:lnTo>
                <a:lnTo>
                  <a:pt x="680250" y="235978"/>
                </a:lnTo>
                <a:lnTo>
                  <a:pt x="712266" y="243687"/>
                </a:lnTo>
                <a:lnTo>
                  <a:pt x="733869" y="240271"/>
                </a:lnTo>
                <a:lnTo>
                  <a:pt x="752741" y="230365"/>
                </a:lnTo>
                <a:lnTo>
                  <a:pt x="764019" y="218884"/>
                </a:lnTo>
                <a:lnTo>
                  <a:pt x="768362" y="214464"/>
                </a:lnTo>
                <a:lnTo>
                  <a:pt x="780262" y="193090"/>
                </a:lnTo>
                <a:lnTo>
                  <a:pt x="861021" y="193090"/>
                </a:lnTo>
                <a:lnTo>
                  <a:pt x="861021" y="315315"/>
                </a:lnTo>
                <a:lnTo>
                  <a:pt x="888568" y="315315"/>
                </a:lnTo>
                <a:lnTo>
                  <a:pt x="888568" y="193090"/>
                </a:lnTo>
                <a:lnTo>
                  <a:pt x="888568" y="170053"/>
                </a:lnTo>
                <a:lnTo>
                  <a:pt x="888568" y="93662"/>
                </a:lnTo>
                <a:lnTo>
                  <a:pt x="888568" y="70370"/>
                </a:lnTo>
                <a:lnTo>
                  <a:pt x="8885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15661009" y="7117685"/>
            <a:ext cx="53975" cy="96520"/>
          </a:xfrm>
          <a:custGeom>
            <a:avLst/>
            <a:gdLst/>
            <a:ahLst/>
            <a:cxnLst/>
            <a:rect l="l" t="t" r="r" b="b"/>
            <a:pathLst>
              <a:path w="53975" h="96520">
                <a:moveTo>
                  <a:pt x="53595" y="0"/>
                </a:moveTo>
                <a:lnTo>
                  <a:pt x="19534" y="0"/>
                </a:lnTo>
                <a:lnTo>
                  <a:pt x="0" y="96420"/>
                </a:lnTo>
                <a:lnTo>
                  <a:pt x="26297" y="96420"/>
                </a:lnTo>
                <a:lnTo>
                  <a:pt x="535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15847192" y="6876257"/>
            <a:ext cx="288290" cy="254000"/>
          </a:xfrm>
          <a:custGeom>
            <a:avLst/>
            <a:gdLst/>
            <a:ahLst/>
            <a:cxnLst/>
            <a:rect l="l" t="t" r="r" b="b"/>
            <a:pathLst>
              <a:path w="288290" h="254000">
                <a:moveTo>
                  <a:pt x="288260" y="230407"/>
                </a:moveTo>
                <a:lnTo>
                  <a:pt x="0" y="230407"/>
                </a:lnTo>
                <a:lnTo>
                  <a:pt x="0" y="253699"/>
                </a:lnTo>
                <a:lnTo>
                  <a:pt x="288260" y="253699"/>
                </a:lnTo>
                <a:lnTo>
                  <a:pt x="288260" y="230407"/>
                </a:lnTo>
                <a:close/>
              </a:path>
              <a:path w="288290" h="254000">
                <a:moveTo>
                  <a:pt x="143254" y="0"/>
                </a:moveTo>
                <a:lnTo>
                  <a:pt x="97188" y="6006"/>
                </a:lnTo>
                <a:lnTo>
                  <a:pt x="60795" y="22696"/>
                </a:lnTo>
                <a:lnTo>
                  <a:pt x="36893" y="48636"/>
                </a:lnTo>
                <a:lnTo>
                  <a:pt x="28300" y="82395"/>
                </a:lnTo>
                <a:lnTo>
                  <a:pt x="35777" y="114386"/>
                </a:lnTo>
                <a:lnTo>
                  <a:pt x="55592" y="138111"/>
                </a:lnTo>
                <a:lnTo>
                  <a:pt x="56720" y="139403"/>
                </a:lnTo>
                <a:lnTo>
                  <a:pt x="88729" y="156390"/>
                </a:lnTo>
                <a:lnTo>
                  <a:pt x="88901" y="156390"/>
                </a:lnTo>
                <a:lnTo>
                  <a:pt x="129479" y="164290"/>
                </a:lnTo>
                <a:lnTo>
                  <a:pt x="129479" y="230407"/>
                </a:lnTo>
                <a:lnTo>
                  <a:pt x="157027" y="230407"/>
                </a:lnTo>
                <a:lnTo>
                  <a:pt x="157027" y="164290"/>
                </a:lnTo>
                <a:lnTo>
                  <a:pt x="198127" y="156390"/>
                </a:lnTo>
                <a:lnTo>
                  <a:pt x="224338" y="142502"/>
                </a:lnTo>
                <a:lnTo>
                  <a:pt x="143254" y="142502"/>
                </a:lnTo>
                <a:lnTo>
                  <a:pt x="108031" y="138111"/>
                </a:lnTo>
                <a:lnTo>
                  <a:pt x="80110" y="125973"/>
                </a:lnTo>
                <a:lnTo>
                  <a:pt x="61722" y="107072"/>
                </a:lnTo>
                <a:lnTo>
                  <a:pt x="55097" y="82395"/>
                </a:lnTo>
                <a:lnTo>
                  <a:pt x="61722" y="58083"/>
                </a:lnTo>
                <a:lnTo>
                  <a:pt x="80110" y="39288"/>
                </a:lnTo>
                <a:lnTo>
                  <a:pt x="108031" y="27208"/>
                </a:lnTo>
                <a:lnTo>
                  <a:pt x="143254" y="23041"/>
                </a:lnTo>
                <a:lnTo>
                  <a:pt x="226342" y="23041"/>
                </a:lnTo>
                <a:lnTo>
                  <a:pt x="226025" y="22696"/>
                </a:lnTo>
                <a:lnTo>
                  <a:pt x="189570" y="6006"/>
                </a:lnTo>
                <a:lnTo>
                  <a:pt x="143254" y="0"/>
                </a:lnTo>
                <a:close/>
              </a:path>
              <a:path w="288290" h="254000">
                <a:moveTo>
                  <a:pt x="226342" y="23041"/>
                </a:moveTo>
                <a:lnTo>
                  <a:pt x="143254" y="23041"/>
                </a:lnTo>
                <a:lnTo>
                  <a:pt x="178621" y="27208"/>
                </a:lnTo>
                <a:lnTo>
                  <a:pt x="206615" y="39288"/>
                </a:lnTo>
                <a:lnTo>
                  <a:pt x="225031" y="58083"/>
                </a:lnTo>
                <a:lnTo>
                  <a:pt x="231660" y="82395"/>
                </a:lnTo>
                <a:lnTo>
                  <a:pt x="225031" y="107072"/>
                </a:lnTo>
                <a:lnTo>
                  <a:pt x="206615" y="125973"/>
                </a:lnTo>
                <a:lnTo>
                  <a:pt x="178621" y="138111"/>
                </a:lnTo>
                <a:lnTo>
                  <a:pt x="143254" y="142502"/>
                </a:lnTo>
                <a:lnTo>
                  <a:pt x="224338" y="142502"/>
                </a:lnTo>
                <a:lnTo>
                  <a:pt x="230188" y="139403"/>
                </a:lnTo>
                <a:lnTo>
                  <a:pt x="251026" y="114386"/>
                </a:lnTo>
                <a:lnTo>
                  <a:pt x="258457" y="82395"/>
                </a:lnTo>
                <a:lnTo>
                  <a:pt x="249895" y="48636"/>
                </a:lnTo>
                <a:lnTo>
                  <a:pt x="226342" y="230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16195053" y="6868159"/>
            <a:ext cx="225425" cy="142240"/>
          </a:xfrm>
          <a:custGeom>
            <a:avLst/>
            <a:gdLst/>
            <a:ahLst/>
            <a:cxnLst/>
            <a:rect l="l" t="t" r="r" b="b"/>
            <a:pathLst>
              <a:path w="225425" h="142240">
                <a:moveTo>
                  <a:pt x="225399" y="119392"/>
                </a:moveTo>
                <a:lnTo>
                  <a:pt x="28803" y="119392"/>
                </a:lnTo>
                <a:lnTo>
                  <a:pt x="28803" y="80010"/>
                </a:lnTo>
                <a:lnTo>
                  <a:pt x="218630" y="80010"/>
                </a:lnTo>
                <a:lnTo>
                  <a:pt x="218630" y="58420"/>
                </a:lnTo>
                <a:lnTo>
                  <a:pt x="218630" y="22860"/>
                </a:lnTo>
                <a:lnTo>
                  <a:pt x="218630" y="0"/>
                </a:lnTo>
                <a:lnTo>
                  <a:pt x="0" y="0"/>
                </a:lnTo>
                <a:lnTo>
                  <a:pt x="0" y="22860"/>
                </a:lnTo>
                <a:lnTo>
                  <a:pt x="190334" y="22860"/>
                </a:lnTo>
                <a:lnTo>
                  <a:pt x="190334" y="58420"/>
                </a:lnTo>
                <a:lnTo>
                  <a:pt x="749" y="58420"/>
                </a:lnTo>
                <a:lnTo>
                  <a:pt x="749" y="80010"/>
                </a:lnTo>
                <a:lnTo>
                  <a:pt x="749" y="119392"/>
                </a:lnTo>
                <a:lnTo>
                  <a:pt x="749" y="142240"/>
                </a:lnTo>
                <a:lnTo>
                  <a:pt x="225399" y="142240"/>
                </a:lnTo>
                <a:lnTo>
                  <a:pt x="225399" y="1193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16235880" y="7065843"/>
            <a:ext cx="27940" cy="104775"/>
          </a:xfrm>
          <a:custGeom>
            <a:avLst/>
            <a:gdLst/>
            <a:ahLst/>
            <a:cxnLst/>
            <a:rect l="l" t="t" r="r" b="b"/>
            <a:pathLst>
              <a:path w="27940" h="104775">
                <a:moveTo>
                  <a:pt x="27799" y="0"/>
                </a:moveTo>
                <a:lnTo>
                  <a:pt x="0" y="0"/>
                </a:lnTo>
                <a:lnTo>
                  <a:pt x="0" y="104685"/>
                </a:lnTo>
                <a:lnTo>
                  <a:pt x="27799" y="104685"/>
                </a:lnTo>
                <a:lnTo>
                  <a:pt x="277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16160243" y="6855726"/>
            <a:ext cx="608965" cy="314960"/>
          </a:xfrm>
          <a:custGeom>
            <a:avLst/>
            <a:gdLst/>
            <a:ahLst/>
            <a:cxnLst/>
            <a:rect l="l" t="t" r="r" b="b"/>
            <a:pathLst>
              <a:path w="608965" h="314959">
                <a:moveTo>
                  <a:pt x="288251" y="187833"/>
                </a:moveTo>
                <a:lnTo>
                  <a:pt x="0" y="187833"/>
                </a:lnTo>
                <a:lnTo>
                  <a:pt x="0" y="210121"/>
                </a:lnTo>
                <a:lnTo>
                  <a:pt x="184823" y="210121"/>
                </a:lnTo>
                <a:lnTo>
                  <a:pt x="184823" y="314807"/>
                </a:lnTo>
                <a:lnTo>
                  <a:pt x="212623" y="314807"/>
                </a:lnTo>
                <a:lnTo>
                  <a:pt x="212623" y="210121"/>
                </a:lnTo>
                <a:lnTo>
                  <a:pt x="288251" y="210121"/>
                </a:lnTo>
                <a:lnTo>
                  <a:pt x="288251" y="187833"/>
                </a:lnTo>
                <a:close/>
              </a:path>
              <a:path w="608965" h="314959">
                <a:moveTo>
                  <a:pt x="476338" y="33807"/>
                </a:moveTo>
                <a:lnTo>
                  <a:pt x="330835" y="33807"/>
                </a:lnTo>
                <a:lnTo>
                  <a:pt x="330835" y="57099"/>
                </a:lnTo>
                <a:lnTo>
                  <a:pt x="448043" y="57099"/>
                </a:lnTo>
                <a:lnTo>
                  <a:pt x="439724" y="100215"/>
                </a:lnTo>
                <a:lnTo>
                  <a:pt x="422313" y="139636"/>
                </a:lnTo>
                <a:lnTo>
                  <a:pt x="395871" y="175082"/>
                </a:lnTo>
                <a:lnTo>
                  <a:pt x="360438" y="206273"/>
                </a:lnTo>
                <a:lnTo>
                  <a:pt x="316052" y="232918"/>
                </a:lnTo>
                <a:lnTo>
                  <a:pt x="331584" y="254698"/>
                </a:lnTo>
                <a:lnTo>
                  <a:pt x="377939" y="226961"/>
                </a:lnTo>
                <a:lnTo>
                  <a:pt x="414693" y="194767"/>
                </a:lnTo>
                <a:lnTo>
                  <a:pt x="442379" y="158724"/>
                </a:lnTo>
                <a:lnTo>
                  <a:pt x="461518" y="119468"/>
                </a:lnTo>
                <a:lnTo>
                  <a:pt x="472655" y="77622"/>
                </a:lnTo>
                <a:lnTo>
                  <a:pt x="476338" y="33807"/>
                </a:lnTo>
                <a:close/>
              </a:path>
              <a:path w="608965" h="314959">
                <a:moveTo>
                  <a:pt x="608825" y="127977"/>
                </a:moveTo>
                <a:lnTo>
                  <a:pt x="557733" y="127977"/>
                </a:lnTo>
                <a:lnTo>
                  <a:pt x="557733" y="0"/>
                </a:lnTo>
                <a:lnTo>
                  <a:pt x="529932" y="0"/>
                </a:lnTo>
                <a:lnTo>
                  <a:pt x="529932" y="314553"/>
                </a:lnTo>
                <a:lnTo>
                  <a:pt x="557733" y="314553"/>
                </a:lnTo>
                <a:lnTo>
                  <a:pt x="557733" y="151523"/>
                </a:lnTo>
                <a:lnTo>
                  <a:pt x="608825" y="151523"/>
                </a:lnTo>
                <a:lnTo>
                  <a:pt x="608825" y="1279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16885834" y="6855721"/>
            <a:ext cx="264160" cy="311150"/>
          </a:xfrm>
          <a:custGeom>
            <a:avLst/>
            <a:gdLst/>
            <a:ahLst/>
            <a:cxnLst/>
            <a:rect l="l" t="t" r="r" b="b"/>
            <a:pathLst>
              <a:path w="264159" h="311150">
                <a:moveTo>
                  <a:pt x="252696" y="0"/>
                </a:moveTo>
                <a:lnTo>
                  <a:pt x="224896" y="0"/>
                </a:lnTo>
                <a:lnTo>
                  <a:pt x="224896" y="161535"/>
                </a:lnTo>
                <a:lnTo>
                  <a:pt x="252696" y="161535"/>
                </a:lnTo>
                <a:lnTo>
                  <a:pt x="252696" y="0"/>
                </a:lnTo>
                <a:close/>
              </a:path>
              <a:path w="264159" h="311150">
                <a:moveTo>
                  <a:pt x="81893" y="11520"/>
                </a:moveTo>
                <a:lnTo>
                  <a:pt x="49023" y="16768"/>
                </a:lnTo>
                <a:lnTo>
                  <a:pt x="23103" y="31148"/>
                </a:lnTo>
                <a:lnTo>
                  <a:pt x="6104" y="53184"/>
                </a:lnTo>
                <a:lnTo>
                  <a:pt x="0" y="81394"/>
                </a:lnTo>
                <a:lnTo>
                  <a:pt x="6104" y="109561"/>
                </a:lnTo>
                <a:lnTo>
                  <a:pt x="23103" y="131482"/>
                </a:lnTo>
                <a:lnTo>
                  <a:pt x="49023" y="145703"/>
                </a:lnTo>
                <a:lnTo>
                  <a:pt x="81893" y="150766"/>
                </a:lnTo>
                <a:lnTo>
                  <a:pt x="114479" y="145703"/>
                </a:lnTo>
                <a:lnTo>
                  <a:pt x="140279" y="131482"/>
                </a:lnTo>
                <a:lnTo>
                  <a:pt x="143001" y="127976"/>
                </a:lnTo>
                <a:lnTo>
                  <a:pt x="81893" y="127976"/>
                </a:lnTo>
                <a:lnTo>
                  <a:pt x="60015" y="124572"/>
                </a:lnTo>
                <a:lnTo>
                  <a:pt x="42668" y="115016"/>
                </a:lnTo>
                <a:lnTo>
                  <a:pt x="31284" y="100294"/>
                </a:lnTo>
                <a:lnTo>
                  <a:pt x="27297" y="81394"/>
                </a:lnTo>
                <a:lnTo>
                  <a:pt x="31284" y="62603"/>
                </a:lnTo>
                <a:lnTo>
                  <a:pt x="42668" y="47897"/>
                </a:lnTo>
                <a:lnTo>
                  <a:pt x="60015" y="38356"/>
                </a:lnTo>
                <a:lnTo>
                  <a:pt x="81893" y="35062"/>
                </a:lnTo>
                <a:lnTo>
                  <a:pt x="143301" y="35062"/>
                </a:lnTo>
                <a:lnTo>
                  <a:pt x="140279" y="31148"/>
                </a:lnTo>
                <a:lnTo>
                  <a:pt x="114479" y="16768"/>
                </a:lnTo>
                <a:lnTo>
                  <a:pt x="81893" y="11520"/>
                </a:lnTo>
                <a:close/>
              </a:path>
              <a:path w="264159" h="311150">
                <a:moveTo>
                  <a:pt x="143301" y="35062"/>
                </a:moveTo>
                <a:lnTo>
                  <a:pt x="81893" y="35062"/>
                </a:lnTo>
                <a:lnTo>
                  <a:pt x="103631" y="38356"/>
                </a:lnTo>
                <a:lnTo>
                  <a:pt x="120931" y="47897"/>
                </a:lnTo>
                <a:lnTo>
                  <a:pt x="132362" y="62603"/>
                </a:lnTo>
                <a:lnTo>
                  <a:pt x="136490" y="81394"/>
                </a:lnTo>
                <a:lnTo>
                  <a:pt x="132362" y="100294"/>
                </a:lnTo>
                <a:lnTo>
                  <a:pt x="120931" y="115016"/>
                </a:lnTo>
                <a:lnTo>
                  <a:pt x="103631" y="124572"/>
                </a:lnTo>
                <a:lnTo>
                  <a:pt x="81893" y="127976"/>
                </a:lnTo>
                <a:lnTo>
                  <a:pt x="143001" y="127976"/>
                </a:lnTo>
                <a:lnTo>
                  <a:pt x="157297" y="109561"/>
                </a:lnTo>
                <a:lnTo>
                  <a:pt x="163538" y="81394"/>
                </a:lnTo>
                <a:lnTo>
                  <a:pt x="157297" y="53184"/>
                </a:lnTo>
                <a:lnTo>
                  <a:pt x="143301" y="35062"/>
                </a:lnTo>
                <a:close/>
              </a:path>
              <a:path w="264159" h="311150">
                <a:moveTo>
                  <a:pt x="252696" y="176812"/>
                </a:moveTo>
                <a:lnTo>
                  <a:pt x="47834" y="176812"/>
                </a:lnTo>
                <a:lnTo>
                  <a:pt x="47834" y="199352"/>
                </a:lnTo>
                <a:lnTo>
                  <a:pt x="225147" y="199352"/>
                </a:lnTo>
                <a:lnTo>
                  <a:pt x="225147" y="231660"/>
                </a:lnTo>
                <a:lnTo>
                  <a:pt x="48835" y="231660"/>
                </a:lnTo>
                <a:lnTo>
                  <a:pt x="48835" y="310549"/>
                </a:lnTo>
                <a:lnTo>
                  <a:pt x="263966" y="310549"/>
                </a:lnTo>
                <a:lnTo>
                  <a:pt x="263966" y="288009"/>
                </a:lnTo>
                <a:lnTo>
                  <a:pt x="75883" y="288009"/>
                </a:lnTo>
                <a:lnTo>
                  <a:pt x="75883" y="252697"/>
                </a:lnTo>
                <a:lnTo>
                  <a:pt x="252696" y="252697"/>
                </a:lnTo>
                <a:lnTo>
                  <a:pt x="252696" y="1768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17197886" y="6855721"/>
            <a:ext cx="255270" cy="315595"/>
          </a:xfrm>
          <a:custGeom>
            <a:avLst/>
            <a:gdLst/>
            <a:ahLst/>
            <a:cxnLst/>
            <a:rect l="l" t="t" r="r" b="b"/>
            <a:pathLst>
              <a:path w="255269" h="315595">
                <a:moveTo>
                  <a:pt x="255200" y="143253"/>
                </a:moveTo>
                <a:lnTo>
                  <a:pt x="227652" y="143253"/>
                </a:lnTo>
                <a:lnTo>
                  <a:pt x="227652" y="315307"/>
                </a:lnTo>
                <a:lnTo>
                  <a:pt x="255200" y="315307"/>
                </a:lnTo>
                <a:lnTo>
                  <a:pt x="255200" y="143253"/>
                </a:lnTo>
                <a:close/>
              </a:path>
              <a:path w="255269" h="315595">
                <a:moveTo>
                  <a:pt x="78889" y="24293"/>
                </a:moveTo>
                <a:lnTo>
                  <a:pt x="46875" y="32135"/>
                </a:lnTo>
                <a:lnTo>
                  <a:pt x="21881" y="54158"/>
                </a:lnTo>
                <a:lnTo>
                  <a:pt x="5669" y="88672"/>
                </a:lnTo>
                <a:lnTo>
                  <a:pt x="0" y="133987"/>
                </a:lnTo>
                <a:lnTo>
                  <a:pt x="5669" y="179442"/>
                </a:lnTo>
                <a:lnTo>
                  <a:pt x="21881" y="214003"/>
                </a:lnTo>
                <a:lnTo>
                  <a:pt x="46875" y="235980"/>
                </a:lnTo>
                <a:lnTo>
                  <a:pt x="78889" y="243681"/>
                </a:lnTo>
                <a:lnTo>
                  <a:pt x="109257" y="236670"/>
                </a:lnTo>
                <a:lnTo>
                  <a:pt x="130701" y="218887"/>
                </a:lnTo>
                <a:lnTo>
                  <a:pt x="78889" y="218887"/>
                </a:lnTo>
                <a:lnTo>
                  <a:pt x="57609" y="212841"/>
                </a:lnTo>
                <a:lnTo>
                  <a:pt x="41072" y="195690"/>
                </a:lnTo>
                <a:lnTo>
                  <a:pt x="30357" y="168912"/>
                </a:lnTo>
                <a:lnTo>
                  <a:pt x="26546" y="133987"/>
                </a:lnTo>
                <a:lnTo>
                  <a:pt x="30357" y="99202"/>
                </a:lnTo>
                <a:lnTo>
                  <a:pt x="41072" y="72472"/>
                </a:lnTo>
                <a:lnTo>
                  <a:pt x="57609" y="55273"/>
                </a:lnTo>
                <a:lnTo>
                  <a:pt x="78889" y="49086"/>
                </a:lnTo>
                <a:lnTo>
                  <a:pt x="130895" y="49086"/>
                </a:lnTo>
                <a:lnTo>
                  <a:pt x="108548" y="31109"/>
                </a:lnTo>
                <a:lnTo>
                  <a:pt x="78889" y="24293"/>
                </a:lnTo>
                <a:close/>
              </a:path>
              <a:path w="255269" h="315595">
                <a:moveTo>
                  <a:pt x="130895" y="49086"/>
                </a:moveTo>
                <a:lnTo>
                  <a:pt x="78889" y="49086"/>
                </a:lnTo>
                <a:lnTo>
                  <a:pt x="100063" y="55273"/>
                </a:lnTo>
                <a:lnTo>
                  <a:pt x="116611" y="72472"/>
                </a:lnTo>
                <a:lnTo>
                  <a:pt x="127384" y="99202"/>
                </a:lnTo>
                <a:lnTo>
                  <a:pt x="131231" y="133987"/>
                </a:lnTo>
                <a:lnTo>
                  <a:pt x="127384" y="168912"/>
                </a:lnTo>
                <a:lnTo>
                  <a:pt x="116611" y="195690"/>
                </a:lnTo>
                <a:lnTo>
                  <a:pt x="100063" y="212841"/>
                </a:lnTo>
                <a:lnTo>
                  <a:pt x="78889" y="218887"/>
                </a:lnTo>
                <a:lnTo>
                  <a:pt x="130701" y="218887"/>
                </a:lnTo>
                <a:lnTo>
                  <a:pt x="133438" y="216617"/>
                </a:lnTo>
                <a:lnTo>
                  <a:pt x="149942" y="184989"/>
                </a:lnTo>
                <a:lnTo>
                  <a:pt x="157277" y="143253"/>
                </a:lnTo>
                <a:lnTo>
                  <a:pt x="255200" y="143253"/>
                </a:lnTo>
                <a:lnTo>
                  <a:pt x="255200" y="120212"/>
                </a:lnTo>
                <a:lnTo>
                  <a:pt x="157027" y="120212"/>
                </a:lnTo>
                <a:lnTo>
                  <a:pt x="148991" y="80431"/>
                </a:lnTo>
                <a:lnTo>
                  <a:pt x="132374" y="50276"/>
                </a:lnTo>
                <a:lnTo>
                  <a:pt x="130895" y="49086"/>
                </a:lnTo>
                <a:close/>
              </a:path>
              <a:path w="255269" h="315595">
                <a:moveTo>
                  <a:pt x="255200" y="0"/>
                </a:moveTo>
                <a:lnTo>
                  <a:pt x="227652" y="0"/>
                </a:lnTo>
                <a:lnTo>
                  <a:pt x="227652" y="120212"/>
                </a:lnTo>
                <a:lnTo>
                  <a:pt x="255200" y="120212"/>
                </a:lnTo>
                <a:lnTo>
                  <a:pt x="255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/>
          <p:nvPr/>
        </p:nvSpPr>
        <p:spPr>
          <a:xfrm>
            <a:off x="17518704" y="6855721"/>
            <a:ext cx="281940" cy="314960"/>
          </a:xfrm>
          <a:custGeom>
            <a:avLst/>
            <a:gdLst/>
            <a:ahLst/>
            <a:cxnLst/>
            <a:rect l="l" t="t" r="r" b="b"/>
            <a:pathLst>
              <a:path w="281940" h="314959">
                <a:moveTo>
                  <a:pt x="230657" y="0"/>
                </a:moveTo>
                <a:lnTo>
                  <a:pt x="202858" y="0"/>
                </a:lnTo>
                <a:lnTo>
                  <a:pt x="202858" y="314556"/>
                </a:lnTo>
                <a:lnTo>
                  <a:pt x="230657" y="314556"/>
                </a:lnTo>
                <a:lnTo>
                  <a:pt x="230657" y="149013"/>
                </a:lnTo>
                <a:lnTo>
                  <a:pt x="281747" y="149013"/>
                </a:lnTo>
                <a:lnTo>
                  <a:pt x="281747" y="125722"/>
                </a:lnTo>
                <a:lnTo>
                  <a:pt x="230657" y="125722"/>
                </a:lnTo>
                <a:lnTo>
                  <a:pt x="230657" y="0"/>
                </a:lnTo>
                <a:close/>
              </a:path>
              <a:path w="281940" h="314959">
                <a:moveTo>
                  <a:pt x="27548" y="31055"/>
                </a:moveTo>
                <a:lnTo>
                  <a:pt x="0" y="31055"/>
                </a:lnTo>
                <a:lnTo>
                  <a:pt x="0" y="234665"/>
                </a:lnTo>
                <a:lnTo>
                  <a:pt x="25043" y="234665"/>
                </a:lnTo>
                <a:lnTo>
                  <a:pt x="61177" y="233988"/>
                </a:lnTo>
                <a:lnTo>
                  <a:pt x="98110" y="231691"/>
                </a:lnTo>
                <a:lnTo>
                  <a:pt x="136264" y="227374"/>
                </a:lnTo>
                <a:lnTo>
                  <a:pt x="176061" y="220640"/>
                </a:lnTo>
                <a:lnTo>
                  <a:pt x="174695" y="211374"/>
                </a:lnTo>
                <a:lnTo>
                  <a:pt x="27548" y="211374"/>
                </a:lnTo>
                <a:lnTo>
                  <a:pt x="27548" y="31055"/>
                </a:lnTo>
                <a:close/>
              </a:path>
              <a:path w="281940" h="314959">
                <a:moveTo>
                  <a:pt x="172554" y="196848"/>
                </a:moveTo>
                <a:lnTo>
                  <a:pt x="134507" y="203643"/>
                </a:lnTo>
                <a:lnTo>
                  <a:pt x="97891" y="208102"/>
                </a:lnTo>
                <a:lnTo>
                  <a:pt x="62355" y="210565"/>
                </a:lnTo>
                <a:lnTo>
                  <a:pt x="27548" y="211374"/>
                </a:lnTo>
                <a:lnTo>
                  <a:pt x="174695" y="211374"/>
                </a:lnTo>
                <a:lnTo>
                  <a:pt x="172554" y="1968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17818735" y="6866890"/>
            <a:ext cx="288290" cy="172720"/>
          </a:xfrm>
          <a:custGeom>
            <a:avLst/>
            <a:gdLst/>
            <a:ahLst/>
            <a:cxnLst/>
            <a:rect l="l" t="t" r="r" b="b"/>
            <a:pathLst>
              <a:path w="288290" h="172720">
                <a:moveTo>
                  <a:pt x="254939" y="83820"/>
                </a:moveTo>
                <a:lnTo>
                  <a:pt x="67106" y="83820"/>
                </a:lnTo>
                <a:lnTo>
                  <a:pt x="67106" y="0"/>
                </a:lnTo>
                <a:lnTo>
                  <a:pt x="39560" y="0"/>
                </a:lnTo>
                <a:lnTo>
                  <a:pt x="39560" y="83820"/>
                </a:lnTo>
                <a:lnTo>
                  <a:pt x="39560" y="106680"/>
                </a:lnTo>
                <a:lnTo>
                  <a:pt x="254939" y="106680"/>
                </a:lnTo>
                <a:lnTo>
                  <a:pt x="254939" y="83820"/>
                </a:lnTo>
                <a:close/>
              </a:path>
              <a:path w="288290" h="172720">
                <a:moveTo>
                  <a:pt x="288251" y="149618"/>
                </a:moveTo>
                <a:lnTo>
                  <a:pt x="0" y="149618"/>
                </a:lnTo>
                <a:lnTo>
                  <a:pt x="0" y="172161"/>
                </a:lnTo>
                <a:lnTo>
                  <a:pt x="288251" y="172161"/>
                </a:lnTo>
                <a:lnTo>
                  <a:pt x="288251" y="1496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17856289" y="7071359"/>
            <a:ext cx="219710" cy="91440"/>
          </a:xfrm>
          <a:custGeom>
            <a:avLst/>
            <a:gdLst/>
            <a:ahLst/>
            <a:cxnLst/>
            <a:rect l="l" t="t" r="r" b="b"/>
            <a:pathLst>
              <a:path w="219709" h="91440">
                <a:moveTo>
                  <a:pt x="219392" y="68592"/>
                </a:moveTo>
                <a:lnTo>
                  <a:pt x="27559" y="68592"/>
                </a:lnTo>
                <a:lnTo>
                  <a:pt x="27559" y="0"/>
                </a:lnTo>
                <a:lnTo>
                  <a:pt x="0" y="0"/>
                </a:lnTo>
                <a:lnTo>
                  <a:pt x="0" y="68592"/>
                </a:lnTo>
                <a:lnTo>
                  <a:pt x="0" y="91440"/>
                </a:lnTo>
                <a:lnTo>
                  <a:pt x="219392" y="91440"/>
                </a:lnTo>
                <a:lnTo>
                  <a:pt x="219392" y="685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9156021" y="7363624"/>
            <a:ext cx="260985" cy="314960"/>
          </a:xfrm>
          <a:custGeom>
            <a:avLst/>
            <a:gdLst/>
            <a:ahLst/>
            <a:cxnLst/>
            <a:rect l="l" t="t" r="r" b="b"/>
            <a:pathLst>
              <a:path w="260984" h="314959">
                <a:moveTo>
                  <a:pt x="260460" y="0"/>
                </a:moveTo>
                <a:lnTo>
                  <a:pt x="233162" y="0"/>
                </a:lnTo>
                <a:lnTo>
                  <a:pt x="233162" y="314806"/>
                </a:lnTo>
                <a:lnTo>
                  <a:pt x="260460" y="314806"/>
                </a:lnTo>
                <a:lnTo>
                  <a:pt x="260460" y="0"/>
                </a:lnTo>
                <a:close/>
              </a:path>
              <a:path w="260984" h="314959">
                <a:moveTo>
                  <a:pt x="104434" y="15026"/>
                </a:moveTo>
                <a:lnTo>
                  <a:pt x="71971" y="19554"/>
                </a:lnTo>
                <a:lnTo>
                  <a:pt x="46457" y="32651"/>
                </a:lnTo>
                <a:lnTo>
                  <a:pt x="29771" y="53027"/>
                </a:lnTo>
                <a:lnTo>
                  <a:pt x="23792" y="79390"/>
                </a:lnTo>
                <a:lnTo>
                  <a:pt x="29771" y="105647"/>
                </a:lnTo>
                <a:lnTo>
                  <a:pt x="46457" y="126035"/>
                </a:lnTo>
                <a:lnTo>
                  <a:pt x="71971" y="139191"/>
                </a:lnTo>
                <a:lnTo>
                  <a:pt x="104434" y="143754"/>
                </a:lnTo>
                <a:lnTo>
                  <a:pt x="136937" y="139191"/>
                </a:lnTo>
                <a:lnTo>
                  <a:pt x="162537" y="126035"/>
                </a:lnTo>
                <a:lnTo>
                  <a:pt x="166915" y="120713"/>
                </a:lnTo>
                <a:lnTo>
                  <a:pt x="104434" y="120713"/>
                </a:lnTo>
                <a:lnTo>
                  <a:pt x="82818" y="117813"/>
                </a:lnTo>
                <a:lnTo>
                  <a:pt x="65803" y="109349"/>
                </a:lnTo>
                <a:lnTo>
                  <a:pt x="54706" y="96236"/>
                </a:lnTo>
                <a:lnTo>
                  <a:pt x="50839" y="79390"/>
                </a:lnTo>
                <a:lnTo>
                  <a:pt x="54706" y="62505"/>
                </a:lnTo>
                <a:lnTo>
                  <a:pt x="65803" y="49305"/>
                </a:lnTo>
                <a:lnTo>
                  <a:pt x="82818" y="40755"/>
                </a:lnTo>
                <a:lnTo>
                  <a:pt x="104434" y="37816"/>
                </a:lnTo>
                <a:lnTo>
                  <a:pt x="166789" y="37816"/>
                </a:lnTo>
                <a:lnTo>
                  <a:pt x="162537" y="32651"/>
                </a:lnTo>
                <a:lnTo>
                  <a:pt x="136937" y="19554"/>
                </a:lnTo>
                <a:lnTo>
                  <a:pt x="104434" y="15026"/>
                </a:lnTo>
                <a:close/>
              </a:path>
              <a:path w="260984" h="314959">
                <a:moveTo>
                  <a:pt x="166789" y="37816"/>
                </a:moveTo>
                <a:lnTo>
                  <a:pt x="104434" y="37816"/>
                </a:lnTo>
                <a:lnTo>
                  <a:pt x="126344" y="40755"/>
                </a:lnTo>
                <a:lnTo>
                  <a:pt x="143535" y="49305"/>
                </a:lnTo>
                <a:lnTo>
                  <a:pt x="154762" y="62505"/>
                </a:lnTo>
                <a:lnTo>
                  <a:pt x="158781" y="79390"/>
                </a:lnTo>
                <a:lnTo>
                  <a:pt x="154762" y="96236"/>
                </a:lnTo>
                <a:lnTo>
                  <a:pt x="143535" y="109349"/>
                </a:lnTo>
                <a:lnTo>
                  <a:pt x="126344" y="117813"/>
                </a:lnTo>
                <a:lnTo>
                  <a:pt x="104434" y="120713"/>
                </a:lnTo>
                <a:lnTo>
                  <a:pt x="166915" y="120713"/>
                </a:lnTo>
                <a:lnTo>
                  <a:pt x="179309" y="105647"/>
                </a:lnTo>
                <a:lnTo>
                  <a:pt x="185327" y="79390"/>
                </a:lnTo>
                <a:lnTo>
                  <a:pt x="179309" y="53027"/>
                </a:lnTo>
                <a:lnTo>
                  <a:pt x="166789" y="37816"/>
                </a:lnTo>
                <a:close/>
              </a:path>
              <a:path w="260984" h="314959">
                <a:moveTo>
                  <a:pt x="120212" y="192590"/>
                </a:moveTo>
                <a:lnTo>
                  <a:pt x="92413" y="192590"/>
                </a:lnTo>
                <a:lnTo>
                  <a:pt x="92413" y="304789"/>
                </a:lnTo>
                <a:lnTo>
                  <a:pt x="120212" y="304789"/>
                </a:lnTo>
                <a:lnTo>
                  <a:pt x="120212" y="192590"/>
                </a:lnTo>
                <a:close/>
              </a:path>
              <a:path w="260984" h="314959">
                <a:moveTo>
                  <a:pt x="209870" y="159281"/>
                </a:moveTo>
                <a:lnTo>
                  <a:pt x="155912" y="165413"/>
                </a:lnTo>
                <a:lnTo>
                  <a:pt x="100897" y="168892"/>
                </a:lnTo>
                <a:lnTo>
                  <a:pt x="47901" y="170446"/>
                </a:lnTo>
                <a:lnTo>
                  <a:pt x="0" y="170802"/>
                </a:lnTo>
                <a:lnTo>
                  <a:pt x="3610" y="193428"/>
                </a:lnTo>
                <a:lnTo>
                  <a:pt x="3691" y="193936"/>
                </a:lnTo>
                <a:lnTo>
                  <a:pt x="3756" y="194343"/>
                </a:lnTo>
                <a:lnTo>
                  <a:pt x="45924" y="193936"/>
                </a:lnTo>
                <a:lnTo>
                  <a:pt x="68734" y="193428"/>
                </a:lnTo>
                <a:lnTo>
                  <a:pt x="92413" y="192590"/>
                </a:lnTo>
                <a:lnTo>
                  <a:pt x="120212" y="192590"/>
                </a:lnTo>
                <a:lnTo>
                  <a:pt x="120212" y="191088"/>
                </a:lnTo>
                <a:lnTo>
                  <a:pt x="143092" y="189334"/>
                </a:lnTo>
                <a:lnTo>
                  <a:pt x="166137" y="187018"/>
                </a:lnTo>
                <a:lnTo>
                  <a:pt x="189135" y="184044"/>
                </a:lnTo>
                <a:lnTo>
                  <a:pt x="211874" y="180319"/>
                </a:lnTo>
                <a:lnTo>
                  <a:pt x="209870" y="1592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/>
          <p:nvPr/>
        </p:nvSpPr>
        <p:spPr>
          <a:xfrm>
            <a:off x="9476589" y="7363374"/>
            <a:ext cx="253365" cy="314960"/>
          </a:xfrm>
          <a:custGeom>
            <a:avLst/>
            <a:gdLst/>
            <a:ahLst/>
            <a:cxnLst/>
            <a:rect l="l" t="t" r="r" b="b"/>
            <a:pathLst>
              <a:path w="253365" h="314959">
                <a:moveTo>
                  <a:pt x="253197" y="0"/>
                </a:moveTo>
                <a:lnTo>
                  <a:pt x="225398" y="0"/>
                </a:lnTo>
                <a:lnTo>
                  <a:pt x="225398" y="314806"/>
                </a:lnTo>
                <a:lnTo>
                  <a:pt x="253197" y="314806"/>
                </a:lnTo>
                <a:lnTo>
                  <a:pt x="253197" y="0"/>
                </a:lnTo>
                <a:close/>
              </a:path>
              <a:path w="253365" h="314959">
                <a:moveTo>
                  <a:pt x="109944" y="77386"/>
                </a:moveTo>
                <a:lnTo>
                  <a:pt x="82646" y="77386"/>
                </a:lnTo>
                <a:lnTo>
                  <a:pt x="82646" y="102431"/>
                </a:lnTo>
                <a:lnTo>
                  <a:pt x="76318" y="143057"/>
                </a:lnTo>
                <a:lnTo>
                  <a:pt x="58885" y="180068"/>
                </a:lnTo>
                <a:lnTo>
                  <a:pt x="32670" y="210693"/>
                </a:lnTo>
                <a:lnTo>
                  <a:pt x="0" y="232160"/>
                </a:lnTo>
                <a:lnTo>
                  <a:pt x="15778" y="253698"/>
                </a:lnTo>
                <a:lnTo>
                  <a:pt x="41749" y="237437"/>
                </a:lnTo>
                <a:lnTo>
                  <a:pt x="64551" y="215083"/>
                </a:lnTo>
                <a:lnTo>
                  <a:pt x="83221" y="187681"/>
                </a:lnTo>
                <a:lnTo>
                  <a:pt x="96796" y="156276"/>
                </a:lnTo>
                <a:lnTo>
                  <a:pt x="123983" y="156276"/>
                </a:lnTo>
                <a:lnTo>
                  <a:pt x="116436" y="141277"/>
                </a:lnTo>
                <a:lnTo>
                  <a:pt x="109944" y="102431"/>
                </a:lnTo>
                <a:lnTo>
                  <a:pt x="109944" y="77386"/>
                </a:lnTo>
                <a:close/>
              </a:path>
              <a:path w="253365" h="314959">
                <a:moveTo>
                  <a:pt x="123983" y="156276"/>
                </a:moveTo>
                <a:lnTo>
                  <a:pt x="96796" y="156276"/>
                </a:lnTo>
                <a:lnTo>
                  <a:pt x="110647" y="185905"/>
                </a:lnTo>
                <a:lnTo>
                  <a:pt x="129557" y="211765"/>
                </a:lnTo>
                <a:lnTo>
                  <a:pt x="152529" y="232859"/>
                </a:lnTo>
                <a:lnTo>
                  <a:pt x="178565" y="248189"/>
                </a:lnTo>
                <a:lnTo>
                  <a:pt x="194093" y="226400"/>
                </a:lnTo>
                <a:lnTo>
                  <a:pt x="160976" y="206008"/>
                </a:lnTo>
                <a:lnTo>
                  <a:pt x="134268" y="176718"/>
                </a:lnTo>
                <a:lnTo>
                  <a:pt x="123983" y="156276"/>
                </a:lnTo>
                <a:close/>
              </a:path>
              <a:path w="253365" h="314959">
                <a:moveTo>
                  <a:pt x="183073" y="54846"/>
                </a:moveTo>
                <a:lnTo>
                  <a:pt x="8515" y="54846"/>
                </a:lnTo>
                <a:lnTo>
                  <a:pt x="8515" y="77386"/>
                </a:lnTo>
                <a:lnTo>
                  <a:pt x="183073" y="77386"/>
                </a:lnTo>
                <a:lnTo>
                  <a:pt x="183073" y="54846"/>
                </a:lnTo>
                <a:close/>
              </a:path>
              <a:path w="253365" h="314959">
                <a:moveTo>
                  <a:pt x="109944" y="5760"/>
                </a:moveTo>
                <a:lnTo>
                  <a:pt x="82395" y="5760"/>
                </a:lnTo>
                <a:lnTo>
                  <a:pt x="82395" y="54846"/>
                </a:lnTo>
                <a:lnTo>
                  <a:pt x="109944" y="54846"/>
                </a:lnTo>
                <a:lnTo>
                  <a:pt x="109944" y="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/>
          <p:nvPr/>
        </p:nvSpPr>
        <p:spPr>
          <a:xfrm>
            <a:off x="9783369" y="7372350"/>
            <a:ext cx="288290" cy="159385"/>
          </a:xfrm>
          <a:custGeom>
            <a:avLst/>
            <a:gdLst/>
            <a:ahLst/>
            <a:cxnLst/>
            <a:rect l="l" t="t" r="r" b="b"/>
            <a:pathLst>
              <a:path w="288290" h="159384">
                <a:moveTo>
                  <a:pt x="256705" y="92710"/>
                </a:moveTo>
                <a:lnTo>
                  <a:pt x="65125" y="92710"/>
                </a:lnTo>
                <a:lnTo>
                  <a:pt x="65125" y="66040"/>
                </a:lnTo>
                <a:lnTo>
                  <a:pt x="251206" y="66040"/>
                </a:lnTo>
                <a:lnTo>
                  <a:pt x="251206" y="46990"/>
                </a:lnTo>
                <a:lnTo>
                  <a:pt x="251206" y="20320"/>
                </a:lnTo>
                <a:lnTo>
                  <a:pt x="251206" y="0"/>
                </a:lnTo>
                <a:lnTo>
                  <a:pt x="36576" y="0"/>
                </a:lnTo>
                <a:lnTo>
                  <a:pt x="36576" y="20320"/>
                </a:lnTo>
                <a:lnTo>
                  <a:pt x="223405" y="20320"/>
                </a:lnTo>
                <a:lnTo>
                  <a:pt x="223405" y="46990"/>
                </a:lnTo>
                <a:lnTo>
                  <a:pt x="37566" y="46990"/>
                </a:lnTo>
                <a:lnTo>
                  <a:pt x="37566" y="66040"/>
                </a:lnTo>
                <a:lnTo>
                  <a:pt x="37566" y="92710"/>
                </a:lnTo>
                <a:lnTo>
                  <a:pt x="37566" y="113030"/>
                </a:lnTo>
                <a:lnTo>
                  <a:pt x="256705" y="113030"/>
                </a:lnTo>
                <a:lnTo>
                  <a:pt x="256705" y="92710"/>
                </a:lnTo>
                <a:close/>
              </a:path>
              <a:path w="288290" h="159384">
                <a:moveTo>
                  <a:pt x="288264" y="137287"/>
                </a:moveTo>
                <a:lnTo>
                  <a:pt x="0" y="137287"/>
                </a:lnTo>
                <a:lnTo>
                  <a:pt x="0" y="159080"/>
                </a:lnTo>
                <a:lnTo>
                  <a:pt x="288264" y="159080"/>
                </a:lnTo>
                <a:lnTo>
                  <a:pt x="288264" y="137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/>
          <p:nvPr/>
        </p:nvSpPr>
        <p:spPr>
          <a:xfrm>
            <a:off x="9818192" y="7556500"/>
            <a:ext cx="227965" cy="117475"/>
          </a:xfrm>
          <a:custGeom>
            <a:avLst/>
            <a:gdLst/>
            <a:ahLst/>
            <a:cxnLst/>
            <a:rect l="l" t="t" r="r" b="b"/>
            <a:pathLst>
              <a:path w="227965" h="117475">
                <a:moveTo>
                  <a:pt x="227647" y="96532"/>
                </a:moveTo>
                <a:lnTo>
                  <a:pt x="28295" y="96532"/>
                </a:lnTo>
                <a:lnTo>
                  <a:pt x="28295" y="67310"/>
                </a:lnTo>
                <a:lnTo>
                  <a:pt x="217373" y="67310"/>
                </a:lnTo>
                <a:lnTo>
                  <a:pt x="217373" y="48260"/>
                </a:lnTo>
                <a:lnTo>
                  <a:pt x="217373" y="21602"/>
                </a:lnTo>
                <a:lnTo>
                  <a:pt x="217373" y="0"/>
                </a:lnTo>
                <a:lnTo>
                  <a:pt x="0" y="0"/>
                </a:lnTo>
                <a:lnTo>
                  <a:pt x="0" y="21602"/>
                </a:lnTo>
                <a:lnTo>
                  <a:pt x="189826" y="21602"/>
                </a:lnTo>
                <a:lnTo>
                  <a:pt x="189826" y="48260"/>
                </a:lnTo>
                <a:lnTo>
                  <a:pt x="495" y="48260"/>
                </a:lnTo>
                <a:lnTo>
                  <a:pt x="495" y="67310"/>
                </a:lnTo>
                <a:lnTo>
                  <a:pt x="495" y="96532"/>
                </a:lnTo>
                <a:lnTo>
                  <a:pt x="495" y="116852"/>
                </a:lnTo>
                <a:lnTo>
                  <a:pt x="227647" y="116852"/>
                </a:lnTo>
                <a:lnTo>
                  <a:pt x="227647" y="965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/>
          <p:nvPr/>
        </p:nvSpPr>
        <p:spPr>
          <a:xfrm>
            <a:off x="10187991" y="7361872"/>
            <a:ext cx="600710" cy="315595"/>
          </a:xfrm>
          <a:custGeom>
            <a:avLst/>
            <a:gdLst/>
            <a:ahLst/>
            <a:cxnLst/>
            <a:rect l="l" t="t" r="r" b="b"/>
            <a:pathLst>
              <a:path w="600709" h="315595">
                <a:moveTo>
                  <a:pt x="185762" y="153352"/>
                </a:moveTo>
                <a:lnTo>
                  <a:pt x="129044" y="119214"/>
                </a:lnTo>
                <a:lnTo>
                  <a:pt x="107442" y="67119"/>
                </a:lnTo>
                <a:lnTo>
                  <a:pt x="107442" y="61112"/>
                </a:lnTo>
                <a:lnTo>
                  <a:pt x="178320" y="61112"/>
                </a:lnTo>
                <a:lnTo>
                  <a:pt x="178320" y="38328"/>
                </a:lnTo>
                <a:lnTo>
                  <a:pt x="107950" y="38328"/>
                </a:lnTo>
                <a:lnTo>
                  <a:pt x="107950" y="0"/>
                </a:lnTo>
                <a:lnTo>
                  <a:pt x="79895" y="0"/>
                </a:lnTo>
                <a:lnTo>
                  <a:pt x="79895" y="38328"/>
                </a:lnTo>
                <a:lnTo>
                  <a:pt x="8775" y="38328"/>
                </a:lnTo>
                <a:lnTo>
                  <a:pt x="8775" y="61112"/>
                </a:lnTo>
                <a:lnTo>
                  <a:pt x="79895" y="61112"/>
                </a:lnTo>
                <a:lnTo>
                  <a:pt x="79895" y="67119"/>
                </a:lnTo>
                <a:lnTo>
                  <a:pt x="74002" y="97015"/>
                </a:lnTo>
                <a:lnTo>
                  <a:pt x="57518" y="123291"/>
                </a:lnTo>
                <a:lnTo>
                  <a:pt x="32245" y="144399"/>
                </a:lnTo>
                <a:lnTo>
                  <a:pt x="0" y="158788"/>
                </a:lnTo>
                <a:lnTo>
                  <a:pt x="13779" y="180822"/>
                </a:lnTo>
                <a:lnTo>
                  <a:pt x="40132" y="169316"/>
                </a:lnTo>
                <a:lnTo>
                  <a:pt x="62738" y="153352"/>
                </a:lnTo>
                <a:lnTo>
                  <a:pt x="80937" y="133477"/>
                </a:lnTo>
                <a:lnTo>
                  <a:pt x="94043" y="110197"/>
                </a:lnTo>
                <a:lnTo>
                  <a:pt x="107061" y="131406"/>
                </a:lnTo>
                <a:lnTo>
                  <a:pt x="124853" y="149567"/>
                </a:lnTo>
                <a:lnTo>
                  <a:pt x="146875" y="164134"/>
                </a:lnTo>
                <a:lnTo>
                  <a:pt x="172567" y="174561"/>
                </a:lnTo>
                <a:lnTo>
                  <a:pt x="185534" y="153352"/>
                </a:lnTo>
                <a:lnTo>
                  <a:pt x="185762" y="153352"/>
                </a:lnTo>
                <a:close/>
              </a:path>
              <a:path w="600709" h="315595">
                <a:moveTo>
                  <a:pt x="263969" y="293522"/>
                </a:moveTo>
                <a:lnTo>
                  <a:pt x="227571" y="283972"/>
                </a:lnTo>
                <a:lnTo>
                  <a:pt x="196037" y="268185"/>
                </a:lnTo>
                <a:lnTo>
                  <a:pt x="179209" y="253072"/>
                </a:lnTo>
                <a:lnTo>
                  <a:pt x="173291" y="247764"/>
                </a:lnTo>
                <a:lnTo>
                  <a:pt x="162674" y="224155"/>
                </a:lnTo>
                <a:lnTo>
                  <a:pt x="251701" y="224155"/>
                </a:lnTo>
                <a:lnTo>
                  <a:pt x="251701" y="201358"/>
                </a:lnTo>
                <a:lnTo>
                  <a:pt x="44081" y="201358"/>
                </a:lnTo>
                <a:lnTo>
                  <a:pt x="44081" y="224155"/>
                </a:lnTo>
                <a:lnTo>
                  <a:pt x="133121" y="224155"/>
                </a:lnTo>
                <a:lnTo>
                  <a:pt x="122453" y="247764"/>
                </a:lnTo>
                <a:lnTo>
                  <a:pt x="122339" y="248005"/>
                </a:lnTo>
                <a:lnTo>
                  <a:pt x="99606" y="268376"/>
                </a:lnTo>
                <a:lnTo>
                  <a:pt x="68300" y="283972"/>
                </a:lnTo>
                <a:lnTo>
                  <a:pt x="31813" y="293522"/>
                </a:lnTo>
                <a:lnTo>
                  <a:pt x="42329" y="314807"/>
                </a:lnTo>
                <a:lnTo>
                  <a:pt x="75603" y="306260"/>
                </a:lnTo>
                <a:lnTo>
                  <a:pt x="105460" y="292773"/>
                </a:lnTo>
                <a:lnTo>
                  <a:pt x="130073" y="274878"/>
                </a:lnTo>
                <a:lnTo>
                  <a:pt x="147637" y="253072"/>
                </a:lnTo>
                <a:lnTo>
                  <a:pt x="165214" y="274878"/>
                </a:lnTo>
                <a:lnTo>
                  <a:pt x="165315" y="275005"/>
                </a:lnTo>
                <a:lnTo>
                  <a:pt x="190080" y="293065"/>
                </a:lnTo>
                <a:lnTo>
                  <a:pt x="220065" y="306705"/>
                </a:lnTo>
                <a:lnTo>
                  <a:pt x="253453" y="315315"/>
                </a:lnTo>
                <a:lnTo>
                  <a:pt x="263969" y="293522"/>
                </a:lnTo>
                <a:close/>
              </a:path>
              <a:path w="600709" h="315595">
                <a:moveTo>
                  <a:pt x="293522" y="79400"/>
                </a:moveTo>
                <a:lnTo>
                  <a:pt x="246189" y="79400"/>
                </a:lnTo>
                <a:lnTo>
                  <a:pt x="246189" y="1511"/>
                </a:lnTo>
                <a:lnTo>
                  <a:pt x="218389" y="1511"/>
                </a:lnTo>
                <a:lnTo>
                  <a:pt x="218389" y="184581"/>
                </a:lnTo>
                <a:lnTo>
                  <a:pt x="246189" y="184581"/>
                </a:lnTo>
                <a:lnTo>
                  <a:pt x="246189" y="102692"/>
                </a:lnTo>
                <a:lnTo>
                  <a:pt x="293522" y="102692"/>
                </a:lnTo>
                <a:lnTo>
                  <a:pt x="293522" y="79400"/>
                </a:lnTo>
                <a:close/>
              </a:path>
              <a:path w="600709" h="315595">
                <a:moveTo>
                  <a:pt x="566013" y="33312"/>
                </a:moveTo>
                <a:lnTo>
                  <a:pt x="344119" y="33312"/>
                </a:lnTo>
                <a:lnTo>
                  <a:pt x="344119" y="56349"/>
                </a:lnTo>
                <a:lnTo>
                  <a:pt x="538213" y="56349"/>
                </a:lnTo>
                <a:lnTo>
                  <a:pt x="538213" y="64617"/>
                </a:lnTo>
                <a:lnTo>
                  <a:pt x="537883" y="94310"/>
                </a:lnTo>
                <a:lnTo>
                  <a:pt x="536511" y="127266"/>
                </a:lnTo>
                <a:lnTo>
                  <a:pt x="532993" y="164388"/>
                </a:lnTo>
                <a:lnTo>
                  <a:pt x="526186" y="206616"/>
                </a:lnTo>
                <a:lnTo>
                  <a:pt x="554240" y="209880"/>
                </a:lnTo>
                <a:lnTo>
                  <a:pt x="560895" y="165912"/>
                </a:lnTo>
                <a:lnTo>
                  <a:pt x="564349" y="128041"/>
                </a:lnTo>
                <a:lnTo>
                  <a:pt x="565683" y="94780"/>
                </a:lnTo>
                <a:lnTo>
                  <a:pt x="566013" y="64617"/>
                </a:lnTo>
                <a:lnTo>
                  <a:pt x="566013" y="33312"/>
                </a:lnTo>
                <a:close/>
              </a:path>
              <a:path w="600709" h="315595">
                <a:moveTo>
                  <a:pt x="600570" y="248450"/>
                </a:moveTo>
                <a:lnTo>
                  <a:pt x="453555" y="248450"/>
                </a:lnTo>
                <a:lnTo>
                  <a:pt x="453555" y="135991"/>
                </a:lnTo>
                <a:lnTo>
                  <a:pt x="426008" y="135991"/>
                </a:lnTo>
                <a:lnTo>
                  <a:pt x="426008" y="248450"/>
                </a:lnTo>
                <a:lnTo>
                  <a:pt x="313563" y="248450"/>
                </a:lnTo>
                <a:lnTo>
                  <a:pt x="313563" y="271741"/>
                </a:lnTo>
                <a:lnTo>
                  <a:pt x="600570" y="271741"/>
                </a:lnTo>
                <a:lnTo>
                  <a:pt x="600570" y="2484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/>
          <p:nvPr/>
        </p:nvSpPr>
        <p:spPr>
          <a:xfrm>
            <a:off x="10917572" y="7363374"/>
            <a:ext cx="248285" cy="315595"/>
          </a:xfrm>
          <a:custGeom>
            <a:avLst/>
            <a:gdLst/>
            <a:ahLst/>
            <a:cxnLst/>
            <a:rect l="l" t="t" r="r" b="b"/>
            <a:pathLst>
              <a:path w="248284" h="315595">
                <a:moveTo>
                  <a:pt x="247687" y="0"/>
                </a:moveTo>
                <a:lnTo>
                  <a:pt x="219888" y="0"/>
                </a:lnTo>
                <a:lnTo>
                  <a:pt x="219888" y="315307"/>
                </a:lnTo>
                <a:lnTo>
                  <a:pt x="247687" y="315307"/>
                </a:lnTo>
                <a:lnTo>
                  <a:pt x="247687" y="0"/>
                </a:lnTo>
                <a:close/>
              </a:path>
              <a:path w="248284" h="315595">
                <a:moveTo>
                  <a:pt x="80391" y="24292"/>
                </a:moveTo>
                <a:lnTo>
                  <a:pt x="47967" y="32135"/>
                </a:lnTo>
                <a:lnTo>
                  <a:pt x="22539" y="54158"/>
                </a:lnTo>
                <a:lnTo>
                  <a:pt x="5940" y="88672"/>
                </a:lnTo>
                <a:lnTo>
                  <a:pt x="0" y="133987"/>
                </a:lnTo>
                <a:lnTo>
                  <a:pt x="5940" y="179442"/>
                </a:lnTo>
                <a:lnTo>
                  <a:pt x="22539" y="214003"/>
                </a:lnTo>
                <a:lnTo>
                  <a:pt x="47967" y="235979"/>
                </a:lnTo>
                <a:lnTo>
                  <a:pt x="80391" y="243681"/>
                </a:lnTo>
                <a:lnTo>
                  <a:pt x="112604" y="235979"/>
                </a:lnTo>
                <a:lnTo>
                  <a:pt x="132400" y="218887"/>
                </a:lnTo>
                <a:lnTo>
                  <a:pt x="80391" y="218887"/>
                </a:lnTo>
                <a:lnTo>
                  <a:pt x="58704" y="212841"/>
                </a:lnTo>
                <a:lnTo>
                  <a:pt x="41760" y="195689"/>
                </a:lnTo>
                <a:lnTo>
                  <a:pt x="30733" y="168912"/>
                </a:lnTo>
                <a:lnTo>
                  <a:pt x="26797" y="133987"/>
                </a:lnTo>
                <a:lnTo>
                  <a:pt x="30733" y="99202"/>
                </a:lnTo>
                <a:lnTo>
                  <a:pt x="41760" y="72472"/>
                </a:lnTo>
                <a:lnTo>
                  <a:pt x="58704" y="55273"/>
                </a:lnTo>
                <a:lnTo>
                  <a:pt x="80391" y="49086"/>
                </a:lnTo>
                <a:lnTo>
                  <a:pt x="132195" y="49086"/>
                </a:lnTo>
                <a:lnTo>
                  <a:pt x="112604" y="32135"/>
                </a:lnTo>
                <a:lnTo>
                  <a:pt x="80391" y="24292"/>
                </a:lnTo>
                <a:close/>
              </a:path>
              <a:path w="248284" h="315595">
                <a:moveTo>
                  <a:pt x="132195" y="49086"/>
                </a:moveTo>
                <a:lnTo>
                  <a:pt x="80391" y="49086"/>
                </a:lnTo>
                <a:lnTo>
                  <a:pt x="102039" y="55273"/>
                </a:lnTo>
                <a:lnTo>
                  <a:pt x="118897" y="72472"/>
                </a:lnTo>
                <a:lnTo>
                  <a:pt x="129838" y="99202"/>
                </a:lnTo>
                <a:lnTo>
                  <a:pt x="133736" y="133987"/>
                </a:lnTo>
                <a:lnTo>
                  <a:pt x="129838" y="168912"/>
                </a:lnTo>
                <a:lnTo>
                  <a:pt x="118897" y="195689"/>
                </a:lnTo>
                <a:lnTo>
                  <a:pt x="102039" y="212841"/>
                </a:lnTo>
                <a:lnTo>
                  <a:pt x="80391" y="218887"/>
                </a:lnTo>
                <a:lnTo>
                  <a:pt x="132400" y="218887"/>
                </a:lnTo>
                <a:lnTo>
                  <a:pt x="138056" y="214003"/>
                </a:lnTo>
                <a:lnTo>
                  <a:pt x="154773" y="179442"/>
                </a:lnTo>
                <a:lnTo>
                  <a:pt x="160784" y="133987"/>
                </a:lnTo>
                <a:lnTo>
                  <a:pt x="154773" y="88672"/>
                </a:lnTo>
                <a:lnTo>
                  <a:pt x="138056" y="54158"/>
                </a:lnTo>
                <a:lnTo>
                  <a:pt x="132195" y="490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/>
          <p:nvPr/>
        </p:nvSpPr>
        <p:spPr>
          <a:xfrm>
            <a:off x="11218850" y="7372350"/>
            <a:ext cx="288290" cy="159385"/>
          </a:xfrm>
          <a:custGeom>
            <a:avLst/>
            <a:gdLst/>
            <a:ahLst/>
            <a:cxnLst/>
            <a:rect l="l" t="t" r="r" b="b"/>
            <a:pathLst>
              <a:path w="288290" h="159384">
                <a:moveTo>
                  <a:pt x="256705" y="92710"/>
                </a:moveTo>
                <a:lnTo>
                  <a:pt x="65112" y="92710"/>
                </a:lnTo>
                <a:lnTo>
                  <a:pt x="65112" y="66040"/>
                </a:lnTo>
                <a:lnTo>
                  <a:pt x="251193" y="66040"/>
                </a:lnTo>
                <a:lnTo>
                  <a:pt x="251193" y="46990"/>
                </a:lnTo>
                <a:lnTo>
                  <a:pt x="251193" y="20320"/>
                </a:lnTo>
                <a:lnTo>
                  <a:pt x="251193" y="0"/>
                </a:lnTo>
                <a:lnTo>
                  <a:pt x="36563" y="0"/>
                </a:lnTo>
                <a:lnTo>
                  <a:pt x="36563" y="20320"/>
                </a:lnTo>
                <a:lnTo>
                  <a:pt x="223393" y="20320"/>
                </a:lnTo>
                <a:lnTo>
                  <a:pt x="223393" y="46990"/>
                </a:lnTo>
                <a:lnTo>
                  <a:pt x="37566" y="46990"/>
                </a:lnTo>
                <a:lnTo>
                  <a:pt x="37566" y="66040"/>
                </a:lnTo>
                <a:lnTo>
                  <a:pt x="37566" y="92710"/>
                </a:lnTo>
                <a:lnTo>
                  <a:pt x="37566" y="113030"/>
                </a:lnTo>
                <a:lnTo>
                  <a:pt x="256705" y="113030"/>
                </a:lnTo>
                <a:lnTo>
                  <a:pt x="256705" y="92710"/>
                </a:lnTo>
                <a:close/>
              </a:path>
              <a:path w="288290" h="159384">
                <a:moveTo>
                  <a:pt x="288251" y="137287"/>
                </a:moveTo>
                <a:lnTo>
                  <a:pt x="0" y="137287"/>
                </a:lnTo>
                <a:lnTo>
                  <a:pt x="0" y="159080"/>
                </a:lnTo>
                <a:lnTo>
                  <a:pt x="288251" y="159080"/>
                </a:lnTo>
                <a:lnTo>
                  <a:pt x="288251" y="137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/>
          <p:nvPr/>
        </p:nvSpPr>
        <p:spPr>
          <a:xfrm>
            <a:off x="11253661" y="7556500"/>
            <a:ext cx="227965" cy="117475"/>
          </a:xfrm>
          <a:custGeom>
            <a:avLst/>
            <a:gdLst/>
            <a:ahLst/>
            <a:cxnLst/>
            <a:rect l="l" t="t" r="r" b="b"/>
            <a:pathLst>
              <a:path w="227965" h="117475">
                <a:moveTo>
                  <a:pt x="227647" y="96532"/>
                </a:moveTo>
                <a:lnTo>
                  <a:pt x="28295" y="96532"/>
                </a:lnTo>
                <a:lnTo>
                  <a:pt x="28295" y="67310"/>
                </a:lnTo>
                <a:lnTo>
                  <a:pt x="217385" y="67310"/>
                </a:lnTo>
                <a:lnTo>
                  <a:pt x="217385" y="48260"/>
                </a:lnTo>
                <a:lnTo>
                  <a:pt x="217385" y="21602"/>
                </a:lnTo>
                <a:lnTo>
                  <a:pt x="217385" y="0"/>
                </a:lnTo>
                <a:lnTo>
                  <a:pt x="0" y="0"/>
                </a:lnTo>
                <a:lnTo>
                  <a:pt x="0" y="21602"/>
                </a:lnTo>
                <a:lnTo>
                  <a:pt x="189839" y="21602"/>
                </a:lnTo>
                <a:lnTo>
                  <a:pt x="189839" y="48260"/>
                </a:lnTo>
                <a:lnTo>
                  <a:pt x="495" y="48260"/>
                </a:lnTo>
                <a:lnTo>
                  <a:pt x="495" y="67310"/>
                </a:lnTo>
                <a:lnTo>
                  <a:pt x="495" y="96532"/>
                </a:lnTo>
                <a:lnTo>
                  <a:pt x="495" y="116852"/>
                </a:lnTo>
                <a:lnTo>
                  <a:pt x="227647" y="116852"/>
                </a:lnTo>
                <a:lnTo>
                  <a:pt x="227647" y="965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/>
          <p:nvPr/>
        </p:nvSpPr>
        <p:spPr>
          <a:xfrm>
            <a:off x="11622847" y="7363374"/>
            <a:ext cx="269240" cy="314960"/>
          </a:xfrm>
          <a:custGeom>
            <a:avLst/>
            <a:gdLst/>
            <a:ahLst/>
            <a:cxnLst/>
            <a:rect l="l" t="t" r="r" b="b"/>
            <a:pathLst>
              <a:path w="269240" h="314959">
                <a:moveTo>
                  <a:pt x="268975" y="155775"/>
                </a:moveTo>
                <a:lnTo>
                  <a:pt x="242428" y="155775"/>
                </a:lnTo>
                <a:lnTo>
                  <a:pt x="242428" y="314806"/>
                </a:lnTo>
                <a:lnTo>
                  <a:pt x="268975" y="314806"/>
                </a:lnTo>
                <a:lnTo>
                  <a:pt x="268975" y="155775"/>
                </a:lnTo>
                <a:close/>
              </a:path>
              <a:path w="269240" h="314959">
                <a:moveTo>
                  <a:pt x="200605" y="7513"/>
                </a:moveTo>
                <a:lnTo>
                  <a:pt x="174307" y="7513"/>
                </a:lnTo>
                <a:lnTo>
                  <a:pt x="174307" y="299279"/>
                </a:lnTo>
                <a:lnTo>
                  <a:pt x="200605" y="299279"/>
                </a:lnTo>
                <a:lnTo>
                  <a:pt x="200605" y="155775"/>
                </a:lnTo>
                <a:lnTo>
                  <a:pt x="268975" y="155775"/>
                </a:lnTo>
                <a:lnTo>
                  <a:pt x="268975" y="132734"/>
                </a:lnTo>
                <a:lnTo>
                  <a:pt x="200605" y="132734"/>
                </a:lnTo>
                <a:lnTo>
                  <a:pt x="200605" y="7513"/>
                </a:lnTo>
                <a:close/>
              </a:path>
              <a:path w="269240" h="314959">
                <a:moveTo>
                  <a:pt x="268975" y="0"/>
                </a:moveTo>
                <a:lnTo>
                  <a:pt x="242428" y="0"/>
                </a:lnTo>
                <a:lnTo>
                  <a:pt x="242428" y="132734"/>
                </a:lnTo>
                <a:lnTo>
                  <a:pt x="268975" y="132734"/>
                </a:lnTo>
                <a:lnTo>
                  <a:pt x="268975" y="0"/>
                </a:lnTo>
                <a:close/>
              </a:path>
              <a:path w="269240" h="314959">
                <a:moveTo>
                  <a:pt x="158029" y="54346"/>
                </a:moveTo>
                <a:lnTo>
                  <a:pt x="0" y="54346"/>
                </a:lnTo>
                <a:lnTo>
                  <a:pt x="0" y="77136"/>
                </a:lnTo>
                <a:lnTo>
                  <a:pt x="158029" y="77136"/>
                </a:lnTo>
                <a:lnTo>
                  <a:pt x="158029" y="54346"/>
                </a:lnTo>
                <a:close/>
              </a:path>
              <a:path w="269240" h="314959">
                <a:moveTo>
                  <a:pt x="93165" y="9516"/>
                </a:moveTo>
                <a:lnTo>
                  <a:pt x="65365" y="9516"/>
                </a:lnTo>
                <a:lnTo>
                  <a:pt x="65365" y="54346"/>
                </a:lnTo>
                <a:lnTo>
                  <a:pt x="93165" y="54346"/>
                </a:lnTo>
                <a:lnTo>
                  <a:pt x="93165" y="9516"/>
                </a:lnTo>
                <a:close/>
              </a:path>
              <a:path w="269240" h="314959">
                <a:moveTo>
                  <a:pt x="79139" y="98424"/>
                </a:moveTo>
                <a:lnTo>
                  <a:pt x="51951" y="103695"/>
                </a:lnTo>
                <a:lnTo>
                  <a:pt x="30491" y="118428"/>
                </a:lnTo>
                <a:lnTo>
                  <a:pt x="16451" y="141003"/>
                </a:lnTo>
                <a:lnTo>
                  <a:pt x="11520" y="169800"/>
                </a:lnTo>
                <a:lnTo>
                  <a:pt x="16451" y="198926"/>
                </a:lnTo>
                <a:lnTo>
                  <a:pt x="30491" y="221736"/>
                </a:lnTo>
                <a:lnTo>
                  <a:pt x="51951" y="236609"/>
                </a:lnTo>
                <a:lnTo>
                  <a:pt x="79139" y="241927"/>
                </a:lnTo>
                <a:lnTo>
                  <a:pt x="106441" y="236609"/>
                </a:lnTo>
                <a:lnTo>
                  <a:pt x="127944" y="221736"/>
                </a:lnTo>
                <a:lnTo>
                  <a:pt x="130485" y="217634"/>
                </a:lnTo>
                <a:lnTo>
                  <a:pt x="79139" y="217634"/>
                </a:lnTo>
                <a:lnTo>
                  <a:pt x="61843" y="214210"/>
                </a:lnTo>
                <a:lnTo>
                  <a:pt x="48210" y="204330"/>
                </a:lnTo>
                <a:lnTo>
                  <a:pt x="39272" y="189143"/>
                </a:lnTo>
                <a:lnTo>
                  <a:pt x="36064" y="169800"/>
                </a:lnTo>
                <a:lnTo>
                  <a:pt x="39272" y="150700"/>
                </a:lnTo>
                <a:lnTo>
                  <a:pt x="48210" y="135521"/>
                </a:lnTo>
                <a:lnTo>
                  <a:pt x="61843" y="125460"/>
                </a:lnTo>
                <a:lnTo>
                  <a:pt x="79139" y="121715"/>
                </a:lnTo>
                <a:lnTo>
                  <a:pt x="130002" y="121715"/>
                </a:lnTo>
                <a:lnTo>
                  <a:pt x="127944" y="118428"/>
                </a:lnTo>
                <a:lnTo>
                  <a:pt x="106441" y="103695"/>
                </a:lnTo>
                <a:lnTo>
                  <a:pt x="79139" y="98424"/>
                </a:lnTo>
                <a:close/>
              </a:path>
              <a:path w="269240" h="314959">
                <a:moveTo>
                  <a:pt x="130002" y="121715"/>
                </a:moveTo>
                <a:lnTo>
                  <a:pt x="79139" y="121715"/>
                </a:lnTo>
                <a:lnTo>
                  <a:pt x="96475" y="125460"/>
                </a:lnTo>
                <a:lnTo>
                  <a:pt x="110195" y="135521"/>
                </a:lnTo>
                <a:lnTo>
                  <a:pt x="119218" y="150700"/>
                </a:lnTo>
                <a:lnTo>
                  <a:pt x="122466" y="169800"/>
                </a:lnTo>
                <a:lnTo>
                  <a:pt x="119218" y="189143"/>
                </a:lnTo>
                <a:lnTo>
                  <a:pt x="110195" y="204330"/>
                </a:lnTo>
                <a:lnTo>
                  <a:pt x="96475" y="214210"/>
                </a:lnTo>
                <a:lnTo>
                  <a:pt x="79139" y="217634"/>
                </a:lnTo>
                <a:lnTo>
                  <a:pt x="130485" y="217634"/>
                </a:lnTo>
                <a:lnTo>
                  <a:pt x="142075" y="198926"/>
                </a:lnTo>
                <a:lnTo>
                  <a:pt x="147260" y="169800"/>
                </a:lnTo>
                <a:lnTo>
                  <a:pt x="142075" y="141003"/>
                </a:lnTo>
                <a:lnTo>
                  <a:pt x="130002" y="121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/>
          <p:nvPr/>
        </p:nvSpPr>
        <p:spPr>
          <a:xfrm>
            <a:off x="11942407" y="7363383"/>
            <a:ext cx="1305560" cy="315595"/>
          </a:xfrm>
          <a:custGeom>
            <a:avLst/>
            <a:gdLst/>
            <a:ahLst/>
            <a:cxnLst/>
            <a:rect l="l" t="t" r="r" b="b"/>
            <a:pathLst>
              <a:path w="1305559" h="315595">
                <a:moveTo>
                  <a:pt x="255701" y="0"/>
                </a:moveTo>
                <a:lnTo>
                  <a:pt x="227901" y="0"/>
                </a:lnTo>
                <a:lnTo>
                  <a:pt x="227901" y="45834"/>
                </a:lnTo>
                <a:lnTo>
                  <a:pt x="155028" y="45834"/>
                </a:lnTo>
                <a:lnTo>
                  <a:pt x="156298" y="38811"/>
                </a:lnTo>
                <a:lnTo>
                  <a:pt x="157276" y="31178"/>
                </a:lnTo>
                <a:lnTo>
                  <a:pt x="157848" y="23571"/>
                </a:lnTo>
                <a:lnTo>
                  <a:pt x="158026" y="15773"/>
                </a:lnTo>
                <a:lnTo>
                  <a:pt x="16027" y="15773"/>
                </a:lnTo>
                <a:lnTo>
                  <a:pt x="16027" y="38811"/>
                </a:lnTo>
                <a:lnTo>
                  <a:pt x="127228" y="38811"/>
                </a:lnTo>
                <a:lnTo>
                  <a:pt x="116103" y="74282"/>
                </a:lnTo>
                <a:lnTo>
                  <a:pt x="90703" y="104216"/>
                </a:lnTo>
                <a:lnTo>
                  <a:pt x="51765" y="127990"/>
                </a:lnTo>
                <a:lnTo>
                  <a:pt x="0" y="145008"/>
                </a:lnTo>
                <a:lnTo>
                  <a:pt x="10020" y="168046"/>
                </a:lnTo>
                <a:lnTo>
                  <a:pt x="58356" y="152374"/>
                </a:lnTo>
                <a:lnTo>
                  <a:pt x="98031" y="130429"/>
                </a:lnTo>
                <a:lnTo>
                  <a:pt x="128295" y="102311"/>
                </a:lnTo>
                <a:lnTo>
                  <a:pt x="148386" y="68122"/>
                </a:lnTo>
                <a:lnTo>
                  <a:pt x="227901" y="68122"/>
                </a:lnTo>
                <a:lnTo>
                  <a:pt x="227901" y="105930"/>
                </a:lnTo>
                <a:lnTo>
                  <a:pt x="143751" y="105930"/>
                </a:lnTo>
                <a:lnTo>
                  <a:pt x="143751" y="127990"/>
                </a:lnTo>
                <a:lnTo>
                  <a:pt x="227901" y="127990"/>
                </a:lnTo>
                <a:lnTo>
                  <a:pt x="227901" y="161036"/>
                </a:lnTo>
                <a:lnTo>
                  <a:pt x="255701" y="161036"/>
                </a:lnTo>
                <a:lnTo>
                  <a:pt x="255701" y="68122"/>
                </a:lnTo>
                <a:lnTo>
                  <a:pt x="255701" y="45834"/>
                </a:lnTo>
                <a:lnTo>
                  <a:pt x="255701" y="0"/>
                </a:lnTo>
                <a:close/>
              </a:path>
              <a:path w="1305559" h="315595">
                <a:moveTo>
                  <a:pt x="266471" y="289013"/>
                </a:moveTo>
                <a:lnTo>
                  <a:pt x="79895" y="289013"/>
                </a:lnTo>
                <a:lnTo>
                  <a:pt x="79895" y="251942"/>
                </a:lnTo>
                <a:lnTo>
                  <a:pt x="255701" y="251942"/>
                </a:lnTo>
                <a:lnTo>
                  <a:pt x="255701" y="175310"/>
                </a:lnTo>
                <a:lnTo>
                  <a:pt x="51587" y="175310"/>
                </a:lnTo>
                <a:lnTo>
                  <a:pt x="51587" y="197853"/>
                </a:lnTo>
                <a:lnTo>
                  <a:pt x="227901" y="197853"/>
                </a:lnTo>
                <a:lnTo>
                  <a:pt x="227901" y="230657"/>
                </a:lnTo>
                <a:lnTo>
                  <a:pt x="52336" y="230657"/>
                </a:lnTo>
                <a:lnTo>
                  <a:pt x="52336" y="311797"/>
                </a:lnTo>
                <a:lnTo>
                  <a:pt x="266471" y="311797"/>
                </a:lnTo>
                <a:lnTo>
                  <a:pt x="266471" y="289013"/>
                </a:lnTo>
                <a:close/>
              </a:path>
              <a:path w="1305559" h="315595">
                <a:moveTo>
                  <a:pt x="478840" y="172046"/>
                </a:moveTo>
                <a:lnTo>
                  <a:pt x="472960" y="142786"/>
                </a:lnTo>
                <a:lnTo>
                  <a:pt x="459054" y="122961"/>
                </a:lnTo>
                <a:lnTo>
                  <a:pt x="456907" y="119900"/>
                </a:lnTo>
                <a:lnTo>
                  <a:pt x="452297" y="117081"/>
                </a:lnTo>
                <a:lnTo>
                  <a:pt x="452297" y="172046"/>
                </a:lnTo>
                <a:lnTo>
                  <a:pt x="448373" y="191719"/>
                </a:lnTo>
                <a:lnTo>
                  <a:pt x="437807" y="207149"/>
                </a:lnTo>
                <a:lnTo>
                  <a:pt x="421830" y="217170"/>
                </a:lnTo>
                <a:lnTo>
                  <a:pt x="401713" y="220637"/>
                </a:lnTo>
                <a:lnTo>
                  <a:pt x="381406" y="217170"/>
                </a:lnTo>
                <a:lnTo>
                  <a:pt x="365328" y="207149"/>
                </a:lnTo>
                <a:lnTo>
                  <a:pt x="354799" y="191719"/>
                </a:lnTo>
                <a:lnTo>
                  <a:pt x="351116" y="172046"/>
                </a:lnTo>
                <a:lnTo>
                  <a:pt x="354799" y="152336"/>
                </a:lnTo>
                <a:lnTo>
                  <a:pt x="365328" y="136804"/>
                </a:lnTo>
                <a:lnTo>
                  <a:pt x="381406" y="126619"/>
                </a:lnTo>
                <a:lnTo>
                  <a:pt x="401713" y="122961"/>
                </a:lnTo>
                <a:lnTo>
                  <a:pt x="421830" y="126619"/>
                </a:lnTo>
                <a:lnTo>
                  <a:pt x="437807" y="136804"/>
                </a:lnTo>
                <a:lnTo>
                  <a:pt x="448373" y="152336"/>
                </a:lnTo>
                <a:lnTo>
                  <a:pt x="452297" y="172046"/>
                </a:lnTo>
                <a:lnTo>
                  <a:pt x="452297" y="117081"/>
                </a:lnTo>
                <a:lnTo>
                  <a:pt x="432536" y="104990"/>
                </a:lnTo>
                <a:lnTo>
                  <a:pt x="401713" y="99669"/>
                </a:lnTo>
                <a:lnTo>
                  <a:pt x="370713" y="104990"/>
                </a:lnTo>
                <a:lnTo>
                  <a:pt x="346240" y="119900"/>
                </a:lnTo>
                <a:lnTo>
                  <a:pt x="330212" y="142786"/>
                </a:lnTo>
                <a:lnTo>
                  <a:pt x="324573" y="172046"/>
                </a:lnTo>
                <a:lnTo>
                  <a:pt x="330212" y="201282"/>
                </a:lnTo>
                <a:lnTo>
                  <a:pt x="346240" y="224078"/>
                </a:lnTo>
                <a:lnTo>
                  <a:pt x="370713" y="238899"/>
                </a:lnTo>
                <a:lnTo>
                  <a:pt x="401713" y="244182"/>
                </a:lnTo>
                <a:lnTo>
                  <a:pt x="432536" y="238899"/>
                </a:lnTo>
                <a:lnTo>
                  <a:pt x="456907" y="224078"/>
                </a:lnTo>
                <a:lnTo>
                  <a:pt x="459320" y="220637"/>
                </a:lnTo>
                <a:lnTo>
                  <a:pt x="472960" y="201282"/>
                </a:lnTo>
                <a:lnTo>
                  <a:pt x="478840" y="172046"/>
                </a:lnTo>
                <a:close/>
              </a:path>
              <a:path w="1305559" h="315595">
                <a:moveTo>
                  <a:pt x="493877" y="50584"/>
                </a:moveTo>
                <a:lnTo>
                  <a:pt x="415239" y="50584"/>
                </a:lnTo>
                <a:lnTo>
                  <a:pt x="415239" y="3759"/>
                </a:lnTo>
                <a:lnTo>
                  <a:pt x="387438" y="3759"/>
                </a:lnTo>
                <a:lnTo>
                  <a:pt x="387438" y="50584"/>
                </a:lnTo>
                <a:lnTo>
                  <a:pt x="306539" y="50584"/>
                </a:lnTo>
                <a:lnTo>
                  <a:pt x="306539" y="73621"/>
                </a:lnTo>
                <a:lnTo>
                  <a:pt x="493877" y="73621"/>
                </a:lnTo>
                <a:lnTo>
                  <a:pt x="493877" y="50584"/>
                </a:lnTo>
                <a:close/>
              </a:path>
              <a:path w="1305559" h="315595">
                <a:moveTo>
                  <a:pt x="604570" y="129730"/>
                </a:moveTo>
                <a:lnTo>
                  <a:pt x="551980" y="129730"/>
                </a:lnTo>
                <a:lnTo>
                  <a:pt x="551980" y="0"/>
                </a:lnTo>
                <a:lnTo>
                  <a:pt x="524421" y="0"/>
                </a:lnTo>
                <a:lnTo>
                  <a:pt x="524421" y="314807"/>
                </a:lnTo>
                <a:lnTo>
                  <a:pt x="551980" y="314807"/>
                </a:lnTo>
                <a:lnTo>
                  <a:pt x="551980" y="153022"/>
                </a:lnTo>
                <a:lnTo>
                  <a:pt x="604570" y="153022"/>
                </a:lnTo>
                <a:lnTo>
                  <a:pt x="604570" y="129730"/>
                </a:lnTo>
                <a:close/>
              </a:path>
              <a:path w="1305559" h="315595">
                <a:moveTo>
                  <a:pt x="882815" y="0"/>
                </a:moveTo>
                <a:lnTo>
                  <a:pt x="855014" y="0"/>
                </a:lnTo>
                <a:lnTo>
                  <a:pt x="855014" y="44069"/>
                </a:lnTo>
                <a:lnTo>
                  <a:pt x="855014" y="66865"/>
                </a:lnTo>
                <a:lnTo>
                  <a:pt x="855014" y="114947"/>
                </a:lnTo>
                <a:lnTo>
                  <a:pt x="785888" y="114947"/>
                </a:lnTo>
                <a:lnTo>
                  <a:pt x="788263" y="107683"/>
                </a:lnTo>
                <a:lnTo>
                  <a:pt x="789647" y="99923"/>
                </a:lnTo>
                <a:lnTo>
                  <a:pt x="789647" y="82765"/>
                </a:lnTo>
                <a:lnTo>
                  <a:pt x="788149" y="74498"/>
                </a:lnTo>
                <a:lnTo>
                  <a:pt x="785393" y="66865"/>
                </a:lnTo>
                <a:lnTo>
                  <a:pt x="855014" y="66865"/>
                </a:lnTo>
                <a:lnTo>
                  <a:pt x="855014" y="44069"/>
                </a:lnTo>
                <a:lnTo>
                  <a:pt x="772121" y="44069"/>
                </a:lnTo>
                <a:lnTo>
                  <a:pt x="768527" y="40817"/>
                </a:lnTo>
                <a:lnTo>
                  <a:pt x="762850" y="35674"/>
                </a:lnTo>
                <a:lnTo>
                  <a:pt x="762850" y="91655"/>
                </a:lnTo>
                <a:lnTo>
                  <a:pt x="758723" y="112001"/>
                </a:lnTo>
                <a:lnTo>
                  <a:pt x="747318" y="127939"/>
                </a:lnTo>
                <a:lnTo>
                  <a:pt x="730097" y="138391"/>
                </a:lnTo>
                <a:lnTo>
                  <a:pt x="708507" y="142252"/>
                </a:lnTo>
                <a:lnTo>
                  <a:pt x="686625" y="138391"/>
                </a:lnTo>
                <a:lnTo>
                  <a:pt x="669277" y="127939"/>
                </a:lnTo>
                <a:lnTo>
                  <a:pt x="657898" y="112001"/>
                </a:lnTo>
                <a:lnTo>
                  <a:pt x="653910" y="91655"/>
                </a:lnTo>
                <a:lnTo>
                  <a:pt x="657898" y="71247"/>
                </a:lnTo>
                <a:lnTo>
                  <a:pt x="669277" y="55156"/>
                </a:lnTo>
                <a:lnTo>
                  <a:pt x="686625" y="44602"/>
                </a:lnTo>
                <a:lnTo>
                  <a:pt x="708507" y="40817"/>
                </a:lnTo>
                <a:lnTo>
                  <a:pt x="730097" y="44602"/>
                </a:lnTo>
                <a:lnTo>
                  <a:pt x="747318" y="55156"/>
                </a:lnTo>
                <a:lnTo>
                  <a:pt x="758723" y="71247"/>
                </a:lnTo>
                <a:lnTo>
                  <a:pt x="762850" y="91655"/>
                </a:lnTo>
                <a:lnTo>
                  <a:pt x="762850" y="35674"/>
                </a:lnTo>
                <a:lnTo>
                  <a:pt x="759688" y="32804"/>
                </a:lnTo>
                <a:lnTo>
                  <a:pt x="744677" y="24384"/>
                </a:lnTo>
                <a:lnTo>
                  <a:pt x="727481" y="19100"/>
                </a:lnTo>
                <a:lnTo>
                  <a:pt x="708507" y="17272"/>
                </a:lnTo>
                <a:lnTo>
                  <a:pt x="675919" y="22771"/>
                </a:lnTo>
                <a:lnTo>
                  <a:pt x="650151" y="38125"/>
                </a:lnTo>
                <a:lnTo>
                  <a:pt x="633209" y="61658"/>
                </a:lnTo>
                <a:lnTo>
                  <a:pt x="627113" y="91655"/>
                </a:lnTo>
                <a:lnTo>
                  <a:pt x="633209" y="121589"/>
                </a:lnTo>
                <a:lnTo>
                  <a:pt x="650151" y="144945"/>
                </a:lnTo>
                <a:lnTo>
                  <a:pt x="675919" y="160121"/>
                </a:lnTo>
                <a:lnTo>
                  <a:pt x="708507" y="165544"/>
                </a:lnTo>
                <a:lnTo>
                  <a:pt x="727900" y="163664"/>
                </a:lnTo>
                <a:lnTo>
                  <a:pt x="745401" y="158242"/>
                </a:lnTo>
                <a:lnTo>
                  <a:pt x="760577" y="149580"/>
                </a:lnTo>
                <a:lnTo>
                  <a:pt x="768426" y="142252"/>
                </a:lnTo>
                <a:lnTo>
                  <a:pt x="772998" y="137985"/>
                </a:lnTo>
                <a:lnTo>
                  <a:pt x="855014" y="137985"/>
                </a:lnTo>
                <a:lnTo>
                  <a:pt x="855014" y="179819"/>
                </a:lnTo>
                <a:lnTo>
                  <a:pt x="882815" y="179819"/>
                </a:lnTo>
                <a:lnTo>
                  <a:pt x="882815" y="137985"/>
                </a:lnTo>
                <a:lnTo>
                  <a:pt x="882815" y="114947"/>
                </a:lnTo>
                <a:lnTo>
                  <a:pt x="882815" y="66865"/>
                </a:lnTo>
                <a:lnTo>
                  <a:pt x="882815" y="44069"/>
                </a:lnTo>
                <a:lnTo>
                  <a:pt x="882815" y="0"/>
                </a:lnTo>
                <a:close/>
              </a:path>
              <a:path w="1305559" h="315595">
                <a:moveTo>
                  <a:pt x="912609" y="290004"/>
                </a:moveTo>
                <a:lnTo>
                  <a:pt x="864908" y="257733"/>
                </a:lnTo>
                <a:lnTo>
                  <a:pt x="848004" y="211366"/>
                </a:lnTo>
                <a:lnTo>
                  <a:pt x="848004" y="189585"/>
                </a:lnTo>
                <a:lnTo>
                  <a:pt x="820953" y="189585"/>
                </a:lnTo>
                <a:lnTo>
                  <a:pt x="820953" y="211366"/>
                </a:lnTo>
                <a:lnTo>
                  <a:pt x="817930" y="230657"/>
                </a:lnTo>
                <a:lnTo>
                  <a:pt x="809256" y="250939"/>
                </a:lnTo>
                <a:lnTo>
                  <a:pt x="794981" y="270179"/>
                </a:lnTo>
                <a:lnTo>
                  <a:pt x="775119" y="286385"/>
                </a:lnTo>
                <a:lnTo>
                  <a:pt x="755408" y="271360"/>
                </a:lnTo>
                <a:lnTo>
                  <a:pt x="741337" y="252958"/>
                </a:lnTo>
                <a:lnTo>
                  <a:pt x="741133" y="252437"/>
                </a:lnTo>
                <a:lnTo>
                  <a:pt x="732967" y="232511"/>
                </a:lnTo>
                <a:lnTo>
                  <a:pt x="730288" y="211366"/>
                </a:lnTo>
                <a:lnTo>
                  <a:pt x="730288" y="189585"/>
                </a:lnTo>
                <a:lnTo>
                  <a:pt x="703491" y="189585"/>
                </a:lnTo>
                <a:lnTo>
                  <a:pt x="703491" y="211366"/>
                </a:lnTo>
                <a:lnTo>
                  <a:pt x="699008" y="234429"/>
                </a:lnTo>
                <a:lnTo>
                  <a:pt x="686396" y="256705"/>
                </a:lnTo>
                <a:lnTo>
                  <a:pt x="666369" y="275958"/>
                </a:lnTo>
                <a:lnTo>
                  <a:pt x="639635" y="290004"/>
                </a:lnTo>
                <a:lnTo>
                  <a:pt x="653402" y="311048"/>
                </a:lnTo>
                <a:lnTo>
                  <a:pt x="674344" y="300634"/>
                </a:lnTo>
                <a:lnTo>
                  <a:pt x="691946" y="286956"/>
                </a:lnTo>
                <a:lnTo>
                  <a:pt x="706018" y="270675"/>
                </a:lnTo>
                <a:lnTo>
                  <a:pt x="716394" y="252437"/>
                </a:lnTo>
                <a:lnTo>
                  <a:pt x="725297" y="271360"/>
                </a:lnTo>
                <a:lnTo>
                  <a:pt x="725398" y="271589"/>
                </a:lnTo>
                <a:lnTo>
                  <a:pt x="738212" y="288709"/>
                </a:lnTo>
                <a:lnTo>
                  <a:pt x="754926" y="303034"/>
                </a:lnTo>
                <a:lnTo>
                  <a:pt x="775627" y="313804"/>
                </a:lnTo>
                <a:lnTo>
                  <a:pt x="795794" y="302348"/>
                </a:lnTo>
                <a:lnTo>
                  <a:pt x="812228" y="287426"/>
                </a:lnTo>
                <a:lnTo>
                  <a:pt x="813003" y="286385"/>
                </a:lnTo>
                <a:lnTo>
                  <a:pt x="824877" y="270179"/>
                </a:lnTo>
                <a:lnTo>
                  <a:pt x="834097" y="251193"/>
                </a:lnTo>
                <a:lnTo>
                  <a:pt x="844321" y="270179"/>
                </a:lnTo>
                <a:lnTo>
                  <a:pt x="858393" y="286753"/>
                </a:lnTo>
                <a:lnTo>
                  <a:pt x="876477" y="300634"/>
                </a:lnTo>
                <a:lnTo>
                  <a:pt x="898093" y="311048"/>
                </a:lnTo>
                <a:lnTo>
                  <a:pt x="912609" y="290004"/>
                </a:lnTo>
                <a:close/>
              </a:path>
              <a:path w="1305559" h="315595">
                <a:moveTo>
                  <a:pt x="1124483" y="225894"/>
                </a:moveTo>
                <a:lnTo>
                  <a:pt x="1122591" y="212877"/>
                </a:lnTo>
                <a:lnTo>
                  <a:pt x="1120978" y="201853"/>
                </a:lnTo>
                <a:lnTo>
                  <a:pt x="1086789" y="207200"/>
                </a:lnTo>
                <a:lnTo>
                  <a:pt x="1052830" y="210553"/>
                </a:lnTo>
                <a:lnTo>
                  <a:pt x="1016952" y="212318"/>
                </a:lnTo>
                <a:lnTo>
                  <a:pt x="976972" y="212877"/>
                </a:lnTo>
                <a:lnTo>
                  <a:pt x="976972" y="53594"/>
                </a:lnTo>
                <a:lnTo>
                  <a:pt x="1096187" y="53594"/>
                </a:lnTo>
                <a:lnTo>
                  <a:pt x="1096187" y="30797"/>
                </a:lnTo>
                <a:lnTo>
                  <a:pt x="949185" y="30797"/>
                </a:lnTo>
                <a:lnTo>
                  <a:pt x="949185" y="236410"/>
                </a:lnTo>
                <a:lnTo>
                  <a:pt x="973975" y="236410"/>
                </a:lnTo>
                <a:lnTo>
                  <a:pt x="1015809" y="236004"/>
                </a:lnTo>
                <a:lnTo>
                  <a:pt x="1053172" y="234442"/>
                </a:lnTo>
                <a:lnTo>
                  <a:pt x="1088580" y="231241"/>
                </a:lnTo>
                <a:lnTo>
                  <a:pt x="1124483" y="225894"/>
                </a:lnTo>
                <a:close/>
              </a:path>
              <a:path w="1305559" h="315595">
                <a:moveTo>
                  <a:pt x="1231684" y="124472"/>
                </a:moveTo>
                <a:lnTo>
                  <a:pt x="1179080" y="124472"/>
                </a:lnTo>
                <a:lnTo>
                  <a:pt x="1179080" y="0"/>
                </a:lnTo>
                <a:lnTo>
                  <a:pt x="1151293" y="0"/>
                </a:lnTo>
                <a:lnTo>
                  <a:pt x="1151293" y="315302"/>
                </a:lnTo>
                <a:lnTo>
                  <a:pt x="1179080" y="315302"/>
                </a:lnTo>
                <a:lnTo>
                  <a:pt x="1179080" y="147764"/>
                </a:lnTo>
                <a:lnTo>
                  <a:pt x="1231684" y="147764"/>
                </a:lnTo>
                <a:lnTo>
                  <a:pt x="1231684" y="124472"/>
                </a:lnTo>
                <a:close/>
              </a:path>
              <a:path w="1305559" h="315595">
                <a:moveTo>
                  <a:pt x="1305064" y="265214"/>
                </a:moveTo>
                <a:lnTo>
                  <a:pt x="1303261" y="256374"/>
                </a:lnTo>
                <a:lnTo>
                  <a:pt x="1298359" y="249123"/>
                </a:lnTo>
                <a:lnTo>
                  <a:pt x="1291107" y="244221"/>
                </a:lnTo>
                <a:lnTo>
                  <a:pt x="1282268" y="242430"/>
                </a:lnTo>
                <a:lnTo>
                  <a:pt x="1273390" y="244221"/>
                </a:lnTo>
                <a:lnTo>
                  <a:pt x="1266088" y="249123"/>
                </a:lnTo>
                <a:lnTo>
                  <a:pt x="1261173" y="256374"/>
                </a:lnTo>
                <a:lnTo>
                  <a:pt x="1259471" y="265214"/>
                </a:lnTo>
                <a:lnTo>
                  <a:pt x="1261173" y="274066"/>
                </a:lnTo>
                <a:lnTo>
                  <a:pt x="1266088" y="281305"/>
                </a:lnTo>
                <a:lnTo>
                  <a:pt x="1273390" y="286207"/>
                </a:lnTo>
                <a:lnTo>
                  <a:pt x="1282268" y="288010"/>
                </a:lnTo>
                <a:lnTo>
                  <a:pt x="1291107" y="286207"/>
                </a:lnTo>
                <a:lnTo>
                  <a:pt x="1298359" y="281305"/>
                </a:lnTo>
                <a:lnTo>
                  <a:pt x="1303261" y="274066"/>
                </a:lnTo>
                <a:lnTo>
                  <a:pt x="1305064" y="2652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/>
          <p:nvPr/>
        </p:nvSpPr>
        <p:spPr>
          <a:xfrm>
            <a:off x="9157561" y="5812020"/>
            <a:ext cx="318770" cy="323850"/>
          </a:xfrm>
          <a:custGeom>
            <a:avLst/>
            <a:gdLst/>
            <a:ahLst/>
            <a:cxnLst/>
            <a:rect l="l" t="t" r="r" b="b"/>
            <a:pathLst>
              <a:path w="318770" h="323850">
                <a:moveTo>
                  <a:pt x="41513" y="0"/>
                </a:moveTo>
                <a:lnTo>
                  <a:pt x="41513" y="121218"/>
                </a:lnTo>
                <a:lnTo>
                  <a:pt x="277031" y="121218"/>
                </a:lnTo>
                <a:lnTo>
                  <a:pt x="277031" y="0"/>
                </a:lnTo>
                <a:lnTo>
                  <a:pt x="41513" y="0"/>
                </a:lnTo>
                <a:close/>
              </a:path>
              <a:path w="318770" h="323850">
                <a:moveTo>
                  <a:pt x="71679" y="96587"/>
                </a:moveTo>
                <a:lnTo>
                  <a:pt x="71679" y="24631"/>
                </a:lnTo>
                <a:lnTo>
                  <a:pt x="246589" y="24631"/>
                </a:lnTo>
                <a:lnTo>
                  <a:pt x="246589" y="96587"/>
                </a:lnTo>
                <a:lnTo>
                  <a:pt x="71679" y="96587"/>
                </a:lnTo>
                <a:close/>
              </a:path>
              <a:path w="318770" h="323850">
                <a:moveTo>
                  <a:pt x="0" y="186533"/>
                </a:moveTo>
                <a:lnTo>
                  <a:pt x="146403" y="186533"/>
                </a:lnTo>
                <a:lnTo>
                  <a:pt x="146403" y="257658"/>
                </a:lnTo>
                <a:lnTo>
                  <a:pt x="176846" y="257658"/>
                </a:lnTo>
                <a:lnTo>
                  <a:pt x="176846" y="186533"/>
                </a:lnTo>
                <a:lnTo>
                  <a:pt x="318545" y="186533"/>
                </a:lnTo>
                <a:lnTo>
                  <a:pt x="318545" y="161071"/>
                </a:lnTo>
                <a:lnTo>
                  <a:pt x="0" y="161071"/>
                </a:lnTo>
                <a:lnTo>
                  <a:pt x="0" y="186533"/>
                </a:lnTo>
                <a:close/>
              </a:path>
              <a:path w="318770" h="323850">
                <a:moveTo>
                  <a:pt x="40959" y="223341"/>
                </a:moveTo>
                <a:lnTo>
                  <a:pt x="40959" y="323250"/>
                </a:lnTo>
                <a:lnTo>
                  <a:pt x="283120" y="323250"/>
                </a:lnTo>
                <a:lnTo>
                  <a:pt x="283120" y="297788"/>
                </a:lnTo>
                <a:lnTo>
                  <a:pt x="71679" y="297788"/>
                </a:lnTo>
                <a:lnTo>
                  <a:pt x="71679" y="223341"/>
                </a:lnTo>
                <a:lnTo>
                  <a:pt x="40959" y="223341"/>
                </a:lnTo>
                <a:close/>
              </a:path>
            </a:pathLst>
          </a:custGeom>
          <a:ln w="80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2" name="object 92" descr=""/>
          <p:cNvGrpSpPr/>
          <p:nvPr/>
        </p:nvGrpSpPr>
        <p:grpSpPr>
          <a:xfrm>
            <a:off x="9496453" y="5791130"/>
            <a:ext cx="309880" cy="356235"/>
            <a:chOff x="9496453" y="5791130"/>
            <a:chExt cx="309880" cy="356235"/>
          </a:xfrm>
        </p:grpSpPr>
        <p:sp>
          <p:nvSpPr>
            <p:cNvPr id="93" name="object 93" descr=""/>
            <p:cNvSpPr/>
            <p:nvPr/>
          </p:nvSpPr>
          <p:spPr>
            <a:xfrm>
              <a:off x="9643820" y="5795137"/>
              <a:ext cx="158115" cy="347980"/>
            </a:xfrm>
            <a:custGeom>
              <a:avLst/>
              <a:gdLst/>
              <a:ahLst/>
              <a:cxnLst/>
              <a:rect l="l" t="t" r="r" b="b"/>
              <a:pathLst>
                <a:path w="158115" h="347979">
                  <a:moveTo>
                    <a:pt x="128690" y="347881"/>
                  </a:moveTo>
                  <a:lnTo>
                    <a:pt x="158026" y="347881"/>
                  </a:lnTo>
                  <a:lnTo>
                    <a:pt x="158026" y="0"/>
                  </a:lnTo>
                  <a:lnTo>
                    <a:pt x="128690" y="0"/>
                  </a:lnTo>
                  <a:lnTo>
                    <a:pt x="128690" y="347881"/>
                  </a:lnTo>
                  <a:close/>
                </a:path>
                <a:path w="158115" h="347979">
                  <a:moveTo>
                    <a:pt x="0" y="125370"/>
                  </a:moveTo>
                  <a:lnTo>
                    <a:pt x="0" y="150554"/>
                  </a:lnTo>
                  <a:lnTo>
                    <a:pt x="58671" y="150554"/>
                  </a:lnTo>
                  <a:lnTo>
                    <a:pt x="58671" y="329615"/>
                  </a:lnTo>
                  <a:lnTo>
                    <a:pt x="87731" y="329615"/>
                  </a:lnTo>
                  <a:lnTo>
                    <a:pt x="87731" y="8302"/>
                  </a:lnTo>
                  <a:lnTo>
                    <a:pt x="58671" y="8302"/>
                  </a:lnTo>
                  <a:lnTo>
                    <a:pt x="58671" y="125370"/>
                  </a:lnTo>
                  <a:lnTo>
                    <a:pt x="0" y="12537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96453" y="5832089"/>
              <a:ext cx="189289" cy="245194"/>
            </a:xfrm>
            <a:prstGeom prst="rect">
              <a:avLst/>
            </a:prstGeom>
          </p:spPr>
        </p:pic>
      </p:grpSp>
      <p:grpSp>
        <p:nvGrpSpPr>
          <p:cNvPr id="95" name="object 95" descr=""/>
          <p:cNvGrpSpPr/>
          <p:nvPr/>
        </p:nvGrpSpPr>
        <p:grpSpPr>
          <a:xfrm>
            <a:off x="9946530" y="5791130"/>
            <a:ext cx="305435" cy="356235"/>
            <a:chOff x="9946530" y="5791130"/>
            <a:chExt cx="305435" cy="356235"/>
          </a:xfrm>
        </p:grpSpPr>
        <p:sp>
          <p:nvSpPr>
            <p:cNvPr id="96" name="object 96" descr=""/>
            <p:cNvSpPr/>
            <p:nvPr/>
          </p:nvSpPr>
          <p:spPr>
            <a:xfrm>
              <a:off x="10143160" y="5795137"/>
              <a:ext cx="104775" cy="347980"/>
            </a:xfrm>
            <a:custGeom>
              <a:avLst/>
              <a:gdLst/>
              <a:ahLst/>
              <a:cxnLst/>
              <a:rect l="l" t="t" r="r" b="b"/>
              <a:pathLst>
                <a:path w="104775" h="347979">
                  <a:moveTo>
                    <a:pt x="75276" y="146680"/>
                  </a:moveTo>
                  <a:lnTo>
                    <a:pt x="29058" y="146680"/>
                  </a:lnTo>
                  <a:lnTo>
                    <a:pt x="29058" y="8302"/>
                  </a:lnTo>
                  <a:lnTo>
                    <a:pt x="0" y="8302"/>
                  </a:lnTo>
                  <a:lnTo>
                    <a:pt x="0" y="330722"/>
                  </a:lnTo>
                  <a:lnTo>
                    <a:pt x="29058" y="330722"/>
                  </a:lnTo>
                  <a:lnTo>
                    <a:pt x="29058" y="172141"/>
                  </a:lnTo>
                  <a:lnTo>
                    <a:pt x="75276" y="172141"/>
                  </a:lnTo>
                  <a:lnTo>
                    <a:pt x="75276" y="347881"/>
                  </a:lnTo>
                  <a:lnTo>
                    <a:pt x="104613" y="347881"/>
                  </a:lnTo>
                  <a:lnTo>
                    <a:pt x="104613" y="0"/>
                  </a:lnTo>
                  <a:lnTo>
                    <a:pt x="75276" y="0"/>
                  </a:lnTo>
                  <a:lnTo>
                    <a:pt x="75276" y="14668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46530" y="5801647"/>
              <a:ext cx="182647" cy="264843"/>
            </a:xfrm>
            <a:prstGeom prst="rect">
              <a:avLst/>
            </a:prstGeom>
          </p:spPr>
        </p:pic>
      </p:grpSp>
      <p:sp>
        <p:nvSpPr>
          <p:cNvPr id="98" name="object 98" descr=""/>
          <p:cNvSpPr/>
          <p:nvPr/>
        </p:nvSpPr>
        <p:spPr>
          <a:xfrm>
            <a:off x="10303678" y="5795137"/>
            <a:ext cx="294640" cy="344805"/>
          </a:xfrm>
          <a:custGeom>
            <a:avLst/>
            <a:gdLst/>
            <a:ahLst/>
            <a:cxnLst/>
            <a:rect l="l" t="t" r="r" b="b"/>
            <a:pathLst>
              <a:path w="294640" h="344804">
                <a:moveTo>
                  <a:pt x="251847" y="75277"/>
                </a:moveTo>
                <a:lnTo>
                  <a:pt x="251847" y="117067"/>
                </a:lnTo>
                <a:lnTo>
                  <a:pt x="158857" y="117067"/>
                </a:lnTo>
                <a:lnTo>
                  <a:pt x="158857" y="141421"/>
                </a:lnTo>
                <a:lnTo>
                  <a:pt x="251847" y="141421"/>
                </a:lnTo>
                <a:lnTo>
                  <a:pt x="251847" y="177953"/>
                </a:lnTo>
                <a:lnTo>
                  <a:pt x="282566" y="177953"/>
                </a:lnTo>
                <a:lnTo>
                  <a:pt x="282566" y="0"/>
                </a:lnTo>
                <a:lnTo>
                  <a:pt x="251847" y="0"/>
                </a:lnTo>
                <a:lnTo>
                  <a:pt x="251847" y="50646"/>
                </a:lnTo>
                <a:lnTo>
                  <a:pt x="171311" y="50646"/>
                </a:lnTo>
                <a:lnTo>
                  <a:pt x="172764" y="42654"/>
                </a:lnTo>
                <a:lnTo>
                  <a:pt x="173802" y="34456"/>
                </a:lnTo>
                <a:lnTo>
                  <a:pt x="174424" y="26049"/>
                </a:lnTo>
                <a:lnTo>
                  <a:pt x="174632" y="17435"/>
                </a:lnTo>
                <a:lnTo>
                  <a:pt x="17711" y="17435"/>
                </a:lnTo>
                <a:lnTo>
                  <a:pt x="17711" y="42897"/>
                </a:lnTo>
                <a:lnTo>
                  <a:pt x="140591" y="42897"/>
                </a:lnTo>
                <a:lnTo>
                  <a:pt x="128294" y="82092"/>
                </a:lnTo>
                <a:lnTo>
                  <a:pt x="100236" y="115164"/>
                </a:lnTo>
                <a:lnTo>
                  <a:pt x="57207" y="141439"/>
                </a:lnTo>
                <a:lnTo>
                  <a:pt x="0" y="160241"/>
                </a:lnTo>
                <a:lnTo>
                  <a:pt x="11070" y="185702"/>
                </a:lnTo>
                <a:lnTo>
                  <a:pt x="64481" y="168390"/>
                </a:lnTo>
                <a:lnTo>
                  <a:pt x="108331" y="144137"/>
                </a:lnTo>
                <a:lnTo>
                  <a:pt x="141778" y="113060"/>
                </a:lnTo>
                <a:lnTo>
                  <a:pt x="163977" y="75277"/>
                </a:lnTo>
                <a:lnTo>
                  <a:pt x="251847" y="75277"/>
                </a:lnTo>
                <a:close/>
              </a:path>
              <a:path w="294640" h="344804">
                <a:moveTo>
                  <a:pt x="88284" y="278415"/>
                </a:moveTo>
                <a:lnTo>
                  <a:pt x="282566" y="278415"/>
                </a:lnTo>
                <a:lnTo>
                  <a:pt x="282566" y="193728"/>
                </a:lnTo>
                <a:lnTo>
                  <a:pt x="57011" y="193728"/>
                </a:lnTo>
                <a:lnTo>
                  <a:pt x="57011" y="218636"/>
                </a:lnTo>
                <a:lnTo>
                  <a:pt x="251847" y="218636"/>
                </a:lnTo>
                <a:lnTo>
                  <a:pt x="251847" y="254891"/>
                </a:lnTo>
                <a:lnTo>
                  <a:pt x="57841" y="254891"/>
                </a:lnTo>
                <a:lnTo>
                  <a:pt x="57841" y="344560"/>
                </a:lnTo>
                <a:lnTo>
                  <a:pt x="294466" y="344560"/>
                </a:lnTo>
                <a:lnTo>
                  <a:pt x="294466" y="319375"/>
                </a:lnTo>
                <a:lnTo>
                  <a:pt x="88284" y="319375"/>
                </a:lnTo>
                <a:lnTo>
                  <a:pt x="88284" y="278415"/>
                </a:lnTo>
                <a:close/>
              </a:path>
            </a:pathLst>
          </a:custGeom>
          <a:ln w="80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9" name="object 99" descr=""/>
          <p:cNvGrpSpPr/>
          <p:nvPr/>
        </p:nvGrpSpPr>
        <p:grpSpPr>
          <a:xfrm>
            <a:off x="10745320" y="5791406"/>
            <a:ext cx="294005" cy="354330"/>
            <a:chOff x="10745320" y="5791406"/>
            <a:chExt cx="294005" cy="354330"/>
          </a:xfrm>
        </p:grpSpPr>
        <p:sp>
          <p:nvSpPr>
            <p:cNvPr id="100" name="object 100" descr=""/>
            <p:cNvSpPr/>
            <p:nvPr/>
          </p:nvSpPr>
          <p:spPr>
            <a:xfrm>
              <a:off x="10749327" y="5795414"/>
              <a:ext cx="283845" cy="209550"/>
            </a:xfrm>
            <a:custGeom>
              <a:avLst/>
              <a:gdLst/>
              <a:ahLst/>
              <a:cxnLst/>
              <a:rect l="l" t="t" r="r" b="b"/>
              <a:pathLst>
                <a:path w="283845" h="209550">
                  <a:moveTo>
                    <a:pt x="252954" y="89391"/>
                  </a:moveTo>
                  <a:lnTo>
                    <a:pt x="252954" y="136440"/>
                  </a:lnTo>
                  <a:lnTo>
                    <a:pt x="160241" y="136440"/>
                  </a:lnTo>
                  <a:lnTo>
                    <a:pt x="160241" y="161901"/>
                  </a:lnTo>
                  <a:lnTo>
                    <a:pt x="252954" y="161901"/>
                  </a:lnTo>
                  <a:lnTo>
                    <a:pt x="252954" y="208950"/>
                  </a:lnTo>
                  <a:lnTo>
                    <a:pt x="283673" y="208950"/>
                  </a:lnTo>
                  <a:lnTo>
                    <a:pt x="283673" y="0"/>
                  </a:lnTo>
                  <a:lnTo>
                    <a:pt x="252954" y="0"/>
                  </a:lnTo>
                  <a:lnTo>
                    <a:pt x="252954" y="64760"/>
                  </a:lnTo>
                  <a:lnTo>
                    <a:pt x="171726" y="64760"/>
                  </a:lnTo>
                  <a:lnTo>
                    <a:pt x="173564" y="55375"/>
                  </a:lnTo>
                  <a:lnTo>
                    <a:pt x="174909" y="45716"/>
                  </a:lnTo>
                  <a:lnTo>
                    <a:pt x="175734" y="35824"/>
                  </a:lnTo>
                  <a:lnTo>
                    <a:pt x="176015" y="25738"/>
                  </a:lnTo>
                  <a:lnTo>
                    <a:pt x="17711" y="25738"/>
                  </a:lnTo>
                  <a:lnTo>
                    <a:pt x="17711" y="51476"/>
                  </a:lnTo>
                  <a:lnTo>
                    <a:pt x="142805" y="51476"/>
                  </a:lnTo>
                  <a:lnTo>
                    <a:pt x="129598" y="94135"/>
                  </a:lnTo>
                  <a:lnTo>
                    <a:pt x="100461" y="131009"/>
                  </a:lnTo>
                  <a:lnTo>
                    <a:pt x="56795" y="161188"/>
                  </a:lnTo>
                  <a:lnTo>
                    <a:pt x="0" y="183765"/>
                  </a:lnTo>
                  <a:lnTo>
                    <a:pt x="12730" y="208120"/>
                  </a:lnTo>
                  <a:lnTo>
                    <a:pt x="64676" y="188187"/>
                  </a:lnTo>
                  <a:lnTo>
                    <a:pt x="107813" y="161573"/>
                  </a:lnTo>
                  <a:lnTo>
                    <a:pt x="141220" y="128550"/>
                  </a:lnTo>
                  <a:lnTo>
                    <a:pt x="163977" y="89391"/>
                  </a:lnTo>
                  <a:lnTo>
                    <a:pt x="252954" y="89391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98733" y="6003955"/>
              <a:ext cx="240212" cy="141410"/>
            </a:xfrm>
            <a:prstGeom prst="rect">
              <a:avLst/>
            </a:prstGeom>
          </p:spPr>
        </p:pic>
      </p:grpSp>
      <p:pic>
        <p:nvPicPr>
          <p:cNvPr id="102" name="object 10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87389" y="5787809"/>
            <a:ext cx="296117" cy="354512"/>
          </a:xfrm>
          <a:prstGeom prst="rect">
            <a:avLst/>
          </a:prstGeom>
        </p:spPr>
      </p:pic>
      <p:sp>
        <p:nvSpPr>
          <p:cNvPr id="103" name="object 103" descr=""/>
          <p:cNvSpPr/>
          <p:nvPr/>
        </p:nvSpPr>
        <p:spPr>
          <a:xfrm>
            <a:off x="9199067" y="5811519"/>
            <a:ext cx="235585" cy="121920"/>
          </a:xfrm>
          <a:custGeom>
            <a:avLst/>
            <a:gdLst/>
            <a:ahLst/>
            <a:cxnLst/>
            <a:rect l="l" t="t" r="r" b="b"/>
            <a:pathLst>
              <a:path w="235584" h="121920">
                <a:moveTo>
                  <a:pt x="235521" y="0"/>
                </a:moveTo>
                <a:lnTo>
                  <a:pt x="205079" y="0"/>
                </a:lnTo>
                <a:lnTo>
                  <a:pt x="205079" y="25400"/>
                </a:lnTo>
                <a:lnTo>
                  <a:pt x="205079" y="96520"/>
                </a:lnTo>
                <a:lnTo>
                  <a:pt x="30162" y="96520"/>
                </a:lnTo>
                <a:lnTo>
                  <a:pt x="30162" y="25400"/>
                </a:lnTo>
                <a:lnTo>
                  <a:pt x="205079" y="25400"/>
                </a:lnTo>
                <a:lnTo>
                  <a:pt x="205079" y="0"/>
                </a:lnTo>
                <a:lnTo>
                  <a:pt x="0" y="0"/>
                </a:lnTo>
                <a:lnTo>
                  <a:pt x="0" y="25400"/>
                </a:lnTo>
                <a:lnTo>
                  <a:pt x="0" y="96520"/>
                </a:lnTo>
                <a:lnTo>
                  <a:pt x="0" y="121920"/>
                </a:lnTo>
                <a:lnTo>
                  <a:pt x="235521" y="121920"/>
                </a:lnTo>
                <a:lnTo>
                  <a:pt x="235521" y="97091"/>
                </a:lnTo>
                <a:lnTo>
                  <a:pt x="235521" y="96520"/>
                </a:lnTo>
                <a:lnTo>
                  <a:pt x="235521" y="25400"/>
                </a:lnTo>
                <a:lnTo>
                  <a:pt x="235521" y="25133"/>
                </a:lnTo>
                <a:lnTo>
                  <a:pt x="2355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4" name="object 104" descr=""/>
          <p:cNvGrpSpPr/>
          <p:nvPr/>
        </p:nvGrpSpPr>
        <p:grpSpPr>
          <a:xfrm>
            <a:off x="9153553" y="5791130"/>
            <a:ext cx="652780" cy="356235"/>
            <a:chOff x="9153553" y="5791130"/>
            <a:chExt cx="652780" cy="356235"/>
          </a:xfrm>
        </p:grpSpPr>
        <p:sp>
          <p:nvSpPr>
            <p:cNvPr id="105" name="object 105" descr=""/>
            <p:cNvSpPr/>
            <p:nvPr/>
          </p:nvSpPr>
          <p:spPr>
            <a:xfrm>
              <a:off x="9157551" y="5973101"/>
              <a:ext cx="318770" cy="162560"/>
            </a:xfrm>
            <a:custGeom>
              <a:avLst/>
              <a:gdLst/>
              <a:ahLst/>
              <a:cxnLst/>
              <a:rect l="l" t="t" r="r" b="b"/>
              <a:pathLst>
                <a:path w="318770" h="162560">
                  <a:moveTo>
                    <a:pt x="283121" y="136867"/>
                  </a:moveTo>
                  <a:lnTo>
                    <a:pt x="71678" y="136867"/>
                  </a:lnTo>
                  <a:lnTo>
                    <a:pt x="71678" y="61937"/>
                  </a:lnTo>
                  <a:lnTo>
                    <a:pt x="40957" y="61937"/>
                  </a:lnTo>
                  <a:lnTo>
                    <a:pt x="40957" y="136867"/>
                  </a:lnTo>
                  <a:lnTo>
                    <a:pt x="40957" y="162267"/>
                  </a:lnTo>
                  <a:lnTo>
                    <a:pt x="283121" y="162267"/>
                  </a:lnTo>
                  <a:lnTo>
                    <a:pt x="283121" y="136867"/>
                  </a:lnTo>
                  <a:close/>
                </a:path>
                <a:path w="318770" h="162560">
                  <a:moveTo>
                    <a:pt x="318554" y="0"/>
                  </a:moveTo>
                  <a:lnTo>
                    <a:pt x="0" y="0"/>
                  </a:lnTo>
                  <a:lnTo>
                    <a:pt x="0" y="25463"/>
                  </a:lnTo>
                  <a:lnTo>
                    <a:pt x="146405" y="25463"/>
                  </a:lnTo>
                  <a:lnTo>
                    <a:pt x="146405" y="96583"/>
                  </a:lnTo>
                  <a:lnTo>
                    <a:pt x="176847" y="96583"/>
                  </a:lnTo>
                  <a:lnTo>
                    <a:pt x="176847" y="25463"/>
                  </a:lnTo>
                  <a:lnTo>
                    <a:pt x="318554" y="25463"/>
                  </a:lnTo>
                  <a:lnTo>
                    <a:pt x="3185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9157561" y="5812019"/>
              <a:ext cx="318770" cy="323850"/>
            </a:xfrm>
            <a:custGeom>
              <a:avLst/>
              <a:gdLst/>
              <a:ahLst/>
              <a:cxnLst/>
              <a:rect l="l" t="t" r="r" b="b"/>
              <a:pathLst>
                <a:path w="318770" h="323850">
                  <a:moveTo>
                    <a:pt x="41513" y="0"/>
                  </a:moveTo>
                  <a:lnTo>
                    <a:pt x="41513" y="121218"/>
                  </a:lnTo>
                  <a:lnTo>
                    <a:pt x="277031" y="121218"/>
                  </a:lnTo>
                  <a:lnTo>
                    <a:pt x="277031" y="0"/>
                  </a:lnTo>
                  <a:lnTo>
                    <a:pt x="41513" y="0"/>
                  </a:lnTo>
                  <a:close/>
                </a:path>
                <a:path w="318770" h="323850">
                  <a:moveTo>
                    <a:pt x="71679" y="96587"/>
                  </a:moveTo>
                  <a:lnTo>
                    <a:pt x="71679" y="24631"/>
                  </a:lnTo>
                  <a:lnTo>
                    <a:pt x="246589" y="24631"/>
                  </a:lnTo>
                  <a:lnTo>
                    <a:pt x="246589" y="96587"/>
                  </a:lnTo>
                  <a:lnTo>
                    <a:pt x="71679" y="96587"/>
                  </a:lnTo>
                  <a:close/>
                </a:path>
                <a:path w="318770" h="323850">
                  <a:moveTo>
                    <a:pt x="0" y="186533"/>
                  </a:moveTo>
                  <a:lnTo>
                    <a:pt x="146403" y="186533"/>
                  </a:lnTo>
                  <a:lnTo>
                    <a:pt x="146403" y="257658"/>
                  </a:lnTo>
                  <a:lnTo>
                    <a:pt x="176846" y="257658"/>
                  </a:lnTo>
                  <a:lnTo>
                    <a:pt x="176846" y="186533"/>
                  </a:lnTo>
                  <a:lnTo>
                    <a:pt x="318545" y="186533"/>
                  </a:lnTo>
                  <a:lnTo>
                    <a:pt x="318545" y="161071"/>
                  </a:lnTo>
                  <a:lnTo>
                    <a:pt x="0" y="161071"/>
                  </a:lnTo>
                  <a:lnTo>
                    <a:pt x="0" y="186533"/>
                  </a:lnTo>
                  <a:close/>
                </a:path>
                <a:path w="318770" h="323850">
                  <a:moveTo>
                    <a:pt x="40959" y="223341"/>
                  </a:moveTo>
                  <a:lnTo>
                    <a:pt x="40959" y="323250"/>
                  </a:lnTo>
                  <a:lnTo>
                    <a:pt x="283120" y="323250"/>
                  </a:lnTo>
                  <a:lnTo>
                    <a:pt x="283120" y="297788"/>
                  </a:lnTo>
                  <a:lnTo>
                    <a:pt x="71679" y="297788"/>
                  </a:lnTo>
                  <a:lnTo>
                    <a:pt x="71679" y="223341"/>
                  </a:lnTo>
                  <a:lnTo>
                    <a:pt x="40959" y="223341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9500461" y="5795137"/>
              <a:ext cx="301625" cy="347980"/>
            </a:xfrm>
            <a:custGeom>
              <a:avLst/>
              <a:gdLst/>
              <a:ahLst/>
              <a:cxnLst/>
              <a:rect l="l" t="t" r="r" b="b"/>
              <a:pathLst>
                <a:path w="301625" h="347979">
                  <a:moveTo>
                    <a:pt x="301386" y="0"/>
                  </a:moveTo>
                  <a:lnTo>
                    <a:pt x="272049" y="0"/>
                  </a:lnTo>
                  <a:lnTo>
                    <a:pt x="272049" y="347881"/>
                  </a:lnTo>
                  <a:lnTo>
                    <a:pt x="301386" y="347881"/>
                  </a:lnTo>
                  <a:lnTo>
                    <a:pt x="301386" y="0"/>
                  </a:lnTo>
                  <a:close/>
                </a:path>
                <a:path w="301625" h="347979">
                  <a:moveTo>
                    <a:pt x="231090" y="8302"/>
                  </a:moveTo>
                  <a:lnTo>
                    <a:pt x="202031" y="8302"/>
                  </a:lnTo>
                  <a:lnTo>
                    <a:pt x="202031" y="125370"/>
                  </a:lnTo>
                  <a:lnTo>
                    <a:pt x="143359" y="125370"/>
                  </a:lnTo>
                  <a:lnTo>
                    <a:pt x="143359" y="150554"/>
                  </a:lnTo>
                  <a:lnTo>
                    <a:pt x="202031" y="150554"/>
                  </a:lnTo>
                  <a:lnTo>
                    <a:pt x="202031" y="329615"/>
                  </a:lnTo>
                  <a:lnTo>
                    <a:pt x="231090" y="329615"/>
                  </a:lnTo>
                  <a:lnTo>
                    <a:pt x="231090" y="8302"/>
                  </a:lnTo>
                  <a:close/>
                </a:path>
                <a:path w="301625" h="347979">
                  <a:moveTo>
                    <a:pt x="106273" y="66421"/>
                  </a:moveTo>
                  <a:lnTo>
                    <a:pt x="76661" y="66421"/>
                  </a:lnTo>
                  <a:lnTo>
                    <a:pt x="76661" y="99078"/>
                  </a:lnTo>
                  <a:lnTo>
                    <a:pt x="71493" y="146118"/>
                  </a:lnTo>
                  <a:lnTo>
                    <a:pt x="56492" y="189992"/>
                  </a:lnTo>
                  <a:lnTo>
                    <a:pt x="32410" y="227432"/>
                  </a:lnTo>
                  <a:lnTo>
                    <a:pt x="0" y="255168"/>
                  </a:lnTo>
                  <a:lnTo>
                    <a:pt x="19372" y="278139"/>
                  </a:lnTo>
                  <a:lnTo>
                    <a:pt x="43662" y="258372"/>
                  </a:lnTo>
                  <a:lnTo>
                    <a:pt x="64034" y="232612"/>
                  </a:lnTo>
                  <a:lnTo>
                    <a:pt x="80202" y="201975"/>
                  </a:lnTo>
                  <a:lnTo>
                    <a:pt x="91882" y="167575"/>
                  </a:lnTo>
                  <a:lnTo>
                    <a:pt x="119593" y="167575"/>
                  </a:lnTo>
                  <a:lnTo>
                    <a:pt x="111259" y="143774"/>
                  </a:lnTo>
                  <a:lnTo>
                    <a:pt x="106273" y="99078"/>
                  </a:lnTo>
                  <a:lnTo>
                    <a:pt x="106273" y="66421"/>
                  </a:lnTo>
                  <a:close/>
                </a:path>
                <a:path w="301625" h="347979">
                  <a:moveTo>
                    <a:pt x="119593" y="167575"/>
                  </a:moveTo>
                  <a:lnTo>
                    <a:pt x="91882" y="167575"/>
                  </a:lnTo>
                  <a:lnTo>
                    <a:pt x="103342" y="199354"/>
                  </a:lnTo>
                  <a:lnTo>
                    <a:pt x="118997" y="227432"/>
                  </a:lnTo>
                  <a:lnTo>
                    <a:pt x="119108" y="227631"/>
                  </a:lnTo>
                  <a:lnTo>
                    <a:pt x="138974" y="251445"/>
                  </a:lnTo>
                  <a:lnTo>
                    <a:pt x="162731" y="269836"/>
                  </a:lnTo>
                  <a:lnTo>
                    <a:pt x="181274" y="247142"/>
                  </a:lnTo>
                  <a:lnTo>
                    <a:pt x="149356" y="220816"/>
                  </a:lnTo>
                  <a:lnTo>
                    <a:pt x="125819" y="185356"/>
                  </a:lnTo>
                  <a:lnTo>
                    <a:pt x="119593" y="167575"/>
                  </a:lnTo>
                  <a:close/>
                </a:path>
                <a:path w="301625" h="347979">
                  <a:moveTo>
                    <a:pt x="169927" y="40959"/>
                  </a:moveTo>
                  <a:lnTo>
                    <a:pt x="9409" y="40959"/>
                  </a:lnTo>
                  <a:lnTo>
                    <a:pt x="9409" y="66421"/>
                  </a:lnTo>
                  <a:lnTo>
                    <a:pt x="169927" y="66421"/>
                  </a:lnTo>
                  <a:lnTo>
                    <a:pt x="169927" y="409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9643820" y="5795137"/>
              <a:ext cx="158115" cy="347980"/>
            </a:xfrm>
            <a:custGeom>
              <a:avLst/>
              <a:gdLst/>
              <a:ahLst/>
              <a:cxnLst/>
              <a:rect l="l" t="t" r="r" b="b"/>
              <a:pathLst>
                <a:path w="158115" h="347979">
                  <a:moveTo>
                    <a:pt x="128690" y="347881"/>
                  </a:moveTo>
                  <a:lnTo>
                    <a:pt x="158026" y="347881"/>
                  </a:lnTo>
                  <a:lnTo>
                    <a:pt x="158026" y="0"/>
                  </a:lnTo>
                  <a:lnTo>
                    <a:pt x="128690" y="0"/>
                  </a:lnTo>
                  <a:lnTo>
                    <a:pt x="128690" y="347881"/>
                  </a:lnTo>
                  <a:close/>
                </a:path>
                <a:path w="158115" h="347979">
                  <a:moveTo>
                    <a:pt x="0" y="125370"/>
                  </a:moveTo>
                  <a:lnTo>
                    <a:pt x="0" y="150554"/>
                  </a:lnTo>
                  <a:lnTo>
                    <a:pt x="58671" y="150554"/>
                  </a:lnTo>
                  <a:lnTo>
                    <a:pt x="58671" y="329615"/>
                  </a:lnTo>
                  <a:lnTo>
                    <a:pt x="87731" y="329615"/>
                  </a:lnTo>
                  <a:lnTo>
                    <a:pt x="87731" y="8302"/>
                  </a:lnTo>
                  <a:lnTo>
                    <a:pt x="58671" y="8302"/>
                  </a:lnTo>
                  <a:lnTo>
                    <a:pt x="58671" y="125370"/>
                  </a:lnTo>
                  <a:lnTo>
                    <a:pt x="0" y="12537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96453" y="5832089"/>
              <a:ext cx="189289" cy="245194"/>
            </a:xfrm>
            <a:prstGeom prst="rect">
              <a:avLst/>
            </a:prstGeom>
          </p:spPr>
        </p:pic>
      </p:grpSp>
      <p:grpSp>
        <p:nvGrpSpPr>
          <p:cNvPr id="110" name="object 110" descr=""/>
          <p:cNvGrpSpPr/>
          <p:nvPr/>
        </p:nvGrpSpPr>
        <p:grpSpPr>
          <a:xfrm>
            <a:off x="9946530" y="5791130"/>
            <a:ext cx="305435" cy="356235"/>
            <a:chOff x="9946530" y="5791130"/>
            <a:chExt cx="305435" cy="356235"/>
          </a:xfrm>
        </p:grpSpPr>
        <p:sp>
          <p:nvSpPr>
            <p:cNvPr id="111" name="object 111" descr=""/>
            <p:cNvSpPr/>
            <p:nvPr/>
          </p:nvSpPr>
          <p:spPr>
            <a:xfrm>
              <a:off x="9950538" y="5795137"/>
              <a:ext cx="297815" cy="347980"/>
            </a:xfrm>
            <a:custGeom>
              <a:avLst/>
              <a:gdLst/>
              <a:ahLst/>
              <a:cxnLst/>
              <a:rect l="l" t="t" r="r" b="b"/>
              <a:pathLst>
                <a:path w="297815" h="347979">
                  <a:moveTo>
                    <a:pt x="297235" y="172141"/>
                  </a:moveTo>
                  <a:lnTo>
                    <a:pt x="267898" y="172141"/>
                  </a:lnTo>
                  <a:lnTo>
                    <a:pt x="267898" y="347881"/>
                  </a:lnTo>
                  <a:lnTo>
                    <a:pt x="297235" y="347881"/>
                  </a:lnTo>
                  <a:lnTo>
                    <a:pt x="297235" y="172141"/>
                  </a:lnTo>
                  <a:close/>
                </a:path>
                <a:path w="297815" h="347979">
                  <a:moveTo>
                    <a:pt x="221680" y="8302"/>
                  </a:moveTo>
                  <a:lnTo>
                    <a:pt x="192621" y="8302"/>
                  </a:lnTo>
                  <a:lnTo>
                    <a:pt x="192621" y="330722"/>
                  </a:lnTo>
                  <a:lnTo>
                    <a:pt x="221680" y="330722"/>
                  </a:lnTo>
                  <a:lnTo>
                    <a:pt x="221680" y="172141"/>
                  </a:lnTo>
                  <a:lnTo>
                    <a:pt x="297235" y="172141"/>
                  </a:lnTo>
                  <a:lnTo>
                    <a:pt x="297235" y="146680"/>
                  </a:lnTo>
                  <a:lnTo>
                    <a:pt x="221680" y="146680"/>
                  </a:lnTo>
                  <a:lnTo>
                    <a:pt x="221680" y="8302"/>
                  </a:lnTo>
                  <a:close/>
                </a:path>
                <a:path w="297815" h="347979">
                  <a:moveTo>
                    <a:pt x="297235" y="0"/>
                  </a:moveTo>
                  <a:lnTo>
                    <a:pt x="267898" y="0"/>
                  </a:lnTo>
                  <a:lnTo>
                    <a:pt x="267898" y="146680"/>
                  </a:lnTo>
                  <a:lnTo>
                    <a:pt x="297235" y="146680"/>
                  </a:lnTo>
                  <a:lnTo>
                    <a:pt x="297235" y="0"/>
                  </a:lnTo>
                  <a:close/>
                </a:path>
                <a:path w="297815" h="347979">
                  <a:moveTo>
                    <a:pt x="174632" y="60055"/>
                  </a:moveTo>
                  <a:lnTo>
                    <a:pt x="0" y="60055"/>
                  </a:lnTo>
                  <a:lnTo>
                    <a:pt x="0" y="85240"/>
                  </a:lnTo>
                  <a:lnTo>
                    <a:pt x="174632" y="85240"/>
                  </a:lnTo>
                  <a:lnTo>
                    <a:pt x="174632" y="60055"/>
                  </a:lnTo>
                  <a:close/>
                </a:path>
                <a:path w="297815" h="347979">
                  <a:moveTo>
                    <a:pt x="102953" y="10516"/>
                  </a:moveTo>
                  <a:lnTo>
                    <a:pt x="72232" y="10516"/>
                  </a:lnTo>
                  <a:lnTo>
                    <a:pt x="72232" y="60055"/>
                  </a:lnTo>
                  <a:lnTo>
                    <a:pt x="102953" y="60055"/>
                  </a:lnTo>
                  <a:lnTo>
                    <a:pt x="102953" y="10516"/>
                  </a:lnTo>
                  <a:close/>
                </a:path>
                <a:path w="297815" h="347979">
                  <a:moveTo>
                    <a:pt x="87455" y="108764"/>
                  </a:moveTo>
                  <a:lnTo>
                    <a:pt x="57409" y="114589"/>
                  </a:lnTo>
                  <a:lnTo>
                    <a:pt x="33695" y="130870"/>
                  </a:lnTo>
                  <a:lnTo>
                    <a:pt x="18179" y="155817"/>
                  </a:lnTo>
                  <a:lnTo>
                    <a:pt x="12730" y="187640"/>
                  </a:lnTo>
                  <a:lnTo>
                    <a:pt x="18179" y="219825"/>
                  </a:lnTo>
                  <a:lnTo>
                    <a:pt x="33695" y="245032"/>
                  </a:lnTo>
                  <a:lnTo>
                    <a:pt x="57409" y="261468"/>
                  </a:lnTo>
                  <a:lnTo>
                    <a:pt x="87455" y="267345"/>
                  </a:lnTo>
                  <a:lnTo>
                    <a:pt x="117625" y="261468"/>
                  </a:lnTo>
                  <a:lnTo>
                    <a:pt x="141387" y="245032"/>
                  </a:lnTo>
                  <a:lnTo>
                    <a:pt x="144194" y="240500"/>
                  </a:lnTo>
                  <a:lnTo>
                    <a:pt x="87455" y="240500"/>
                  </a:lnTo>
                  <a:lnTo>
                    <a:pt x="68341" y="236716"/>
                  </a:lnTo>
                  <a:lnTo>
                    <a:pt x="53275" y="225797"/>
                  </a:lnTo>
                  <a:lnTo>
                    <a:pt x="43399" y="209015"/>
                  </a:lnTo>
                  <a:lnTo>
                    <a:pt x="39853" y="187640"/>
                  </a:lnTo>
                  <a:lnTo>
                    <a:pt x="43399" y="166533"/>
                  </a:lnTo>
                  <a:lnTo>
                    <a:pt x="53275" y="149759"/>
                  </a:lnTo>
                  <a:lnTo>
                    <a:pt x="68341" y="138641"/>
                  </a:lnTo>
                  <a:lnTo>
                    <a:pt x="87455" y="134503"/>
                  </a:lnTo>
                  <a:lnTo>
                    <a:pt x="143661" y="134503"/>
                  </a:lnTo>
                  <a:lnTo>
                    <a:pt x="141387" y="130870"/>
                  </a:lnTo>
                  <a:lnTo>
                    <a:pt x="117625" y="114589"/>
                  </a:lnTo>
                  <a:lnTo>
                    <a:pt x="87455" y="108764"/>
                  </a:lnTo>
                  <a:close/>
                </a:path>
                <a:path w="297815" h="347979">
                  <a:moveTo>
                    <a:pt x="143661" y="134503"/>
                  </a:moveTo>
                  <a:lnTo>
                    <a:pt x="87455" y="134503"/>
                  </a:lnTo>
                  <a:lnTo>
                    <a:pt x="106611" y="138641"/>
                  </a:lnTo>
                  <a:lnTo>
                    <a:pt x="121772" y="149759"/>
                  </a:lnTo>
                  <a:lnTo>
                    <a:pt x="131744" y="166533"/>
                  </a:lnTo>
                  <a:lnTo>
                    <a:pt x="135333" y="187640"/>
                  </a:lnTo>
                  <a:lnTo>
                    <a:pt x="131744" y="209015"/>
                  </a:lnTo>
                  <a:lnTo>
                    <a:pt x="121772" y="225797"/>
                  </a:lnTo>
                  <a:lnTo>
                    <a:pt x="106611" y="236716"/>
                  </a:lnTo>
                  <a:lnTo>
                    <a:pt x="87455" y="240500"/>
                  </a:lnTo>
                  <a:lnTo>
                    <a:pt x="144194" y="240500"/>
                  </a:lnTo>
                  <a:lnTo>
                    <a:pt x="157002" y="219825"/>
                  </a:lnTo>
                  <a:lnTo>
                    <a:pt x="162731" y="187640"/>
                  </a:lnTo>
                  <a:lnTo>
                    <a:pt x="157002" y="155817"/>
                  </a:lnTo>
                  <a:lnTo>
                    <a:pt x="143661" y="1345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10143160" y="5795137"/>
              <a:ext cx="104775" cy="347980"/>
            </a:xfrm>
            <a:custGeom>
              <a:avLst/>
              <a:gdLst/>
              <a:ahLst/>
              <a:cxnLst/>
              <a:rect l="l" t="t" r="r" b="b"/>
              <a:pathLst>
                <a:path w="104775" h="347979">
                  <a:moveTo>
                    <a:pt x="75276" y="146680"/>
                  </a:moveTo>
                  <a:lnTo>
                    <a:pt x="29058" y="146680"/>
                  </a:lnTo>
                  <a:lnTo>
                    <a:pt x="29058" y="8302"/>
                  </a:lnTo>
                  <a:lnTo>
                    <a:pt x="0" y="8302"/>
                  </a:lnTo>
                  <a:lnTo>
                    <a:pt x="0" y="330722"/>
                  </a:lnTo>
                  <a:lnTo>
                    <a:pt x="29058" y="330722"/>
                  </a:lnTo>
                  <a:lnTo>
                    <a:pt x="29058" y="172141"/>
                  </a:lnTo>
                  <a:lnTo>
                    <a:pt x="75276" y="172141"/>
                  </a:lnTo>
                  <a:lnTo>
                    <a:pt x="75276" y="347881"/>
                  </a:lnTo>
                  <a:lnTo>
                    <a:pt x="104613" y="347881"/>
                  </a:lnTo>
                  <a:lnTo>
                    <a:pt x="104613" y="0"/>
                  </a:lnTo>
                  <a:lnTo>
                    <a:pt x="75276" y="0"/>
                  </a:lnTo>
                  <a:lnTo>
                    <a:pt x="75276" y="14668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946530" y="5801647"/>
              <a:ext cx="182647" cy="264843"/>
            </a:xfrm>
            <a:prstGeom prst="rect">
              <a:avLst/>
            </a:prstGeom>
          </p:spPr>
        </p:pic>
      </p:grpSp>
      <p:grpSp>
        <p:nvGrpSpPr>
          <p:cNvPr id="114" name="object 114" descr=""/>
          <p:cNvGrpSpPr/>
          <p:nvPr/>
        </p:nvGrpSpPr>
        <p:grpSpPr>
          <a:xfrm>
            <a:off x="10299670" y="5791130"/>
            <a:ext cx="302895" cy="353060"/>
            <a:chOff x="10299670" y="5791130"/>
            <a:chExt cx="302895" cy="353060"/>
          </a:xfrm>
        </p:grpSpPr>
        <p:sp>
          <p:nvSpPr>
            <p:cNvPr id="115" name="object 115" descr=""/>
            <p:cNvSpPr/>
            <p:nvPr/>
          </p:nvSpPr>
          <p:spPr>
            <a:xfrm>
              <a:off x="10303678" y="5795137"/>
              <a:ext cx="294640" cy="344805"/>
            </a:xfrm>
            <a:custGeom>
              <a:avLst/>
              <a:gdLst/>
              <a:ahLst/>
              <a:cxnLst/>
              <a:rect l="l" t="t" r="r" b="b"/>
              <a:pathLst>
                <a:path w="294640" h="344804">
                  <a:moveTo>
                    <a:pt x="174632" y="17435"/>
                  </a:moveTo>
                  <a:lnTo>
                    <a:pt x="17711" y="17435"/>
                  </a:lnTo>
                  <a:lnTo>
                    <a:pt x="17711" y="42897"/>
                  </a:lnTo>
                  <a:lnTo>
                    <a:pt x="140591" y="42897"/>
                  </a:lnTo>
                  <a:lnTo>
                    <a:pt x="128294" y="82092"/>
                  </a:lnTo>
                  <a:lnTo>
                    <a:pt x="100236" y="115164"/>
                  </a:lnTo>
                  <a:lnTo>
                    <a:pt x="57207" y="141439"/>
                  </a:lnTo>
                  <a:lnTo>
                    <a:pt x="0" y="160241"/>
                  </a:lnTo>
                  <a:lnTo>
                    <a:pt x="11070" y="185702"/>
                  </a:lnTo>
                  <a:lnTo>
                    <a:pt x="64481" y="168390"/>
                  </a:lnTo>
                  <a:lnTo>
                    <a:pt x="108331" y="144137"/>
                  </a:lnTo>
                  <a:lnTo>
                    <a:pt x="141778" y="113060"/>
                  </a:lnTo>
                  <a:lnTo>
                    <a:pt x="163977" y="75277"/>
                  </a:lnTo>
                  <a:lnTo>
                    <a:pt x="282566" y="75277"/>
                  </a:lnTo>
                  <a:lnTo>
                    <a:pt x="282566" y="50646"/>
                  </a:lnTo>
                  <a:lnTo>
                    <a:pt x="171311" y="50646"/>
                  </a:lnTo>
                  <a:lnTo>
                    <a:pt x="172720" y="42897"/>
                  </a:lnTo>
                  <a:lnTo>
                    <a:pt x="172764" y="42654"/>
                  </a:lnTo>
                  <a:lnTo>
                    <a:pt x="173802" y="34456"/>
                  </a:lnTo>
                  <a:lnTo>
                    <a:pt x="174424" y="26049"/>
                  </a:lnTo>
                  <a:lnTo>
                    <a:pt x="174632" y="17435"/>
                  </a:lnTo>
                  <a:close/>
                </a:path>
                <a:path w="294640" h="344804">
                  <a:moveTo>
                    <a:pt x="282566" y="75277"/>
                  </a:moveTo>
                  <a:lnTo>
                    <a:pt x="251847" y="75277"/>
                  </a:lnTo>
                  <a:lnTo>
                    <a:pt x="251847" y="117067"/>
                  </a:lnTo>
                  <a:lnTo>
                    <a:pt x="158857" y="117067"/>
                  </a:lnTo>
                  <a:lnTo>
                    <a:pt x="158857" y="141439"/>
                  </a:lnTo>
                  <a:lnTo>
                    <a:pt x="251847" y="141439"/>
                  </a:lnTo>
                  <a:lnTo>
                    <a:pt x="251847" y="177953"/>
                  </a:lnTo>
                  <a:lnTo>
                    <a:pt x="282566" y="177953"/>
                  </a:lnTo>
                  <a:lnTo>
                    <a:pt x="282566" y="75277"/>
                  </a:lnTo>
                  <a:close/>
                </a:path>
                <a:path w="294640" h="344804">
                  <a:moveTo>
                    <a:pt x="282566" y="0"/>
                  </a:moveTo>
                  <a:lnTo>
                    <a:pt x="251847" y="0"/>
                  </a:lnTo>
                  <a:lnTo>
                    <a:pt x="251847" y="50646"/>
                  </a:lnTo>
                  <a:lnTo>
                    <a:pt x="282566" y="50646"/>
                  </a:lnTo>
                  <a:lnTo>
                    <a:pt x="282566" y="0"/>
                  </a:lnTo>
                  <a:close/>
                </a:path>
                <a:path w="294640" h="344804">
                  <a:moveTo>
                    <a:pt x="282566" y="193728"/>
                  </a:moveTo>
                  <a:lnTo>
                    <a:pt x="57011" y="193728"/>
                  </a:lnTo>
                  <a:lnTo>
                    <a:pt x="57011" y="218636"/>
                  </a:lnTo>
                  <a:lnTo>
                    <a:pt x="251847" y="218636"/>
                  </a:lnTo>
                  <a:lnTo>
                    <a:pt x="251847" y="254891"/>
                  </a:lnTo>
                  <a:lnTo>
                    <a:pt x="57841" y="254891"/>
                  </a:lnTo>
                  <a:lnTo>
                    <a:pt x="57841" y="344560"/>
                  </a:lnTo>
                  <a:lnTo>
                    <a:pt x="294466" y="344560"/>
                  </a:lnTo>
                  <a:lnTo>
                    <a:pt x="294466" y="319375"/>
                  </a:lnTo>
                  <a:lnTo>
                    <a:pt x="88284" y="319375"/>
                  </a:lnTo>
                  <a:lnTo>
                    <a:pt x="88284" y="278415"/>
                  </a:lnTo>
                  <a:lnTo>
                    <a:pt x="282566" y="278415"/>
                  </a:lnTo>
                  <a:lnTo>
                    <a:pt x="282566" y="1937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0303677" y="5795137"/>
              <a:ext cx="294640" cy="344805"/>
            </a:xfrm>
            <a:custGeom>
              <a:avLst/>
              <a:gdLst/>
              <a:ahLst/>
              <a:cxnLst/>
              <a:rect l="l" t="t" r="r" b="b"/>
              <a:pathLst>
                <a:path w="294640" h="344804">
                  <a:moveTo>
                    <a:pt x="251847" y="75277"/>
                  </a:moveTo>
                  <a:lnTo>
                    <a:pt x="251847" y="117067"/>
                  </a:lnTo>
                  <a:lnTo>
                    <a:pt x="158857" y="117067"/>
                  </a:lnTo>
                  <a:lnTo>
                    <a:pt x="158857" y="141421"/>
                  </a:lnTo>
                  <a:lnTo>
                    <a:pt x="251847" y="141421"/>
                  </a:lnTo>
                  <a:lnTo>
                    <a:pt x="251847" y="177953"/>
                  </a:lnTo>
                  <a:lnTo>
                    <a:pt x="282566" y="177953"/>
                  </a:lnTo>
                  <a:lnTo>
                    <a:pt x="282566" y="0"/>
                  </a:lnTo>
                  <a:lnTo>
                    <a:pt x="251847" y="0"/>
                  </a:lnTo>
                  <a:lnTo>
                    <a:pt x="251847" y="50646"/>
                  </a:lnTo>
                  <a:lnTo>
                    <a:pt x="171311" y="50646"/>
                  </a:lnTo>
                  <a:lnTo>
                    <a:pt x="172764" y="42654"/>
                  </a:lnTo>
                  <a:lnTo>
                    <a:pt x="173802" y="34456"/>
                  </a:lnTo>
                  <a:lnTo>
                    <a:pt x="174424" y="26049"/>
                  </a:lnTo>
                  <a:lnTo>
                    <a:pt x="174632" y="17435"/>
                  </a:lnTo>
                  <a:lnTo>
                    <a:pt x="17711" y="17435"/>
                  </a:lnTo>
                  <a:lnTo>
                    <a:pt x="17711" y="42897"/>
                  </a:lnTo>
                  <a:lnTo>
                    <a:pt x="140591" y="42897"/>
                  </a:lnTo>
                  <a:lnTo>
                    <a:pt x="128294" y="82092"/>
                  </a:lnTo>
                  <a:lnTo>
                    <a:pt x="100236" y="115164"/>
                  </a:lnTo>
                  <a:lnTo>
                    <a:pt x="57207" y="141439"/>
                  </a:lnTo>
                  <a:lnTo>
                    <a:pt x="0" y="160241"/>
                  </a:lnTo>
                  <a:lnTo>
                    <a:pt x="11070" y="185702"/>
                  </a:lnTo>
                  <a:lnTo>
                    <a:pt x="64481" y="168390"/>
                  </a:lnTo>
                  <a:lnTo>
                    <a:pt x="108331" y="144137"/>
                  </a:lnTo>
                  <a:lnTo>
                    <a:pt x="141778" y="113060"/>
                  </a:lnTo>
                  <a:lnTo>
                    <a:pt x="163977" y="75277"/>
                  </a:lnTo>
                  <a:lnTo>
                    <a:pt x="251847" y="75277"/>
                  </a:lnTo>
                  <a:close/>
                </a:path>
                <a:path w="294640" h="344804">
                  <a:moveTo>
                    <a:pt x="88284" y="278415"/>
                  </a:moveTo>
                  <a:lnTo>
                    <a:pt x="282566" y="278415"/>
                  </a:lnTo>
                  <a:lnTo>
                    <a:pt x="282566" y="193728"/>
                  </a:lnTo>
                  <a:lnTo>
                    <a:pt x="57011" y="193728"/>
                  </a:lnTo>
                  <a:lnTo>
                    <a:pt x="57011" y="218636"/>
                  </a:lnTo>
                  <a:lnTo>
                    <a:pt x="251847" y="218636"/>
                  </a:lnTo>
                  <a:lnTo>
                    <a:pt x="251847" y="254891"/>
                  </a:lnTo>
                  <a:lnTo>
                    <a:pt x="57841" y="254891"/>
                  </a:lnTo>
                  <a:lnTo>
                    <a:pt x="57841" y="344560"/>
                  </a:lnTo>
                  <a:lnTo>
                    <a:pt x="294466" y="344560"/>
                  </a:lnTo>
                  <a:lnTo>
                    <a:pt x="294466" y="319375"/>
                  </a:lnTo>
                  <a:lnTo>
                    <a:pt x="88284" y="319375"/>
                  </a:lnTo>
                  <a:lnTo>
                    <a:pt x="88284" y="278415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7" name="object 117" descr=""/>
          <p:cNvGrpSpPr/>
          <p:nvPr/>
        </p:nvGrpSpPr>
        <p:grpSpPr>
          <a:xfrm>
            <a:off x="10745320" y="5791406"/>
            <a:ext cx="294005" cy="354330"/>
            <a:chOff x="10745320" y="5791406"/>
            <a:chExt cx="294005" cy="354330"/>
          </a:xfrm>
        </p:grpSpPr>
        <p:sp>
          <p:nvSpPr>
            <p:cNvPr id="118" name="object 118" descr=""/>
            <p:cNvSpPr/>
            <p:nvPr/>
          </p:nvSpPr>
          <p:spPr>
            <a:xfrm>
              <a:off x="10749327" y="5795414"/>
              <a:ext cx="285750" cy="346075"/>
            </a:xfrm>
            <a:custGeom>
              <a:avLst/>
              <a:gdLst/>
              <a:ahLst/>
              <a:cxnLst/>
              <a:rect l="l" t="t" r="r" b="b"/>
              <a:pathLst>
                <a:path w="285750" h="346075">
                  <a:moveTo>
                    <a:pt x="283673" y="89391"/>
                  </a:moveTo>
                  <a:lnTo>
                    <a:pt x="252954" y="89391"/>
                  </a:lnTo>
                  <a:lnTo>
                    <a:pt x="252954" y="136440"/>
                  </a:lnTo>
                  <a:lnTo>
                    <a:pt x="160241" y="136440"/>
                  </a:lnTo>
                  <a:lnTo>
                    <a:pt x="160241" y="161901"/>
                  </a:lnTo>
                  <a:lnTo>
                    <a:pt x="252954" y="161901"/>
                  </a:lnTo>
                  <a:lnTo>
                    <a:pt x="252954" y="208950"/>
                  </a:lnTo>
                  <a:lnTo>
                    <a:pt x="283673" y="208950"/>
                  </a:lnTo>
                  <a:lnTo>
                    <a:pt x="283673" y="89391"/>
                  </a:lnTo>
                  <a:close/>
                </a:path>
                <a:path w="285750" h="346075">
                  <a:moveTo>
                    <a:pt x="176016" y="25738"/>
                  </a:moveTo>
                  <a:lnTo>
                    <a:pt x="17711" y="25738"/>
                  </a:lnTo>
                  <a:lnTo>
                    <a:pt x="17711" y="51476"/>
                  </a:lnTo>
                  <a:lnTo>
                    <a:pt x="142805" y="51476"/>
                  </a:lnTo>
                  <a:lnTo>
                    <a:pt x="129598" y="94135"/>
                  </a:lnTo>
                  <a:lnTo>
                    <a:pt x="100461" y="131009"/>
                  </a:lnTo>
                  <a:lnTo>
                    <a:pt x="56795" y="161188"/>
                  </a:lnTo>
                  <a:lnTo>
                    <a:pt x="0" y="183765"/>
                  </a:lnTo>
                  <a:lnTo>
                    <a:pt x="12730" y="208120"/>
                  </a:lnTo>
                  <a:lnTo>
                    <a:pt x="64676" y="188187"/>
                  </a:lnTo>
                  <a:lnTo>
                    <a:pt x="107813" y="161573"/>
                  </a:lnTo>
                  <a:lnTo>
                    <a:pt x="141220" y="128550"/>
                  </a:lnTo>
                  <a:lnTo>
                    <a:pt x="163977" y="89391"/>
                  </a:lnTo>
                  <a:lnTo>
                    <a:pt x="283673" y="89391"/>
                  </a:lnTo>
                  <a:lnTo>
                    <a:pt x="283673" y="64760"/>
                  </a:lnTo>
                  <a:lnTo>
                    <a:pt x="171726" y="64760"/>
                  </a:lnTo>
                  <a:lnTo>
                    <a:pt x="173564" y="55375"/>
                  </a:lnTo>
                  <a:lnTo>
                    <a:pt x="174909" y="45716"/>
                  </a:lnTo>
                  <a:lnTo>
                    <a:pt x="175734" y="35824"/>
                  </a:lnTo>
                  <a:lnTo>
                    <a:pt x="176016" y="25738"/>
                  </a:lnTo>
                  <a:close/>
                </a:path>
                <a:path w="285750" h="346075">
                  <a:moveTo>
                    <a:pt x="283673" y="0"/>
                  </a:moveTo>
                  <a:lnTo>
                    <a:pt x="252954" y="0"/>
                  </a:lnTo>
                  <a:lnTo>
                    <a:pt x="252954" y="64760"/>
                  </a:lnTo>
                  <a:lnTo>
                    <a:pt x="283673" y="64760"/>
                  </a:lnTo>
                  <a:lnTo>
                    <a:pt x="283673" y="0"/>
                  </a:lnTo>
                  <a:close/>
                </a:path>
                <a:path w="285750" h="346075">
                  <a:moveTo>
                    <a:pt x="169926" y="212548"/>
                  </a:moveTo>
                  <a:lnTo>
                    <a:pt x="121598" y="217088"/>
                  </a:lnTo>
                  <a:lnTo>
                    <a:pt x="84893" y="230191"/>
                  </a:lnTo>
                  <a:lnTo>
                    <a:pt x="61577" y="251077"/>
                  </a:lnTo>
                  <a:lnTo>
                    <a:pt x="53413" y="278969"/>
                  </a:lnTo>
                  <a:lnTo>
                    <a:pt x="61577" y="307064"/>
                  </a:lnTo>
                  <a:lnTo>
                    <a:pt x="84893" y="328127"/>
                  </a:lnTo>
                  <a:lnTo>
                    <a:pt x="121598" y="341355"/>
                  </a:lnTo>
                  <a:lnTo>
                    <a:pt x="169926" y="345944"/>
                  </a:lnTo>
                  <a:lnTo>
                    <a:pt x="217658" y="341355"/>
                  </a:lnTo>
                  <a:lnTo>
                    <a:pt x="254129" y="328127"/>
                  </a:lnTo>
                  <a:lnTo>
                    <a:pt x="261971" y="321036"/>
                  </a:lnTo>
                  <a:lnTo>
                    <a:pt x="169926" y="321036"/>
                  </a:lnTo>
                  <a:lnTo>
                    <a:pt x="134294" y="318160"/>
                  </a:lnTo>
                  <a:lnTo>
                    <a:pt x="107173" y="309862"/>
                  </a:lnTo>
                  <a:lnTo>
                    <a:pt x="89910" y="296634"/>
                  </a:lnTo>
                  <a:lnTo>
                    <a:pt x="83856" y="278969"/>
                  </a:lnTo>
                  <a:lnTo>
                    <a:pt x="89910" y="261308"/>
                  </a:lnTo>
                  <a:lnTo>
                    <a:pt x="107173" y="248111"/>
                  </a:lnTo>
                  <a:lnTo>
                    <a:pt x="134294" y="239895"/>
                  </a:lnTo>
                  <a:lnTo>
                    <a:pt x="169926" y="237179"/>
                  </a:lnTo>
                  <a:lnTo>
                    <a:pt x="261922" y="237179"/>
                  </a:lnTo>
                  <a:lnTo>
                    <a:pt x="254129" y="230191"/>
                  </a:lnTo>
                  <a:lnTo>
                    <a:pt x="217658" y="217088"/>
                  </a:lnTo>
                  <a:lnTo>
                    <a:pt x="169926" y="212548"/>
                  </a:lnTo>
                  <a:close/>
                </a:path>
                <a:path w="285750" h="346075">
                  <a:moveTo>
                    <a:pt x="261922" y="237179"/>
                  </a:moveTo>
                  <a:lnTo>
                    <a:pt x="169926" y="237179"/>
                  </a:lnTo>
                  <a:lnTo>
                    <a:pt x="204923" y="239895"/>
                  </a:lnTo>
                  <a:lnTo>
                    <a:pt x="231747" y="248111"/>
                  </a:lnTo>
                  <a:lnTo>
                    <a:pt x="248971" y="261308"/>
                  </a:lnTo>
                  <a:lnTo>
                    <a:pt x="255168" y="278969"/>
                  </a:lnTo>
                  <a:lnTo>
                    <a:pt x="248971" y="296634"/>
                  </a:lnTo>
                  <a:lnTo>
                    <a:pt x="231747" y="309862"/>
                  </a:lnTo>
                  <a:lnTo>
                    <a:pt x="204923" y="318160"/>
                  </a:lnTo>
                  <a:lnTo>
                    <a:pt x="169926" y="321036"/>
                  </a:lnTo>
                  <a:lnTo>
                    <a:pt x="261971" y="321036"/>
                  </a:lnTo>
                  <a:lnTo>
                    <a:pt x="277420" y="307064"/>
                  </a:lnTo>
                  <a:lnTo>
                    <a:pt x="285610" y="278969"/>
                  </a:lnTo>
                  <a:lnTo>
                    <a:pt x="277420" y="251077"/>
                  </a:lnTo>
                  <a:lnTo>
                    <a:pt x="261922" y="237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0749327" y="5795414"/>
              <a:ext cx="283845" cy="209550"/>
            </a:xfrm>
            <a:custGeom>
              <a:avLst/>
              <a:gdLst/>
              <a:ahLst/>
              <a:cxnLst/>
              <a:rect l="l" t="t" r="r" b="b"/>
              <a:pathLst>
                <a:path w="283845" h="209550">
                  <a:moveTo>
                    <a:pt x="252954" y="89391"/>
                  </a:moveTo>
                  <a:lnTo>
                    <a:pt x="252954" y="136440"/>
                  </a:lnTo>
                  <a:lnTo>
                    <a:pt x="160241" y="136440"/>
                  </a:lnTo>
                  <a:lnTo>
                    <a:pt x="160241" y="161901"/>
                  </a:lnTo>
                  <a:lnTo>
                    <a:pt x="252954" y="161901"/>
                  </a:lnTo>
                  <a:lnTo>
                    <a:pt x="252954" y="208950"/>
                  </a:lnTo>
                  <a:lnTo>
                    <a:pt x="283673" y="208950"/>
                  </a:lnTo>
                  <a:lnTo>
                    <a:pt x="283673" y="0"/>
                  </a:lnTo>
                  <a:lnTo>
                    <a:pt x="252954" y="0"/>
                  </a:lnTo>
                  <a:lnTo>
                    <a:pt x="252954" y="64760"/>
                  </a:lnTo>
                  <a:lnTo>
                    <a:pt x="171726" y="64760"/>
                  </a:lnTo>
                  <a:lnTo>
                    <a:pt x="173564" y="55375"/>
                  </a:lnTo>
                  <a:lnTo>
                    <a:pt x="174909" y="45716"/>
                  </a:lnTo>
                  <a:lnTo>
                    <a:pt x="175734" y="35824"/>
                  </a:lnTo>
                  <a:lnTo>
                    <a:pt x="176015" y="25738"/>
                  </a:lnTo>
                  <a:lnTo>
                    <a:pt x="17711" y="25738"/>
                  </a:lnTo>
                  <a:lnTo>
                    <a:pt x="17711" y="51476"/>
                  </a:lnTo>
                  <a:lnTo>
                    <a:pt x="142805" y="51476"/>
                  </a:lnTo>
                  <a:lnTo>
                    <a:pt x="129598" y="94135"/>
                  </a:lnTo>
                  <a:lnTo>
                    <a:pt x="100461" y="131009"/>
                  </a:lnTo>
                  <a:lnTo>
                    <a:pt x="56795" y="161188"/>
                  </a:lnTo>
                  <a:lnTo>
                    <a:pt x="0" y="183765"/>
                  </a:lnTo>
                  <a:lnTo>
                    <a:pt x="12730" y="208120"/>
                  </a:lnTo>
                  <a:lnTo>
                    <a:pt x="64676" y="188187"/>
                  </a:lnTo>
                  <a:lnTo>
                    <a:pt x="107813" y="161573"/>
                  </a:lnTo>
                  <a:lnTo>
                    <a:pt x="141220" y="128550"/>
                  </a:lnTo>
                  <a:lnTo>
                    <a:pt x="163977" y="89391"/>
                  </a:lnTo>
                  <a:lnTo>
                    <a:pt x="252954" y="89391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0" name="object 12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798733" y="6003955"/>
              <a:ext cx="240212" cy="141410"/>
            </a:xfrm>
            <a:prstGeom prst="rect">
              <a:avLst/>
            </a:prstGeom>
          </p:spPr>
        </p:pic>
      </p:grpSp>
      <p:grpSp>
        <p:nvGrpSpPr>
          <p:cNvPr id="121" name="object 121" descr=""/>
          <p:cNvGrpSpPr/>
          <p:nvPr/>
        </p:nvGrpSpPr>
        <p:grpSpPr>
          <a:xfrm>
            <a:off x="11087389" y="5787809"/>
            <a:ext cx="296545" cy="354965"/>
            <a:chOff x="11087389" y="5787809"/>
            <a:chExt cx="296545" cy="354965"/>
          </a:xfrm>
        </p:grpSpPr>
        <p:sp>
          <p:nvSpPr>
            <p:cNvPr id="122" name="object 122" descr=""/>
            <p:cNvSpPr/>
            <p:nvPr/>
          </p:nvSpPr>
          <p:spPr>
            <a:xfrm>
              <a:off x="11091396" y="5791816"/>
              <a:ext cx="288290" cy="346710"/>
            </a:xfrm>
            <a:custGeom>
              <a:avLst/>
              <a:gdLst/>
              <a:ahLst/>
              <a:cxnLst/>
              <a:rect l="l" t="t" r="r" b="b"/>
              <a:pathLst>
                <a:path w="288290" h="346710">
                  <a:moveTo>
                    <a:pt x="288102" y="3320"/>
                  </a:moveTo>
                  <a:lnTo>
                    <a:pt x="257383" y="3320"/>
                  </a:lnTo>
                  <a:lnTo>
                    <a:pt x="257383" y="109041"/>
                  </a:lnTo>
                  <a:lnTo>
                    <a:pt x="198156" y="109041"/>
                  </a:lnTo>
                  <a:lnTo>
                    <a:pt x="198156" y="134779"/>
                  </a:lnTo>
                  <a:lnTo>
                    <a:pt x="257383" y="134779"/>
                  </a:lnTo>
                  <a:lnTo>
                    <a:pt x="257383" y="214208"/>
                  </a:lnTo>
                  <a:lnTo>
                    <a:pt x="288102" y="214208"/>
                  </a:lnTo>
                  <a:lnTo>
                    <a:pt x="288102" y="3320"/>
                  </a:lnTo>
                  <a:close/>
                </a:path>
                <a:path w="288290" h="346710">
                  <a:moveTo>
                    <a:pt x="101569" y="83026"/>
                  </a:moveTo>
                  <a:lnTo>
                    <a:pt x="68977" y="87575"/>
                  </a:lnTo>
                  <a:lnTo>
                    <a:pt x="43416" y="100323"/>
                  </a:lnTo>
                  <a:lnTo>
                    <a:pt x="26728" y="119921"/>
                  </a:lnTo>
                  <a:lnTo>
                    <a:pt x="20756" y="145019"/>
                  </a:lnTo>
                  <a:lnTo>
                    <a:pt x="26728" y="170468"/>
                  </a:lnTo>
                  <a:lnTo>
                    <a:pt x="43416" y="190027"/>
                  </a:lnTo>
                  <a:lnTo>
                    <a:pt x="68977" y="202580"/>
                  </a:lnTo>
                  <a:lnTo>
                    <a:pt x="101569" y="207012"/>
                  </a:lnTo>
                  <a:lnTo>
                    <a:pt x="134122" y="202580"/>
                  </a:lnTo>
                  <a:lnTo>
                    <a:pt x="159618" y="190027"/>
                  </a:lnTo>
                  <a:lnTo>
                    <a:pt x="165192" y="183488"/>
                  </a:lnTo>
                  <a:lnTo>
                    <a:pt x="101569" y="183488"/>
                  </a:lnTo>
                  <a:lnTo>
                    <a:pt x="80687" y="180591"/>
                  </a:lnTo>
                  <a:lnTo>
                    <a:pt x="64449" y="172764"/>
                  </a:lnTo>
                  <a:lnTo>
                    <a:pt x="53972" y="160682"/>
                  </a:lnTo>
                  <a:lnTo>
                    <a:pt x="50370" y="145019"/>
                  </a:lnTo>
                  <a:lnTo>
                    <a:pt x="53972" y="129594"/>
                  </a:lnTo>
                  <a:lnTo>
                    <a:pt x="64449" y="117517"/>
                  </a:lnTo>
                  <a:lnTo>
                    <a:pt x="80687" y="109642"/>
                  </a:lnTo>
                  <a:lnTo>
                    <a:pt x="101569" y="106827"/>
                  </a:lnTo>
                  <a:lnTo>
                    <a:pt x="165152" y="106827"/>
                  </a:lnTo>
                  <a:lnTo>
                    <a:pt x="159618" y="100323"/>
                  </a:lnTo>
                  <a:lnTo>
                    <a:pt x="134122" y="87575"/>
                  </a:lnTo>
                  <a:lnTo>
                    <a:pt x="101569" y="83026"/>
                  </a:lnTo>
                  <a:close/>
                </a:path>
                <a:path w="288290" h="346710">
                  <a:moveTo>
                    <a:pt x="165152" y="106827"/>
                  </a:moveTo>
                  <a:lnTo>
                    <a:pt x="101569" y="106827"/>
                  </a:lnTo>
                  <a:lnTo>
                    <a:pt x="122296" y="109642"/>
                  </a:lnTo>
                  <a:lnTo>
                    <a:pt x="138482" y="117517"/>
                  </a:lnTo>
                  <a:lnTo>
                    <a:pt x="149011" y="129594"/>
                  </a:lnTo>
                  <a:lnTo>
                    <a:pt x="152769" y="145019"/>
                  </a:lnTo>
                  <a:lnTo>
                    <a:pt x="149011" y="160682"/>
                  </a:lnTo>
                  <a:lnTo>
                    <a:pt x="138482" y="172764"/>
                  </a:lnTo>
                  <a:lnTo>
                    <a:pt x="122296" y="180591"/>
                  </a:lnTo>
                  <a:lnTo>
                    <a:pt x="101569" y="183488"/>
                  </a:lnTo>
                  <a:lnTo>
                    <a:pt x="165192" y="183488"/>
                  </a:lnTo>
                  <a:lnTo>
                    <a:pt x="176293" y="170468"/>
                  </a:lnTo>
                  <a:lnTo>
                    <a:pt x="182381" y="145019"/>
                  </a:lnTo>
                  <a:lnTo>
                    <a:pt x="176293" y="119921"/>
                  </a:lnTo>
                  <a:lnTo>
                    <a:pt x="165152" y="106827"/>
                  </a:lnTo>
                  <a:close/>
                </a:path>
                <a:path w="288290" h="346710">
                  <a:moveTo>
                    <a:pt x="203138" y="39852"/>
                  </a:moveTo>
                  <a:lnTo>
                    <a:pt x="0" y="39852"/>
                  </a:lnTo>
                  <a:lnTo>
                    <a:pt x="0" y="65037"/>
                  </a:lnTo>
                  <a:lnTo>
                    <a:pt x="203138" y="65037"/>
                  </a:lnTo>
                  <a:lnTo>
                    <a:pt x="203138" y="39852"/>
                  </a:lnTo>
                  <a:close/>
                </a:path>
                <a:path w="288290" h="346710">
                  <a:moveTo>
                    <a:pt x="116790" y="0"/>
                  </a:moveTo>
                  <a:lnTo>
                    <a:pt x="86624" y="0"/>
                  </a:lnTo>
                  <a:lnTo>
                    <a:pt x="86624" y="39852"/>
                  </a:lnTo>
                  <a:lnTo>
                    <a:pt x="116790" y="39852"/>
                  </a:lnTo>
                  <a:lnTo>
                    <a:pt x="116790" y="0"/>
                  </a:lnTo>
                  <a:close/>
                </a:path>
                <a:path w="288290" h="346710">
                  <a:moveTo>
                    <a:pt x="288102" y="232751"/>
                  </a:moveTo>
                  <a:lnTo>
                    <a:pt x="60610" y="232751"/>
                  </a:lnTo>
                  <a:lnTo>
                    <a:pt x="60610" y="346497"/>
                  </a:lnTo>
                  <a:lnTo>
                    <a:pt x="288102" y="346497"/>
                  </a:lnTo>
                  <a:lnTo>
                    <a:pt x="288102" y="321312"/>
                  </a:lnTo>
                  <a:lnTo>
                    <a:pt x="91329" y="321312"/>
                  </a:lnTo>
                  <a:lnTo>
                    <a:pt x="91329" y="257382"/>
                  </a:lnTo>
                  <a:lnTo>
                    <a:pt x="288102" y="257382"/>
                  </a:lnTo>
                  <a:lnTo>
                    <a:pt x="288102" y="232751"/>
                  </a:lnTo>
                  <a:close/>
                </a:path>
                <a:path w="288290" h="346710">
                  <a:moveTo>
                    <a:pt x="288102" y="257382"/>
                  </a:moveTo>
                  <a:lnTo>
                    <a:pt x="257936" y="257382"/>
                  </a:lnTo>
                  <a:lnTo>
                    <a:pt x="257936" y="321312"/>
                  </a:lnTo>
                  <a:lnTo>
                    <a:pt x="288102" y="321312"/>
                  </a:lnTo>
                  <a:lnTo>
                    <a:pt x="288102" y="2573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3" name="object 12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087389" y="5787809"/>
              <a:ext cx="296117" cy="354512"/>
            </a:xfrm>
            <a:prstGeom prst="rect">
              <a:avLst/>
            </a:prstGeom>
          </p:spPr>
        </p:pic>
      </p:grpSp>
      <p:grpSp>
        <p:nvGrpSpPr>
          <p:cNvPr id="124" name="object 124" descr=""/>
          <p:cNvGrpSpPr/>
          <p:nvPr/>
        </p:nvGrpSpPr>
        <p:grpSpPr>
          <a:xfrm>
            <a:off x="9162922" y="1705270"/>
            <a:ext cx="1031240" cy="278765"/>
            <a:chOff x="9162922" y="1705270"/>
            <a:chExt cx="1031240" cy="278765"/>
          </a:xfrm>
        </p:grpSpPr>
        <p:sp>
          <p:nvSpPr>
            <p:cNvPr id="125" name="object 125" descr=""/>
            <p:cNvSpPr/>
            <p:nvPr/>
          </p:nvSpPr>
          <p:spPr>
            <a:xfrm>
              <a:off x="9162910" y="1705279"/>
              <a:ext cx="310515" cy="278130"/>
            </a:xfrm>
            <a:custGeom>
              <a:avLst/>
              <a:gdLst/>
              <a:ahLst/>
              <a:cxnLst/>
              <a:rect l="l" t="t" r="r" b="b"/>
              <a:pathLst>
                <a:path w="310515" h="278130">
                  <a:moveTo>
                    <a:pt x="227076" y="141008"/>
                  </a:moveTo>
                  <a:lnTo>
                    <a:pt x="125463" y="141008"/>
                  </a:lnTo>
                  <a:lnTo>
                    <a:pt x="125463" y="170040"/>
                  </a:lnTo>
                  <a:lnTo>
                    <a:pt x="194932" y="170040"/>
                  </a:lnTo>
                  <a:lnTo>
                    <a:pt x="188887" y="201879"/>
                  </a:lnTo>
                  <a:lnTo>
                    <a:pt x="173126" y="226047"/>
                  </a:lnTo>
                  <a:lnTo>
                    <a:pt x="149148" y="241401"/>
                  </a:lnTo>
                  <a:lnTo>
                    <a:pt x="118465" y="246773"/>
                  </a:lnTo>
                  <a:lnTo>
                    <a:pt x="84315" y="239903"/>
                  </a:lnTo>
                  <a:lnTo>
                    <a:pt x="56934" y="219684"/>
                  </a:lnTo>
                  <a:lnTo>
                    <a:pt x="38747" y="186626"/>
                  </a:lnTo>
                  <a:lnTo>
                    <a:pt x="32143" y="141274"/>
                  </a:lnTo>
                  <a:lnTo>
                    <a:pt x="38709" y="95910"/>
                  </a:lnTo>
                  <a:lnTo>
                    <a:pt x="56680" y="62852"/>
                  </a:lnTo>
                  <a:lnTo>
                    <a:pt x="83439" y="42633"/>
                  </a:lnTo>
                  <a:lnTo>
                    <a:pt x="116395" y="35763"/>
                  </a:lnTo>
                  <a:lnTo>
                    <a:pt x="142494" y="39662"/>
                  </a:lnTo>
                  <a:lnTo>
                    <a:pt x="163855" y="50800"/>
                  </a:lnTo>
                  <a:lnTo>
                    <a:pt x="180225" y="68351"/>
                  </a:lnTo>
                  <a:lnTo>
                    <a:pt x="191300" y="91503"/>
                  </a:lnTo>
                  <a:lnTo>
                    <a:pt x="225526" y="91503"/>
                  </a:lnTo>
                  <a:lnTo>
                    <a:pt x="212191" y="56324"/>
                  </a:lnTo>
                  <a:lnTo>
                    <a:pt x="188264" y="28968"/>
                  </a:lnTo>
                  <a:lnTo>
                    <a:pt x="155676" y="11226"/>
                  </a:lnTo>
                  <a:lnTo>
                    <a:pt x="116395" y="4927"/>
                  </a:lnTo>
                  <a:lnTo>
                    <a:pt x="69443" y="14414"/>
                  </a:lnTo>
                  <a:lnTo>
                    <a:pt x="32639" y="41605"/>
                  </a:lnTo>
                  <a:lnTo>
                    <a:pt x="8610" y="84531"/>
                  </a:lnTo>
                  <a:lnTo>
                    <a:pt x="0" y="141274"/>
                  </a:lnTo>
                  <a:lnTo>
                    <a:pt x="8559" y="198005"/>
                  </a:lnTo>
                  <a:lnTo>
                    <a:pt x="32702" y="240931"/>
                  </a:lnTo>
                  <a:lnTo>
                    <a:pt x="70104" y="268122"/>
                  </a:lnTo>
                  <a:lnTo>
                    <a:pt x="118465" y="277609"/>
                  </a:lnTo>
                  <a:lnTo>
                    <a:pt x="162115" y="269989"/>
                  </a:lnTo>
                  <a:lnTo>
                    <a:pt x="196494" y="248259"/>
                  </a:lnTo>
                  <a:lnTo>
                    <a:pt x="218998" y="214185"/>
                  </a:lnTo>
                  <a:lnTo>
                    <a:pt x="227076" y="169519"/>
                  </a:lnTo>
                  <a:lnTo>
                    <a:pt x="227076" y="141008"/>
                  </a:lnTo>
                  <a:close/>
                </a:path>
                <a:path w="310515" h="278130">
                  <a:moveTo>
                    <a:pt x="303809" y="74904"/>
                  </a:moveTo>
                  <a:lnTo>
                    <a:pt x="272186" y="74904"/>
                  </a:lnTo>
                  <a:lnTo>
                    <a:pt x="272186" y="273989"/>
                  </a:lnTo>
                  <a:lnTo>
                    <a:pt x="303809" y="273989"/>
                  </a:lnTo>
                  <a:lnTo>
                    <a:pt x="303809" y="74904"/>
                  </a:lnTo>
                  <a:close/>
                </a:path>
                <a:path w="310515" h="278130">
                  <a:moveTo>
                    <a:pt x="310286" y="20993"/>
                  </a:moveTo>
                  <a:lnTo>
                    <a:pt x="308521" y="12788"/>
                  </a:lnTo>
                  <a:lnTo>
                    <a:pt x="303745" y="6121"/>
                  </a:lnTo>
                  <a:lnTo>
                    <a:pt x="296722" y="1638"/>
                  </a:lnTo>
                  <a:lnTo>
                    <a:pt x="288251" y="0"/>
                  </a:lnTo>
                  <a:lnTo>
                    <a:pt x="279628" y="1638"/>
                  </a:lnTo>
                  <a:lnTo>
                    <a:pt x="272542" y="6121"/>
                  </a:lnTo>
                  <a:lnTo>
                    <a:pt x="267728" y="12788"/>
                  </a:lnTo>
                  <a:lnTo>
                    <a:pt x="265963" y="20993"/>
                  </a:lnTo>
                  <a:lnTo>
                    <a:pt x="267728" y="29197"/>
                  </a:lnTo>
                  <a:lnTo>
                    <a:pt x="272542" y="35864"/>
                  </a:lnTo>
                  <a:lnTo>
                    <a:pt x="279628" y="40347"/>
                  </a:lnTo>
                  <a:lnTo>
                    <a:pt x="288251" y="41986"/>
                  </a:lnTo>
                  <a:lnTo>
                    <a:pt x="296722" y="40347"/>
                  </a:lnTo>
                  <a:lnTo>
                    <a:pt x="303745" y="35864"/>
                  </a:lnTo>
                  <a:lnTo>
                    <a:pt x="308521" y="29197"/>
                  </a:lnTo>
                  <a:lnTo>
                    <a:pt x="310286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6" name="object 12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511305" y="1780183"/>
              <a:ext cx="156564" cy="199076"/>
            </a:xfrm>
            <a:prstGeom prst="rect">
              <a:avLst/>
            </a:prstGeom>
          </p:spPr>
        </p:pic>
        <p:sp>
          <p:nvSpPr>
            <p:cNvPr id="127" name="object 127" descr=""/>
            <p:cNvSpPr/>
            <p:nvPr/>
          </p:nvSpPr>
          <p:spPr>
            <a:xfrm>
              <a:off x="9709344" y="1777590"/>
              <a:ext cx="262890" cy="201930"/>
            </a:xfrm>
            <a:custGeom>
              <a:avLst/>
              <a:gdLst/>
              <a:ahLst/>
              <a:cxnLst/>
              <a:rect l="l" t="t" r="r" b="b"/>
              <a:pathLst>
                <a:path w="262890" h="201930">
                  <a:moveTo>
                    <a:pt x="201667" y="0"/>
                  </a:moveTo>
                  <a:lnTo>
                    <a:pt x="181744" y="2389"/>
                  </a:lnTo>
                  <a:lnTo>
                    <a:pt x="164956" y="9202"/>
                  </a:lnTo>
                  <a:lnTo>
                    <a:pt x="151619" y="19902"/>
                  </a:lnTo>
                  <a:lnTo>
                    <a:pt x="142049" y="33957"/>
                  </a:lnTo>
                  <a:lnTo>
                    <a:pt x="139975" y="33957"/>
                  </a:lnTo>
                  <a:lnTo>
                    <a:pt x="131267" y="19574"/>
                  </a:lnTo>
                  <a:lnTo>
                    <a:pt x="119497" y="8910"/>
                  </a:lnTo>
                  <a:lnTo>
                    <a:pt x="104617" y="2280"/>
                  </a:lnTo>
                  <a:lnTo>
                    <a:pt x="86577" y="0"/>
                  </a:lnTo>
                  <a:lnTo>
                    <a:pt x="68464" y="2280"/>
                  </a:lnTo>
                  <a:lnTo>
                    <a:pt x="53268" y="8910"/>
                  </a:lnTo>
                  <a:lnTo>
                    <a:pt x="41376" y="19574"/>
                  </a:lnTo>
                  <a:lnTo>
                    <a:pt x="33179" y="33957"/>
                  </a:lnTo>
                  <a:lnTo>
                    <a:pt x="30587" y="33957"/>
                  </a:lnTo>
                  <a:lnTo>
                    <a:pt x="30587" y="2592"/>
                  </a:lnTo>
                  <a:lnTo>
                    <a:pt x="0" y="2592"/>
                  </a:lnTo>
                  <a:lnTo>
                    <a:pt x="0" y="201668"/>
                  </a:lnTo>
                  <a:lnTo>
                    <a:pt x="31624" y="201668"/>
                  </a:lnTo>
                  <a:lnTo>
                    <a:pt x="31624" y="77505"/>
                  </a:lnTo>
                  <a:lnTo>
                    <a:pt x="35273" y="57561"/>
                  </a:lnTo>
                  <a:lnTo>
                    <a:pt x="45070" y="41992"/>
                  </a:lnTo>
                  <a:lnTo>
                    <a:pt x="59291" y="31867"/>
                  </a:lnTo>
                  <a:lnTo>
                    <a:pt x="76209" y="28254"/>
                  </a:lnTo>
                  <a:lnTo>
                    <a:pt x="92057" y="30956"/>
                  </a:lnTo>
                  <a:lnTo>
                    <a:pt x="104430" y="38590"/>
                  </a:lnTo>
                  <a:lnTo>
                    <a:pt x="112478" y="50453"/>
                  </a:lnTo>
                  <a:lnTo>
                    <a:pt x="115349" y="65840"/>
                  </a:lnTo>
                  <a:lnTo>
                    <a:pt x="115349" y="201668"/>
                  </a:lnTo>
                  <a:lnTo>
                    <a:pt x="147232" y="201668"/>
                  </a:lnTo>
                  <a:lnTo>
                    <a:pt x="147232" y="72320"/>
                  </a:lnTo>
                  <a:lnTo>
                    <a:pt x="150137" y="54718"/>
                  </a:lnTo>
                  <a:lnTo>
                    <a:pt x="158606" y="40761"/>
                  </a:lnTo>
                  <a:lnTo>
                    <a:pt x="172276" y="31567"/>
                  </a:lnTo>
                  <a:lnTo>
                    <a:pt x="190781" y="28254"/>
                  </a:lnTo>
                  <a:lnTo>
                    <a:pt x="206245" y="30494"/>
                  </a:lnTo>
                  <a:lnTo>
                    <a:pt x="219035" y="37618"/>
                  </a:lnTo>
                  <a:lnTo>
                    <a:pt x="227743" y="50234"/>
                  </a:lnTo>
                  <a:lnTo>
                    <a:pt x="230959" y="68950"/>
                  </a:lnTo>
                  <a:lnTo>
                    <a:pt x="230959" y="201668"/>
                  </a:lnTo>
                  <a:lnTo>
                    <a:pt x="262583" y="201668"/>
                  </a:lnTo>
                  <a:lnTo>
                    <a:pt x="262583" y="68432"/>
                  </a:lnTo>
                  <a:lnTo>
                    <a:pt x="258059" y="38055"/>
                  </a:lnTo>
                  <a:lnTo>
                    <a:pt x="245443" y="16719"/>
                  </a:lnTo>
                  <a:lnTo>
                    <a:pt x="226168" y="4131"/>
                  </a:lnTo>
                  <a:lnTo>
                    <a:pt x="2016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8" name="object 12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012884" y="1777590"/>
              <a:ext cx="181190" cy="205815"/>
            </a:xfrm>
            <a:prstGeom prst="rect">
              <a:avLst/>
            </a:prstGeom>
          </p:spPr>
        </p:pic>
      </p:grpSp>
      <p:sp>
        <p:nvSpPr>
          <p:cNvPr id="129" name="object 129" descr=""/>
          <p:cNvSpPr/>
          <p:nvPr/>
        </p:nvSpPr>
        <p:spPr>
          <a:xfrm>
            <a:off x="10222586" y="1692909"/>
            <a:ext cx="298450" cy="164465"/>
          </a:xfrm>
          <a:custGeom>
            <a:avLst/>
            <a:gdLst/>
            <a:ahLst/>
            <a:cxnLst/>
            <a:rect l="l" t="t" r="r" b="b"/>
            <a:pathLst>
              <a:path w="298450" h="164464">
                <a:moveTo>
                  <a:pt x="265684" y="96520"/>
                </a:moveTo>
                <a:lnTo>
                  <a:pt x="67386" y="96520"/>
                </a:lnTo>
                <a:lnTo>
                  <a:pt x="67386" y="67310"/>
                </a:lnTo>
                <a:lnTo>
                  <a:pt x="259981" y="67310"/>
                </a:lnTo>
                <a:lnTo>
                  <a:pt x="259981" y="48260"/>
                </a:lnTo>
                <a:lnTo>
                  <a:pt x="259981" y="20320"/>
                </a:lnTo>
                <a:lnTo>
                  <a:pt x="259981" y="0"/>
                </a:lnTo>
                <a:lnTo>
                  <a:pt x="37846" y="0"/>
                </a:lnTo>
                <a:lnTo>
                  <a:pt x="37846" y="20320"/>
                </a:lnTo>
                <a:lnTo>
                  <a:pt x="231216" y="20320"/>
                </a:lnTo>
                <a:lnTo>
                  <a:pt x="231216" y="48260"/>
                </a:lnTo>
                <a:lnTo>
                  <a:pt x="38874" y="48260"/>
                </a:lnTo>
                <a:lnTo>
                  <a:pt x="38874" y="67310"/>
                </a:lnTo>
                <a:lnTo>
                  <a:pt x="38874" y="96520"/>
                </a:lnTo>
                <a:lnTo>
                  <a:pt x="38874" y="116840"/>
                </a:lnTo>
                <a:lnTo>
                  <a:pt x="265684" y="116840"/>
                </a:lnTo>
                <a:lnTo>
                  <a:pt x="265684" y="96520"/>
                </a:lnTo>
                <a:close/>
              </a:path>
              <a:path w="298450" h="164464">
                <a:moveTo>
                  <a:pt x="298348" y="141719"/>
                </a:moveTo>
                <a:lnTo>
                  <a:pt x="0" y="141719"/>
                </a:lnTo>
                <a:lnTo>
                  <a:pt x="0" y="164261"/>
                </a:lnTo>
                <a:lnTo>
                  <a:pt x="298348" y="164261"/>
                </a:lnTo>
                <a:lnTo>
                  <a:pt x="298348" y="1417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 descr=""/>
          <p:cNvSpPr/>
          <p:nvPr/>
        </p:nvSpPr>
        <p:spPr>
          <a:xfrm>
            <a:off x="10258615" y="1883409"/>
            <a:ext cx="236220" cy="120650"/>
          </a:xfrm>
          <a:custGeom>
            <a:avLst/>
            <a:gdLst/>
            <a:ahLst/>
            <a:cxnLst/>
            <a:rect l="l" t="t" r="r" b="b"/>
            <a:pathLst>
              <a:path w="236220" h="120650">
                <a:moveTo>
                  <a:pt x="235623" y="100330"/>
                </a:moveTo>
                <a:lnTo>
                  <a:pt x="29286" y="100330"/>
                </a:lnTo>
                <a:lnTo>
                  <a:pt x="29286" y="68580"/>
                </a:lnTo>
                <a:lnTo>
                  <a:pt x="224993" y="68580"/>
                </a:lnTo>
                <a:lnTo>
                  <a:pt x="224993" y="49530"/>
                </a:lnTo>
                <a:lnTo>
                  <a:pt x="224993" y="21590"/>
                </a:lnTo>
                <a:lnTo>
                  <a:pt x="224993" y="0"/>
                </a:lnTo>
                <a:lnTo>
                  <a:pt x="0" y="0"/>
                </a:lnTo>
                <a:lnTo>
                  <a:pt x="0" y="21590"/>
                </a:lnTo>
                <a:lnTo>
                  <a:pt x="196481" y="21590"/>
                </a:lnTo>
                <a:lnTo>
                  <a:pt x="196481" y="49530"/>
                </a:lnTo>
                <a:lnTo>
                  <a:pt x="520" y="49530"/>
                </a:lnTo>
                <a:lnTo>
                  <a:pt x="520" y="68580"/>
                </a:lnTo>
                <a:lnTo>
                  <a:pt x="520" y="100330"/>
                </a:lnTo>
                <a:lnTo>
                  <a:pt x="520" y="120650"/>
                </a:lnTo>
                <a:lnTo>
                  <a:pt x="235623" y="120650"/>
                </a:lnTo>
                <a:lnTo>
                  <a:pt x="235623" y="1003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 descr=""/>
          <p:cNvSpPr/>
          <p:nvPr/>
        </p:nvSpPr>
        <p:spPr>
          <a:xfrm>
            <a:off x="10640517" y="1683498"/>
            <a:ext cx="629285" cy="325120"/>
          </a:xfrm>
          <a:custGeom>
            <a:avLst/>
            <a:gdLst/>
            <a:ahLst/>
            <a:cxnLst/>
            <a:rect l="l" t="t" r="r" b="b"/>
            <a:pathLst>
              <a:path w="629284" h="325119">
                <a:moveTo>
                  <a:pt x="261023" y="272694"/>
                </a:moveTo>
                <a:lnTo>
                  <a:pt x="253453" y="250240"/>
                </a:lnTo>
                <a:lnTo>
                  <a:pt x="243027" y="242366"/>
                </a:lnTo>
                <a:lnTo>
                  <a:pt x="232244" y="234289"/>
                </a:lnTo>
                <a:lnTo>
                  <a:pt x="232244" y="272694"/>
                </a:lnTo>
                <a:lnTo>
                  <a:pt x="226606" y="285699"/>
                </a:lnTo>
                <a:lnTo>
                  <a:pt x="210439" y="295084"/>
                </a:lnTo>
                <a:lnTo>
                  <a:pt x="184315" y="300723"/>
                </a:lnTo>
                <a:lnTo>
                  <a:pt x="148780" y="302501"/>
                </a:lnTo>
                <a:lnTo>
                  <a:pt x="113068" y="300723"/>
                </a:lnTo>
                <a:lnTo>
                  <a:pt x="86829" y="295084"/>
                </a:lnTo>
                <a:lnTo>
                  <a:pt x="70700" y="285699"/>
                </a:lnTo>
                <a:lnTo>
                  <a:pt x="65316" y="272694"/>
                </a:lnTo>
                <a:lnTo>
                  <a:pt x="70700" y="259753"/>
                </a:lnTo>
                <a:lnTo>
                  <a:pt x="86829" y="250240"/>
                </a:lnTo>
                <a:lnTo>
                  <a:pt x="113068" y="244373"/>
                </a:lnTo>
                <a:lnTo>
                  <a:pt x="148780" y="242366"/>
                </a:lnTo>
                <a:lnTo>
                  <a:pt x="184315" y="244373"/>
                </a:lnTo>
                <a:lnTo>
                  <a:pt x="210439" y="250240"/>
                </a:lnTo>
                <a:lnTo>
                  <a:pt x="226606" y="259753"/>
                </a:lnTo>
                <a:lnTo>
                  <a:pt x="232244" y="272694"/>
                </a:lnTo>
                <a:lnTo>
                  <a:pt x="232244" y="234289"/>
                </a:lnTo>
                <a:lnTo>
                  <a:pt x="231635" y="233819"/>
                </a:lnTo>
                <a:lnTo>
                  <a:pt x="196469" y="223850"/>
                </a:lnTo>
                <a:lnTo>
                  <a:pt x="148780" y="220599"/>
                </a:lnTo>
                <a:lnTo>
                  <a:pt x="100799" y="223850"/>
                </a:lnTo>
                <a:lnTo>
                  <a:pt x="65506" y="233819"/>
                </a:lnTo>
                <a:lnTo>
                  <a:pt x="43713" y="250240"/>
                </a:lnTo>
                <a:lnTo>
                  <a:pt x="36283" y="272694"/>
                </a:lnTo>
                <a:lnTo>
                  <a:pt x="43662" y="295084"/>
                </a:lnTo>
                <a:lnTo>
                  <a:pt x="43726" y="295275"/>
                </a:lnTo>
                <a:lnTo>
                  <a:pt x="65506" y="311581"/>
                </a:lnTo>
                <a:lnTo>
                  <a:pt x="100799" y="321475"/>
                </a:lnTo>
                <a:lnTo>
                  <a:pt x="148780" y="324802"/>
                </a:lnTo>
                <a:lnTo>
                  <a:pt x="196469" y="321475"/>
                </a:lnTo>
                <a:lnTo>
                  <a:pt x="231635" y="311581"/>
                </a:lnTo>
                <a:lnTo>
                  <a:pt x="243763" y="302501"/>
                </a:lnTo>
                <a:lnTo>
                  <a:pt x="253441" y="295275"/>
                </a:lnTo>
                <a:lnTo>
                  <a:pt x="261023" y="272694"/>
                </a:lnTo>
                <a:close/>
              </a:path>
              <a:path w="629284" h="325119">
                <a:moveTo>
                  <a:pt x="297573" y="172643"/>
                </a:moveTo>
                <a:lnTo>
                  <a:pt x="163042" y="172643"/>
                </a:lnTo>
                <a:lnTo>
                  <a:pt x="163042" y="140233"/>
                </a:lnTo>
                <a:lnTo>
                  <a:pt x="262318" y="140233"/>
                </a:lnTo>
                <a:lnTo>
                  <a:pt x="262318" y="117424"/>
                </a:lnTo>
                <a:lnTo>
                  <a:pt x="68681" y="117424"/>
                </a:lnTo>
                <a:lnTo>
                  <a:pt x="68681" y="85026"/>
                </a:lnTo>
                <a:lnTo>
                  <a:pt x="251688" y="85026"/>
                </a:lnTo>
                <a:lnTo>
                  <a:pt x="251688" y="62992"/>
                </a:lnTo>
                <a:lnTo>
                  <a:pt x="68681" y="62992"/>
                </a:lnTo>
                <a:lnTo>
                  <a:pt x="68681" y="32410"/>
                </a:lnTo>
                <a:lnTo>
                  <a:pt x="260502" y="32410"/>
                </a:lnTo>
                <a:lnTo>
                  <a:pt x="260502" y="9080"/>
                </a:lnTo>
                <a:lnTo>
                  <a:pt x="39649" y="9080"/>
                </a:lnTo>
                <a:lnTo>
                  <a:pt x="39649" y="140233"/>
                </a:lnTo>
                <a:lnTo>
                  <a:pt x="134264" y="140233"/>
                </a:lnTo>
                <a:lnTo>
                  <a:pt x="134264" y="172643"/>
                </a:lnTo>
                <a:lnTo>
                  <a:pt x="0" y="172643"/>
                </a:lnTo>
                <a:lnTo>
                  <a:pt x="0" y="195973"/>
                </a:lnTo>
                <a:lnTo>
                  <a:pt x="297573" y="195973"/>
                </a:lnTo>
                <a:lnTo>
                  <a:pt x="297573" y="172643"/>
                </a:lnTo>
                <a:close/>
              </a:path>
              <a:path w="629284" h="325119">
                <a:moveTo>
                  <a:pt x="501319" y="142316"/>
                </a:moveTo>
                <a:lnTo>
                  <a:pt x="495503" y="117157"/>
                </a:lnTo>
                <a:lnTo>
                  <a:pt x="484479" y="103949"/>
                </a:lnTo>
                <a:lnTo>
                  <a:pt x="479475" y="97955"/>
                </a:lnTo>
                <a:lnTo>
                  <a:pt x="474091" y="95288"/>
                </a:lnTo>
                <a:lnTo>
                  <a:pt x="474091" y="142316"/>
                </a:lnTo>
                <a:lnTo>
                  <a:pt x="470268" y="157797"/>
                </a:lnTo>
                <a:lnTo>
                  <a:pt x="459841" y="169621"/>
                </a:lnTo>
                <a:lnTo>
                  <a:pt x="443763" y="177126"/>
                </a:lnTo>
                <a:lnTo>
                  <a:pt x="423037" y="179641"/>
                </a:lnTo>
                <a:lnTo>
                  <a:pt x="402005" y="177126"/>
                </a:lnTo>
                <a:lnTo>
                  <a:pt x="385838" y="169621"/>
                </a:lnTo>
                <a:lnTo>
                  <a:pt x="375500" y="157797"/>
                </a:lnTo>
                <a:lnTo>
                  <a:pt x="371970" y="142316"/>
                </a:lnTo>
                <a:lnTo>
                  <a:pt x="375500" y="126479"/>
                </a:lnTo>
                <a:lnTo>
                  <a:pt x="385838" y="114376"/>
                </a:lnTo>
                <a:lnTo>
                  <a:pt x="402005" y="106667"/>
                </a:lnTo>
                <a:lnTo>
                  <a:pt x="423037" y="103949"/>
                </a:lnTo>
                <a:lnTo>
                  <a:pt x="443763" y="106667"/>
                </a:lnTo>
                <a:lnTo>
                  <a:pt x="459841" y="114376"/>
                </a:lnTo>
                <a:lnTo>
                  <a:pt x="470268" y="126479"/>
                </a:lnTo>
                <a:lnTo>
                  <a:pt x="474091" y="142316"/>
                </a:lnTo>
                <a:lnTo>
                  <a:pt x="474091" y="95288"/>
                </a:lnTo>
                <a:lnTo>
                  <a:pt x="454799" y="85699"/>
                </a:lnTo>
                <a:lnTo>
                  <a:pt x="423037" y="81394"/>
                </a:lnTo>
                <a:lnTo>
                  <a:pt x="390817" y="85699"/>
                </a:lnTo>
                <a:lnTo>
                  <a:pt x="365975" y="97955"/>
                </a:lnTo>
                <a:lnTo>
                  <a:pt x="350024" y="117157"/>
                </a:lnTo>
                <a:lnTo>
                  <a:pt x="344487" y="142316"/>
                </a:lnTo>
                <a:lnTo>
                  <a:pt x="350024" y="167132"/>
                </a:lnTo>
                <a:lnTo>
                  <a:pt x="365975" y="186080"/>
                </a:lnTo>
                <a:lnTo>
                  <a:pt x="390817" y="198196"/>
                </a:lnTo>
                <a:lnTo>
                  <a:pt x="423037" y="202450"/>
                </a:lnTo>
                <a:lnTo>
                  <a:pt x="454799" y="198196"/>
                </a:lnTo>
                <a:lnTo>
                  <a:pt x="479475" y="186080"/>
                </a:lnTo>
                <a:lnTo>
                  <a:pt x="484924" y="179641"/>
                </a:lnTo>
                <a:lnTo>
                  <a:pt x="495503" y="167132"/>
                </a:lnTo>
                <a:lnTo>
                  <a:pt x="501319" y="142316"/>
                </a:lnTo>
                <a:close/>
              </a:path>
              <a:path w="629284" h="325119">
                <a:moveTo>
                  <a:pt x="519976" y="39928"/>
                </a:moveTo>
                <a:lnTo>
                  <a:pt x="437286" y="39928"/>
                </a:lnTo>
                <a:lnTo>
                  <a:pt x="437286" y="0"/>
                </a:lnTo>
                <a:lnTo>
                  <a:pt x="408774" y="0"/>
                </a:lnTo>
                <a:lnTo>
                  <a:pt x="408774" y="39928"/>
                </a:lnTo>
                <a:lnTo>
                  <a:pt x="325831" y="39928"/>
                </a:lnTo>
                <a:lnTo>
                  <a:pt x="325831" y="63512"/>
                </a:lnTo>
                <a:lnTo>
                  <a:pt x="519976" y="63512"/>
                </a:lnTo>
                <a:lnTo>
                  <a:pt x="519976" y="39928"/>
                </a:lnTo>
                <a:close/>
              </a:path>
              <a:path w="629284" h="325119">
                <a:moveTo>
                  <a:pt x="594893" y="294474"/>
                </a:moveTo>
                <a:lnTo>
                  <a:pt x="404368" y="294474"/>
                </a:lnTo>
                <a:lnTo>
                  <a:pt x="404368" y="224485"/>
                </a:lnTo>
                <a:lnTo>
                  <a:pt x="375856" y="224485"/>
                </a:lnTo>
                <a:lnTo>
                  <a:pt x="375856" y="318312"/>
                </a:lnTo>
                <a:lnTo>
                  <a:pt x="594893" y="318312"/>
                </a:lnTo>
                <a:lnTo>
                  <a:pt x="594893" y="294474"/>
                </a:lnTo>
                <a:close/>
              </a:path>
              <a:path w="629284" h="325119">
                <a:moveTo>
                  <a:pt x="628853" y="107315"/>
                </a:moveTo>
                <a:lnTo>
                  <a:pt x="579856" y="107315"/>
                </a:lnTo>
                <a:lnTo>
                  <a:pt x="579856" y="0"/>
                </a:lnTo>
                <a:lnTo>
                  <a:pt x="551078" y="0"/>
                </a:lnTo>
                <a:lnTo>
                  <a:pt x="551078" y="244182"/>
                </a:lnTo>
                <a:lnTo>
                  <a:pt x="579856" y="244182"/>
                </a:lnTo>
                <a:lnTo>
                  <a:pt x="579856" y="131686"/>
                </a:lnTo>
                <a:lnTo>
                  <a:pt x="628853" y="131686"/>
                </a:lnTo>
                <a:lnTo>
                  <a:pt x="628853" y="1073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 descr=""/>
          <p:cNvSpPr/>
          <p:nvPr/>
        </p:nvSpPr>
        <p:spPr>
          <a:xfrm>
            <a:off x="11385281" y="1683236"/>
            <a:ext cx="269240" cy="326390"/>
          </a:xfrm>
          <a:custGeom>
            <a:avLst/>
            <a:gdLst/>
            <a:ahLst/>
            <a:cxnLst/>
            <a:rect l="l" t="t" r="r" b="b"/>
            <a:pathLst>
              <a:path w="269240" h="326389">
                <a:moveTo>
                  <a:pt x="268804" y="0"/>
                </a:moveTo>
                <a:lnTo>
                  <a:pt x="240031" y="0"/>
                </a:lnTo>
                <a:lnTo>
                  <a:pt x="240031" y="85281"/>
                </a:lnTo>
                <a:lnTo>
                  <a:pt x="174450" y="85281"/>
                </a:lnTo>
                <a:lnTo>
                  <a:pt x="174450" y="109388"/>
                </a:lnTo>
                <a:lnTo>
                  <a:pt x="240031" y="109388"/>
                </a:lnTo>
                <a:lnTo>
                  <a:pt x="240031" y="195187"/>
                </a:lnTo>
                <a:lnTo>
                  <a:pt x="268804" y="195187"/>
                </a:lnTo>
                <a:lnTo>
                  <a:pt x="268804" y="0"/>
                </a:lnTo>
                <a:close/>
              </a:path>
              <a:path w="269240" h="326389">
                <a:moveTo>
                  <a:pt x="111980" y="46140"/>
                </a:moveTo>
                <a:lnTo>
                  <a:pt x="82948" y="46140"/>
                </a:lnTo>
                <a:lnTo>
                  <a:pt x="82948" y="60396"/>
                </a:lnTo>
                <a:lnTo>
                  <a:pt x="76767" y="93993"/>
                </a:lnTo>
                <a:lnTo>
                  <a:pt x="59554" y="124454"/>
                </a:lnTo>
                <a:lnTo>
                  <a:pt x="33301" y="149521"/>
                </a:lnTo>
                <a:lnTo>
                  <a:pt x="0" y="166933"/>
                </a:lnTo>
                <a:lnTo>
                  <a:pt x="15035" y="189744"/>
                </a:lnTo>
                <a:lnTo>
                  <a:pt x="42375" y="176238"/>
                </a:lnTo>
                <a:lnTo>
                  <a:pt x="65792" y="157618"/>
                </a:lnTo>
                <a:lnTo>
                  <a:pt x="84566" y="134647"/>
                </a:lnTo>
                <a:lnTo>
                  <a:pt x="97983" y="108092"/>
                </a:lnTo>
                <a:lnTo>
                  <a:pt x="127692" y="108092"/>
                </a:lnTo>
                <a:lnTo>
                  <a:pt x="117828" y="91141"/>
                </a:lnTo>
                <a:lnTo>
                  <a:pt x="112029" y="60396"/>
                </a:lnTo>
                <a:lnTo>
                  <a:pt x="111980" y="46140"/>
                </a:lnTo>
                <a:close/>
              </a:path>
              <a:path w="269240" h="326389">
                <a:moveTo>
                  <a:pt x="127692" y="108092"/>
                </a:moveTo>
                <a:lnTo>
                  <a:pt x="97983" y="108092"/>
                </a:lnTo>
                <a:lnTo>
                  <a:pt x="111160" y="131955"/>
                </a:lnTo>
                <a:lnTo>
                  <a:pt x="129137" y="152709"/>
                </a:lnTo>
                <a:lnTo>
                  <a:pt x="151367" y="169622"/>
                </a:lnTo>
                <a:lnTo>
                  <a:pt x="177303" y="181967"/>
                </a:lnTo>
                <a:lnTo>
                  <a:pt x="192337" y="159416"/>
                </a:lnTo>
                <a:lnTo>
                  <a:pt x="159659" y="142847"/>
                </a:lnTo>
                <a:lnTo>
                  <a:pt x="134272" y="119400"/>
                </a:lnTo>
                <a:lnTo>
                  <a:pt x="127692" y="108092"/>
                </a:lnTo>
                <a:close/>
              </a:path>
              <a:path w="269240" h="326389">
                <a:moveTo>
                  <a:pt x="184820" y="22551"/>
                </a:moveTo>
                <a:lnTo>
                  <a:pt x="9331" y="22551"/>
                </a:lnTo>
                <a:lnTo>
                  <a:pt x="9331" y="46140"/>
                </a:lnTo>
                <a:lnTo>
                  <a:pt x="184820" y="46140"/>
                </a:lnTo>
                <a:lnTo>
                  <a:pt x="184820" y="22551"/>
                </a:lnTo>
                <a:close/>
              </a:path>
              <a:path w="269240" h="326389">
                <a:moveTo>
                  <a:pt x="268804" y="212555"/>
                </a:moveTo>
                <a:lnTo>
                  <a:pt x="49509" y="212555"/>
                </a:lnTo>
                <a:lnTo>
                  <a:pt x="49509" y="236143"/>
                </a:lnTo>
                <a:lnTo>
                  <a:pt x="240031" y="236143"/>
                </a:lnTo>
                <a:lnTo>
                  <a:pt x="240031" y="325831"/>
                </a:lnTo>
                <a:lnTo>
                  <a:pt x="268804" y="325831"/>
                </a:lnTo>
                <a:lnTo>
                  <a:pt x="268804" y="2125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 descr=""/>
          <p:cNvSpPr/>
          <p:nvPr/>
        </p:nvSpPr>
        <p:spPr>
          <a:xfrm>
            <a:off x="11710336" y="1683236"/>
            <a:ext cx="265430" cy="326390"/>
          </a:xfrm>
          <a:custGeom>
            <a:avLst/>
            <a:gdLst/>
            <a:ahLst/>
            <a:cxnLst/>
            <a:rect l="l" t="t" r="r" b="b"/>
            <a:pathLst>
              <a:path w="265429" h="326389">
                <a:moveTo>
                  <a:pt x="265434" y="0"/>
                </a:moveTo>
                <a:lnTo>
                  <a:pt x="236661" y="0"/>
                </a:lnTo>
                <a:lnTo>
                  <a:pt x="236661" y="326349"/>
                </a:lnTo>
                <a:lnTo>
                  <a:pt x="265434" y="326349"/>
                </a:lnTo>
                <a:lnTo>
                  <a:pt x="265434" y="0"/>
                </a:lnTo>
                <a:close/>
              </a:path>
              <a:path w="265429" h="326389">
                <a:moveTo>
                  <a:pt x="104721" y="23847"/>
                </a:moveTo>
                <a:lnTo>
                  <a:pt x="69302" y="29416"/>
                </a:lnTo>
                <a:lnTo>
                  <a:pt x="41441" y="45070"/>
                </a:lnTo>
                <a:lnTo>
                  <a:pt x="23252" y="69230"/>
                </a:lnTo>
                <a:lnTo>
                  <a:pt x="16848" y="100315"/>
                </a:lnTo>
                <a:lnTo>
                  <a:pt x="23252" y="131400"/>
                </a:lnTo>
                <a:lnTo>
                  <a:pt x="41441" y="155560"/>
                </a:lnTo>
                <a:lnTo>
                  <a:pt x="69302" y="171214"/>
                </a:lnTo>
                <a:lnTo>
                  <a:pt x="104721" y="176783"/>
                </a:lnTo>
                <a:lnTo>
                  <a:pt x="140067" y="171214"/>
                </a:lnTo>
                <a:lnTo>
                  <a:pt x="167807" y="155560"/>
                </a:lnTo>
                <a:lnTo>
                  <a:pt x="170755" y="151640"/>
                </a:lnTo>
                <a:lnTo>
                  <a:pt x="104721" y="151640"/>
                </a:lnTo>
                <a:lnTo>
                  <a:pt x="80716" y="147885"/>
                </a:lnTo>
                <a:lnTo>
                  <a:pt x="61789" y="137350"/>
                </a:lnTo>
                <a:lnTo>
                  <a:pt x="49424" y="121129"/>
                </a:lnTo>
                <a:lnTo>
                  <a:pt x="45103" y="100315"/>
                </a:lnTo>
                <a:lnTo>
                  <a:pt x="49424" y="79501"/>
                </a:lnTo>
                <a:lnTo>
                  <a:pt x="61789" y="63280"/>
                </a:lnTo>
                <a:lnTo>
                  <a:pt x="80716" y="52745"/>
                </a:lnTo>
                <a:lnTo>
                  <a:pt x="104721" y="48991"/>
                </a:lnTo>
                <a:lnTo>
                  <a:pt x="170755" y="48991"/>
                </a:lnTo>
                <a:lnTo>
                  <a:pt x="167807" y="45070"/>
                </a:lnTo>
                <a:lnTo>
                  <a:pt x="140067" y="29416"/>
                </a:lnTo>
                <a:lnTo>
                  <a:pt x="104721" y="23847"/>
                </a:lnTo>
                <a:close/>
              </a:path>
              <a:path w="265429" h="326389">
                <a:moveTo>
                  <a:pt x="170755" y="48991"/>
                </a:moveTo>
                <a:lnTo>
                  <a:pt x="104721" y="48991"/>
                </a:lnTo>
                <a:lnTo>
                  <a:pt x="128581" y="52745"/>
                </a:lnTo>
                <a:lnTo>
                  <a:pt x="147459" y="63280"/>
                </a:lnTo>
                <a:lnTo>
                  <a:pt x="159873" y="79501"/>
                </a:lnTo>
                <a:lnTo>
                  <a:pt x="164341" y="100315"/>
                </a:lnTo>
                <a:lnTo>
                  <a:pt x="159873" y="121129"/>
                </a:lnTo>
                <a:lnTo>
                  <a:pt x="147459" y="137350"/>
                </a:lnTo>
                <a:lnTo>
                  <a:pt x="128581" y="147885"/>
                </a:lnTo>
                <a:lnTo>
                  <a:pt x="104721" y="151640"/>
                </a:lnTo>
                <a:lnTo>
                  <a:pt x="170755" y="151640"/>
                </a:lnTo>
                <a:lnTo>
                  <a:pt x="185973" y="131400"/>
                </a:lnTo>
                <a:lnTo>
                  <a:pt x="192595" y="100315"/>
                </a:lnTo>
                <a:lnTo>
                  <a:pt x="185973" y="69230"/>
                </a:lnTo>
                <a:lnTo>
                  <a:pt x="170755" y="48991"/>
                </a:lnTo>
                <a:close/>
              </a:path>
              <a:path w="265429" h="326389">
                <a:moveTo>
                  <a:pt x="215147" y="219035"/>
                </a:moveTo>
                <a:lnTo>
                  <a:pt x="159586" y="225256"/>
                </a:lnTo>
                <a:lnTo>
                  <a:pt x="103101" y="228561"/>
                </a:lnTo>
                <a:lnTo>
                  <a:pt x="44681" y="229922"/>
                </a:lnTo>
                <a:lnTo>
                  <a:pt x="0" y="229922"/>
                </a:lnTo>
                <a:lnTo>
                  <a:pt x="3847" y="254288"/>
                </a:lnTo>
                <a:lnTo>
                  <a:pt x="3888" y="254547"/>
                </a:lnTo>
                <a:lnTo>
                  <a:pt x="51587" y="254288"/>
                </a:lnTo>
                <a:lnTo>
                  <a:pt x="104754" y="252668"/>
                </a:lnTo>
                <a:lnTo>
                  <a:pt x="160886" y="248423"/>
                </a:lnTo>
                <a:lnTo>
                  <a:pt x="217479" y="240291"/>
                </a:lnTo>
                <a:lnTo>
                  <a:pt x="215147" y="2190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4" name="object 134" descr=""/>
          <p:cNvGrpSpPr/>
          <p:nvPr/>
        </p:nvGrpSpPr>
        <p:grpSpPr>
          <a:xfrm>
            <a:off x="12131453" y="1710195"/>
            <a:ext cx="857885" cy="274320"/>
            <a:chOff x="12131453" y="1710195"/>
            <a:chExt cx="857885" cy="274320"/>
          </a:xfrm>
        </p:grpSpPr>
        <p:sp>
          <p:nvSpPr>
            <p:cNvPr id="135" name="object 135" descr=""/>
            <p:cNvSpPr/>
            <p:nvPr/>
          </p:nvSpPr>
          <p:spPr>
            <a:xfrm>
              <a:off x="12131453" y="1710195"/>
              <a:ext cx="192405" cy="274320"/>
            </a:xfrm>
            <a:custGeom>
              <a:avLst/>
              <a:gdLst/>
              <a:ahLst/>
              <a:cxnLst/>
              <a:rect l="l" t="t" r="r" b="b"/>
              <a:pathLst>
                <a:path w="192404" h="274319">
                  <a:moveTo>
                    <a:pt x="98500" y="0"/>
                  </a:moveTo>
                  <a:lnTo>
                    <a:pt x="62591" y="5317"/>
                  </a:lnTo>
                  <a:lnTo>
                    <a:pt x="33632" y="20380"/>
                  </a:lnTo>
                  <a:lnTo>
                    <a:pt x="14296" y="43851"/>
                  </a:lnTo>
                  <a:lnTo>
                    <a:pt x="7257" y="74394"/>
                  </a:lnTo>
                  <a:lnTo>
                    <a:pt x="11960" y="98731"/>
                  </a:lnTo>
                  <a:lnTo>
                    <a:pt x="25435" y="118039"/>
                  </a:lnTo>
                  <a:lnTo>
                    <a:pt x="46735" y="132826"/>
                  </a:lnTo>
                  <a:lnTo>
                    <a:pt x="74912" y="143603"/>
                  </a:lnTo>
                  <a:lnTo>
                    <a:pt x="107314" y="152676"/>
                  </a:lnTo>
                  <a:lnTo>
                    <a:pt x="127346" y="159116"/>
                  </a:lnTo>
                  <a:lnTo>
                    <a:pt x="144122" y="167646"/>
                  </a:lnTo>
                  <a:lnTo>
                    <a:pt x="155649" y="179578"/>
                  </a:lnTo>
                  <a:lnTo>
                    <a:pt x="159934" y="196224"/>
                  </a:lnTo>
                  <a:lnTo>
                    <a:pt x="155070" y="215815"/>
                  </a:lnTo>
                  <a:lnTo>
                    <a:pt x="141627" y="230862"/>
                  </a:lnTo>
                  <a:lnTo>
                    <a:pt x="121331" y="240513"/>
                  </a:lnTo>
                  <a:lnTo>
                    <a:pt x="95908" y="243919"/>
                  </a:lnTo>
                  <a:lnTo>
                    <a:pt x="73251" y="241267"/>
                  </a:lnTo>
                  <a:lnTo>
                    <a:pt x="54045" y="233195"/>
                  </a:lnTo>
                  <a:lnTo>
                    <a:pt x="40282" y="219533"/>
                  </a:lnTo>
                  <a:lnTo>
                    <a:pt x="33956" y="200112"/>
                  </a:lnTo>
                  <a:lnTo>
                    <a:pt x="0" y="200112"/>
                  </a:lnTo>
                  <a:lnTo>
                    <a:pt x="8241" y="230205"/>
                  </a:lnTo>
                  <a:lnTo>
                    <a:pt x="27638" y="253445"/>
                  </a:lnTo>
                  <a:lnTo>
                    <a:pt x="57192" y="268423"/>
                  </a:lnTo>
                  <a:lnTo>
                    <a:pt x="95908" y="273729"/>
                  </a:lnTo>
                  <a:lnTo>
                    <a:pt x="136852" y="267787"/>
                  </a:lnTo>
                  <a:lnTo>
                    <a:pt x="167030" y="251469"/>
                  </a:lnTo>
                  <a:lnTo>
                    <a:pt x="185689" y="227034"/>
                  </a:lnTo>
                  <a:lnTo>
                    <a:pt x="192076" y="196743"/>
                  </a:lnTo>
                  <a:lnTo>
                    <a:pt x="184344" y="165455"/>
                  </a:lnTo>
                  <a:lnTo>
                    <a:pt x="165215" y="144349"/>
                  </a:lnTo>
                  <a:lnTo>
                    <a:pt x="140788" y="131166"/>
                  </a:lnTo>
                  <a:lnTo>
                    <a:pt x="117163" y="123644"/>
                  </a:lnTo>
                  <a:lnTo>
                    <a:pt x="90465" y="116387"/>
                  </a:lnTo>
                  <a:lnTo>
                    <a:pt x="74066" y="111332"/>
                  </a:lnTo>
                  <a:lnTo>
                    <a:pt x="57447" y="103166"/>
                  </a:lnTo>
                  <a:lnTo>
                    <a:pt x="44572" y="90724"/>
                  </a:lnTo>
                  <a:lnTo>
                    <a:pt x="39399" y="72839"/>
                  </a:lnTo>
                  <a:lnTo>
                    <a:pt x="43551" y="55427"/>
                  </a:lnTo>
                  <a:lnTo>
                    <a:pt x="55309" y="41636"/>
                  </a:lnTo>
                  <a:lnTo>
                    <a:pt x="73628" y="32559"/>
                  </a:lnTo>
                  <a:lnTo>
                    <a:pt x="97463" y="29291"/>
                  </a:lnTo>
                  <a:lnTo>
                    <a:pt x="119707" y="32049"/>
                  </a:lnTo>
                  <a:lnTo>
                    <a:pt x="137771" y="40080"/>
                  </a:lnTo>
                  <a:lnTo>
                    <a:pt x="150392" y="53021"/>
                  </a:lnTo>
                  <a:lnTo>
                    <a:pt x="156305" y="70506"/>
                  </a:lnTo>
                  <a:lnTo>
                    <a:pt x="188447" y="70506"/>
                  </a:lnTo>
                  <a:lnTo>
                    <a:pt x="181100" y="42429"/>
                  </a:lnTo>
                  <a:lnTo>
                    <a:pt x="162331" y="20088"/>
                  </a:lnTo>
                  <a:lnTo>
                    <a:pt x="134134" y="5330"/>
                  </a:lnTo>
                  <a:lnTo>
                    <a:pt x="985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6" name="object 13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349970" y="1732487"/>
              <a:ext cx="106536" cy="249363"/>
            </a:xfrm>
            <a:prstGeom prst="rect">
              <a:avLst/>
            </a:prstGeom>
          </p:spPr>
        </p:pic>
        <p:pic>
          <p:nvPicPr>
            <p:cNvPr id="137" name="object 13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484761" y="1777590"/>
              <a:ext cx="159934" cy="206333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678393" y="1732487"/>
              <a:ext cx="106536" cy="249363"/>
            </a:xfrm>
            <a:prstGeom prst="rect">
              <a:avLst/>
            </a:prstGeom>
          </p:spPr>
        </p:pic>
        <p:pic>
          <p:nvPicPr>
            <p:cNvPr id="139" name="object 13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813185" y="1777590"/>
              <a:ext cx="176005" cy="205815"/>
            </a:xfrm>
            <a:prstGeom prst="rect">
              <a:avLst/>
            </a:prstGeom>
          </p:spPr>
        </p:pic>
      </p:grpSp>
      <p:sp>
        <p:nvSpPr>
          <p:cNvPr id="140" name="object 140" descr=""/>
          <p:cNvSpPr/>
          <p:nvPr/>
        </p:nvSpPr>
        <p:spPr>
          <a:xfrm>
            <a:off x="13034543" y="1683498"/>
            <a:ext cx="261620" cy="318135"/>
          </a:xfrm>
          <a:custGeom>
            <a:avLst/>
            <a:gdLst/>
            <a:ahLst/>
            <a:cxnLst/>
            <a:rect l="l" t="t" r="r" b="b"/>
            <a:pathLst>
              <a:path w="261619" h="318135">
                <a:moveTo>
                  <a:pt x="253771" y="60210"/>
                </a:moveTo>
                <a:lnTo>
                  <a:pt x="148018" y="60210"/>
                </a:lnTo>
                <a:lnTo>
                  <a:pt x="148018" y="22110"/>
                </a:lnTo>
                <a:lnTo>
                  <a:pt x="119507" y="22110"/>
                </a:lnTo>
                <a:lnTo>
                  <a:pt x="119507" y="161810"/>
                </a:lnTo>
                <a:lnTo>
                  <a:pt x="28778" y="161810"/>
                </a:lnTo>
                <a:lnTo>
                  <a:pt x="28778" y="102120"/>
                </a:lnTo>
                <a:lnTo>
                  <a:pt x="119507" y="102120"/>
                </a:lnTo>
                <a:lnTo>
                  <a:pt x="119507" y="79260"/>
                </a:lnTo>
                <a:lnTo>
                  <a:pt x="28778" y="79260"/>
                </a:lnTo>
                <a:lnTo>
                  <a:pt x="28778" y="22110"/>
                </a:lnTo>
                <a:lnTo>
                  <a:pt x="0" y="22110"/>
                </a:lnTo>
                <a:lnTo>
                  <a:pt x="0" y="185940"/>
                </a:lnTo>
                <a:lnTo>
                  <a:pt x="148018" y="185940"/>
                </a:lnTo>
                <a:lnTo>
                  <a:pt x="148018" y="161810"/>
                </a:lnTo>
                <a:lnTo>
                  <a:pt x="148018" y="154190"/>
                </a:lnTo>
                <a:lnTo>
                  <a:pt x="225005" y="154190"/>
                </a:lnTo>
                <a:lnTo>
                  <a:pt x="225005" y="241071"/>
                </a:lnTo>
                <a:lnTo>
                  <a:pt x="253771" y="241071"/>
                </a:lnTo>
                <a:lnTo>
                  <a:pt x="253771" y="154190"/>
                </a:lnTo>
                <a:lnTo>
                  <a:pt x="253771" y="153720"/>
                </a:lnTo>
                <a:lnTo>
                  <a:pt x="253771" y="130060"/>
                </a:lnTo>
                <a:lnTo>
                  <a:pt x="148018" y="130060"/>
                </a:lnTo>
                <a:lnTo>
                  <a:pt x="148018" y="102120"/>
                </a:lnTo>
                <a:lnTo>
                  <a:pt x="148018" y="84340"/>
                </a:lnTo>
                <a:lnTo>
                  <a:pt x="225005" y="84340"/>
                </a:lnTo>
                <a:lnTo>
                  <a:pt x="225005" y="129870"/>
                </a:lnTo>
                <a:lnTo>
                  <a:pt x="253771" y="129870"/>
                </a:lnTo>
                <a:lnTo>
                  <a:pt x="253771" y="84340"/>
                </a:lnTo>
                <a:lnTo>
                  <a:pt x="253771" y="83731"/>
                </a:lnTo>
                <a:lnTo>
                  <a:pt x="253771" y="79260"/>
                </a:lnTo>
                <a:lnTo>
                  <a:pt x="253771" y="60210"/>
                </a:lnTo>
                <a:close/>
              </a:path>
              <a:path w="261619" h="318135">
                <a:moveTo>
                  <a:pt x="253771" y="0"/>
                </a:moveTo>
                <a:lnTo>
                  <a:pt x="225005" y="0"/>
                </a:lnTo>
                <a:lnTo>
                  <a:pt x="225005" y="59880"/>
                </a:lnTo>
                <a:lnTo>
                  <a:pt x="253771" y="59880"/>
                </a:lnTo>
                <a:lnTo>
                  <a:pt x="253771" y="0"/>
                </a:lnTo>
                <a:close/>
              </a:path>
              <a:path w="261619" h="318135">
                <a:moveTo>
                  <a:pt x="261289" y="293890"/>
                </a:moveTo>
                <a:lnTo>
                  <a:pt x="72059" y="293890"/>
                </a:lnTo>
                <a:lnTo>
                  <a:pt x="72059" y="217690"/>
                </a:lnTo>
                <a:lnTo>
                  <a:pt x="43027" y="217690"/>
                </a:lnTo>
                <a:lnTo>
                  <a:pt x="43027" y="293890"/>
                </a:lnTo>
                <a:lnTo>
                  <a:pt x="43027" y="318020"/>
                </a:lnTo>
                <a:lnTo>
                  <a:pt x="261289" y="318020"/>
                </a:lnTo>
                <a:lnTo>
                  <a:pt x="261289" y="2938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 descr=""/>
          <p:cNvSpPr/>
          <p:nvPr/>
        </p:nvSpPr>
        <p:spPr>
          <a:xfrm>
            <a:off x="13347165" y="1683496"/>
            <a:ext cx="267970" cy="324485"/>
          </a:xfrm>
          <a:custGeom>
            <a:avLst/>
            <a:gdLst/>
            <a:ahLst/>
            <a:cxnLst/>
            <a:rect l="l" t="t" r="r" b="b"/>
            <a:pathLst>
              <a:path w="267969" h="324485">
                <a:moveTo>
                  <a:pt x="265694" y="83725"/>
                </a:moveTo>
                <a:lnTo>
                  <a:pt x="236921" y="83725"/>
                </a:lnTo>
                <a:lnTo>
                  <a:pt x="236921" y="127792"/>
                </a:lnTo>
                <a:lnTo>
                  <a:pt x="150085" y="127792"/>
                </a:lnTo>
                <a:lnTo>
                  <a:pt x="150085" y="151639"/>
                </a:lnTo>
                <a:lnTo>
                  <a:pt x="236921" y="151639"/>
                </a:lnTo>
                <a:lnTo>
                  <a:pt x="236921" y="195706"/>
                </a:lnTo>
                <a:lnTo>
                  <a:pt x="265694" y="195706"/>
                </a:lnTo>
                <a:lnTo>
                  <a:pt x="265694" y="83725"/>
                </a:lnTo>
                <a:close/>
              </a:path>
              <a:path w="267969" h="324485">
                <a:moveTo>
                  <a:pt x="164859" y="24106"/>
                </a:moveTo>
                <a:lnTo>
                  <a:pt x="16589" y="24106"/>
                </a:lnTo>
                <a:lnTo>
                  <a:pt x="16589" y="48213"/>
                </a:lnTo>
                <a:lnTo>
                  <a:pt x="133754" y="48213"/>
                </a:lnTo>
                <a:lnTo>
                  <a:pt x="121384" y="88169"/>
                </a:lnTo>
                <a:lnTo>
                  <a:pt x="94094" y="122705"/>
                </a:lnTo>
                <a:lnTo>
                  <a:pt x="53195" y="150971"/>
                </a:lnTo>
                <a:lnTo>
                  <a:pt x="0" y="172117"/>
                </a:lnTo>
                <a:lnTo>
                  <a:pt x="11923" y="194928"/>
                </a:lnTo>
                <a:lnTo>
                  <a:pt x="60577" y="176258"/>
                </a:lnTo>
                <a:lnTo>
                  <a:pt x="100980" y="151331"/>
                </a:lnTo>
                <a:lnTo>
                  <a:pt x="132270" y="120402"/>
                </a:lnTo>
                <a:lnTo>
                  <a:pt x="153584" y="83725"/>
                </a:lnTo>
                <a:lnTo>
                  <a:pt x="265694" y="83725"/>
                </a:lnTo>
                <a:lnTo>
                  <a:pt x="265694" y="60655"/>
                </a:lnTo>
                <a:lnTo>
                  <a:pt x="160842" y="60655"/>
                </a:lnTo>
                <a:lnTo>
                  <a:pt x="162563" y="51864"/>
                </a:lnTo>
                <a:lnTo>
                  <a:pt x="163823" y="42818"/>
                </a:lnTo>
                <a:lnTo>
                  <a:pt x="164596" y="33553"/>
                </a:lnTo>
                <a:lnTo>
                  <a:pt x="164859" y="24106"/>
                </a:lnTo>
                <a:close/>
              </a:path>
              <a:path w="267969" h="324485">
                <a:moveTo>
                  <a:pt x="265694" y="0"/>
                </a:moveTo>
                <a:lnTo>
                  <a:pt x="236921" y="0"/>
                </a:lnTo>
                <a:lnTo>
                  <a:pt x="236921" y="60655"/>
                </a:lnTo>
                <a:lnTo>
                  <a:pt x="265694" y="60655"/>
                </a:lnTo>
                <a:lnTo>
                  <a:pt x="265694" y="0"/>
                </a:lnTo>
                <a:close/>
              </a:path>
              <a:path w="267969" h="324485">
                <a:moveTo>
                  <a:pt x="159157" y="199075"/>
                </a:moveTo>
                <a:lnTo>
                  <a:pt x="113892" y="203328"/>
                </a:lnTo>
                <a:lnTo>
                  <a:pt x="79514" y="215600"/>
                </a:lnTo>
                <a:lnTo>
                  <a:pt x="57675" y="235163"/>
                </a:lnTo>
                <a:lnTo>
                  <a:pt x="50028" y="261286"/>
                </a:lnTo>
                <a:lnTo>
                  <a:pt x="57675" y="287601"/>
                </a:lnTo>
                <a:lnTo>
                  <a:pt x="79514" y="307329"/>
                </a:lnTo>
                <a:lnTo>
                  <a:pt x="113892" y="319719"/>
                </a:lnTo>
                <a:lnTo>
                  <a:pt x="159157" y="324016"/>
                </a:lnTo>
                <a:lnTo>
                  <a:pt x="203863" y="319719"/>
                </a:lnTo>
                <a:lnTo>
                  <a:pt x="238023" y="307329"/>
                </a:lnTo>
                <a:lnTo>
                  <a:pt x="245368" y="300687"/>
                </a:lnTo>
                <a:lnTo>
                  <a:pt x="159157" y="300687"/>
                </a:lnTo>
                <a:lnTo>
                  <a:pt x="125783" y="297993"/>
                </a:lnTo>
                <a:lnTo>
                  <a:pt x="100380" y="290221"/>
                </a:lnTo>
                <a:lnTo>
                  <a:pt x="84212" y="277832"/>
                </a:lnTo>
                <a:lnTo>
                  <a:pt x="78541" y="261286"/>
                </a:lnTo>
                <a:lnTo>
                  <a:pt x="84212" y="244745"/>
                </a:lnTo>
                <a:lnTo>
                  <a:pt x="100380" y="232384"/>
                </a:lnTo>
                <a:lnTo>
                  <a:pt x="125783" y="224689"/>
                </a:lnTo>
                <a:lnTo>
                  <a:pt x="159157" y="222145"/>
                </a:lnTo>
                <a:lnTo>
                  <a:pt x="245322" y="222145"/>
                </a:lnTo>
                <a:lnTo>
                  <a:pt x="238023" y="215600"/>
                </a:lnTo>
                <a:lnTo>
                  <a:pt x="203863" y="203328"/>
                </a:lnTo>
                <a:lnTo>
                  <a:pt x="159157" y="199075"/>
                </a:lnTo>
                <a:close/>
              </a:path>
              <a:path w="267969" h="324485">
                <a:moveTo>
                  <a:pt x="245322" y="222145"/>
                </a:moveTo>
                <a:lnTo>
                  <a:pt x="159157" y="222145"/>
                </a:lnTo>
                <a:lnTo>
                  <a:pt x="191935" y="224689"/>
                </a:lnTo>
                <a:lnTo>
                  <a:pt x="217059" y="232384"/>
                </a:lnTo>
                <a:lnTo>
                  <a:pt x="233191" y="244745"/>
                </a:lnTo>
                <a:lnTo>
                  <a:pt x="238994" y="261286"/>
                </a:lnTo>
                <a:lnTo>
                  <a:pt x="233191" y="277832"/>
                </a:lnTo>
                <a:lnTo>
                  <a:pt x="217059" y="290221"/>
                </a:lnTo>
                <a:lnTo>
                  <a:pt x="191935" y="297993"/>
                </a:lnTo>
                <a:lnTo>
                  <a:pt x="159157" y="300687"/>
                </a:lnTo>
                <a:lnTo>
                  <a:pt x="245368" y="300687"/>
                </a:lnTo>
                <a:lnTo>
                  <a:pt x="259838" y="287601"/>
                </a:lnTo>
                <a:lnTo>
                  <a:pt x="267509" y="261286"/>
                </a:lnTo>
                <a:lnTo>
                  <a:pt x="259838" y="235163"/>
                </a:lnTo>
                <a:lnTo>
                  <a:pt x="245322" y="2221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 descr=""/>
          <p:cNvSpPr/>
          <p:nvPr/>
        </p:nvSpPr>
        <p:spPr>
          <a:xfrm>
            <a:off x="13678180" y="193415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589" y="0"/>
                </a:moveTo>
                <a:lnTo>
                  <a:pt x="14399" y="1863"/>
                </a:lnTo>
                <a:lnTo>
                  <a:pt x="6837" y="6934"/>
                </a:lnTo>
                <a:lnTo>
                  <a:pt x="1753" y="14435"/>
                </a:lnTo>
                <a:lnTo>
                  <a:pt x="0" y="23588"/>
                </a:lnTo>
                <a:lnTo>
                  <a:pt x="1753" y="32742"/>
                </a:lnTo>
                <a:lnTo>
                  <a:pt x="6837" y="40243"/>
                </a:lnTo>
                <a:lnTo>
                  <a:pt x="14399" y="45314"/>
                </a:lnTo>
                <a:lnTo>
                  <a:pt x="23589" y="47177"/>
                </a:lnTo>
                <a:lnTo>
                  <a:pt x="32742" y="45314"/>
                </a:lnTo>
                <a:lnTo>
                  <a:pt x="40243" y="40243"/>
                </a:lnTo>
                <a:lnTo>
                  <a:pt x="45314" y="32742"/>
                </a:lnTo>
                <a:lnTo>
                  <a:pt x="47177" y="23588"/>
                </a:lnTo>
                <a:lnTo>
                  <a:pt x="45314" y="14435"/>
                </a:lnTo>
                <a:lnTo>
                  <a:pt x="40243" y="6934"/>
                </a:lnTo>
                <a:lnTo>
                  <a:pt x="32742" y="1863"/>
                </a:lnTo>
                <a:lnTo>
                  <a:pt x="235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3" name="object 143" descr=""/>
          <p:cNvGrpSpPr/>
          <p:nvPr/>
        </p:nvGrpSpPr>
        <p:grpSpPr>
          <a:xfrm>
            <a:off x="9162922" y="2230633"/>
            <a:ext cx="387350" cy="276860"/>
            <a:chOff x="9162922" y="2230633"/>
            <a:chExt cx="387350" cy="276860"/>
          </a:xfrm>
        </p:grpSpPr>
        <p:sp>
          <p:nvSpPr>
            <p:cNvPr id="144" name="object 144" descr=""/>
            <p:cNvSpPr/>
            <p:nvPr/>
          </p:nvSpPr>
          <p:spPr>
            <a:xfrm>
              <a:off x="9162922" y="2230633"/>
              <a:ext cx="44450" cy="274320"/>
            </a:xfrm>
            <a:custGeom>
              <a:avLst/>
              <a:gdLst/>
              <a:ahLst/>
              <a:cxnLst/>
              <a:rect l="l" t="t" r="r" b="b"/>
              <a:pathLst>
                <a:path w="44450" h="274319">
                  <a:moveTo>
                    <a:pt x="22292" y="0"/>
                  </a:moveTo>
                  <a:lnTo>
                    <a:pt x="13669" y="1640"/>
                  </a:lnTo>
                  <a:lnTo>
                    <a:pt x="6577" y="6124"/>
                  </a:lnTo>
                  <a:lnTo>
                    <a:pt x="1769" y="12794"/>
                  </a:lnTo>
                  <a:lnTo>
                    <a:pt x="0" y="20996"/>
                  </a:lnTo>
                  <a:lnTo>
                    <a:pt x="1769" y="29198"/>
                  </a:lnTo>
                  <a:lnTo>
                    <a:pt x="6577" y="35868"/>
                  </a:lnTo>
                  <a:lnTo>
                    <a:pt x="13669" y="40352"/>
                  </a:lnTo>
                  <a:lnTo>
                    <a:pt x="22292" y="41992"/>
                  </a:lnTo>
                  <a:lnTo>
                    <a:pt x="30765" y="40352"/>
                  </a:lnTo>
                  <a:lnTo>
                    <a:pt x="37780" y="35868"/>
                  </a:lnTo>
                  <a:lnTo>
                    <a:pt x="42559" y="29198"/>
                  </a:lnTo>
                  <a:lnTo>
                    <a:pt x="44325" y="20996"/>
                  </a:lnTo>
                  <a:lnTo>
                    <a:pt x="42559" y="12794"/>
                  </a:lnTo>
                  <a:lnTo>
                    <a:pt x="37780" y="6124"/>
                  </a:lnTo>
                  <a:lnTo>
                    <a:pt x="30765" y="1640"/>
                  </a:lnTo>
                  <a:lnTo>
                    <a:pt x="22292" y="0"/>
                  </a:lnTo>
                  <a:close/>
                </a:path>
                <a:path w="44450" h="274319">
                  <a:moveTo>
                    <a:pt x="37845" y="74912"/>
                  </a:moveTo>
                  <a:lnTo>
                    <a:pt x="6221" y="74912"/>
                  </a:lnTo>
                  <a:lnTo>
                    <a:pt x="6221" y="273989"/>
                  </a:lnTo>
                  <a:lnTo>
                    <a:pt x="37845" y="273989"/>
                  </a:lnTo>
                  <a:lnTo>
                    <a:pt x="37845" y="749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5" name="object 14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251055" y="2302954"/>
              <a:ext cx="158638" cy="201668"/>
            </a:xfrm>
            <a:prstGeom prst="rect">
              <a:avLst/>
            </a:prstGeom>
          </p:spPr>
        </p:pic>
        <p:pic>
          <p:nvPicPr>
            <p:cNvPr id="146" name="object 14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443391" y="2257851"/>
              <a:ext cx="106536" cy="249363"/>
            </a:xfrm>
            <a:prstGeom prst="rect">
              <a:avLst/>
            </a:prstGeom>
          </p:spPr>
        </p:pic>
      </p:grpSp>
      <p:sp>
        <p:nvSpPr>
          <p:cNvPr id="147" name="object 147" descr=""/>
          <p:cNvSpPr/>
          <p:nvPr/>
        </p:nvSpPr>
        <p:spPr>
          <a:xfrm>
            <a:off x="9670263" y="2206014"/>
            <a:ext cx="621030" cy="328930"/>
          </a:xfrm>
          <a:custGeom>
            <a:avLst/>
            <a:gdLst/>
            <a:ahLst/>
            <a:cxnLst/>
            <a:rect l="l" t="t" r="r" b="b"/>
            <a:pathLst>
              <a:path w="621029" h="328930">
                <a:moveTo>
                  <a:pt x="175488" y="135305"/>
                </a:moveTo>
                <a:lnTo>
                  <a:pt x="169697" y="111467"/>
                </a:lnTo>
                <a:lnTo>
                  <a:pt x="159308" y="99542"/>
                </a:lnTo>
                <a:lnTo>
                  <a:pt x="153746" y="93154"/>
                </a:lnTo>
                <a:lnTo>
                  <a:pt x="148259" y="90551"/>
                </a:lnTo>
                <a:lnTo>
                  <a:pt x="148259" y="135305"/>
                </a:lnTo>
                <a:lnTo>
                  <a:pt x="144437" y="150202"/>
                </a:lnTo>
                <a:lnTo>
                  <a:pt x="134010" y="161493"/>
                </a:lnTo>
                <a:lnTo>
                  <a:pt x="117932" y="168694"/>
                </a:lnTo>
                <a:lnTo>
                  <a:pt x="97205" y="171335"/>
                </a:lnTo>
                <a:lnTo>
                  <a:pt x="76174" y="168694"/>
                </a:lnTo>
                <a:lnTo>
                  <a:pt x="60007" y="161493"/>
                </a:lnTo>
                <a:lnTo>
                  <a:pt x="49669" y="150202"/>
                </a:lnTo>
                <a:lnTo>
                  <a:pt x="46139" y="135305"/>
                </a:lnTo>
                <a:lnTo>
                  <a:pt x="49669" y="120637"/>
                </a:lnTo>
                <a:lnTo>
                  <a:pt x="60007" y="109359"/>
                </a:lnTo>
                <a:lnTo>
                  <a:pt x="76174" y="102095"/>
                </a:lnTo>
                <a:lnTo>
                  <a:pt x="97205" y="99542"/>
                </a:lnTo>
                <a:lnTo>
                  <a:pt x="117932" y="102095"/>
                </a:lnTo>
                <a:lnTo>
                  <a:pt x="134010" y="109359"/>
                </a:lnTo>
                <a:lnTo>
                  <a:pt x="144437" y="120637"/>
                </a:lnTo>
                <a:lnTo>
                  <a:pt x="148259" y="135305"/>
                </a:lnTo>
                <a:lnTo>
                  <a:pt x="148259" y="90551"/>
                </a:lnTo>
                <a:lnTo>
                  <a:pt x="129082" y="81394"/>
                </a:lnTo>
                <a:lnTo>
                  <a:pt x="97205" y="77241"/>
                </a:lnTo>
                <a:lnTo>
                  <a:pt x="64884" y="81394"/>
                </a:lnTo>
                <a:lnTo>
                  <a:pt x="40043" y="93154"/>
                </a:lnTo>
                <a:lnTo>
                  <a:pt x="24155" y="111467"/>
                </a:lnTo>
                <a:lnTo>
                  <a:pt x="18656" y="135305"/>
                </a:lnTo>
                <a:lnTo>
                  <a:pt x="24155" y="159258"/>
                </a:lnTo>
                <a:lnTo>
                  <a:pt x="40043" y="177558"/>
                </a:lnTo>
                <a:lnTo>
                  <a:pt x="64884" y="189255"/>
                </a:lnTo>
                <a:lnTo>
                  <a:pt x="97205" y="193370"/>
                </a:lnTo>
                <a:lnTo>
                  <a:pt x="129082" y="189255"/>
                </a:lnTo>
                <a:lnTo>
                  <a:pt x="153746" y="177558"/>
                </a:lnTo>
                <a:lnTo>
                  <a:pt x="159169" y="171335"/>
                </a:lnTo>
                <a:lnTo>
                  <a:pt x="169697" y="159258"/>
                </a:lnTo>
                <a:lnTo>
                  <a:pt x="175488" y="135305"/>
                </a:lnTo>
                <a:close/>
              </a:path>
              <a:path w="621029" h="328930">
                <a:moveTo>
                  <a:pt x="194144" y="37325"/>
                </a:moveTo>
                <a:lnTo>
                  <a:pt x="111455" y="37325"/>
                </a:lnTo>
                <a:lnTo>
                  <a:pt x="111455" y="0"/>
                </a:lnTo>
                <a:lnTo>
                  <a:pt x="82943" y="0"/>
                </a:lnTo>
                <a:lnTo>
                  <a:pt x="82943" y="37325"/>
                </a:lnTo>
                <a:lnTo>
                  <a:pt x="0" y="37325"/>
                </a:lnTo>
                <a:lnTo>
                  <a:pt x="0" y="60909"/>
                </a:lnTo>
                <a:lnTo>
                  <a:pt x="194144" y="60909"/>
                </a:lnTo>
                <a:lnTo>
                  <a:pt x="194144" y="37325"/>
                </a:lnTo>
                <a:close/>
              </a:path>
              <a:path w="621029" h="328930">
                <a:moveTo>
                  <a:pt x="254025" y="217474"/>
                </a:moveTo>
                <a:lnTo>
                  <a:pt x="225513" y="217474"/>
                </a:lnTo>
                <a:lnTo>
                  <a:pt x="225513" y="240550"/>
                </a:lnTo>
                <a:lnTo>
                  <a:pt x="225513" y="300431"/>
                </a:lnTo>
                <a:lnTo>
                  <a:pt x="76466" y="300431"/>
                </a:lnTo>
                <a:lnTo>
                  <a:pt x="76466" y="240550"/>
                </a:lnTo>
                <a:lnTo>
                  <a:pt x="225513" y="240550"/>
                </a:lnTo>
                <a:lnTo>
                  <a:pt x="225513" y="217474"/>
                </a:lnTo>
                <a:lnTo>
                  <a:pt x="48209" y="217474"/>
                </a:lnTo>
                <a:lnTo>
                  <a:pt x="48209" y="324015"/>
                </a:lnTo>
                <a:lnTo>
                  <a:pt x="254025" y="324015"/>
                </a:lnTo>
                <a:lnTo>
                  <a:pt x="254025" y="300431"/>
                </a:lnTo>
                <a:lnTo>
                  <a:pt x="254025" y="240550"/>
                </a:lnTo>
                <a:lnTo>
                  <a:pt x="254025" y="217474"/>
                </a:lnTo>
                <a:close/>
              </a:path>
              <a:path w="621029" h="328930">
                <a:moveTo>
                  <a:pt x="303009" y="89166"/>
                </a:moveTo>
                <a:lnTo>
                  <a:pt x="254025" y="89166"/>
                </a:lnTo>
                <a:lnTo>
                  <a:pt x="254025" y="2590"/>
                </a:lnTo>
                <a:lnTo>
                  <a:pt x="225247" y="2590"/>
                </a:lnTo>
                <a:lnTo>
                  <a:pt x="225247" y="198818"/>
                </a:lnTo>
                <a:lnTo>
                  <a:pt x="254025" y="198818"/>
                </a:lnTo>
                <a:lnTo>
                  <a:pt x="254025" y="114058"/>
                </a:lnTo>
                <a:lnTo>
                  <a:pt x="303009" y="114058"/>
                </a:lnTo>
                <a:lnTo>
                  <a:pt x="303009" y="89166"/>
                </a:lnTo>
                <a:close/>
              </a:path>
              <a:path w="621029" h="328930">
                <a:moveTo>
                  <a:pt x="606031" y="126758"/>
                </a:moveTo>
                <a:lnTo>
                  <a:pt x="563067" y="115150"/>
                </a:lnTo>
                <a:lnTo>
                  <a:pt x="562864" y="115150"/>
                </a:lnTo>
                <a:lnTo>
                  <a:pt x="524611" y="93929"/>
                </a:lnTo>
                <a:lnTo>
                  <a:pt x="505117" y="73621"/>
                </a:lnTo>
                <a:lnTo>
                  <a:pt x="497598" y="65773"/>
                </a:lnTo>
                <a:lnTo>
                  <a:pt x="487311" y="32918"/>
                </a:lnTo>
                <a:lnTo>
                  <a:pt x="487311" y="14249"/>
                </a:lnTo>
                <a:lnTo>
                  <a:pt x="457504" y="14249"/>
                </a:lnTo>
                <a:lnTo>
                  <a:pt x="457504" y="32918"/>
                </a:lnTo>
                <a:lnTo>
                  <a:pt x="447370" y="65773"/>
                </a:lnTo>
                <a:lnTo>
                  <a:pt x="447268" y="66103"/>
                </a:lnTo>
                <a:lnTo>
                  <a:pt x="420344" y="94221"/>
                </a:lnTo>
                <a:lnTo>
                  <a:pt x="382384" y="115150"/>
                </a:lnTo>
                <a:lnTo>
                  <a:pt x="339051" y="126758"/>
                </a:lnTo>
                <a:lnTo>
                  <a:pt x="350964" y="150342"/>
                </a:lnTo>
                <a:lnTo>
                  <a:pt x="388429" y="140411"/>
                </a:lnTo>
                <a:lnTo>
                  <a:pt x="422986" y="123888"/>
                </a:lnTo>
                <a:lnTo>
                  <a:pt x="451929" y="101409"/>
                </a:lnTo>
                <a:lnTo>
                  <a:pt x="472541" y="73621"/>
                </a:lnTo>
                <a:lnTo>
                  <a:pt x="487946" y="94221"/>
                </a:lnTo>
                <a:lnTo>
                  <a:pt x="493382" y="101409"/>
                </a:lnTo>
                <a:lnTo>
                  <a:pt x="522427" y="123888"/>
                </a:lnTo>
                <a:lnTo>
                  <a:pt x="556971" y="140411"/>
                </a:lnTo>
                <a:lnTo>
                  <a:pt x="594372" y="150342"/>
                </a:lnTo>
                <a:lnTo>
                  <a:pt x="606031" y="126758"/>
                </a:lnTo>
                <a:close/>
              </a:path>
              <a:path w="621029" h="328930">
                <a:moveTo>
                  <a:pt x="620814" y="186118"/>
                </a:moveTo>
                <a:lnTo>
                  <a:pt x="323748" y="186118"/>
                </a:lnTo>
                <a:lnTo>
                  <a:pt x="323748" y="210223"/>
                </a:lnTo>
                <a:lnTo>
                  <a:pt x="457504" y="210223"/>
                </a:lnTo>
                <a:lnTo>
                  <a:pt x="457504" y="328422"/>
                </a:lnTo>
                <a:lnTo>
                  <a:pt x="485762" y="328422"/>
                </a:lnTo>
                <a:lnTo>
                  <a:pt x="485762" y="210223"/>
                </a:lnTo>
                <a:lnTo>
                  <a:pt x="620814" y="210223"/>
                </a:lnTo>
                <a:lnTo>
                  <a:pt x="620814" y="1861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 descr=""/>
          <p:cNvSpPr/>
          <p:nvPr/>
        </p:nvSpPr>
        <p:spPr>
          <a:xfrm>
            <a:off x="10318039" y="2218689"/>
            <a:ext cx="298450" cy="164465"/>
          </a:xfrm>
          <a:custGeom>
            <a:avLst/>
            <a:gdLst/>
            <a:ahLst/>
            <a:cxnLst/>
            <a:rect l="l" t="t" r="r" b="b"/>
            <a:pathLst>
              <a:path w="298450" h="164464">
                <a:moveTo>
                  <a:pt x="265684" y="95250"/>
                </a:moveTo>
                <a:lnTo>
                  <a:pt x="67386" y="95250"/>
                </a:lnTo>
                <a:lnTo>
                  <a:pt x="67386" y="67310"/>
                </a:lnTo>
                <a:lnTo>
                  <a:pt x="259981" y="67310"/>
                </a:lnTo>
                <a:lnTo>
                  <a:pt x="259981" y="46990"/>
                </a:lnTo>
                <a:lnTo>
                  <a:pt x="259981" y="20320"/>
                </a:lnTo>
                <a:lnTo>
                  <a:pt x="259981" y="0"/>
                </a:lnTo>
                <a:lnTo>
                  <a:pt x="37833" y="0"/>
                </a:lnTo>
                <a:lnTo>
                  <a:pt x="37833" y="20320"/>
                </a:lnTo>
                <a:lnTo>
                  <a:pt x="231216" y="20320"/>
                </a:lnTo>
                <a:lnTo>
                  <a:pt x="231216" y="46990"/>
                </a:lnTo>
                <a:lnTo>
                  <a:pt x="38874" y="46990"/>
                </a:lnTo>
                <a:lnTo>
                  <a:pt x="38874" y="67310"/>
                </a:lnTo>
                <a:lnTo>
                  <a:pt x="38874" y="95250"/>
                </a:lnTo>
                <a:lnTo>
                  <a:pt x="38874" y="116840"/>
                </a:lnTo>
                <a:lnTo>
                  <a:pt x="265684" y="116840"/>
                </a:lnTo>
                <a:lnTo>
                  <a:pt x="265684" y="95250"/>
                </a:lnTo>
                <a:close/>
              </a:path>
              <a:path w="298450" h="164464">
                <a:moveTo>
                  <a:pt x="298348" y="141300"/>
                </a:moveTo>
                <a:lnTo>
                  <a:pt x="0" y="141300"/>
                </a:lnTo>
                <a:lnTo>
                  <a:pt x="0" y="163855"/>
                </a:lnTo>
                <a:lnTo>
                  <a:pt x="298348" y="163855"/>
                </a:lnTo>
                <a:lnTo>
                  <a:pt x="298348" y="141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 descr=""/>
          <p:cNvSpPr/>
          <p:nvPr/>
        </p:nvSpPr>
        <p:spPr>
          <a:xfrm>
            <a:off x="10354069" y="2409189"/>
            <a:ext cx="236220" cy="120650"/>
          </a:xfrm>
          <a:custGeom>
            <a:avLst/>
            <a:gdLst/>
            <a:ahLst/>
            <a:cxnLst/>
            <a:rect l="l" t="t" r="r" b="b"/>
            <a:pathLst>
              <a:path w="236220" h="120650">
                <a:moveTo>
                  <a:pt x="235623" y="100330"/>
                </a:moveTo>
                <a:lnTo>
                  <a:pt x="29286" y="100330"/>
                </a:lnTo>
                <a:lnTo>
                  <a:pt x="29286" y="68580"/>
                </a:lnTo>
                <a:lnTo>
                  <a:pt x="224993" y="68580"/>
                </a:lnTo>
                <a:lnTo>
                  <a:pt x="224993" y="48260"/>
                </a:lnTo>
                <a:lnTo>
                  <a:pt x="224993" y="21590"/>
                </a:lnTo>
                <a:lnTo>
                  <a:pt x="224993" y="0"/>
                </a:lnTo>
                <a:lnTo>
                  <a:pt x="0" y="0"/>
                </a:lnTo>
                <a:lnTo>
                  <a:pt x="0" y="21590"/>
                </a:lnTo>
                <a:lnTo>
                  <a:pt x="196481" y="21590"/>
                </a:lnTo>
                <a:lnTo>
                  <a:pt x="196481" y="48260"/>
                </a:lnTo>
                <a:lnTo>
                  <a:pt x="508" y="48260"/>
                </a:lnTo>
                <a:lnTo>
                  <a:pt x="508" y="68580"/>
                </a:lnTo>
                <a:lnTo>
                  <a:pt x="508" y="100330"/>
                </a:lnTo>
                <a:lnTo>
                  <a:pt x="508" y="120650"/>
                </a:lnTo>
                <a:lnTo>
                  <a:pt x="235623" y="120650"/>
                </a:lnTo>
                <a:lnTo>
                  <a:pt x="235623" y="1003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 descr=""/>
          <p:cNvSpPr/>
          <p:nvPr/>
        </p:nvSpPr>
        <p:spPr>
          <a:xfrm>
            <a:off x="10748915" y="2208600"/>
            <a:ext cx="256540" cy="326390"/>
          </a:xfrm>
          <a:custGeom>
            <a:avLst/>
            <a:gdLst/>
            <a:ahLst/>
            <a:cxnLst/>
            <a:rect l="l" t="t" r="r" b="b"/>
            <a:pathLst>
              <a:path w="256540" h="326389">
                <a:moveTo>
                  <a:pt x="256362" y="0"/>
                </a:moveTo>
                <a:lnTo>
                  <a:pt x="227589" y="0"/>
                </a:lnTo>
                <a:lnTo>
                  <a:pt x="227589" y="326349"/>
                </a:lnTo>
                <a:lnTo>
                  <a:pt x="256362" y="326349"/>
                </a:lnTo>
                <a:lnTo>
                  <a:pt x="256362" y="0"/>
                </a:lnTo>
                <a:close/>
              </a:path>
              <a:path w="256540" h="326389">
                <a:moveTo>
                  <a:pt x="83207" y="25143"/>
                </a:moveTo>
                <a:lnTo>
                  <a:pt x="49647" y="33260"/>
                </a:lnTo>
                <a:lnTo>
                  <a:pt x="23329" y="56054"/>
                </a:lnTo>
                <a:lnTo>
                  <a:pt x="6148" y="91777"/>
                </a:lnTo>
                <a:lnTo>
                  <a:pt x="0" y="138679"/>
                </a:lnTo>
                <a:lnTo>
                  <a:pt x="6148" y="185726"/>
                </a:lnTo>
                <a:lnTo>
                  <a:pt x="23329" y="221497"/>
                </a:lnTo>
                <a:lnTo>
                  <a:pt x="49647" y="244244"/>
                </a:lnTo>
                <a:lnTo>
                  <a:pt x="83207" y="252214"/>
                </a:lnTo>
                <a:lnTo>
                  <a:pt x="116548" y="244244"/>
                </a:lnTo>
                <a:lnTo>
                  <a:pt x="137037" y="226552"/>
                </a:lnTo>
                <a:lnTo>
                  <a:pt x="83207" y="226552"/>
                </a:lnTo>
                <a:lnTo>
                  <a:pt x="60761" y="220294"/>
                </a:lnTo>
                <a:lnTo>
                  <a:pt x="43223" y="202542"/>
                </a:lnTo>
                <a:lnTo>
                  <a:pt x="31810" y="174827"/>
                </a:lnTo>
                <a:lnTo>
                  <a:pt x="27735" y="138679"/>
                </a:lnTo>
                <a:lnTo>
                  <a:pt x="31810" y="102676"/>
                </a:lnTo>
                <a:lnTo>
                  <a:pt x="43223" y="75009"/>
                </a:lnTo>
                <a:lnTo>
                  <a:pt x="60761" y="57209"/>
                </a:lnTo>
                <a:lnTo>
                  <a:pt x="83207" y="50805"/>
                </a:lnTo>
                <a:lnTo>
                  <a:pt x="136825" y="50805"/>
                </a:lnTo>
                <a:lnTo>
                  <a:pt x="116548" y="33260"/>
                </a:lnTo>
                <a:lnTo>
                  <a:pt x="83207" y="25143"/>
                </a:lnTo>
                <a:close/>
              </a:path>
              <a:path w="256540" h="326389">
                <a:moveTo>
                  <a:pt x="136825" y="50805"/>
                </a:moveTo>
                <a:lnTo>
                  <a:pt x="83207" y="50805"/>
                </a:lnTo>
                <a:lnTo>
                  <a:pt x="105613" y="57209"/>
                </a:lnTo>
                <a:lnTo>
                  <a:pt x="123061" y="75009"/>
                </a:lnTo>
                <a:lnTo>
                  <a:pt x="134385" y="102676"/>
                </a:lnTo>
                <a:lnTo>
                  <a:pt x="138419" y="138679"/>
                </a:lnTo>
                <a:lnTo>
                  <a:pt x="134385" y="174827"/>
                </a:lnTo>
                <a:lnTo>
                  <a:pt x="123061" y="202542"/>
                </a:lnTo>
                <a:lnTo>
                  <a:pt x="105613" y="220294"/>
                </a:lnTo>
                <a:lnTo>
                  <a:pt x="83207" y="226552"/>
                </a:lnTo>
                <a:lnTo>
                  <a:pt x="137037" y="226552"/>
                </a:lnTo>
                <a:lnTo>
                  <a:pt x="142891" y="221497"/>
                </a:lnTo>
                <a:lnTo>
                  <a:pt x="160194" y="185726"/>
                </a:lnTo>
                <a:lnTo>
                  <a:pt x="166415" y="138679"/>
                </a:lnTo>
                <a:lnTo>
                  <a:pt x="160194" y="91777"/>
                </a:lnTo>
                <a:lnTo>
                  <a:pt x="142891" y="56054"/>
                </a:lnTo>
                <a:lnTo>
                  <a:pt x="136825" y="50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 descr=""/>
          <p:cNvSpPr/>
          <p:nvPr/>
        </p:nvSpPr>
        <p:spPr>
          <a:xfrm>
            <a:off x="11061255" y="2208605"/>
            <a:ext cx="919480" cy="326390"/>
          </a:xfrm>
          <a:custGeom>
            <a:avLst/>
            <a:gdLst/>
            <a:ahLst/>
            <a:cxnLst/>
            <a:rect l="l" t="t" r="r" b="b"/>
            <a:pathLst>
              <a:path w="919479" h="326389">
                <a:moveTo>
                  <a:pt x="260515" y="267246"/>
                </a:moveTo>
                <a:lnTo>
                  <a:pt x="252717" y="242620"/>
                </a:lnTo>
                <a:lnTo>
                  <a:pt x="239636" y="231990"/>
                </a:lnTo>
                <a:lnTo>
                  <a:pt x="231749" y="225602"/>
                </a:lnTo>
                <a:lnTo>
                  <a:pt x="231749" y="267246"/>
                </a:lnTo>
                <a:lnTo>
                  <a:pt x="225882" y="282194"/>
                </a:lnTo>
                <a:lnTo>
                  <a:pt x="209359" y="293331"/>
                </a:lnTo>
                <a:lnTo>
                  <a:pt x="183146" y="300240"/>
                </a:lnTo>
                <a:lnTo>
                  <a:pt x="148272" y="302501"/>
                </a:lnTo>
                <a:lnTo>
                  <a:pt x="113258" y="300240"/>
                </a:lnTo>
                <a:lnTo>
                  <a:pt x="87033" y="293331"/>
                </a:lnTo>
                <a:lnTo>
                  <a:pt x="70637" y="282194"/>
                </a:lnTo>
                <a:lnTo>
                  <a:pt x="65074" y="267246"/>
                </a:lnTo>
                <a:lnTo>
                  <a:pt x="70637" y="252488"/>
                </a:lnTo>
                <a:lnTo>
                  <a:pt x="87033" y="241452"/>
                </a:lnTo>
                <a:lnTo>
                  <a:pt x="113258" y="234518"/>
                </a:lnTo>
                <a:lnTo>
                  <a:pt x="148272" y="231990"/>
                </a:lnTo>
                <a:lnTo>
                  <a:pt x="183146" y="234518"/>
                </a:lnTo>
                <a:lnTo>
                  <a:pt x="209359" y="241452"/>
                </a:lnTo>
                <a:lnTo>
                  <a:pt x="225882" y="252488"/>
                </a:lnTo>
                <a:lnTo>
                  <a:pt x="231749" y="267246"/>
                </a:lnTo>
                <a:lnTo>
                  <a:pt x="231749" y="225602"/>
                </a:lnTo>
                <a:lnTo>
                  <a:pt x="230543" y="224612"/>
                </a:lnTo>
                <a:lnTo>
                  <a:pt x="195300" y="213588"/>
                </a:lnTo>
                <a:lnTo>
                  <a:pt x="148272" y="209969"/>
                </a:lnTo>
                <a:lnTo>
                  <a:pt x="100952" y="213588"/>
                </a:lnTo>
                <a:lnTo>
                  <a:pt x="65582" y="224612"/>
                </a:lnTo>
                <a:lnTo>
                  <a:pt x="43446" y="242620"/>
                </a:lnTo>
                <a:lnTo>
                  <a:pt x="35775" y="267246"/>
                </a:lnTo>
                <a:lnTo>
                  <a:pt x="43446" y="292023"/>
                </a:lnTo>
                <a:lnTo>
                  <a:pt x="65582" y="310146"/>
                </a:lnTo>
                <a:lnTo>
                  <a:pt x="100952" y="321271"/>
                </a:lnTo>
                <a:lnTo>
                  <a:pt x="148272" y="325056"/>
                </a:lnTo>
                <a:lnTo>
                  <a:pt x="195300" y="321271"/>
                </a:lnTo>
                <a:lnTo>
                  <a:pt x="230543" y="310146"/>
                </a:lnTo>
                <a:lnTo>
                  <a:pt x="239903" y="302501"/>
                </a:lnTo>
                <a:lnTo>
                  <a:pt x="252717" y="292023"/>
                </a:lnTo>
                <a:lnTo>
                  <a:pt x="260515" y="267246"/>
                </a:lnTo>
                <a:close/>
              </a:path>
              <a:path w="919479" h="326389">
                <a:moveTo>
                  <a:pt x="297065" y="161226"/>
                </a:moveTo>
                <a:lnTo>
                  <a:pt x="223189" y="161226"/>
                </a:lnTo>
                <a:lnTo>
                  <a:pt x="223189" y="122732"/>
                </a:lnTo>
                <a:lnTo>
                  <a:pt x="223189" y="114960"/>
                </a:lnTo>
                <a:lnTo>
                  <a:pt x="240296" y="106260"/>
                </a:lnTo>
                <a:lnTo>
                  <a:pt x="242633" y="104203"/>
                </a:lnTo>
                <a:lnTo>
                  <a:pt x="252907" y="95211"/>
                </a:lnTo>
                <a:lnTo>
                  <a:pt x="260654" y="82029"/>
                </a:lnTo>
                <a:lnTo>
                  <a:pt x="263372" y="66624"/>
                </a:lnTo>
                <a:lnTo>
                  <a:pt x="255371" y="40995"/>
                </a:lnTo>
                <a:lnTo>
                  <a:pt x="240601" y="28778"/>
                </a:lnTo>
                <a:lnTo>
                  <a:pt x="234073" y="23380"/>
                </a:lnTo>
                <a:lnTo>
                  <a:pt x="234073" y="66624"/>
                </a:lnTo>
                <a:lnTo>
                  <a:pt x="228104" y="82550"/>
                </a:lnTo>
                <a:lnTo>
                  <a:pt x="211010" y="94348"/>
                </a:lnTo>
                <a:lnTo>
                  <a:pt x="194678" y="98793"/>
                </a:lnTo>
                <a:lnTo>
                  <a:pt x="194678" y="122732"/>
                </a:lnTo>
                <a:lnTo>
                  <a:pt x="194678" y="161226"/>
                </a:lnTo>
                <a:lnTo>
                  <a:pt x="102400" y="161226"/>
                </a:lnTo>
                <a:lnTo>
                  <a:pt x="102400" y="122872"/>
                </a:lnTo>
                <a:lnTo>
                  <a:pt x="112941" y="124472"/>
                </a:lnTo>
                <a:lnTo>
                  <a:pt x="124117" y="125603"/>
                </a:lnTo>
                <a:lnTo>
                  <a:pt x="135915" y="126276"/>
                </a:lnTo>
                <a:lnTo>
                  <a:pt x="148272" y="126492"/>
                </a:lnTo>
                <a:lnTo>
                  <a:pt x="159753" y="126276"/>
                </a:lnTo>
                <a:lnTo>
                  <a:pt x="160477" y="126276"/>
                </a:lnTo>
                <a:lnTo>
                  <a:pt x="171653" y="125603"/>
                </a:lnTo>
                <a:lnTo>
                  <a:pt x="172123" y="125603"/>
                </a:lnTo>
                <a:lnTo>
                  <a:pt x="182994" y="124472"/>
                </a:lnTo>
                <a:lnTo>
                  <a:pt x="183324" y="124472"/>
                </a:lnTo>
                <a:lnTo>
                  <a:pt x="193827" y="122872"/>
                </a:lnTo>
                <a:lnTo>
                  <a:pt x="194678" y="122732"/>
                </a:lnTo>
                <a:lnTo>
                  <a:pt x="194678" y="98793"/>
                </a:lnTo>
                <a:lnTo>
                  <a:pt x="183997" y="101688"/>
                </a:lnTo>
                <a:lnTo>
                  <a:pt x="148272" y="104203"/>
                </a:lnTo>
                <a:lnTo>
                  <a:pt x="112458" y="101688"/>
                </a:lnTo>
                <a:lnTo>
                  <a:pt x="85483" y="94348"/>
                </a:lnTo>
                <a:lnTo>
                  <a:pt x="68516" y="82550"/>
                </a:lnTo>
                <a:lnTo>
                  <a:pt x="62738" y="66624"/>
                </a:lnTo>
                <a:lnTo>
                  <a:pt x="68516" y="50749"/>
                </a:lnTo>
                <a:lnTo>
                  <a:pt x="85483" y="38849"/>
                </a:lnTo>
                <a:lnTo>
                  <a:pt x="112458" y="31369"/>
                </a:lnTo>
                <a:lnTo>
                  <a:pt x="148272" y="28778"/>
                </a:lnTo>
                <a:lnTo>
                  <a:pt x="183997" y="31369"/>
                </a:lnTo>
                <a:lnTo>
                  <a:pt x="211010" y="38849"/>
                </a:lnTo>
                <a:lnTo>
                  <a:pt x="228104" y="50749"/>
                </a:lnTo>
                <a:lnTo>
                  <a:pt x="234073" y="66624"/>
                </a:lnTo>
                <a:lnTo>
                  <a:pt x="234073" y="23380"/>
                </a:lnTo>
                <a:lnTo>
                  <a:pt x="232460" y="22034"/>
                </a:lnTo>
                <a:lnTo>
                  <a:pt x="196227" y="10261"/>
                </a:lnTo>
                <a:lnTo>
                  <a:pt x="148272" y="6223"/>
                </a:lnTo>
                <a:lnTo>
                  <a:pt x="100177" y="10261"/>
                </a:lnTo>
                <a:lnTo>
                  <a:pt x="63868" y="22034"/>
                </a:lnTo>
                <a:lnTo>
                  <a:pt x="40919" y="40995"/>
                </a:lnTo>
                <a:lnTo>
                  <a:pt x="32931" y="66624"/>
                </a:lnTo>
                <a:lnTo>
                  <a:pt x="35623" y="82029"/>
                </a:lnTo>
                <a:lnTo>
                  <a:pt x="43434" y="95211"/>
                </a:lnTo>
                <a:lnTo>
                  <a:pt x="43510" y="95338"/>
                </a:lnTo>
                <a:lnTo>
                  <a:pt x="56273" y="106438"/>
                </a:lnTo>
                <a:lnTo>
                  <a:pt x="73621" y="115227"/>
                </a:lnTo>
                <a:lnTo>
                  <a:pt x="73621" y="161226"/>
                </a:lnTo>
                <a:lnTo>
                  <a:pt x="0" y="161226"/>
                </a:lnTo>
                <a:lnTo>
                  <a:pt x="0" y="184823"/>
                </a:lnTo>
                <a:lnTo>
                  <a:pt x="297065" y="184823"/>
                </a:lnTo>
                <a:lnTo>
                  <a:pt x="297065" y="161226"/>
                </a:lnTo>
                <a:close/>
              </a:path>
              <a:path w="919479" h="326389">
                <a:moveTo>
                  <a:pt x="501065" y="178079"/>
                </a:moveTo>
                <a:lnTo>
                  <a:pt x="494969" y="147789"/>
                </a:lnTo>
                <a:lnTo>
                  <a:pt x="480580" y="127279"/>
                </a:lnTo>
                <a:lnTo>
                  <a:pt x="478358" y="124104"/>
                </a:lnTo>
                <a:lnTo>
                  <a:pt x="473595" y="121196"/>
                </a:lnTo>
                <a:lnTo>
                  <a:pt x="473595" y="178079"/>
                </a:lnTo>
                <a:lnTo>
                  <a:pt x="469531" y="198437"/>
                </a:lnTo>
                <a:lnTo>
                  <a:pt x="458584" y="214401"/>
                </a:lnTo>
                <a:lnTo>
                  <a:pt x="442061" y="224777"/>
                </a:lnTo>
                <a:lnTo>
                  <a:pt x="421233" y="228371"/>
                </a:lnTo>
                <a:lnTo>
                  <a:pt x="400215" y="224777"/>
                </a:lnTo>
                <a:lnTo>
                  <a:pt x="383578" y="214401"/>
                </a:lnTo>
                <a:lnTo>
                  <a:pt x="372668" y="198437"/>
                </a:lnTo>
                <a:lnTo>
                  <a:pt x="368871" y="178079"/>
                </a:lnTo>
                <a:lnTo>
                  <a:pt x="372668" y="157670"/>
                </a:lnTo>
                <a:lnTo>
                  <a:pt x="383578" y="141592"/>
                </a:lnTo>
                <a:lnTo>
                  <a:pt x="400215" y="131051"/>
                </a:lnTo>
                <a:lnTo>
                  <a:pt x="421233" y="127279"/>
                </a:lnTo>
                <a:lnTo>
                  <a:pt x="442061" y="131051"/>
                </a:lnTo>
                <a:lnTo>
                  <a:pt x="458584" y="141592"/>
                </a:lnTo>
                <a:lnTo>
                  <a:pt x="469531" y="157670"/>
                </a:lnTo>
                <a:lnTo>
                  <a:pt x="473595" y="178079"/>
                </a:lnTo>
                <a:lnTo>
                  <a:pt x="473595" y="121196"/>
                </a:lnTo>
                <a:lnTo>
                  <a:pt x="453136" y="108673"/>
                </a:lnTo>
                <a:lnTo>
                  <a:pt x="421233" y="103162"/>
                </a:lnTo>
                <a:lnTo>
                  <a:pt x="389140" y="108673"/>
                </a:lnTo>
                <a:lnTo>
                  <a:pt x="363816" y="124104"/>
                </a:lnTo>
                <a:lnTo>
                  <a:pt x="347230" y="147789"/>
                </a:lnTo>
                <a:lnTo>
                  <a:pt x="341388" y="178079"/>
                </a:lnTo>
                <a:lnTo>
                  <a:pt x="347230" y="208330"/>
                </a:lnTo>
                <a:lnTo>
                  <a:pt x="363816" y="231927"/>
                </a:lnTo>
                <a:lnTo>
                  <a:pt x="389140" y="247269"/>
                </a:lnTo>
                <a:lnTo>
                  <a:pt x="421233" y="252730"/>
                </a:lnTo>
                <a:lnTo>
                  <a:pt x="453136" y="247269"/>
                </a:lnTo>
                <a:lnTo>
                  <a:pt x="478358" y="231927"/>
                </a:lnTo>
                <a:lnTo>
                  <a:pt x="480860" y="228371"/>
                </a:lnTo>
                <a:lnTo>
                  <a:pt x="494969" y="208330"/>
                </a:lnTo>
                <a:lnTo>
                  <a:pt x="501065" y="178079"/>
                </a:lnTo>
                <a:close/>
              </a:path>
              <a:path w="919479" h="326389">
                <a:moveTo>
                  <a:pt x="516623" y="52362"/>
                </a:moveTo>
                <a:lnTo>
                  <a:pt x="435229" y="52362"/>
                </a:lnTo>
                <a:lnTo>
                  <a:pt x="435229" y="3886"/>
                </a:lnTo>
                <a:lnTo>
                  <a:pt x="406450" y="3886"/>
                </a:lnTo>
                <a:lnTo>
                  <a:pt x="406450" y="52362"/>
                </a:lnTo>
                <a:lnTo>
                  <a:pt x="322732" y="52362"/>
                </a:lnTo>
                <a:lnTo>
                  <a:pt x="322732" y="76212"/>
                </a:lnTo>
                <a:lnTo>
                  <a:pt x="516623" y="76212"/>
                </a:lnTo>
                <a:lnTo>
                  <a:pt x="516623" y="52362"/>
                </a:lnTo>
                <a:close/>
              </a:path>
              <a:path w="919479" h="326389">
                <a:moveTo>
                  <a:pt x="631190" y="134277"/>
                </a:moveTo>
                <a:lnTo>
                  <a:pt x="576757" y="134277"/>
                </a:lnTo>
                <a:lnTo>
                  <a:pt x="576757" y="0"/>
                </a:lnTo>
                <a:lnTo>
                  <a:pt x="548246" y="0"/>
                </a:lnTo>
                <a:lnTo>
                  <a:pt x="548246" y="325831"/>
                </a:lnTo>
                <a:lnTo>
                  <a:pt x="576757" y="325831"/>
                </a:lnTo>
                <a:lnTo>
                  <a:pt x="576757" y="158381"/>
                </a:lnTo>
                <a:lnTo>
                  <a:pt x="631190" y="158381"/>
                </a:lnTo>
                <a:lnTo>
                  <a:pt x="631190" y="134277"/>
                </a:lnTo>
                <a:close/>
              </a:path>
              <a:path w="919479" h="326389">
                <a:moveTo>
                  <a:pt x="919175" y="0"/>
                </a:moveTo>
                <a:lnTo>
                  <a:pt x="890663" y="0"/>
                </a:lnTo>
                <a:lnTo>
                  <a:pt x="890663" y="72834"/>
                </a:lnTo>
                <a:lnTo>
                  <a:pt x="890663" y="96951"/>
                </a:lnTo>
                <a:lnTo>
                  <a:pt x="890663" y="176009"/>
                </a:lnTo>
                <a:lnTo>
                  <a:pt x="814324" y="176009"/>
                </a:lnTo>
                <a:lnTo>
                  <a:pt x="815949" y="167259"/>
                </a:lnTo>
                <a:lnTo>
                  <a:pt x="817130" y="158115"/>
                </a:lnTo>
                <a:lnTo>
                  <a:pt x="817841" y="148590"/>
                </a:lnTo>
                <a:lnTo>
                  <a:pt x="818083" y="138684"/>
                </a:lnTo>
                <a:lnTo>
                  <a:pt x="817778" y="127533"/>
                </a:lnTo>
                <a:lnTo>
                  <a:pt x="816851" y="116840"/>
                </a:lnTo>
                <a:lnTo>
                  <a:pt x="815352" y="106641"/>
                </a:lnTo>
                <a:lnTo>
                  <a:pt x="813295" y="96951"/>
                </a:lnTo>
                <a:lnTo>
                  <a:pt x="890663" y="96951"/>
                </a:lnTo>
                <a:lnTo>
                  <a:pt x="890663" y="72834"/>
                </a:lnTo>
                <a:lnTo>
                  <a:pt x="804989" y="72834"/>
                </a:lnTo>
                <a:lnTo>
                  <a:pt x="792632" y="52717"/>
                </a:lnTo>
                <a:lnTo>
                  <a:pt x="790867" y="51054"/>
                </a:lnTo>
                <a:lnTo>
                  <a:pt x="790867" y="138684"/>
                </a:lnTo>
                <a:lnTo>
                  <a:pt x="786892" y="174828"/>
                </a:lnTo>
                <a:lnTo>
                  <a:pt x="775741" y="202539"/>
                </a:lnTo>
                <a:lnTo>
                  <a:pt x="758609" y="220294"/>
                </a:lnTo>
                <a:lnTo>
                  <a:pt x="736688" y="226555"/>
                </a:lnTo>
                <a:lnTo>
                  <a:pt x="714667" y="220294"/>
                </a:lnTo>
                <a:lnTo>
                  <a:pt x="697547" y="202539"/>
                </a:lnTo>
                <a:lnTo>
                  <a:pt x="686460" y="174828"/>
                </a:lnTo>
                <a:lnTo>
                  <a:pt x="682510" y="138684"/>
                </a:lnTo>
                <a:lnTo>
                  <a:pt x="686460" y="102679"/>
                </a:lnTo>
                <a:lnTo>
                  <a:pt x="697547" y="75006"/>
                </a:lnTo>
                <a:lnTo>
                  <a:pt x="714667" y="57213"/>
                </a:lnTo>
                <a:lnTo>
                  <a:pt x="736688" y="50800"/>
                </a:lnTo>
                <a:lnTo>
                  <a:pt x="758609" y="57213"/>
                </a:lnTo>
                <a:lnTo>
                  <a:pt x="775741" y="75006"/>
                </a:lnTo>
                <a:lnTo>
                  <a:pt x="786892" y="102679"/>
                </a:lnTo>
                <a:lnTo>
                  <a:pt x="790867" y="138684"/>
                </a:lnTo>
                <a:lnTo>
                  <a:pt x="790867" y="51054"/>
                </a:lnTo>
                <a:lnTo>
                  <a:pt x="790600" y="50800"/>
                </a:lnTo>
                <a:lnTo>
                  <a:pt x="776820" y="37769"/>
                </a:lnTo>
                <a:lnTo>
                  <a:pt x="758024" y="28422"/>
                </a:lnTo>
                <a:lnTo>
                  <a:pt x="736688" y="25146"/>
                </a:lnTo>
                <a:lnTo>
                  <a:pt x="703554" y="33261"/>
                </a:lnTo>
                <a:lnTo>
                  <a:pt x="677684" y="56057"/>
                </a:lnTo>
                <a:lnTo>
                  <a:pt x="660908" y="91782"/>
                </a:lnTo>
                <a:lnTo>
                  <a:pt x="655040" y="138684"/>
                </a:lnTo>
                <a:lnTo>
                  <a:pt x="660908" y="185724"/>
                </a:lnTo>
                <a:lnTo>
                  <a:pt x="677684" y="221500"/>
                </a:lnTo>
                <a:lnTo>
                  <a:pt x="703554" y="244246"/>
                </a:lnTo>
                <a:lnTo>
                  <a:pt x="736688" y="252209"/>
                </a:lnTo>
                <a:lnTo>
                  <a:pt x="759066" y="248678"/>
                </a:lnTo>
                <a:lnTo>
                  <a:pt x="778586" y="238429"/>
                </a:lnTo>
                <a:lnTo>
                  <a:pt x="790257" y="226555"/>
                </a:lnTo>
                <a:lnTo>
                  <a:pt x="794753" y="221983"/>
                </a:lnTo>
                <a:lnTo>
                  <a:pt x="807072" y="199859"/>
                </a:lnTo>
                <a:lnTo>
                  <a:pt x="890663" y="199859"/>
                </a:lnTo>
                <a:lnTo>
                  <a:pt x="890663" y="326351"/>
                </a:lnTo>
                <a:lnTo>
                  <a:pt x="919175" y="326351"/>
                </a:lnTo>
                <a:lnTo>
                  <a:pt x="919175" y="199859"/>
                </a:lnTo>
                <a:lnTo>
                  <a:pt x="919175" y="176009"/>
                </a:lnTo>
                <a:lnTo>
                  <a:pt x="919175" y="96951"/>
                </a:lnTo>
                <a:lnTo>
                  <a:pt x="919175" y="72834"/>
                </a:lnTo>
                <a:lnTo>
                  <a:pt x="919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 descr=""/>
          <p:cNvSpPr/>
          <p:nvPr/>
        </p:nvSpPr>
        <p:spPr>
          <a:xfrm>
            <a:off x="12032800" y="2479738"/>
            <a:ext cx="55880" cy="100330"/>
          </a:xfrm>
          <a:custGeom>
            <a:avLst/>
            <a:gdLst/>
            <a:ahLst/>
            <a:cxnLst/>
            <a:rect l="l" t="t" r="r" b="b"/>
            <a:pathLst>
              <a:path w="55879" h="100330">
                <a:moveTo>
                  <a:pt x="55472" y="0"/>
                </a:moveTo>
                <a:lnTo>
                  <a:pt x="20218" y="0"/>
                </a:lnTo>
                <a:lnTo>
                  <a:pt x="0" y="99796"/>
                </a:lnTo>
                <a:lnTo>
                  <a:pt x="27216" y="99796"/>
                </a:lnTo>
                <a:lnTo>
                  <a:pt x="554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 descr=""/>
          <p:cNvSpPr/>
          <p:nvPr/>
        </p:nvSpPr>
        <p:spPr>
          <a:xfrm>
            <a:off x="12241378" y="2239009"/>
            <a:ext cx="163195" cy="265430"/>
          </a:xfrm>
          <a:custGeom>
            <a:avLst/>
            <a:gdLst/>
            <a:ahLst/>
            <a:cxnLst/>
            <a:rect l="l" t="t" r="r" b="b"/>
            <a:pathLst>
              <a:path w="163195" h="265430">
                <a:moveTo>
                  <a:pt x="162788" y="236220"/>
                </a:moveTo>
                <a:lnTo>
                  <a:pt x="32918" y="236220"/>
                </a:lnTo>
                <a:lnTo>
                  <a:pt x="32918" y="147320"/>
                </a:lnTo>
                <a:lnTo>
                  <a:pt x="152412" y="147320"/>
                </a:lnTo>
                <a:lnTo>
                  <a:pt x="152412" y="118110"/>
                </a:lnTo>
                <a:lnTo>
                  <a:pt x="32918" y="118110"/>
                </a:lnTo>
                <a:lnTo>
                  <a:pt x="32918" y="29210"/>
                </a:lnTo>
                <a:lnTo>
                  <a:pt x="160972" y="29210"/>
                </a:lnTo>
                <a:lnTo>
                  <a:pt x="160972" y="0"/>
                </a:lnTo>
                <a:lnTo>
                  <a:pt x="0" y="0"/>
                </a:lnTo>
                <a:lnTo>
                  <a:pt x="0" y="29210"/>
                </a:lnTo>
                <a:lnTo>
                  <a:pt x="0" y="118110"/>
                </a:lnTo>
                <a:lnTo>
                  <a:pt x="0" y="147320"/>
                </a:lnTo>
                <a:lnTo>
                  <a:pt x="0" y="236220"/>
                </a:lnTo>
                <a:lnTo>
                  <a:pt x="0" y="265430"/>
                </a:lnTo>
                <a:lnTo>
                  <a:pt x="162788" y="265430"/>
                </a:lnTo>
                <a:lnTo>
                  <a:pt x="162788" y="236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4" name="object 154" descr=""/>
          <p:cNvGrpSpPr/>
          <p:nvPr/>
        </p:nvGrpSpPr>
        <p:grpSpPr>
          <a:xfrm>
            <a:off x="12450309" y="2208600"/>
            <a:ext cx="1221740" cy="370840"/>
            <a:chOff x="12450309" y="2208600"/>
            <a:chExt cx="1221740" cy="370840"/>
          </a:xfrm>
        </p:grpSpPr>
        <p:pic>
          <p:nvPicPr>
            <p:cNvPr id="155" name="object 15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450309" y="2302954"/>
              <a:ext cx="158639" cy="201668"/>
            </a:xfrm>
            <a:prstGeom prst="rect">
              <a:avLst/>
            </a:prstGeom>
          </p:spPr>
        </p:pic>
        <p:pic>
          <p:nvPicPr>
            <p:cNvPr id="156" name="object 15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649904" y="2302954"/>
              <a:ext cx="176005" cy="205815"/>
            </a:xfrm>
            <a:prstGeom prst="rect">
              <a:avLst/>
            </a:prstGeom>
          </p:spPr>
        </p:pic>
        <p:sp>
          <p:nvSpPr>
            <p:cNvPr id="157" name="object 157" descr=""/>
            <p:cNvSpPr/>
            <p:nvPr/>
          </p:nvSpPr>
          <p:spPr>
            <a:xfrm>
              <a:off x="12866853" y="2208605"/>
              <a:ext cx="805180" cy="370840"/>
            </a:xfrm>
            <a:custGeom>
              <a:avLst/>
              <a:gdLst/>
              <a:ahLst/>
              <a:cxnLst/>
              <a:rect l="l" t="t" r="r" b="b"/>
              <a:pathLst>
                <a:path w="805180" h="370839">
                  <a:moveTo>
                    <a:pt x="262585" y="162788"/>
                  </a:moveTo>
                  <a:lnTo>
                    <a:pt x="258064" y="132410"/>
                  </a:lnTo>
                  <a:lnTo>
                    <a:pt x="245452" y="111074"/>
                  </a:lnTo>
                  <a:lnTo>
                    <a:pt x="226174" y="98488"/>
                  </a:lnTo>
                  <a:lnTo>
                    <a:pt x="201676" y="94348"/>
                  </a:lnTo>
                  <a:lnTo>
                    <a:pt x="181749" y="96748"/>
                  </a:lnTo>
                  <a:lnTo>
                    <a:pt x="164960" y="103555"/>
                  </a:lnTo>
                  <a:lnTo>
                    <a:pt x="151625" y="114261"/>
                  </a:lnTo>
                  <a:lnTo>
                    <a:pt x="142049" y="128308"/>
                  </a:lnTo>
                  <a:lnTo>
                    <a:pt x="139979" y="128308"/>
                  </a:lnTo>
                  <a:lnTo>
                    <a:pt x="131279" y="113931"/>
                  </a:lnTo>
                  <a:lnTo>
                    <a:pt x="119507" y="103263"/>
                  </a:lnTo>
                  <a:lnTo>
                    <a:pt x="104622" y="96634"/>
                  </a:lnTo>
                  <a:lnTo>
                    <a:pt x="86588" y="94348"/>
                  </a:lnTo>
                  <a:lnTo>
                    <a:pt x="68465" y="96634"/>
                  </a:lnTo>
                  <a:lnTo>
                    <a:pt x="53276" y="103263"/>
                  </a:lnTo>
                  <a:lnTo>
                    <a:pt x="41376" y="113931"/>
                  </a:lnTo>
                  <a:lnTo>
                    <a:pt x="33185" y="128308"/>
                  </a:lnTo>
                  <a:lnTo>
                    <a:pt x="30594" y="128308"/>
                  </a:lnTo>
                  <a:lnTo>
                    <a:pt x="30594" y="96951"/>
                  </a:lnTo>
                  <a:lnTo>
                    <a:pt x="0" y="96951"/>
                  </a:lnTo>
                  <a:lnTo>
                    <a:pt x="0" y="296024"/>
                  </a:lnTo>
                  <a:lnTo>
                    <a:pt x="31635" y="296024"/>
                  </a:lnTo>
                  <a:lnTo>
                    <a:pt x="31635" y="171856"/>
                  </a:lnTo>
                  <a:lnTo>
                    <a:pt x="35280" y="151917"/>
                  </a:lnTo>
                  <a:lnTo>
                    <a:pt x="45072" y="136347"/>
                  </a:lnTo>
                  <a:lnTo>
                    <a:pt x="59296" y="126225"/>
                  </a:lnTo>
                  <a:lnTo>
                    <a:pt x="76212" y="122605"/>
                  </a:lnTo>
                  <a:lnTo>
                    <a:pt x="92062" y="125310"/>
                  </a:lnTo>
                  <a:lnTo>
                    <a:pt x="104432" y="132943"/>
                  </a:lnTo>
                  <a:lnTo>
                    <a:pt x="112483" y="144805"/>
                  </a:lnTo>
                  <a:lnTo>
                    <a:pt x="115354" y="160197"/>
                  </a:lnTo>
                  <a:lnTo>
                    <a:pt x="115354" y="296024"/>
                  </a:lnTo>
                  <a:lnTo>
                    <a:pt x="147243" y="296024"/>
                  </a:lnTo>
                  <a:lnTo>
                    <a:pt x="147243" y="166674"/>
                  </a:lnTo>
                  <a:lnTo>
                    <a:pt x="150139" y="149072"/>
                  </a:lnTo>
                  <a:lnTo>
                    <a:pt x="158610" y="135115"/>
                  </a:lnTo>
                  <a:lnTo>
                    <a:pt x="172275" y="125920"/>
                  </a:lnTo>
                  <a:lnTo>
                    <a:pt x="190792" y="122605"/>
                  </a:lnTo>
                  <a:lnTo>
                    <a:pt x="206248" y="124853"/>
                  </a:lnTo>
                  <a:lnTo>
                    <a:pt x="219036" y="131978"/>
                  </a:lnTo>
                  <a:lnTo>
                    <a:pt x="227749" y="144589"/>
                  </a:lnTo>
                  <a:lnTo>
                    <a:pt x="230962" y="163309"/>
                  </a:lnTo>
                  <a:lnTo>
                    <a:pt x="230962" y="296024"/>
                  </a:lnTo>
                  <a:lnTo>
                    <a:pt x="262585" y="296024"/>
                  </a:lnTo>
                  <a:lnTo>
                    <a:pt x="262585" y="162788"/>
                  </a:lnTo>
                  <a:close/>
                </a:path>
                <a:path w="805180" h="370839">
                  <a:moveTo>
                    <a:pt x="476694" y="96951"/>
                  </a:moveTo>
                  <a:lnTo>
                    <a:pt x="442480" y="96951"/>
                  </a:lnTo>
                  <a:lnTo>
                    <a:pt x="388048" y="255066"/>
                  </a:lnTo>
                  <a:lnTo>
                    <a:pt x="385978" y="255066"/>
                  </a:lnTo>
                  <a:lnTo>
                    <a:pt x="331546" y="96951"/>
                  </a:lnTo>
                  <a:lnTo>
                    <a:pt x="297319" y="96951"/>
                  </a:lnTo>
                  <a:lnTo>
                    <a:pt x="370941" y="297319"/>
                  </a:lnTo>
                  <a:lnTo>
                    <a:pt x="365239" y="312610"/>
                  </a:lnTo>
                  <a:lnTo>
                    <a:pt x="357200" y="329514"/>
                  </a:lnTo>
                  <a:lnTo>
                    <a:pt x="348907" y="338404"/>
                  </a:lnTo>
                  <a:lnTo>
                    <a:pt x="340233" y="341845"/>
                  </a:lnTo>
                  <a:lnTo>
                    <a:pt x="331025" y="342417"/>
                  </a:lnTo>
                  <a:lnTo>
                    <a:pt x="326097" y="342417"/>
                  </a:lnTo>
                  <a:lnTo>
                    <a:pt x="318833" y="342163"/>
                  </a:lnTo>
                  <a:lnTo>
                    <a:pt x="315722" y="341909"/>
                  </a:lnTo>
                  <a:lnTo>
                    <a:pt x="315468" y="369900"/>
                  </a:lnTo>
                  <a:lnTo>
                    <a:pt x="319620" y="370420"/>
                  </a:lnTo>
                  <a:lnTo>
                    <a:pt x="326351" y="370674"/>
                  </a:lnTo>
                  <a:lnTo>
                    <a:pt x="333095" y="370674"/>
                  </a:lnTo>
                  <a:lnTo>
                    <a:pt x="352653" y="367880"/>
                  </a:lnTo>
                  <a:lnTo>
                    <a:pt x="368998" y="359397"/>
                  </a:lnTo>
                  <a:lnTo>
                    <a:pt x="382231" y="345084"/>
                  </a:lnTo>
                  <a:lnTo>
                    <a:pt x="392455" y="324789"/>
                  </a:lnTo>
                  <a:lnTo>
                    <a:pt x="476694" y="96951"/>
                  </a:lnTo>
                  <a:close/>
                </a:path>
                <a:path w="805180" h="370839">
                  <a:moveTo>
                    <a:pt x="667486" y="34988"/>
                  </a:moveTo>
                  <a:lnTo>
                    <a:pt x="516877" y="34988"/>
                  </a:lnTo>
                  <a:lnTo>
                    <a:pt x="516877" y="59105"/>
                  </a:lnTo>
                  <a:lnTo>
                    <a:pt x="638187" y="59105"/>
                  </a:lnTo>
                  <a:lnTo>
                    <a:pt x="629577" y="103720"/>
                  </a:lnTo>
                  <a:lnTo>
                    <a:pt x="611568" y="144526"/>
                  </a:lnTo>
                  <a:lnTo>
                    <a:pt x="584200" y="181216"/>
                  </a:lnTo>
                  <a:lnTo>
                    <a:pt x="547522" y="213499"/>
                  </a:lnTo>
                  <a:lnTo>
                    <a:pt x="501586" y="241071"/>
                  </a:lnTo>
                  <a:lnTo>
                    <a:pt x="517652" y="263626"/>
                  </a:lnTo>
                  <a:lnTo>
                    <a:pt x="565632" y="234911"/>
                  </a:lnTo>
                  <a:lnTo>
                    <a:pt x="603681" y="201587"/>
                  </a:lnTo>
                  <a:lnTo>
                    <a:pt x="632320" y="164274"/>
                  </a:lnTo>
                  <a:lnTo>
                    <a:pt x="652145" y="123647"/>
                  </a:lnTo>
                  <a:lnTo>
                    <a:pt x="663676" y="80340"/>
                  </a:lnTo>
                  <a:lnTo>
                    <a:pt x="667486" y="34988"/>
                  </a:lnTo>
                  <a:close/>
                </a:path>
                <a:path w="805180" h="370839">
                  <a:moveTo>
                    <a:pt x="804608" y="132461"/>
                  </a:moveTo>
                  <a:lnTo>
                    <a:pt x="751725" y="132461"/>
                  </a:lnTo>
                  <a:lnTo>
                    <a:pt x="751725" y="0"/>
                  </a:lnTo>
                  <a:lnTo>
                    <a:pt x="722947" y="0"/>
                  </a:lnTo>
                  <a:lnTo>
                    <a:pt x="722947" y="325577"/>
                  </a:lnTo>
                  <a:lnTo>
                    <a:pt x="751725" y="325577"/>
                  </a:lnTo>
                  <a:lnTo>
                    <a:pt x="751725" y="156819"/>
                  </a:lnTo>
                  <a:lnTo>
                    <a:pt x="804608" y="156819"/>
                  </a:lnTo>
                  <a:lnTo>
                    <a:pt x="804608" y="1324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8" name="object 158" descr=""/>
          <p:cNvSpPr/>
          <p:nvPr/>
        </p:nvSpPr>
        <p:spPr>
          <a:xfrm>
            <a:off x="13784428" y="2207564"/>
            <a:ext cx="930275" cy="323850"/>
          </a:xfrm>
          <a:custGeom>
            <a:avLst/>
            <a:gdLst/>
            <a:ahLst/>
            <a:cxnLst/>
            <a:rect l="l" t="t" r="r" b="b"/>
            <a:pathLst>
              <a:path w="930275" h="323850">
                <a:moveTo>
                  <a:pt x="283845" y="160464"/>
                </a:moveTo>
                <a:lnTo>
                  <a:pt x="240944" y="146456"/>
                </a:lnTo>
                <a:lnTo>
                  <a:pt x="201942" y="121158"/>
                </a:lnTo>
                <a:lnTo>
                  <a:pt x="173558" y="87439"/>
                </a:lnTo>
                <a:lnTo>
                  <a:pt x="162521" y="48221"/>
                </a:lnTo>
                <a:lnTo>
                  <a:pt x="162521" y="23075"/>
                </a:lnTo>
                <a:lnTo>
                  <a:pt x="132461" y="23075"/>
                </a:lnTo>
                <a:lnTo>
                  <a:pt x="132461" y="48221"/>
                </a:lnTo>
                <a:lnTo>
                  <a:pt x="121500" y="87439"/>
                </a:lnTo>
                <a:lnTo>
                  <a:pt x="93345" y="121158"/>
                </a:lnTo>
                <a:lnTo>
                  <a:pt x="54559" y="146456"/>
                </a:lnTo>
                <a:lnTo>
                  <a:pt x="11671" y="160464"/>
                </a:lnTo>
                <a:lnTo>
                  <a:pt x="24625" y="184302"/>
                </a:lnTo>
                <a:lnTo>
                  <a:pt x="61722" y="172339"/>
                </a:lnTo>
                <a:lnTo>
                  <a:pt x="96634" y="152590"/>
                </a:lnTo>
                <a:lnTo>
                  <a:pt x="126301" y="125984"/>
                </a:lnTo>
                <a:lnTo>
                  <a:pt x="147624" y="93446"/>
                </a:lnTo>
                <a:lnTo>
                  <a:pt x="168871" y="125984"/>
                </a:lnTo>
                <a:lnTo>
                  <a:pt x="198602" y="152590"/>
                </a:lnTo>
                <a:lnTo>
                  <a:pt x="233667" y="172339"/>
                </a:lnTo>
                <a:lnTo>
                  <a:pt x="270878" y="184302"/>
                </a:lnTo>
                <a:lnTo>
                  <a:pt x="283845" y="160464"/>
                </a:lnTo>
                <a:close/>
              </a:path>
              <a:path w="930275" h="323850">
                <a:moveTo>
                  <a:pt x="298361" y="260261"/>
                </a:moveTo>
                <a:lnTo>
                  <a:pt x="161747" y="260261"/>
                </a:lnTo>
                <a:lnTo>
                  <a:pt x="161747" y="180682"/>
                </a:lnTo>
                <a:lnTo>
                  <a:pt x="133489" y="180682"/>
                </a:lnTo>
                <a:lnTo>
                  <a:pt x="133489" y="260261"/>
                </a:lnTo>
                <a:lnTo>
                  <a:pt x="0" y="260261"/>
                </a:lnTo>
                <a:lnTo>
                  <a:pt x="0" y="284099"/>
                </a:lnTo>
                <a:lnTo>
                  <a:pt x="298361" y="284099"/>
                </a:lnTo>
                <a:lnTo>
                  <a:pt x="298361" y="260261"/>
                </a:lnTo>
                <a:close/>
              </a:path>
              <a:path w="930275" h="323850">
                <a:moveTo>
                  <a:pt x="519988" y="33185"/>
                </a:moveTo>
                <a:lnTo>
                  <a:pt x="440143" y="33185"/>
                </a:lnTo>
                <a:lnTo>
                  <a:pt x="440143" y="0"/>
                </a:lnTo>
                <a:lnTo>
                  <a:pt x="411378" y="0"/>
                </a:lnTo>
                <a:lnTo>
                  <a:pt x="411378" y="33185"/>
                </a:lnTo>
                <a:lnTo>
                  <a:pt x="331279" y="33185"/>
                </a:lnTo>
                <a:lnTo>
                  <a:pt x="331279" y="54952"/>
                </a:lnTo>
                <a:lnTo>
                  <a:pt x="519988" y="54952"/>
                </a:lnTo>
                <a:lnTo>
                  <a:pt x="519988" y="33185"/>
                </a:lnTo>
                <a:close/>
              </a:path>
              <a:path w="930275" h="323850">
                <a:moveTo>
                  <a:pt x="532168" y="203746"/>
                </a:moveTo>
                <a:lnTo>
                  <a:pt x="530834" y="191947"/>
                </a:lnTo>
                <a:lnTo>
                  <a:pt x="529831" y="183007"/>
                </a:lnTo>
                <a:lnTo>
                  <a:pt x="508127" y="186029"/>
                </a:lnTo>
                <a:lnTo>
                  <a:pt x="485762" y="188506"/>
                </a:lnTo>
                <a:lnTo>
                  <a:pt x="463016" y="190461"/>
                </a:lnTo>
                <a:lnTo>
                  <a:pt x="440143" y="191947"/>
                </a:lnTo>
                <a:lnTo>
                  <a:pt x="440143" y="168490"/>
                </a:lnTo>
                <a:lnTo>
                  <a:pt x="465658" y="163017"/>
                </a:lnTo>
                <a:lnTo>
                  <a:pt x="485038" y="152717"/>
                </a:lnTo>
                <a:lnTo>
                  <a:pt x="488543" y="148539"/>
                </a:lnTo>
                <a:lnTo>
                  <a:pt x="497319" y="138074"/>
                </a:lnTo>
                <a:lnTo>
                  <a:pt x="498957" y="131368"/>
                </a:lnTo>
                <a:lnTo>
                  <a:pt x="501840" y="119240"/>
                </a:lnTo>
                <a:lnTo>
                  <a:pt x="496265" y="98158"/>
                </a:lnTo>
                <a:lnTo>
                  <a:pt x="487730" y="89433"/>
                </a:lnTo>
                <a:lnTo>
                  <a:pt x="480809" y="82372"/>
                </a:lnTo>
                <a:lnTo>
                  <a:pt x="474357" y="79730"/>
                </a:lnTo>
                <a:lnTo>
                  <a:pt x="474357" y="119240"/>
                </a:lnTo>
                <a:lnTo>
                  <a:pt x="470941" y="131368"/>
                </a:lnTo>
                <a:lnTo>
                  <a:pt x="461137" y="140601"/>
                </a:lnTo>
                <a:lnTo>
                  <a:pt x="445706" y="146469"/>
                </a:lnTo>
                <a:lnTo>
                  <a:pt x="425373" y="148539"/>
                </a:lnTo>
                <a:lnTo>
                  <a:pt x="405041" y="146469"/>
                </a:lnTo>
                <a:lnTo>
                  <a:pt x="389636" y="140601"/>
                </a:lnTo>
                <a:lnTo>
                  <a:pt x="379920" y="131368"/>
                </a:lnTo>
                <a:lnTo>
                  <a:pt x="376643" y="119240"/>
                </a:lnTo>
                <a:lnTo>
                  <a:pt x="379920" y="106819"/>
                </a:lnTo>
                <a:lnTo>
                  <a:pt x="389636" y="97434"/>
                </a:lnTo>
                <a:lnTo>
                  <a:pt x="405041" y="91503"/>
                </a:lnTo>
                <a:lnTo>
                  <a:pt x="425373" y="89433"/>
                </a:lnTo>
                <a:lnTo>
                  <a:pt x="445706" y="91503"/>
                </a:lnTo>
                <a:lnTo>
                  <a:pt x="461137" y="97434"/>
                </a:lnTo>
                <a:lnTo>
                  <a:pt x="470941" y="106819"/>
                </a:lnTo>
                <a:lnTo>
                  <a:pt x="474357" y="119240"/>
                </a:lnTo>
                <a:lnTo>
                  <a:pt x="474357" y="79730"/>
                </a:lnTo>
                <a:lnTo>
                  <a:pt x="456742" y="72517"/>
                </a:lnTo>
                <a:lnTo>
                  <a:pt x="425373" y="69215"/>
                </a:lnTo>
                <a:lnTo>
                  <a:pt x="394068" y="72517"/>
                </a:lnTo>
                <a:lnTo>
                  <a:pt x="369963" y="82372"/>
                </a:lnTo>
                <a:lnTo>
                  <a:pt x="354507" y="98158"/>
                </a:lnTo>
                <a:lnTo>
                  <a:pt x="349161" y="119240"/>
                </a:lnTo>
                <a:lnTo>
                  <a:pt x="353428" y="138074"/>
                </a:lnTo>
                <a:lnTo>
                  <a:pt x="365925" y="152882"/>
                </a:lnTo>
                <a:lnTo>
                  <a:pt x="385597" y="163207"/>
                </a:lnTo>
                <a:lnTo>
                  <a:pt x="411378" y="168617"/>
                </a:lnTo>
                <a:lnTo>
                  <a:pt x="411378" y="193243"/>
                </a:lnTo>
                <a:lnTo>
                  <a:pt x="387756" y="193967"/>
                </a:lnTo>
                <a:lnTo>
                  <a:pt x="337362" y="194678"/>
                </a:lnTo>
                <a:lnTo>
                  <a:pt x="322986" y="194678"/>
                </a:lnTo>
                <a:lnTo>
                  <a:pt x="326263" y="217601"/>
                </a:lnTo>
                <a:lnTo>
                  <a:pt x="326351" y="218262"/>
                </a:lnTo>
                <a:lnTo>
                  <a:pt x="372757" y="217601"/>
                </a:lnTo>
                <a:lnTo>
                  <a:pt x="424497" y="215671"/>
                </a:lnTo>
                <a:lnTo>
                  <a:pt x="478612" y="211404"/>
                </a:lnTo>
                <a:lnTo>
                  <a:pt x="532168" y="203746"/>
                </a:lnTo>
                <a:close/>
              </a:path>
              <a:path w="930275" h="323850">
                <a:moveTo>
                  <a:pt x="590753" y="295770"/>
                </a:moveTo>
                <a:lnTo>
                  <a:pt x="400748" y="295770"/>
                </a:lnTo>
                <a:lnTo>
                  <a:pt x="400748" y="238734"/>
                </a:lnTo>
                <a:lnTo>
                  <a:pt x="371970" y="238734"/>
                </a:lnTo>
                <a:lnTo>
                  <a:pt x="371970" y="319620"/>
                </a:lnTo>
                <a:lnTo>
                  <a:pt x="590753" y="319620"/>
                </a:lnTo>
                <a:lnTo>
                  <a:pt x="590753" y="295770"/>
                </a:lnTo>
                <a:close/>
              </a:path>
              <a:path w="930275" h="323850">
                <a:moveTo>
                  <a:pt x="627557" y="115100"/>
                </a:moveTo>
                <a:lnTo>
                  <a:pt x="578827" y="115100"/>
                </a:lnTo>
                <a:lnTo>
                  <a:pt x="578827" y="1041"/>
                </a:lnTo>
                <a:lnTo>
                  <a:pt x="550049" y="1041"/>
                </a:lnTo>
                <a:lnTo>
                  <a:pt x="550049" y="255854"/>
                </a:lnTo>
                <a:lnTo>
                  <a:pt x="578827" y="255854"/>
                </a:lnTo>
                <a:lnTo>
                  <a:pt x="578827" y="139458"/>
                </a:lnTo>
                <a:lnTo>
                  <a:pt x="627557" y="139458"/>
                </a:lnTo>
                <a:lnTo>
                  <a:pt x="627557" y="115100"/>
                </a:lnTo>
                <a:close/>
              </a:path>
              <a:path w="930275" h="323850">
                <a:moveTo>
                  <a:pt x="864997" y="156057"/>
                </a:moveTo>
                <a:lnTo>
                  <a:pt x="864196" y="145681"/>
                </a:lnTo>
                <a:lnTo>
                  <a:pt x="864082" y="144132"/>
                </a:lnTo>
                <a:lnTo>
                  <a:pt x="863993" y="142963"/>
                </a:lnTo>
                <a:lnTo>
                  <a:pt x="863447" y="135839"/>
                </a:lnTo>
                <a:lnTo>
                  <a:pt x="841502" y="138150"/>
                </a:lnTo>
                <a:lnTo>
                  <a:pt x="818984" y="140081"/>
                </a:lnTo>
                <a:lnTo>
                  <a:pt x="796074" y="141668"/>
                </a:lnTo>
                <a:lnTo>
                  <a:pt x="772972" y="142963"/>
                </a:lnTo>
                <a:lnTo>
                  <a:pt x="772972" y="109651"/>
                </a:lnTo>
                <a:lnTo>
                  <a:pt x="838555" y="109651"/>
                </a:lnTo>
                <a:lnTo>
                  <a:pt x="838555" y="87096"/>
                </a:lnTo>
                <a:lnTo>
                  <a:pt x="710501" y="87096"/>
                </a:lnTo>
                <a:lnTo>
                  <a:pt x="710501" y="37592"/>
                </a:lnTo>
                <a:lnTo>
                  <a:pt x="834923" y="37592"/>
                </a:lnTo>
                <a:lnTo>
                  <a:pt x="834923" y="15303"/>
                </a:lnTo>
                <a:lnTo>
                  <a:pt x="680961" y="15303"/>
                </a:lnTo>
                <a:lnTo>
                  <a:pt x="680961" y="109651"/>
                </a:lnTo>
                <a:lnTo>
                  <a:pt x="743940" y="109651"/>
                </a:lnTo>
                <a:lnTo>
                  <a:pt x="743940" y="144132"/>
                </a:lnTo>
                <a:lnTo>
                  <a:pt x="719709" y="144792"/>
                </a:lnTo>
                <a:lnTo>
                  <a:pt x="650887" y="145681"/>
                </a:lnTo>
                <a:lnTo>
                  <a:pt x="654697" y="168262"/>
                </a:lnTo>
                <a:lnTo>
                  <a:pt x="654773" y="168757"/>
                </a:lnTo>
                <a:lnTo>
                  <a:pt x="703948" y="168262"/>
                </a:lnTo>
                <a:lnTo>
                  <a:pt x="756970" y="166382"/>
                </a:lnTo>
                <a:lnTo>
                  <a:pt x="811441" y="162521"/>
                </a:lnTo>
                <a:lnTo>
                  <a:pt x="864997" y="156057"/>
                </a:lnTo>
                <a:close/>
              </a:path>
              <a:path w="930275" h="323850">
                <a:moveTo>
                  <a:pt x="918133" y="1295"/>
                </a:moveTo>
                <a:lnTo>
                  <a:pt x="889622" y="1295"/>
                </a:lnTo>
                <a:lnTo>
                  <a:pt x="889622" y="176784"/>
                </a:lnTo>
                <a:lnTo>
                  <a:pt x="918133" y="176784"/>
                </a:lnTo>
                <a:lnTo>
                  <a:pt x="918133" y="1295"/>
                </a:lnTo>
                <a:close/>
              </a:path>
              <a:path w="930275" h="323850">
                <a:moveTo>
                  <a:pt x="929805" y="299656"/>
                </a:moveTo>
                <a:lnTo>
                  <a:pt x="730986" y="299656"/>
                </a:lnTo>
                <a:lnTo>
                  <a:pt x="730986" y="266992"/>
                </a:lnTo>
                <a:lnTo>
                  <a:pt x="918133" y="266992"/>
                </a:lnTo>
                <a:lnTo>
                  <a:pt x="918133" y="191566"/>
                </a:lnTo>
                <a:lnTo>
                  <a:pt x="701954" y="191566"/>
                </a:lnTo>
                <a:lnTo>
                  <a:pt x="701954" y="214630"/>
                </a:lnTo>
                <a:lnTo>
                  <a:pt x="889876" y="214630"/>
                </a:lnTo>
                <a:lnTo>
                  <a:pt x="889876" y="244957"/>
                </a:lnTo>
                <a:lnTo>
                  <a:pt x="702475" y="244957"/>
                </a:lnTo>
                <a:lnTo>
                  <a:pt x="702475" y="323240"/>
                </a:lnTo>
                <a:lnTo>
                  <a:pt x="929805" y="323240"/>
                </a:lnTo>
                <a:lnTo>
                  <a:pt x="929805" y="299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 descr=""/>
          <p:cNvSpPr/>
          <p:nvPr/>
        </p:nvSpPr>
        <p:spPr>
          <a:xfrm>
            <a:off x="14767890" y="2208605"/>
            <a:ext cx="619760" cy="326390"/>
          </a:xfrm>
          <a:custGeom>
            <a:avLst/>
            <a:gdLst/>
            <a:ahLst/>
            <a:cxnLst/>
            <a:rect l="l" t="t" r="r" b="b"/>
            <a:pathLst>
              <a:path w="619759" h="326389">
                <a:moveTo>
                  <a:pt x="75425" y="234327"/>
                </a:moveTo>
                <a:lnTo>
                  <a:pt x="73520" y="216179"/>
                </a:lnTo>
                <a:lnTo>
                  <a:pt x="72834" y="209702"/>
                </a:lnTo>
                <a:lnTo>
                  <a:pt x="59867" y="212559"/>
                </a:lnTo>
                <a:lnTo>
                  <a:pt x="47726" y="214452"/>
                </a:lnTo>
                <a:lnTo>
                  <a:pt x="36601" y="215595"/>
                </a:lnTo>
                <a:lnTo>
                  <a:pt x="26695" y="216179"/>
                </a:lnTo>
                <a:lnTo>
                  <a:pt x="26695" y="65062"/>
                </a:lnTo>
                <a:lnTo>
                  <a:pt x="70764" y="65062"/>
                </a:lnTo>
                <a:lnTo>
                  <a:pt x="70764" y="41211"/>
                </a:lnTo>
                <a:lnTo>
                  <a:pt x="0" y="41211"/>
                </a:lnTo>
                <a:lnTo>
                  <a:pt x="0" y="240804"/>
                </a:lnTo>
                <a:lnTo>
                  <a:pt x="12954" y="240804"/>
                </a:lnTo>
                <a:lnTo>
                  <a:pt x="24650" y="240677"/>
                </a:lnTo>
                <a:lnTo>
                  <a:pt x="39039" y="239903"/>
                </a:lnTo>
                <a:lnTo>
                  <a:pt x="56007" y="237972"/>
                </a:lnTo>
                <a:lnTo>
                  <a:pt x="75425" y="234327"/>
                </a:lnTo>
                <a:close/>
              </a:path>
              <a:path w="619759" h="326389">
                <a:moveTo>
                  <a:pt x="166928" y="233299"/>
                </a:moveTo>
                <a:lnTo>
                  <a:pt x="164960" y="216319"/>
                </a:lnTo>
                <a:lnTo>
                  <a:pt x="164071" y="208673"/>
                </a:lnTo>
                <a:lnTo>
                  <a:pt x="149707" y="212267"/>
                </a:lnTo>
                <a:lnTo>
                  <a:pt x="136029" y="214528"/>
                </a:lnTo>
                <a:lnTo>
                  <a:pt x="123164" y="215773"/>
                </a:lnTo>
                <a:lnTo>
                  <a:pt x="111201" y="216319"/>
                </a:lnTo>
                <a:lnTo>
                  <a:pt x="111201" y="65062"/>
                </a:lnTo>
                <a:lnTo>
                  <a:pt x="157340" y="65062"/>
                </a:lnTo>
                <a:lnTo>
                  <a:pt x="157340" y="41211"/>
                </a:lnTo>
                <a:lnTo>
                  <a:pt x="85013" y="41211"/>
                </a:lnTo>
                <a:lnTo>
                  <a:pt x="85013" y="240804"/>
                </a:lnTo>
                <a:lnTo>
                  <a:pt x="98234" y="240804"/>
                </a:lnTo>
                <a:lnTo>
                  <a:pt x="113131" y="240652"/>
                </a:lnTo>
                <a:lnTo>
                  <a:pt x="129476" y="239776"/>
                </a:lnTo>
                <a:lnTo>
                  <a:pt x="147370" y="237528"/>
                </a:lnTo>
                <a:lnTo>
                  <a:pt x="166928" y="233299"/>
                </a:lnTo>
                <a:close/>
              </a:path>
              <a:path w="619759" h="326389">
                <a:moveTo>
                  <a:pt x="272948" y="0"/>
                </a:moveTo>
                <a:lnTo>
                  <a:pt x="245465" y="0"/>
                </a:lnTo>
                <a:lnTo>
                  <a:pt x="245465" y="133235"/>
                </a:lnTo>
                <a:lnTo>
                  <a:pt x="206070" y="133235"/>
                </a:lnTo>
                <a:lnTo>
                  <a:pt x="206070" y="7264"/>
                </a:lnTo>
                <a:lnTo>
                  <a:pt x="179108" y="7264"/>
                </a:lnTo>
                <a:lnTo>
                  <a:pt x="179108" y="309499"/>
                </a:lnTo>
                <a:lnTo>
                  <a:pt x="206070" y="309499"/>
                </a:lnTo>
                <a:lnTo>
                  <a:pt x="206070" y="157086"/>
                </a:lnTo>
                <a:lnTo>
                  <a:pt x="245465" y="157086"/>
                </a:lnTo>
                <a:lnTo>
                  <a:pt x="245465" y="325831"/>
                </a:lnTo>
                <a:lnTo>
                  <a:pt x="272948" y="325831"/>
                </a:lnTo>
                <a:lnTo>
                  <a:pt x="272948" y="157086"/>
                </a:lnTo>
                <a:lnTo>
                  <a:pt x="272948" y="133235"/>
                </a:lnTo>
                <a:lnTo>
                  <a:pt x="272948" y="0"/>
                </a:lnTo>
                <a:close/>
              </a:path>
              <a:path w="619759" h="326389">
                <a:moveTo>
                  <a:pt x="518934" y="242887"/>
                </a:moveTo>
                <a:lnTo>
                  <a:pt x="517779" y="230695"/>
                </a:lnTo>
                <a:lnTo>
                  <a:pt x="517664" y="229539"/>
                </a:lnTo>
                <a:lnTo>
                  <a:pt x="517575" y="228498"/>
                </a:lnTo>
                <a:lnTo>
                  <a:pt x="516864" y="221107"/>
                </a:lnTo>
                <a:lnTo>
                  <a:pt x="495198" y="223647"/>
                </a:lnTo>
                <a:lnTo>
                  <a:pt x="472935" y="225679"/>
                </a:lnTo>
                <a:lnTo>
                  <a:pt x="450265" y="227266"/>
                </a:lnTo>
                <a:lnTo>
                  <a:pt x="427443" y="228498"/>
                </a:lnTo>
                <a:lnTo>
                  <a:pt x="427443" y="173024"/>
                </a:lnTo>
                <a:lnTo>
                  <a:pt x="456577" y="164757"/>
                </a:lnTo>
                <a:lnTo>
                  <a:pt x="478523" y="149313"/>
                </a:lnTo>
                <a:lnTo>
                  <a:pt x="499757" y="97726"/>
                </a:lnTo>
                <a:lnTo>
                  <a:pt x="493115" y="66675"/>
                </a:lnTo>
                <a:lnTo>
                  <a:pt x="477481" y="45885"/>
                </a:lnTo>
                <a:lnTo>
                  <a:pt x="475005" y="42570"/>
                </a:lnTo>
                <a:lnTo>
                  <a:pt x="471500" y="40576"/>
                </a:lnTo>
                <a:lnTo>
                  <a:pt x="471500" y="97726"/>
                </a:lnTo>
                <a:lnTo>
                  <a:pt x="466979" y="118719"/>
                </a:lnTo>
                <a:lnTo>
                  <a:pt x="454748" y="135077"/>
                </a:lnTo>
                <a:lnTo>
                  <a:pt x="436257" y="145656"/>
                </a:lnTo>
                <a:lnTo>
                  <a:pt x="412927" y="149313"/>
                </a:lnTo>
                <a:lnTo>
                  <a:pt x="389255" y="145656"/>
                </a:lnTo>
                <a:lnTo>
                  <a:pt x="370573" y="135077"/>
                </a:lnTo>
                <a:lnTo>
                  <a:pt x="358355" y="118719"/>
                </a:lnTo>
                <a:lnTo>
                  <a:pt x="354076" y="97726"/>
                </a:lnTo>
                <a:lnTo>
                  <a:pt x="358355" y="76758"/>
                </a:lnTo>
                <a:lnTo>
                  <a:pt x="370573" y="60426"/>
                </a:lnTo>
                <a:lnTo>
                  <a:pt x="389255" y="49784"/>
                </a:lnTo>
                <a:lnTo>
                  <a:pt x="412927" y="45885"/>
                </a:lnTo>
                <a:lnTo>
                  <a:pt x="436257" y="49784"/>
                </a:lnTo>
                <a:lnTo>
                  <a:pt x="454748" y="60426"/>
                </a:lnTo>
                <a:lnTo>
                  <a:pt x="466979" y="76758"/>
                </a:lnTo>
                <a:lnTo>
                  <a:pt x="471500" y="97726"/>
                </a:lnTo>
                <a:lnTo>
                  <a:pt x="471500" y="40576"/>
                </a:lnTo>
                <a:lnTo>
                  <a:pt x="447560" y="26936"/>
                </a:lnTo>
                <a:lnTo>
                  <a:pt x="412927" y="21259"/>
                </a:lnTo>
                <a:lnTo>
                  <a:pt x="377774" y="26936"/>
                </a:lnTo>
                <a:lnTo>
                  <a:pt x="350253" y="42570"/>
                </a:lnTo>
                <a:lnTo>
                  <a:pt x="332359" y="66675"/>
                </a:lnTo>
                <a:lnTo>
                  <a:pt x="326085" y="97726"/>
                </a:lnTo>
                <a:lnTo>
                  <a:pt x="331216" y="126047"/>
                </a:lnTo>
                <a:lnTo>
                  <a:pt x="345998" y="148805"/>
                </a:lnTo>
                <a:lnTo>
                  <a:pt x="368973" y="164884"/>
                </a:lnTo>
                <a:lnTo>
                  <a:pt x="398665" y="173151"/>
                </a:lnTo>
                <a:lnTo>
                  <a:pt x="398665" y="229539"/>
                </a:lnTo>
                <a:lnTo>
                  <a:pt x="375310" y="230085"/>
                </a:lnTo>
                <a:lnTo>
                  <a:pt x="317957" y="230695"/>
                </a:lnTo>
                <a:lnTo>
                  <a:pt x="310527" y="230695"/>
                </a:lnTo>
                <a:lnTo>
                  <a:pt x="315455" y="254812"/>
                </a:lnTo>
                <a:lnTo>
                  <a:pt x="361530" y="254812"/>
                </a:lnTo>
                <a:lnTo>
                  <a:pt x="412724" y="253415"/>
                </a:lnTo>
                <a:lnTo>
                  <a:pt x="466001" y="249745"/>
                </a:lnTo>
                <a:lnTo>
                  <a:pt x="518934" y="242887"/>
                </a:lnTo>
                <a:close/>
              </a:path>
              <a:path w="619759" h="326389">
                <a:moveTo>
                  <a:pt x="619518" y="134531"/>
                </a:moveTo>
                <a:lnTo>
                  <a:pt x="566381" y="134531"/>
                </a:lnTo>
                <a:lnTo>
                  <a:pt x="566381" y="0"/>
                </a:lnTo>
                <a:lnTo>
                  <a:pt x="537857" y="0"/>
                </a:lnTo>
                <a:lnTo>
                  <a:pt x="537857" y="325831"/>
                </a:lnTo>
                <a:lnTo>
                  <a:pt x="566381" y="325831"/>
                </a:lnTo>
                <a:lnTo>
                  <a:pt x="566381" y="159156"/>
                </a:lnTo>
                <a:lnTo>
                  <a:pt x="619518" y="159156"/>
                </a:lnTo>
                <a:lnTo>
                  <a:pt x="619518" y="1345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 descr=""/>
          <p:cNvSpPr/>
          <p:nvPr/>
        </p:nvSpPr>
        <p:spPr>
          <a:xfrm>
            <a:off x="15500567" y="2208605"/>
            <a:ext cx="932180" cy="326390"/>
          </a:xfrm>
          <a:custGeom>
            <a:avLst/>
            <a:gdLst/>
            <a:ahLst/>
            <a:cxnLst/>
            <a:rect l="l" t="t" r="r" b="b"/>
            <a:pathLst>
              <a:path w="932180" h="326389">
                <a:moveTo>
                  <a:pt x="280466" y="109651"/>
                </a:moveTo>
                <a:lnTo>
                  <a:pt x="238506" y="100761"/>
                </a:lnTo>
                <a:lnTo>
                  <a:pt x="202399" y="84747"/>
                </a:lnTo>
                <a:lnTo>
                  <a:pt x="167195" y="36804"/>
                </a:lnTo>
                <a:lnTo>
                  <a:pt x="270357" y="36804"/>
                </a:lnTo>
                <a:lnTo>
                  <a:pt x="270357" y="13474"/>
                </a:lnTo>
                <a:lnTo>
                  <a:pt x="27216" y="13474"/>
                </a:lnTo>
                <a:lnTo>
                  <a:pt x="27216" y="36804"/>
                </a:lnTo>
                <a:lnTo>
                  <a:pt x="129870" y="36804"/>
                </a:lnTo>
                <a:lnTo>
                  <a:pt x="119913" y="62966"/>
                </a:lnTo>
                <a:lnTo>
                  <a:pt x="94500" y="84747"/>
                </a:lnTo>
                <a:lnTo>
                  <a:pt x="58508" y="100761"/>
                </a:lnTo>
                <a:lnTo>
                  <a:pt x="16852" y="109651"/>
                </a:lnTo>
                <a:lnTo>
                  <a:pt x="27482" y="132715"/>
                </a:lnTo>
                <a:lnTo>
                  <a:pt x="66332" y="124447"/>
                </a:lnTo>
                <a:lnTo>
                  <a:pt x="101219" y="110236"/>
                </a:lnTo>
                <a:lnTo>
                  <a:pt x="129501" y="90474"/>
                </a:lnTo>
                <a:lnTo>
                  <a:pt x="148526" y="65582"/>
                </a:lnTo>
                <a:lnTo>
                  <a:pt x="167500" y="90474"/>
                </a:lnTo>
                <a:lnTo>
                  <a:pt x="195783" y="110236"/>
                </a:lnTo>
                <a:lnTo>
                  <a:pt x="230708" y="124447"/>
                </a:lnTo>
                <a:lnTo>
                  <a:pt x="269582" y="132715"/>
                </a:lnTo>
                <a:lnTo>
                  <a:pt x="280466" y="109651"/>
                </a:lnTo>
                <a:close/>
              </a:path>
              <a:path w="932180" h="326389">
                <a:moveTo>
                  <a:pt x="297840" y="153454"/>
                </a:moveTo>
                <a:lnTo>
                  <a:pt x="0" y="153454"/>
                </a:lnTo>
                <a:lnTo>
                  <a:pt x="0" y="177304"/>
                </a:lnTo>
                <a:lnTo>
                  <a:pt x="134277" y="177304"/>
                </a:lnTo>
                <a:lnTo>
                  <a:pt x="134277" y="220078"/>
                </a:lnTo>
                <a:lnTo>
                  <a:pt x="32918" y="220078"/>
                </a:lnTo>
                <a:lnTo>
                  <a:pt x="32918" y="243662"/>
                </a:lnTo>
                <a:lnTo>
                  <a:pt x="231216" y="243662"/>
                </a:lnTo>
                <a:lnTo>
                  <a:pt x="231216" y="325831"/>
                </a:lnTo>
                <a:lnTo>
                  <a:pt x="260248" y="325831"/>
                </a:lnTo>
                <a:lnTo>
                  <a:pt x="260248" y="220078"/>
                </a:lnTo>
                <a:lnTo>
                  <a:pt x="162521" y="220078"/>
                </a:lnTo>
                <a:lnTo>
                  <a:pt x="162521" y="177304"/>
                </a:lnTo>
                <a:lnTo>
                  <a:pt x="297840" y="177304"/>
                </a:lnTo>
                <a:lnTo>
                  <a:pt x="297840" y="153454"/>
                </a:lnTo>
                <a:close/>
              </a:path>
              <a:path w="932180" h="326389">
                <a:moveTo>
                  <a:pt x="587895" y="61950"/>
                </a:moveTo>
                <a:lnTo>
                  <a:pt x="580123" y="37858"/>
                </a:lnTo>
                <a:lnTo>
                  <a:pt x="566851" y="27482"/>
                </a:lnTo>
                <a:lnTo>
                  <a:pt x="558609" y="21043"/>
                </a:lnTo>
                <a:lnTo>
                  <a:pt x="558609" y="61950"/>
                </a:lnTo>
                <a:lnTo>
                  <a:pt x="552818" y="76936"/>
                </a:lnTo>
                <a:lnTo>
                  <a:pt x="536016" y="87909"/>
                </a:lnTo>
                <a:lnTo>
                  <a:pt x="509066" y="94653"/>
                </a:lnTo>
                <a:lnTo>
                  <a:pt x="472808" y="96951"/>
                </a:lnTo>
                <a:lnTo>
                  <a:pt x="436702" y="94653"/>
                </a:lnTo>
                <a:lnTo>
                  <a:pt x="409854" y="87909"/>
                </a:lnTo>
                <a:lnTo>
                  <a:pt x="393153" y="76936"/>
                </a:lnTo>
                <a:lnTo>
                  <a:pt x="387527" y="61950"/>
                </a:lnTo>
                <a:lnTo>
                  <a:pt x="393153" y="47485"/>
                </a:lnTo>
                <a:lnTo>
                  <a:pt x="409854" y="36652"/>
                </a:lnTo>
                <a:lnTo>
                  <a:pt x="436702" y="29832"/>
                </a:lnTo>
                <a:lnTo>
                  <a:pt x="472808" y="27482"/>
                </a:lnTo>
                <a:lnTo>
                  <a:pt x="509066" y="29832"/>
                </a:lnTo>
                <a:lnTo>
                  <a:pt x="536016" y="36652"/>
                </a:lnTo>
                <a:lnTo>
                  <a:pt x="552818" y="47485"/>
                </a:lnTo>
                <a:lnTo>
                  <a:pt x="558609" y="61950"/>
                </a:lnTo>
                <a:lnTo>
                  <a:pt x="558609" y="21043"/>
                </a:lnTo>
                <a:lnTo>
                  <a:pt x="557568" y="20218"/>
                </a:lnTo>
                <a:lnTo>
                  <a:pt x="521411" y="9385"/>
                </a:lnTo>
                <a:lnTo>
                  <a:pt x="472808" y="5702"/>
                </a:lnTo>
                <a:lnTo>
                  <a:pt x="424167" y="9385"/>
                </a:lnTo>
                <a:lnTo>
                  <a:pt x="387908" y="20218"/>
                </a:lnTo>
                <a:lnTo>
                  <a:pt x="365277" y="37858"/>
                </a:lnTo>
                <a:lnTo>
                  <a:pt x="357454" y="61950"/>
                </a:lnTo>
                <a:lnTo>
                  <a:pt x="365277" y="86360"/>
                </a:lnTo>
                <a:lnTo>
                  <a:pt x="387908" y="104178"/>
                </a:lnTo>
                <a:lnTo>
                  <a:pt x="424167" y="115138"/>
                </a:lnTo>
                <a:lnTo>
                  <a:pt x="472808" y="118973"/>
                </a:lnTo>
                <a:lnTo>
                  <a:pt x="521411" y="115138"/>
                </a:lnTo>
                <a:lnTo>
                  <a:pt x="557568" y="104178"/>
                </a:lnTo>
                <a:lnTo>
                  <a:pt x="566712" y="96951"/>
                </a:lnTo>
                <a:lnTo>
                  <a:pt x="580123" y="86360"/>
                </a:lnTo>
                <a:lnTo>
                  <a:pt x="587895" y="61950"/>
                </a:lnTo>
                <a:close/>
              </a:path>
              <a:path w="932180" h="326389">
                <a:moveTo>
                  <a:pt x="593077" y="299389"/>
                </a:moveTo>
                <a:lnTo>
                  <a:pt x="389597" y="299389"/>
                </a:lnTo>
                <a:lnTo>
                  <a:pt x="389597" y="265430"/>
                </a:lnTo>
                <a:lnTo>
                  <a:pt x="583234" y="265430"/>
                </a:lnTo>
                <a:lnTo>
                  <a:pt x="583234" y="192595"/>
                </a:lnTo>
                <a:lnTo>
                  <a:pt x="360565" y="192595"/>
                </a:lnTo>
                <a:lnTo>
                  <a:pt x="360565" y="214630"/>
                </a:lnTo>
                <a:lnTo>
                  <a:pt x="554977" y="214630"/>
                </a:lnTo>
                <a:lnTo>
                  <a:pt x="554977" y="244182"/>
                </a:lnTo>
                <a:lnTo>
                  <a:pt x="361340" y="244182"/>
                </a:lnTo>
                <a:lnTo>
                  <a:pt x="361340" y="322199"/>
                </a:lnTo>
                <a:lnTo>
                  <a:pt x="593077" y="322199"/>
                </a:lnTo>
                <a:lnTo>
                  <a:pt x="593077" y="299389"/>
                </a:lnTo>
                <a:close/>
              </a:path>
              <a:path w="932180" h="326389">
                <a:moveTo>
                  <a:pt x="621588" y="141008"/>
                </a:moveTo>
                <a:lnTo>
                  <a:pt x="324535" y="141008"/>
                </a:lnTo>
                <a:lnTo>
                  <a:pt x="324535" y="164338"/>
                </a:lnTo>
                <a:lnTo>
                  <a:pt x="621588" y="164338"/>
                </a:lnTo>
                <a:lnTo>
                  <a:pt x="621588" y="141008"/>
                </a:lnTo>
                <a:close/>
              </a:path>
              <a:path w="932180" h="326389">
                <a:moveTo>
                  <a:pt x="734352" y="234327"/>
                </a:moveTo>
                <a:lnTo>
                  <a:pt x="732447" y="216179"/>
                </a:lnTo>
                <a:lnTo>
                  <a:pt x="731761" y="209702"/>
                </a:lnTo>
                <a:lnTo>
                  <a:pt x="718794" y="212559"/>
                </a:lnTo>
                <a:lnTo>
                  <a:pt x="706653" y="214452"/>
                </a:lnTo>
                <a:lnTo>
                  <a:pt x="695528" y="215595"/>
                </a:lnTo>
                <a:lnTo>
                  <a:pt x="685622" y="216179"/>
                </a:lnTo>
                <a:lnTo>
                  <a:pt x="685622" y="65062"/>
                </a:lnTo>
                <a:lnTo>
                  <a:pt x="729691" y="65062"/>
                </a:lnTo>
                <a:lnTo>
                  <a:pt x="729691" y="41211"/>
                </a:lnTo>
                <a:lnTo>
                  <a:pt x="658926" y="41211"/>
                </a:lnTo>
                <a:lnTo>
                  <a:pt x="658926" y="240804"/>
                </a:lnTo>
                <a:lnTo>
                  <a:pt x="671880" y="240804"/>
                </a:lnTo>
                <a:lnTo>
                  <a:pt x="683577" y="240677"/>
                </a:lnTo>
                <a:lnTo>
                  <a:pt x="697966" y="239903"/>
                </a:lnTo>
                <a:lnTo>
                  <a:pt x="714933" y="237972"/>
                </a:lnTo>
                <a:lnTo>
                  <a:pt x="734352" y="234327"/>
                </a:lnTo>
                <a:close/>
              </a:path>
              <a:path w="932180" h="326389">
                <a:moveTo>
                  <a:pt x="825855" y="233299"/>
                </a:moveTo>
                <a:lnTo>
                  <a:pt x="823887" y="216319"/>
                </a:lnTo>
                <a:lnTo>
                  <a:pt x="822998" y="208673"/>
                </a:lnTo>
                <a:lnTo>
                  <a:pt x="808634" y="212267"/>
                </a:lnTo>
                <a:lnTo>
                  <a:pt x="794956" y="214528"/>
                </a:lnTo>
                <a:lnTo>
                  <a:pt x="782091" y="215773"/>
                </a:lnTo>
                <a:lnTo>
                  <a:pt x="770128" y="216319"/>
                </a:lnTo>
                <a:lnTo>
                  <a:pt x="770128" y="65062"/>
                </a:lnTo>
                <a:lnTo>
                  <a:pt x="816267" y="65062"/>
                </a:lnTo>
                <a:lnTo>
                  <a:pt x="816267" y="41211"/>
                </a:lnTo>
                <a:lnTo>
                  <a:pt x="743940" y="41211"/>
                </a:lnTo>
                <a:lnTo>
                  <a:pt x="743940" y="240804"/>
                </a:lnTo>
                <a:lnTo>
                  <a:pt x="757161" y="240804"/>
                </a:lnTo>
                <a:lnTo>
                  <a:pt x="772045" y="240652"/>
                </a:lnTo>
                <a:lnTo>
                  <a:pt x="788403" y="239776"/>
                </a:lnTo>
                <a:lnTo>
                  <a:pt x="806297" y="237528"/>
                </a:lnTo>
                <a:lnTo>
                  <a:pt x="825855" y="233299"/>
                </a:lnTo>
                <a:close/>
              </a:path>
              <a:path w="932180" h="326389">
                <a:moveTo>
                  <a:pt x="931875" y="0"/>
                </a:moveTo>
                <a:lnTo>
                  <a:pt x="904392" y="0"/>
                </a:lnTo>
                <a:lnTo>
                  <a:pt x="904392" y="133235"/>
                </a:lnTo>
                <a:lnTo>
                  <a:pt x="864997" y="133235"/>
                </a:lnTo>
                <a:lnTo>
                  <a:pt x="864997" y="7264"/>
                </a:lnTo>
                <a:lnTo>
                  <a:pt x="838034" y="7264"/>
                </a:lnTo>
                <a:lnTo>
                  <a:pt x="838034" y="309499"/>
                </a:lnTo>
                <a:lnTo>
                  <a:pt x="864997" y="309499"/>
                </a:lnTo>
                <a:lnTo>
                  <a:pt x="864997" y="157086"/>
                </a:lnTo>
                <a:lnTo>
                  <a:pt x="904392" y="157086"/>
                </a:lnTo>
                <a:lnTo>
                  <a:pt x="904392" y="325831"/>
                </a:lnTo>
                <a:lnTo>
                  <a:pt x="931875" y="325831"/>
                </a:lnTo>
                <a:lnTo>
                  <a:pt x="931875" y="157086"/>
                </a:lnTo>
                <a:lnTo>
                  <a:pt x="931875" y="133235"/>
                </a:lnTo>
                <a:lnTo>
                  <a:pt x="9318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 descr=""/>
          <p:cNvSpPr/>
          <p:nvPr/>
        </p:nvSpPr>
        <p:spPr>
          <a:xfrm>
            <a:off x="9169403" y="2733963"/>
            <a:ext cx="256540" cy="326390"/>
          </a:xfrm>
          <a:custGeom>
            <a:avLst/>
            <a:gdLst/>
            <a:ahLst/>
            <a:cxnLst/>
            <a:rect l="l" t="t" r="r" b="b"/>
            <a:pathLst>
              <a:path w="256540" h="326389">
                <a:moveTo>
                  <a:pt x="256362" y="0"/>
                </a:moveTo>
                <a:lnTo>
                  <a:pt x="227589" y="0"/>
                </a:lnTo>
                <a:lnTo>
                  <a:pt x="227589" y="326349"/>
                </a:lnTo>
                <a:lnTo>
                  <a:pt x="256362" y="326349"/>
                </a:lnTo>
                <a:lnTo>
                  <a:pt x="256362" y="0"/>
                </a:lnTo>
                <a:close/>
              </a:path>
              <a:path w="256540" h="326389">
                <a:moveTo>
                  <a:pt x="83207" y="25143"/>
                </a:moveTo>
                <a:lnTo>
                  <a:pt x="49647" y="33260"/>
                </a:lnTo>
                <a:lnTo>
                  <a:pt x="23329" y="56054"/>
                </a:lnTo>
                <a:lnTo>
                  <a:pt x="6148" y="91777"/>
                </a:lnTo>
                <a:lnTo>
                  <a:pt x="0" y="138679"/>
                </a:lnTo>
                <a:lnTo>
                  <a:pt x="6148" y="185726"/>
                </a:lnTo>
                <a:lnTo>
                  <a:pt x="23329" y="221497"/>
                </a:lnTo>
                <a:lnTo>
                  <a:pt x="49647" y="244244"/>
                </a:lnTo>
                <a:lnTo>
                  <a:pt x="83207" y="252214"/>
                </a:lnTo>
                <a:lnTo>
                  <a:pt x="116548" y="244244"/>
                </a:lnTo>
                <a:lnTo>
                  <a:pt x="137037" y="226552"/>
                </a:lnTo>
                <a:lnTo>
                  <a:pt x="83207" y="226552"/>
                </a:lnTo>
                <a:lnTo>
                  <a:pt x="60760" y="220294"/>
                </a:lnTo>
                <a:lnTo>
                  <a:pt x="43223" y="202542"/>
                </a:lnTo>
                <a:lnTo>
                  <a:pt x="31810" y="174827"/>
                </a:lnTo>
                <a:lnTo>
                  <a:pt x="27735" y="138679"/>
                </a:lnTo>
                <a:lnTo>
                  <a:pt x="31810" y="102676"/>
                </a:lnTo>
                <a:lnTo>
                  <a:pt x="43223" y="75009"/>
                </a:lnTo>
                <a:lnTo>
                  <a:pt x="60760" y="57209"/>
                </a:lnTo>
                <a:lnTo>
                  <a:pt x="83207" y="50805"/>
                </a:lnTo>
                <a:lnTo>
                  <a:pt x="136824" y="50805"/>
                </a:lnTo>
                <a:lnTo>
                  <a:pt x="116548" y="33260"/>
                </a:lnTo>
                <a:lnTo>
                  <a:pt x="83207" y="25143"/>
                </a:lnTo>
                <a:close/>
              </a:path>
              <a:path w="256540" h="326389">
                <a:moveTo>
                  <a:pt x="136824" y="50805"/>
                </a:moveTo>
                <a:lnTo>
                  <a:pt x="83207" y="50805"/>
                </a:lnTo>
                <a:lnTo>
                  <a:pt x="105613" y="57209"/>
                </a:lnTo>
                <a:lnTo>
                  <a:pt x="123061" y="75009"/>
                </a:lnTo>
                <a:lnTo>
                  <a:pt x="134386" y="102676"/>
                </a:lnTo>
                <a:lnTo>
                  <a:pt x="138420" y="138679"/>
                </a:lnTo>
                <a:lnTo>
                  <a:pt x="134386" y="174827"/>
                </a:lnTo>
                <a:lnTo>
                  <a:pt x="123061" y="202542"/>
                </a:lnTo>
                <a:lnTo>
                  <a:pt x="105613" y="220294"/>
                </a:lnTo>
                <a:lnTo>
                  <a:pt x="83207" y="226552"/>
                </a:lnTo>
                <a:lnTo>
                  <a:pt x="137037" y="226552"/>
                </a:lnTo>
                <a:lnTo>
                  <a:pt x="142891" y="221497"/>
                </a:lnTo>
                <a:lnTo>
                  <a:pt x="160193" y="185726"/>
                </a:lnTo>
                <a:lnTo>
                  <a:pt x="166414" y="138679"/>
                </a:lnTo>
                <a:lnTo>
                  <a:pt x="160193" y="91777"/>
                </a:lnTo>
                <a:lnTo>
                  <a:pt x="142891" y="56054"/>
                </a:lnTo>
                <a:lnTo>
                  <a:pt x="136824" y="50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 descr=""/>
          <p:cNvSpPr/>
          <p:nvPr/>
        </p:nvSpPr>
        <p:spPr>
          <a:xfrm>
            <a:off x="9481236" y="2743199"/>
            <a:ext cx="298450" cy="165100"/>
          </a:xfrm>
          <a:custGeom>
            <a:avLst/>
            <a:gdLst/>
            <a:ahLst/>
            <a:cxnLst/>
            <a:rect l="l" t="t" r="r" b="b"/>
            <a:pathLst>
              <a:path w="298450" h="165100">
                <a:moveTo>
                  <a:pt x="265684" y="96520"/>
                </a:moveTo>
                <a:lnTo>
                  <a:pt x="67386" y="96520"/>
                </a:lnTo>
                <a:lnTo>
                  <a:pt x="67386" y="68580"/>
                </a:lnTo>
                <a:lnTo>
                  <a:pt x="259981" y="68580"/>
                </a:lnTo>
                <a:lnTo>
                  <a:pt x="259981" y="48260"/>
                </a:lnTo>
                <a:lnTo>
                  <a:pt x="259981" y="21590"/>
                </a:lnTo>
                <a:lnTo>
                  <a:pt x="259981" y="0"/>
                </a:lnTo>
                <a:lnTo>
                  <a:pt x="37846" y="0"/>
                </a:lnTo>
                <a:lnTo>
                  <a:pt x="37846" y="21590"/>
                </a:lnTo>
                <a:lnTo>
                  <a:pt x="231216" y="21590"/>
                </a:lnTo>
                <a:lnTo>
                  <a:pt x="231216" y="48260"/>
                </a:lnTo>
                <a:lnTo>
                  <a:pt x="38874" y="48260"/>
                </a:lnTo>
                <a:lnTo>
                  <a:pt x="38874" y="68580"/>
                </a:lnTo>
                <a:lnTo>
                  <a:pt x="38874" y="96520"/>
                </a:lnTo>
                <a:lnTo>
                  <a:pt x="38874" y="118110"/>
                </a:lnTo>
                <a:lnTo>
                  <a:pt x="265684" y="118110"/>
                </a:lnTo>
                <a:lnTo>
                  <a:pt x="265684" y="96520"/>
                </a:lnTo>
                <a:close/>
              </a:path>
              <a:path w="298450" h="165100">
                <a:moveTo>
                  <a:pt x="298348" y="142151"/>
                </a:moveTo>
                <a:lnTo>
                  <a:pt x="0" y="142151"/>
                </a:lnTo>
                <a:lnTo>
                  <a:pt x="0" y="164706"/>
                </a:lnTo>
                <a:lnTo>
                  <a:pt x="298348" y="164706"/>
                </a:lnTo>
                <a:lnTo>
                  <a:pt x="298348" y="1421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 descr=""/>
          <p:cNvSpPr/>
          <p:nvPr/>
        </p:nvSpPr>
        <p:spPr>
          <a:xfrm>
            <a:off x="9517266" y="2933699"/>
            <a:ext cx="236220" cy="121920"/>
          </a:xfrm>
          <a:custGeom>
            <a:avLst/>
            <a:gdLst/>
            <a:ahLst/>
            <a:cxnLst/>
            <a:rect l="l" t="t" r="r" b="b"/>
            <a:pathLst>
              <a:path w="236220" h="121919">
                <a:moveTo>
                  <a:pt x="235623" y="100330"/>
                </a:moveTo>
                <a:lnTo>
                  <a:pt x="29286" y="100330"/>
                </a:lnTo>
                <a:lnTo>
                  <a:pt x="29286" y="69850"/>
                </a:lnTo>
                <a:lnTo>
                  <a:pt x="224993" y="69850"/>
                </a:lnTo>
                <a:lnTo>
                  <a:pt x="224993" y="49530"/>
                </a:lnTo>
                <a:lnTo>
                  <a:pt x="224993" y="21590"/>
                </a:lnTo>
                <a:lnTo>
                  <a:pt x="224993" y="0"/>
                </a:lnTo>
                <a:lnTo>
                  <a:pt x="0" y="0"/>
                </a:lnTo>
                <a:lnTo>
                  <a:pt x="0" y="21590"/>
                </a:lnTo>
                <a:lnTo>
                  <a:pt x="196481" y="21590"/>
                </a:lnTo>
                <a:lnTo>
                  <a:pt x="196481" y="49530"/>
                </a:lnTo>
                <a:lnTo>
                  <a:pt x="508" y="49530"/>
                </a:lnTo>
                <a:lnTo>
                  <a:pt x="508" y="69850"/>
                </a:lnTo>
                <a:lnTo>
                  <a:pt x="508" y="100330"/>
                </a:lnTo>
                <a:lnTo>
                  <a:pt x="508" y="121920"/>
                </a:lnTo>
                <a:lnTo>
                  <a:pt x="235623" y="121920"/>
                </a:lnTo>
                <a:lnTo>
                  <a:pt x="235623" y="1003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 descr=""/>
          <p:cNvSpPr/>
          <p:nvPr/>
        </p:nvSpPr>
        <p:spPr>
          <a:xfrm>
            <a:off x="9914014" y="2732938"/>
            <a:ext cx="942340" cy="327025"/>
          </a:xfrm>
          <a:custGeom>
            <a:avLst/>
            <a:gdLst/>
            <a:ahLst/>
            <a:cxnLst/>
            <a:rect l="l" t="t" r="r" b="b"/>
            <a:pathLst>
              <a:path w="942340" h="327025">
                <a:moveTo>
                  <a:pt x="151638" y="80111"/>
                </a:moveTo>
                <a:lnTo>
                  <a:pt x="28257" y="80111"/>
                </a:lnTo>
                <a:lnTo>
                  <a:pt x="28257" y="24231"/>
                </a:lnTo>
                <a:lnTo>
                  <a:pt x="0" y="24231"/>
                </a:lnTo>
                <a:lnTo>
                  <a:pt x="0" y="80111"/>
                </a:lnTo>
                <a:lnTo>
                  <a:pt x="0" y="102971"/>
                </a:lnTo>
                <a:lnTo>
                  <a:pt x="0" y="162661"/>
                </a:lnTo>
                <a:lnTo>
                  <a:pt x="0" y="185521"/>
                </a:lnTo>
                <a:lnTo>
                  <a:pt x="151638" y="185521"/>
                </a:lnTo>
                <a:lnTo>
                  <a:pt x="151638" y="162661"/>
                </a:lnTo>
                <a:lnTo>
                  <a:pt x="28257" y="162661"/>
                </a:lnTo>
                <a:lnTo>
                  <a:pt x="28257" y="102971"/>
                </a:lnTo>
                <a:lnTo>
                  <a:pt x="123126" y="102971"/>
                </a:lnTo>
                <a:lnTo>
                  <a:pt x="123126" y="162267"/>
                </a:lnTo>
                <a:lnTo>
                  <a:pt x="151638" y="162267"/>
                </a:lnTo>
                <a:lnTo>
                  <a:pt x="151638" y="102971"/>
                </a:lnTo>
                <a:lnTo>
                  <a:pt x="151638" y="102387"/>
                </a:lnTo>
                <a:lnTo>
                  <a:pt x="151638" y="80111"/>
                </a:lnTo>
                <a:close/>
              </a:path>
              <a:path w="942340" h="327025">
                <a:moveTo>
                  <a:pt x="151638" y="24625"/>
                </a:moveTo>
                <a:lnTo>
                  <a:pt x="123126" y="24625"/>
                </a:lnTo>
                <a:lnTo>
                  <a:pt x="123126" y="79578"/>
                </a:lnTo>
                <a:lnTo>
                  <a:pt x="151638" y="79578"/>
                </a:lnTo>
                <a:lnTo>
                  <a:pt x="151638" y="24625"/>
                </a:lnTo>
                <a:close/>
              </a:path>
              <a:path w="942340" h="327025">
                <a:moveTo>
                  <a:pt x="255841" y="296011"/>
                </a:moveTo>
                <a:lnTo>
                  <a:pt x="65316" y="296011"/>
                </a:lnTo>
                <a:lnTo>
                  <a:pt x="65316" y="217271"/>
                </a:lnTo>
                <a:lnTo>
                  <a:pt x="36804" y="217271"/>
                </a:lnTo>
                <a:lnTo>
                  <a:pt x="36804" y="296011"/>
                </a:lnTo>
                <a:lnTo>
                  <a:pt x="36804" y="320141"/>
                </a:lnTo>
                <a:lnTo>
                  <a:pt x="255841" y="320141"/>
                </a:lnTo>
                <a:lnTo>
                  <a:pt x="255841" y="296011"/>
                </a:lnTo>
                <a:close/>
              </a:path>
              <a:path w="942340" h="327025">
                <a:moveTo>
                  <a:pt x="289801" y="99161"/>
                </a:moveTo>
                <a:lnTo>
                  <a:pt x="240804" y="99161"/>
                </a:lnTo>
                <a:lnTo>
                  <a:pt x="240804" y="1371"/>
                </a:lnTo>
                <a:lnTo>
                  <a:pt x="212039" y="1371"/>
                </a:lnTo>
                <a:lnTo>
                  <a:pt x="212039" y="99161"/>
                </a:lnTo>
                <a:lnTo>
                  <a:pt x="212039" y="124561"/>
                </a:lnTo>
                <a:lnTo>
                  <a:pt x="212039" y="240131"/>
                </a:lnTo>
                <a:lnTo>
                  <a:pt x="240804" y="240131"/>
                </a:lnTo>
                <a:lnTo>
                  <a:pt x="240804" y="124561"/>
                </a:lnTo>
                <a:lnTo>
                  <a:pt x="289801" y="124561"/>
                </a:lnTo>
                <a:lnTo>
                  <a:pt x="289801" y="99161"/>
                </a:lnTo>
                <a:close/>
              </a:path>
              <a:path w="942340" h="327025">
                <a:moveTo>
                  <a:pt x="505980" y="33172"/>
                </a:moveTo>
                <a:lnTo>
                  <a:pt x="426148" y="33172"/>
                </a:lnTo>
                <a:lnTo>
                  <a:pt x="426148" y="0"/>
                </a:lnTo>
                <a:lnTo>
                  <a:pt x="397370" y="0"/>
                </a:lnTo>
                <a:lnTo>
                  <a:pt x="397370" y="33172"/>
                </a:lnTo>
                <a:lnTo>
                  <a:pt x="317271" y="33172"/>
                </a:lnTo>
                <a:lnTo>
                  <a:pt x="317271" y="54952"/>
                </a:lnTo>
                <a:lnTo>
                  <a:pt x="505980" y="54952"/>
                </a:lnTo>
                <a:lnTo>
                  <a:pt x="505980" y="33172"/>
                </a:lnTo>
                <a:close/>
              </a:path>
              <a:path w="942340" h="327025">
                <a:moveTo>
                  <a:pt x="518172" y="203733"/>
                </a:moveTo>
                <a:lnTo>
                  <a:pt x="516839" y="191947"/>
                </a:lnTo>
                <a:lnTo>
                  <a:pt x="515835" y="182994"/>
                </a:lnTo>
                <a:lnTo>
                  <a:pt x="494131" y="186016"/>
                </a:lnTo>
                <a:lnTo>
                  <a:pt x="471766" y="188493"/>
                </a:lnTo>
                <a:lnTo>
                  <a:pt x="449021" y="190449"/>
                </a:lnTo>
                <a:lnTo>
                  <a:pt x="426148" y="191947"/>
                </a:lnTo>
                <a:lnTo>
                  <a:pt x="426148" y="168478"/>
                </a:lnTo>
                <a:lnTo>
                  <a:pt x="451662" y="163017"/>
                </a:lnTo>
                <a:lnTo>
                  <a:pt x="471043" y="152704"/>
                </a:lnTo>
                <a:lnTo>
                  <a:pt x="474548" y="148526"/>
                </a:lnTo>
                <a:lnTo>
                  <a:pt x="483311" y="138061"/>
                </a:lnTo>
                <a:lnTo>
                  <a:pt x="484962" y="131356"/>
                </a:lnTo>
                <a:lnTo>
                  <a:pt x="487832" y="119227"/>
                </a:lnTo>
                <a:lnTo>
                  <a:pt x="482269" y="98145"/>
                </a:lnTo>
                <a:lnTo>
                  <a:pt x="473722" y="89420"/>
                </a:lnTo>
                <a:lnTo>
                  <a:pt x="466813" y="82359"/>
                </a:lnTo>
                <a:lnTo>
                  <a:pt x="460362" y="79717"/>
                </a:lnTo>
                <a:lnTo>
                  <a:pt x="460362" y="119227"/>
                </a:lnTo>
                <a:lnTo>
                  <a:pt x="456933" y="131356"/>
                </a:lnTo>
                <a:lnTo>
                  <a:pt x="447141" y="140589"/>
                </a:lnTo>
                <a:lnTo>
                  <a:pt x="431711" y="146469"/>
                </a:lnTo>
                <a:lnTo>
                  <a:pt x="411365" y="148526"/>
                </a:lnTo>
                <a:lnTo>
                  <a:pt x="391033" y="146469"/>
                </a:lnTo>
                <a:lnTo>
                  <a:pt x="375627" y="140589"/>
                </a:lnTo>
                <a:lnTo>
                  <a:pt x="365912" y="131356"/>
                </a:lnTo>
                <a:lnTo>
                  <a:pt x="362635" y="119227"/>
                </a:lnTo>
                <a:lnTo>
                  <a:pt x="365912" y="106807"/>
                </a:lnTo>
                <a:lnTo>
                  <a:pt x="375627" y="97421"/>
                </a:lnTo>
                <a:lnTo>
                  <a:pt x="391033" y="91490"/>
                </a:lnTo>
                <a:lnTo>
                  <a:pt x="411365" y="89420"/>
                </a:lnTo>
                <a:lnTo>
                  <a:pt x="431711" y="91490"/>
                </a:lnTo>
                <a:lnTo>
                  <a:pt x="447141" y="97421"/>
                </a:lnTo>
                <a:lnTo>
                  <a:pt x="456933" y="106807"/>
                </a:lnTo>
                <a:lnTo>
                  <a:pt x="460362" y="119227"/>
                </a:lnTo>
                <a:lnTo>
                  <a:pt x="460362" y="79717"/>
                </a:lnTo>
                <a:lnTo>
                  <a:pt x="442747" y="72504"/>
                </a:lnTo>
                <a:lnTo>
                  <a:pt x="411365" y="69202"/>
                </a:lnTo>
                <a:lnTo>
                  <a:pt x="380072" y="72504"/>
                </a:lnTo>
                <a:lnTo>
                  <a:pt x="355968" y="82359"/>
                </a:lnTo>
                <a:lnTo>
                  <a:pt x="340512" y="98145"/>
                </a:lnTo>
                <a:lnTo>
                  <a:pt x="335165" y="119227"/>
                </a:lnTo>
                <a:lnTo>
                  <a:pt x="339432" y="138061"/>
                </a:lnTo>
                <a:lnTo>
                  <a:pt x="351929" y="152869"/>
                </a:lnTo>
                <a:lnTo>
                  <a:pt x="371589" y="163195"/>
                </a:lnTo>
                <a:lnTo>
                  <a:pt x="397370" y="168617"/>
                </a:lnTo>
                <a:lnTo>
                  <a:pt x="397370" y="193243"/>
                </a:lnTo>
                <a:lnTo>
                  <a:pt x="373761" y="193954"/>
                </a:lnTo>
                <a:lnTo>
                  <a:pt x="323367" y="194665"/>
                </a:lnTo>
                <a:lnTo>
                  <a:pt x="308978" y="194665"/>
                </a:lnTo>
                <a:lnTo>
                  <a:pt x="312254" y="217589"/>
                </a:lnTo>
                <a:lnTo>
                  <a:pt x="312356" y="218249"/>
                </a:lnTo>
                <a:lnTo>
                  <a:pt x="358762" y="217589"/>
                </a:lnTo>
                <a:lnTo>
                  <a:pt x="410502" y="215658"/>
                </a:lnTo>
                <a:lnTo>
                  <a:pt x="464616" y="211404"/>
                </a:lnTo>
                <a:lnTo>
                  <a:pt x="518172" y="203733"/>
                </a:lnTo>
                <a:close/>
              </a:path>
              <a:path w="942340" h="327025">
                <a:moveTo>
                  <a:pt x="576745" y="295757"/>
                </a:moveTo>
                <a:lnTo>
                  <a:pt x="386740" y="295757"/>
                </a:lnTo>
                <a:lnTo>
                  <a:pt x="386740" y="238734"/>
                </a:lnTo>
                <a:lnTo>
                  <a:pt x="357974" y="238734"/>
                </a:lnTo>
                <a:lnTo>
                  <a:pt x="357974" y="319608"/>
                </a:lnTo>
                <a:lnTo>
                  <a:pt x="576745" y="319608"/>
                </a:lnTo>
                <a:lnTo>
                  <a:pt x="576745" y="295757"/>
                </a:lnTo>
                <a:close/>
              </a:path>
              <a:path w="942340" h="327025">
                <a:moveTo>
                  <a:pt x="613562" y="115087"/>
                </a:moveTo>
                <a:lnTo>
                  <a:pt x="564819" y="115087"/>
                </a:lnTo>
                <a:lnTo>
                  <a:pt x="564819" y="1028"/>
                </a:lnTo>
                <a:lnTo>
                  <a:pt x="536054" y="1028"/>
                </a:lnTo>
                <a:lnTo>
                  <a:pt x="536054" y="255841"/>
                </a:lnTo>
                <a:lnTo>
                  <a:pt x="564819" y="255841"/>
                </a:lnTo>
                <a:lnTo>
                  <a:pt x="564819" y="139446"/>
                </a:lnTo>
                <a:lnTo>
                  <a:pt x="613562" y="139446"/>
                </a:lnTo>
                <a:lnTo>
                  <a:pt x="613562" y="115087"/>
                </a:lnTo>
                <a:close/>
              </a:path>
              <a:path w="942340" h="327025">
                <a:moveTo>
                  <a:pt x="811593" y="179108"/>
                </a:moveTo>
                <a:lnTo>
                  <a:pt x="805497" y="148818"/>
                </a:lnTo>
                <a:lnTo>
                  <a:pt x="791108" y="128308"/>
                </a:lnTo>
                <a:lnTo>
                  <a:pt x="788885" y="125133"/>
                </a:lnTo>
                <a:lnTo>
                  <a:pt x="784123" y="122224"/>
                </a:lnTo>
                <a:lnTo>
                  <a:pt x="784123" y="179108"/>
                </a:lnTo>
                <a:lnTo>
                  <a:pt x="780059" y="199466"/>
                </a:lnTo>
                <a:lnTo>
                  <a:pt x="769112" y="215430"/>
                </a:lnTo>
                <a:lnTo>
                  <a:pt x="752589" y="225806"/>
                </a:lnTo>
                <a:lnTo>
                  <a:pt x="731761" y="229400"/>
                </a:lnTo>
                <a:lnTo>
                  <a:pt x="710742" y="225806"/>
                </a:lnTo>
                <a:lnTo>
                  <a:pt x="694105" y="215430"/>
                </a:lnTo>
                <a:lnTo>
                  <a:pt x="683209" y="199466"/>
                </a:lnTo>
                <a:lnTo>
                  <a:pt x="679399" y="179108"/>
                </a:lnTo>
                <a:lnTo>
                  <a:pt x="683209" y="158711"/>
                </a:lnTo>
                <a:lnTo>
                  <a:pt x="694105" y="142621"/>
                </a:lnTo>
                <a:lnTo>
                  <a:pt x="710742" y="132092"/>
                </a:lnTo>
                <a:lnTo>
                  <a:pt x="731761" y="128308"/>
                </a:lnTo>
                <a:lnTo>
                  <a:pt x="752589" y="132092"/>
                </a:lnTo>
                <a:lnTo>
                  <a:pt x="769112" y="142621"/>
                </a:lnTo>
                <a:lnTo>
                  <a:pt x="780059" y="158711"/>
                </a:lnTo>
                <a:lnTo>
                  <a:pt x="784123" y="179108"/>
                </a:lnTo>
                <a:lnTo>
                  <a:pt x="784123" y="122224"/>
                </a:lnTo>
                <a:lnTo>
                  <a:pt x="763663" y="109702"/>
                </a:lnTo>
                <a:lnTo>
                  <a:pt x="731761" y="104203"/>
                </a:lnTo>
                <a:lnTo>
                  <a:pt x="699668" y="109702"/>
                </a:lnTo>
                <a:lnTo>
                  <a:pt x="674344" y="125133"/>
                </a:lnTo>
                <a:lnTo>
                  <a:pt x="657758" y="148818"/>
                </a:lnTo>
                <a:lnTo>
                  <a:pt x="651916" y="179108"/>
                </a:lnTo>
                <a:lnTo>
                  <a:pt x="657758" y="209372"/>
                </a:lnTo>
                <a:lnTo>
                  <a:pt x="674344" y="232968"/>
                </a:lnTo>
                <a:lnTo>
                  <a:pt x="699668" y="248297"/>
                </a:lnTo>
                <a:lnTo>
                  <a:pt x="731761" y="253771"/>
                </a:lnTo>
                <a:lnTo>
                  <a:pt x="763663" y="248297"/>
                </a:lnTo>
                <a:lnTo>
                  <a:pt x="788885" y="232968"/>
                </a:lnTo>
                <a:lnTo>
                  <a:pt x="791387" y="229400"/>
                </a:lnTo>
                <a:lnTo>
                  <a:pt x="805497" y="209372"/>
                </a:lnTo>
                <a:lnTo>
                  <a:pt x="811593" y="179108"/>
                </a:lnTo>
                <a:close/>
              </a:path>
              <a:path w="942340" h="327025">
                <a:moveTo>
                  <a:pt x="827151" y="53390"/>
                </a:moveTo>
                <a:lnTo>
                  <a:pt x="745756" y="53390"/>
                </a:lnTo>
                <a:lnTo>
                  <a:pt x="745756" y="4914"/>
                </a:lnTo>
                <a:lnTo>
                  <a:pt x="716978" y="4914"/>
                </a:lnTo>
                <a:lnTo>
                  <a:pt x="716978" y="53390"/>
                </a:lnTo>
                <a:lnTo>
                  <a:pt x="633260" y="53390"/>
                </a:lnTo>
                <a:lnTo>
                  <a:pt x="633260" y="77241"/>
                </a:lnTo>
                <a:lnTo>
                  <a:pt x="827151" y="77241"/>
                </a:lnTo>
                <a:lnTo>
                  <a:pt x="827151" y="53390"/>
                </a:lnTo>
                <a:close/>
              </a:path>
              <a:path w="942340" h="327025">
                <a:moveTo>
                  <a:pt x="941717" y="135305"/>
                </a:moveTo>
                <a:lnTo>
                  <a:pt x="887285" y="135305"/>
                </a:lnTo>
                <a:lnTo>
                  <a:pt x="887285" y="1028"/>
                </a:lnTo>
                <a:lnTo>
                  <a:pt x="858774" y="1028"/>
                </a:lnTo>
                <a:lnTo>
                  <a:pt x="858774" y="326859"/>
                </a:lnTo>
                <a:lnTo>
                  <a:pt x="887285" y="326859"/>
                </a:lnTo>
                <a:lnTo>
                  <a:pt x="887285" y="159410"/>
                </a:lnTo>
                <a:lnTo>
                  <a:pt x="941717" y="159410"/>
                </a:lnTo>
                <a:lnTo>
                  <a:pt x="941717" y="1353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 descr=""/>
          <p:cNvSpPr/>
          <p:nvPr/>
        </p:nvSpPr>
        <p:spPr>
          <a:xfrm>
            <a:off x="10873105" y="2745739"/>
            <a:ext cx="298450" cy="178435"/>
          </a:xfrm>
          <a:custGeom>
            <a:avLst/>
            <a:gdLst/>
            <a:ahLst/>
            <a:cxnLst/>
            <a:rect l="l" t="t" r="r" b="b"/>
            <a:pathLst>
              <a:path w="298450" h="178435">
                <a:moveTo>
                  <a:pt x="263880" y="86360"/>
                </a:moveTo>
                <a:lnTo>
                  <a:pt x="69469" y="86360"/>
                </a:lnTo>
                <a:lnTo>
                  <a:pt x="69469" y="0"/>
                </a:lnTo>
                <a:lnTo>
                  <a:pt x="40957" y="0"/>
                </a:lnTo>
                <a:lnTo>
                  <a:pt x="40957" y="86360"/>
                </a:lnTo>
                <a:lnTo>
                  <a:pt x="40957" y="110490"/>
                </a:lnTo>
                <a:lnTo>
                  <a:pt x="263880" y="110490"/>
                </a:lnTo>
                <a:lnTo>
                  <a:pt x="263880" y="86360"/>
                </a:lnTo>
                <a:close/>
              </a:path>
              <a:path w="298450" h="178435">
                <a:moveTo>
                  <a:pt x="298348" y="154647"/>
                </a:moveTo>
                <a:lnTo>
                  <a:pt x="0" y="154647"/>
                </a:lnTo>
                <a:lnTo>
                  <a:pt x="0" y="177977"/>
                </a:lnTo>
                <a:lnTo>
                  <a:pt x="298348" y="177977"/>
                </a:lnTo>
                <a:lnTo>
                  <a:pt x="298348" y="1546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 descr=""/>
          <p:cNvSpPr/>
          <p:nvPr/>
        </p:nvSpPr>
        <p:spPr>
          <a:xfrm>
            <a:off x="10911980" y="2956559"/>
            <a:ext cx="227329" cy="95250"/>
          </a:xfrm>
          <a:custGeom>
            <a:avLst/>
            <a:gdLst/>
            <a:ahLst/>
            <a:cxnLst/>
            <a:rect l="l" t="t" r="r" b="b"/>
            <a:pathLst>
              <a:path w="227329" h="95250">
                <a:moveTo>
                  <a:pt x="227076" y="71120"/>
                </a:moveTo>
                <a:lnTo>
                  <a:pt x="28524" y="71120"/>
                </a:lnTo>
                <a:lnTo>
                  <a:pt x="28524" y="0"/>
                </a:lnTo>
                <a:lnTo>
                  <a:pt x="0" y="0"/>
                </a:lnTo>
                <a:lnTo>
                  <a:pt x="0" y="71120"/>
                </a:lnTo>
                <a:lnTo>
                  <a:pt x="0" y="95250"/>
                </a:lnTo>
                <a:lnTo>
                  <a:pt x="227076" y="95250"/>
                </a:lnTo>
                <a:lnTo>
                  <a:pt x="227076" y="71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 descr=""/>
          <p:cNvSpPr/>
          <p:nvPr/>
        </p:nvSpPr>
        <p:spPr>
          <a:xfrm>
            <a:off x="11291713" y="2765847"/>
            <a:ext cx="297180" cy="249554"/>
          </a:xfrm>
          <a:custGeom>
            <a:avLst/>
            <a:gdLst/>
            <a:ahLst/>
            <a:cxnLst/>
            <a:rect l="l" t="t" r="r" b="b"/>
            <a:pathLst>
              <a:path w="297179" h="249555">
                <a:moveTo>
                  <a:pt x="297058" y="224997"/>
                </a:moveTo>
                <a:lnTo>
                  <a:pt x="0" y="224997"/>
                </a:lnTo>
                <a:lnTo>
                  <a:pt x="0" y="249363"/>
                </a:lnTo>
                <a:lnTo>
                  <a:pt x="297058" y="249363"/>
                </a:lnTo>
                <a:lnTo>
                  <a:pt x="297058" y="224997"/>
                </a:lnTo>
                <a:close/>
              </a:path>
              <a:path w="297179" h="249555">
                <a:moveTo>
                  <a:pt x="144900" y="140493"/>
                </a:moveTo>
                <a:lnTo>
                  <a:pt x="116387" y="140493"/>
                </a:lnTo>
                <a:lnTo>
                  <a:pt x="116387" y="224997"/>
                </a:lnTo>
                <a:lnTo>
                  <a:pt x="144900" y="224997"/>
                </a:lnTo>
                <a:lnTo>
                  <a:pt x="144900" y="140493"/>
                </a:lnTo>
                <a:close/>
              </a:path>
              <a:path w="297179" h="249555">
                <a:moveTo>
                  <a:pt x="258335" y="100574"/>
                </a:moveTo>
                <a:lnTo>
                  <a:pt x="230311" y="100574"/>
                </a:lnTo>
                <a:lnTo>
                  <a:pt x="228636" y="118328"/>
                </a:lnTo>
                <a:lnTo>
                  <a:pt x="226244" y="137237"/>
                </a:lnTo>
                <a:lnTo>
                  <a:pt x="223002" y="157384"/>
                </a:lnTo>
                <a:lnTo>
                  <a:pt x="218776" y="178857"/>
                </a:lnTo>
                <a:lnTo>
                  <a:pt x="247030" y="181967"/>
                </a:lnTo>
                <a:lnTo>
                  <a:pt x="254786" y="136017"/>
                </a:lnTo>
                <a:lnTo>
                  <a:pt x="258335" y="100574"/>
                </a:lnTo>
                <a:close/>
              </a:path>
              <a:path w="297179" h="249555">
                <a:moveTo>
                  <a:pt x="260509" y="0"/>
                </a:moveTo>
                <a:lnTo>
                  <a:pt x="35771" y="0"/>
                </a:lnTo>
                <a:lnTo>
                  <a:pt x="35771" y="23847"/>
                </a:lnTo>
                <a:lnTo>
                  <a:pt x="232514" y="23847"/>
                </a:lnTo>
                <a:lnTo>
                  <a:pt x="232427" y="42453"/>
                </a:lnTo>
                <a:lnTo>
                  <a:pt x="232303" y="53980"/>
                </a:lnTo>
                <a:lnTo>
                  <a:pt x="232134" y="62295"/>
                </a:lnTo>
                <a:lnTo>
                  <a:pt x="232058" y="65993"/>
                </a:lnTo>
                <a:lnTo>
                  <a:pt x="231606" y="78541"/>
                </a:lnTo>
                <a:lnTo>
                  <a:pt x="26439" y="87095"/>
                </a:lnTo>
                <a:lnTo>
                  <a:pt x="31105" y="112239"/>
                </a:lnTo>
                <a:lnTo>
                  <a:pt x="230311" y="100574"/>
                </a:lnTo>
                <a:lnTo>
                  <a:pt x="258335" y="100574"/>
                </a:lnTo>
                <a:lnTo>
                  <a:pt x="258727" y="96653"/>
                </a:lnTo>
                <a:lnTo>
                  <a:pt x="260189" y="62295"/>
                </a:lnTo>
                <a:lnTo>
                  <a:pt x="260275" y="53980"/>
                </a:lnTo>
                <a:lnTo>
                  <a:pt x="260394" y="42453"/>
                </a:lnTo>
                <a:lnTo>
                  <a:pt x="2605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 descr=""/>
          <p:cNvSpPr/>
          <p:nvPr/>
        </p:nvSpPr>
        <p:spPr>
          <a:xfrm>
            <a:off x="11654345" y="2764789"/>
            <a:ext cx="225425" cy="149860"/>
          </a:xfrm>
          <a:custGeom>
            <a:avLst/>
            <a:gdLst/>
            <a:ahLst/>
            <a:cxnLst/>
            <a:rect l="l" t="t" r="r" b="b"/>
            <a:pathLst>
              <a:path w="225425" h="149860">
                <a:moveTo>
                  <a:pt x="224993" y="125730"/>
                </a:moveTo>
                <a:lnTo>
                  <a:pt x="28511" y="125730"/>
                </a:lnTo>
                <a:lnTo>
                  <a:pt x="28511" y="22860"/>
                </a:lnTo>
                <a:lnTo>
                  <a:pt x="221881" y="22860"/>
                </a:lnTo>
                <a:lnTo>
                  <a:pt x="221881" y="0"/>
                </a:lnTo>
                <a:lnTo>
                  <a:pt x="0" y="0"/>
                </a:lnTo>
                <a:lnTo>
                  <a:pt x="0" y="22860"/>
                </a:lnTo>
                <a:lnTo>
                  <a:pt x="0" y="125730"/>
                </a:lnTo>
                <a:lnTo>
                  <a:pt x="0" y="149860"/>
                </a:lnTo>
                <a:lnTo>
                  <a:pt x="224993" y="149860"/>
                </a:lnTo>
                <a:lnTo>
                  <a:pt x="224993" y="1257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 descr=""/>
          <p:cNvSpPr/>
          <p:nvPr/>
        </p:nvSpPr>
        <p:spPr>
          <a:xfrm>
            <a:off x="11616248" y="2991103"/>
            <a:ext cx="298450" cy="24130"/>
          </a:xfrm>
          <a:custGeom>
            <a:avLst/>
            <a:gdLst/>
            <a:ahLst/>
            <a:cxnLst/>
            <a:rect l="l" t="t" r="r" b="b"/>
            <a:pathLst>
              <a:path w="298450" h="24130">
                <a:moveTo>
                  <a:pt x="298355" y="0"/>
                </a:moveTo>
                <a:lnTo>
                  <a:pt x="0" y="0"/>
                </a:lnTo>
                <a:lnTo>
                  <a:pt x="0" y="24107"/>
                </a:lnTo>
                <a:lnTo>
                  <a:pt x="298355" y="24107"/>
                </a:lnTo>
                <a:lnTo>
                  <a:pt x="2983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 descr=""/>
          <p:cNvSpPr/>
          <p:nvPr/>
        </p:nvSpPr>
        <p:spPr>
          <a:xfrm>
            <a:off x="11940261" y="2743199"/>
            <a:ext cx="298450" cy="165100"/>
          </a:xfrm>
          <a:custGeom>
            <a:avLst/>
            <a:gdLst/>
            <a:ahLst/>
            <a:cxnLst/>
            <a:rect l="l" t="t" r="r" b="b"/>
            <a:pathLst>
              <a:path w="298450" h="165100">
                <a:moveTo>
                  <a:pt x="265696" y="96520"/>
                </a:moveTo>
                <a:lnTo>
                  <a:pt x="67398" y="96520"/>
                </a:lnTo>
                <a:lnTo>
                  <a:pt x="67398" y="68580"/>
                </a:lnTo>
                <a:lnTo>
                  <a:pt x="259994" y="68580"/>
                </a:lnTo>
                <a:lnTo>
                  <a:pt x="259994" y="48260"/>
                </a:lnTo>
                <a:lnTo>
                  <a:pt x="259994" y="21590"/>
                </a:lnTo>
                <a:lnTo>
                  <a:pt x="259994" y="0"/>
                </a:lnTo>
                <a:lnTo>
                  <a:pt x="37846" y="0"/>
                </a:lnTo>
                <a:lnTo>
                  <a:pt x="37846" y="21590"/>
                </a:lnTo>
                <a:lnTo>
                  <a:pt x="231216" y="21590"/>
                </a:lnTo>
                <a:lnTo>
                  <a:pt x="231216" y="48260"/>
                </a:lnTo>
                <a:lnTo>
                  <a:pt x="38874" y="48260"/>
                </a:lnTo>
                <a:lnTo>
                  <a:pt x="38874" y="68580"/>
                </a:lnTo>
                <a:lnTo>
                  <a:pt x="38874" y="96520"/>
                </a:lnTo>
                <a:lnTo>
                  <a:pt x="38874" y="118110"/>
                </a:lnTo>
                <a:lnTo>
                  <a:pt x="265696" y="118110"/>
                </a:lnTo>
                <a:lnTo>
                  <a:pt x="265696" y="96520"/>
                </a:lnTo>
                <a:close/>
              </a:path>
              <a:path w="298450" h="165100">
                <a:moveTo>
                  <a:pt x="298348" y="142151"/>
                </a:moveTo>
                <a:lnTo>
                  <a:pt x="0" y="142151"/>
                </a:lnTo>
                <a:lnTo>
                  <a:pt x="0" y="164706"/>
                </a:lnTo>
                <a:lnTo>
                  <a:pt x="298348" y="164706"/>
                </a:lnTo>
                <a:lnTo>
                  <a:pt x="298348" y="1421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 descr=""/>
          <p:cNvSpPr/>
          <p:nvPr/>
        </p:nvSpPr>
        <p:spPr>
          <a:xfrm>
            <a:off x="11976290" y="2933699"/>
            <a:ext cx="236220" cy="121920"/>
          </a:xfrm>
          <a:custGeom>
            <a:avLst/>
            <a:gdLst/>
            <a:ahLst/>
            <a:cxnLst/>
            <a:rect l="l" t="t" r="r" b="b"/>
            <a:pathLst>
              <a:path w="236220" h="121919">
                <a:moveTo>
                  <a:pt x="235623" y="100330"/>
                </a:moveTo>
                <a:lnTo>
                  <a:pt x="29286" y="100330"/>
                </a:lnTo>
                <a:lnTo>
                  <a:pt x="29286" y="69850"/>
                </a:lnTo>
                <a:lnTo>
                  <a:pt x="224993" y="69850"/>
                </a:lnTo>
                <a:lnTo>
                  <a:pt x="224993" y="49530"/>
                </a:lnTo>
                <a:lnTo>
                  <a:pt x="224993" y="21590"/>
                </a:lnTo>
                <a:lnTo>
                  <a:pt x="224993" y="0"/>
                </a:lnTo>
                <a:lnTo>
                  <a:pt x="0" y="0"/>
                </a:lnTo>
                <a:lnTo>
                  <a:pt x="0" y="21590"/>
                </a:lnTo>
                <a:lnTo>
                  <a:pt x="196481" y="21590"/>
                </a:lnTo>
                <a:lnTo>
                  <a:pt x="196481" y="49530"/>
                </a:lnTo>
                <a:lnTo>
                  <a:pt x="520" y="49530"/>
                </a:lnTo>
                <a:lnTo>
                  <a:pt x="520" y="69850"/>
                </a:lnTo>
                <a:lnTo>
                  <a:pt x="520" y="100330"/>
                </a:lnTo>
                <a:lnTo>
                  <a:pt x="520" y="121920"/>
                </a:lnTo>
                <a:lnTo>
                  <a:pt x="235623" y="121920"/>
                </a:lnTo>
                <a:lnTo>
                  <a:pt x="235623" y="1003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 descr=""/>
          <p:cNvSpPr/>
          <p:nvPr/>
        </p:nvSpPr>
        <p:spPr>
          <a:xfrm>
            <a:off x="12358434" y="2734233"/>
            <a:ext cx="629285" cy="325120"/>
          </a:xfrm>
          <a:custGeom>
            <a:avLst/>
            <a:gdLst/>
            <a:ahLst/>
            <a:cxnLst/>
            <a:rect l="l" t="t" r="r" b="b"/>
            <a:pathLst>
              <a:path w="629284" h="325119">
                <a:moveTo>
                  <a:pt x="261035" y="272694"/>
                </a:moveTo>
                <a:lnTo>
                  <a:pt x="253453" y="250228"/>
                </a:lnTo>
                <a:lnTo>
                  <a:pt x="243027" y="242366"/>
                </a:lnTo>
                <a:lnTo>
                  <a:pt x="232257" y="234276"/>
                </a:lnTo>
                <a:lnTo>
                  <a:pt x="232257" y="272694"/>
                </a:lnTo>
                <a:lnTo>
                  <a:pt x="226618" y="285699"/>
                </a:lnTo>
                <a:lnTo>
                  <a:pt x="210451" y="295071"/>
                </a:lnTo>
                <a:lnTo>
                  <a:pt x="184327" y="300723"/>
                </a:lnTo>
                <a:lnTo>
                  <a:pt x="148793" y="302501"/>
                </a:lnTo>
                <a:lnTo>
                  <a:pt x="113080" y="300723"/>
                </a:lnTo>
                <a:lnTo>
                  <a:pt x="86842" y="295071"/>
                </a:lnTo>
                <a:lnTo>
                  <a:pt x="70713" y="285699"/>
                </a:lnTo>
                <a:lnTo>
                  <a:pt x="65328" y="272694"/>
                </a:lnTo>
                <a:lnTo>
                  <a:pt x="70713" y="259753"/>
                </a:lnTo>
                <a:lnTo>
                  <a:pt x="86842" y="250228"/>
                </a:lnTo>
                <a:lnTo>
                  <a:pt x="113080" y="244360"/>
                </a:lnTo>
                <a:lnTo>
                  <a:pt x="148793" y="242366"/>
                </a:lnTo>
                <a:lnTo>
                  <a:pt x="184327" y="244360"/>
                </a:lnTo>
                <a:lnTo>
                  <a:pt x="210451" y="250228"/>
                </a:lnTo>
                <a:lnTo>
                  <a:pt x="226618" y="259753"/>
                </a:lnTo>
                <a:lnTo>
                  <a:pt x="232257" y="272694"/>
                </a:lnTo>
                <a:lnTo>
                  <a:pt x="232257" y="234276"/>
                </a:lnTo>
                <a:lnTo>
                  <a:pt x="231635" y="233807"/>
                </a:lnTo>
                <a:lnTo>
                  <a:pt x="196469" y="223837"/>
                </a:lnTo>
                <a:lnTo>
                  <a:pt x="148793" y="220586"/>
                </a:lnTo>
                <a:lnTo>
                  <a:pt x="100812" y="223837"/>
                </a:lnTo>
                <a:lnTo>
                  <a:pt x="65519" y="233807"/>
                </a:lnTo>
                <a:lnTo>
                  <a:pt x="43713" y="250228"/>
                </a:lnTo>
                <a:lnTo>
                  <a:pt x="36296" y="272694"/>
                </a:lnTo>
                <a:lnTo>
                  <a:pt x="43675" y="295071"/>
                </a:lnTo>
                <a:lnTo>
                  <a:pt x="43738" y="295262"/>
                </a:lnTo>
                <a:lnTo>
                  <a:pt x="65519" y="311569"/>
                </a:lnTo>
                <a:lnTo>
                  <a:pt x="100812" y="321462"/>
                </a:lnTo>
                <a:lnTo>
                  <a:pt x="148793" y="324789"/>
                </a:lnTo>
                <a:lnTo>
                  <a:pt x="196469" y="321462"/>
                </a:lnTo>
                <a:lnTo>
                  <a:pt x="231635" y="311569"/>
                </a:lnTo>
                <a:lnTo>
                  <a:pt x="243776" y="302501"/>
                </a:lnTo>
                <a:lnTo>
                  <a:pt x="253441" y="295262"/>
                </a:lnTo>
                <a:lnTo>
                  <a:pt x="261035" y="272694"/>
                </a:lnTo>
                <a:close/>
              </a:path>
              <a:path w="629284" h="325119">
                <a:moveTo>
                  <a:pt x="297573" y="172631"/>
                </a:moveTo>
                <a:lnTo>
                  <a:pt x="163042" y="172631"/>
                </a:lnTo>
                <a:lnTo>
                  <a:pt x="163042" y="140233"/>
                </a:lnTo>
                <a:lnTo>
                  <a:pt x="262331" y="140233"/>
                </a:lnTo>
                <a:lnTo>
                  <a:pt x="262331" y="117424"/>
                </a:lnTo>
                <a:lnTo>
                  <a:pt x="68694" y="117424"/>
                </a:lnTo>
                <a:lnTo>
                  <a:pt x="68694" y="85013"/>
                </a:lnTo>
                <a:lnTo>
                  <a:pt x="251701" y="85013"/>
                </a:lnTo>
                <a:lnTo>
                  <a:pt x="251701" y="62979"/>
                </a:lnTo>
                <a:lnTo>
                  <a:pt x="68694" y="62979"/>
                </a:lnTo>
                <a:lnTo>
                  <a:pt x="68694" y="32397"/>
                </a:lnTo>
                <a:lnTo>
                  <a:pt x="260515" y="32397"/>
                </a:lnTo>
                <a:lnTo>
                  <a:pt x="260515" y="9067"/>
                </a:lnTo>
                <a:lnTo>
                  <a:pt x="39662" y="9067"/>
                </a:lnTo>
                <a:lnTo>
                  <a:pt x="39662" y="140233"/>
                </a:lnTo>
                <a:lnTo>
                  <a:pt x="134277" y="140233"/>
                </a:lnTo>
                <a:lnTo>
                  <a:pt x="134277" y="172631"/>
                </a:lnTo>
                <a:lnTo>
                  <a:pt x="0" y="172631"/>
                </a:lnTo>
                <a:lnTo>
                  <a:pt x="0" y="195961"/>
                </a:lnTo>
                <a:lnTo>
                  <a:pt x="297573" y="195961"/>
                </a:lnTo>
                <a:lnTo>
                  <a:pt x="297573" y="172631"/>
                </a:lnTo>
                <a:close/>
              </a:path>
              <a:path w="629284" h="325119">
                <a:moveTo>
                  <a:pt x="501319" y="142303"/>
                </a:moveTo>
                <a:lnTo>
                  <a:pt x="495503" y="117144"/>
                </a:lnTo>
                <a:lnTo>
                  <a:pt x="484479" y="103936"/>
                </a:lnTo>
                <a:lnTo>
                  <a:pt x="479475" y="97942"/>
                </a:lnTo>
                <a:lnTo>
                  <a:pt x="474103" y="95288"/>
                </a:lnTo>
                <a:lnTo>
                  <a:pt x="474103" y="142303"/>
                </a:lnTo>
                <a:lnTo>
                  <a:pt x="470281" y="157797"/>
                </a:lnTo>
                <a:lnTo>
                  <a:pt x="459841" y="169621"/>
                </a:lnTo>
                <a:lnTo>
                  <a:pt x="443776" y="177114"/>
                </a:lnTo>
                <a:lnTo>
                  <a:pt x="423037" y="179628"/>
                </a:lnTo>
                <a:lnTo>
                  <a:pt x="402005" y="177114"/>
                </a:lnTo>
                <a:lnTo>
                  <a:pt x="385838" y="169621"/>
                </a:lnTo>
                <a:lnTo>
                  <a:pt x="375500" y="157797"/>
                </a:lnTo>
                <a:lnTo>
                  <a:pt x="371970" y="142303"/>
                </a:lnTo>
                <a:lnTo>
                  <a:pt x="375500" y="126466"/>
                </a:lnTo>
                <a:lnTo>
                  <a:pt x="385838" y="114376"/>
                </a:lnTo>
                <a:lnTo>
                  <a:pt x="402005" y="106654"/>
                </a:lnTo>
                <a:lnTo>
                  <a:pt x="423037" y="103936"/>
                </a:lnTo>
                <a:lnTo>
                  <a:pt x="443776" y="106654"/>
                </a:lnTo>
                <a:lnTo>
                  <a:pt x="459841" y="114376"/>
                </a:lnTo>
                <a:lnTo>
                  <a:pt x="470281" y="126466"/>
                </a:lnTo>
                <a:lnTo>
                  <a:pt x="474103" y="142303"/>
                </a:lnTo>
                <a:lnTo>
                  <a:pt x="474103" y="95288"/>
                </a:lnTo>
                <a:lnTo>
                  <a:pt x="454812" y="85699"/>
                </a:lnTo>
                <a:lnTo>
                  <a:pt x="423037" y="81394"/>
                </a:lnTo>
                <a:lnTo>
                  <a:pt x="390829" y="85699"/>
                </a:lnTo>
                <a:lnTo>
                  <a:pt x="365975" y="97942"/>
                </a:lnTo>
                <a:lnTo>
                  <a:pt x="350024" y="117144"/>
                </a:lnTo>
                <a:lnTo>
                  <a:pt x="344500" y="142303"/>
                </a:lnTo>
                <a:lnTo>
                  <a:pt x="350024" y="167119"/>
                </a:lnTo>
                <a:lnTo>
                  <a:pt x="365975" y="186080"/>
                </a:lnTo>
                <a:lnTo>
                  <a:pt x="390829" y="198183"/>
                </a:lnTo>
                <a:lnTo>
                  <a:pt x="423037" y="202438"/>
                </a:lnTo>
                <a:lnTo>
                  <a:pt x="454812" y="198183"/>
                </a:lnTo>
                <a:lnTo>
                  <a:pt x="479475" y="186080"/>
                </a:lnTo>
                <a:lnTo>
                  <a:pt x="484936" y="179628"/>
                </a:lnTo>
                <a:lnTo>
                  <a:pt x="495503" y="167119"/>
                </a:lnTo>
                <a:lnTo>
                  <a:pt x="501319" y="142303"/>
                </a:lnTo>
                <a:close/>
              </a:path>
              <a:path w="629284" h="325119">
                <a:moveTo>
                  <a:pt x="519988" y="39916"/>
                </a:moveTo>
                <a:lnTo>
                  <a:pt x="437299" y="39916"/>
                </a:lnTo>
                <a:lnTo>
                  <a:pt x="437299" y="0"/>
                </a:lnTo>
                <a:lnTo>
                  <a:pt x="408787" y="0"/>
                </a:lnTo>
                <a:lnTo>
                  <a:pt x="408787" y="39916"/>
                </a:lnTo>
                <a:lnTo>
                  <a:pt x="325831" y="39916"/>
                </a:lnTo>
                <a:lnTo>
                  <a:pt x="325831" y="63500"/>
                </a:lnTo>
                <a:lnTo>
                  <a:pt x="519988" y="63500"/>
                </a:lnTo>
                <a:lnTo>
                  <a:pt x="519988" y="39916"/>
                </a:lnTo>
                <a:close/>
              </a:path>
              <a:path w="629284" h="325119">
                <a:moveTo>
                  <a:pt x="594893" y="294462"/>
                </a:moveTo>
                <a:lnTo>
                  <a:pt x="404380" y="294462"/>
                </a:lnTo>
                <a:lnTo>
                  <a:pt x="404380" y="224472"/>
                </a:lnTo>
                <a:lnTo>
                  <a:pt x="375856" y="224472"/>
                </a:lnTo>
                <a:lnTo>
                  <a:pt x="375856" y="318312"/>
                </a:lnTo>
                <a:lnTo>
                  <a:pt x="594893" y="318312"/>
                </a:lnTo>
                <a:lnTo>
                  <a:pt x="594893" y="294462"/>
                </a:lnTo>
                <a:close/>
              </a:path>
              <a:path w="629284" h="325119">
                <a:moveTo>
                  <a:pt x="628853" y="107315"/>
                </a:moveTo>
                <a:lnTo>
                  <a:pt x="579856" y="107315"/>
                </a:lnTo>
                <a:lnTo>
                  <a:pt x="579856" y="0"/>
                </a:lnTo>
                <a:lnTo>
                  <a:pt x="551091" y="0"/>
                </a:lnTo>
                <a:lnTo>
                  <a:pt x="551091" y="244170"/>
                </a:lnTo>
                <a:lnTo>
                  <a:pt x="579856" y="244170"/>
                </a:lnTo>
                <a:lnTo>
                  <a:pt x="579856" y="131673"/>
                </a:lnTo>
                <a:lnTo>
                  <a:pt x="628853" y="131673"/>
                </a:lnTo>
                <a:lnTo>
                  <a:pt x="628853" y="1073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 descr=""/>
          <p:cNvSpPr/>
          <p:nvPr/>
        </p:nvSpPr>
        <p:spPr>
          <a:xfrm>
            <a:off x="13117715" y="2734233"/>
            <a:ext cx="605790" cy="321310"/>
          </a:xfrm>
          <a:custGeom>
            <a:avLst/>
            <a:gdLst/>
            <a:ahLst/>
            <a:cxnLst/>
            <a:rect l="l" t="t" r="r" b="b"/>
            <a:pathLst>
              <a:path w="605790" h="321310">
                <a:moveTo>
                  <a:pt x="179628" y="144373"/>
                </a:moveTo>
                <a:lnTo>
                  <a:pt x="178193" y="134785"/>
                </a:lnTo>
                <a:lnTo>
                  <a:pt x="176009" y="120269"/>
                </a:lnTo>
                <a:lnTo>
                  <a:pt x="137312" y="127000"/>
                </a:lnTo>
                <a:lnTo>
                  <a:pt x="100139" y="131470"/>
                </a:lnTo>
                <a:lnTo>
                  <a:pt x="64147" y="133959"/>
                </a:lnTo>
                <a:lnTo>
                  <a:pt x="29032" y="134785"/>
                </a:lnTo>
                <a:lnTo>
                  <a:pt x="29032" y="16332"/>
                </a:lnTo>
                <a:lnTo>
                  <a:pt x="0" y="16332"/>
                </a:lnTo>
                <a:lnTo>
                  <a:pt x="0" y="158889"/>
                </a:lnTo>
                <a:lnTo>
                  <a:pt x="25920" y="158889"/>
                </a:lnTo>
                <a:lnTo>
                  <a:pt x="62801" y="158191"/>
                </a:lnTo>
                <a:lnTo>
                  <a:pt x="100342" y="155816"/>
                </a:lnTo>
                <a:lnTo>
                  <a:pt x="139103" y="151345"/>
                </a:lnTo>
                <a:lnTo>
                  <a:pt x="179628" y="144373"/>
                </a:lnTo>
                <a:close/>
              </a:path>
              <a:path w="605790" h="321310">
                <a:moveTo>
                  <a:pt x="238988" y="201917"/>
                </a:moveTo>
                <a:lnTo>
                  <a:pt x="210997" y="201917"/>
                </a:lnTo>
                <a:lnTo>
                  <a:pt x="210997" y="224739"/>
                </a:lnTo>
                <a:lnTo>
                  <a:pt x="210997" y="297573"/>
                </a:lnTo>
                <a:lnTo>
                  <a:pt x="60655" y="297573"/>
                </a:lnTo>
                <a:lnTo>
                  <a:pt x="60655" y="224739"/>
                </a:lnTo>
                <a:lnTo>
                  <a:pt x="210997" y="224739"/>
                </a:lnTo>
                <a:lnTo>
                  <a:pt x="210997" y="201917"/>
                </a:lnTo>
                <a:lnTo>
                  <a:pt x="32664" y="201917"/>
                </a:lnTo>
                <a:lnTo>
                  <a:pt x="32664" y="320903"/>
                </a:lnTo>
                <a:lnTo>
                  <a:pt x="238988" y="320903"/>
                </a:lnTo>
                <a:lnTo>
                  <a:pt x="238988" y="297573"/>
                </a:lnTo>
                <a:lnTo>
                  <a:pt x="238988" y="224739"/>
                </a:lnTo>
                <a:lnTo>
                  <a:pt x="238988" y="201917"/>
                </a:lnTo>
                <a:close/>
              </a:path>
              <a:path w="605790" h="321310">
                <a:moveTo>
                  <a:pt x="288239" y="74650"/>
                </a:moveTo>
                <a:lnTo>
                  <a:pt x="238988" y="74650"/>
                </a:lnTo>
                <a:lnTo>
                  <a:pt x="238988" y="0"/>
                </a:lnTo>
                <a:lnTo>
                  <a:pt x="210223" y="0"/>
                </a:lnTo>
                <a:lnTo>
                  <a:pt x="210223" y="184035"/>
                </a:lnTo>
                <a:lnTo>
                  <a:pt x="238988" y="184035"/>
                </a:lnTo>
                <a:lnTo>
                  <a:pt x="238988" y="99009"/>
                </a:lnTo>
                <a:lnTo>
                  <a:pt x="288239" y="99009"/>
                </a:lnTo>
                <a:lnTo>
                  <a:pt x="288239" y="74650"/>
                </a:lnTo>
                <a:close/>
              </a:path>
              <a:path w="605790" h="321310">
                <a:moveTo>
                  <a:pt x="572084" y="75692"/>
                </a:moveTo>
                <a:lnTo>
                  <a:pt x="563981" y="48399"/>
                </a:lnTo>
                <a:lnTo>
                  <a:pt x="548170" y="34467"/>
                </a:lnTo>
                <a:lnTo>
                  <a:pt x="542798" y="29743"/>
                </a:lnTo>
                <a:lnTo>
                  <a:pt x="542798" y="75692"/>
                </a:lnTo>
                <a:lnTo>
                  <a:pt x="536752" y="93103"/>
                </a:lnTo>
                <a:lnTo>
                  <a:pt x="519531" y="106146"/>
                </a:lnTo>
                <a:lnTo>
                  <a:pt x="492493" y="114325"/>
                </a:lnTo>
                <a:lnTo>
                  <a:pt x="456996" y="117157"/>
                </a:lnTo>
                <a:lnTo>
                  <a:pt x="421500" y="114325"/>
                </a:lnTo>
                <a:lnTo>
                  <a:pt x="394487" y="106146"/>
                </a:lnTo>
                <a:lnTo>
                  <a:pt x="377342" y="93103"/>
                </a:lnTo>
                <a:lnTo>
                  <a:pt x="371449" y="75692"/>
                </a:lnTo>
                <a:lnTo>
                  <a:pt x="377342" y="58534"/>
                </a:lnTo>
                <a:lnTo>
                  <a:pt x="394487" y="45554"/>
                </a:lnTo>
                <a:lnTo>
                  <a:pt x="421500" y="37338"/>
                </a:lnTo>
                <a:lnTo>
                  <a:pt x="456996" y="34467"/>
                </a:lnTo>
                <a:lnTo>
                  <a:pt x="492493" y="37338"/>
                </a:lnTo>
                <a:lnTo>
                  <a:pt x="519531" y="45554"/>
                </a:lnTo>
                <a:lnTo>
                  <a:pt x="536752" y="58534"/>
                </a:lnTo>
                <a:lnTo>
                  <a:pt x="542798" y="75692"/>
                </a:lnTo>
                <a:lnTo>
                  <a:pt x="542798" y="29743"/>
                </a:lnTo>
                <a:lnTo>
                  <a:pt x="540880" y="28054"/>
                </a:lnTo>
                <a:lnTo>
                  <a:pt x="504609" y="15392"/>
                </a:lnTo>
                <a:lnTo>
                  <a:pt x="456996" y="11137"/>
                </a:lnTo>
                <a:lnTo>
                  <a:pt x="409219" y="15392"/>
                </a:lnTo>
                <a:lnTo>
                  <a:pt x="372872" y="28054"/>
                </a:lnTo>
                <a:lnTo>
                  <a:pt x="349745" y="48399"/>
                </a:lnTo>
                <a:lnTo>
                  <a:pt x="341642" y="75692"/>
                </a:lnTo>
                <a:lnTo>
                  <a:pt x="349745" y="103022"/>
                </a:lnTo>
                <a:lnTo>
                  <a:pt x="372872" y="123482"/>
                </a:lnTo>
                <a:lnTo>
                  <a:pt x="409219" y="136309"/>
                </a:lnTo>
                <a:lnTo>
                  <a:pt x="456996" y="140754"/>
                </a:lnTo>
                <a:lnTo>
                  <a:pt x="504609" y="136309"/>
                </a:lnTo>
                <a:lnTo>
                  <a:pt x="540880" y="123482"/>
                </a:lnTo>
                <a:lnTo>
                  <a:pt x="548017" y="117157"/>
                </a:lnTo>
                <a:lnTo>
                  <a:pt x="563981" y="103022"/>
                </a:lnTo>
                <a:lnTo>
                  <a:pt x="572084" y="75692"/>
                </a:lnTo>
                <a:close/>
              </a:path>
              <a:path w="605790" h="321310">
                <a:moveTo>
                  <a:pt x="572604" y="294462"/>
                </a:moveTo>
                <a:lnTo>
                  <a:pt x="376123" y="294462"/>
                </a:lnTo>
                <a:lnTo>
                  <a:pt x="376123" y="223697"/>
                </a:lnTo>
                <a:lnTo>
                  <a:pt x="347091" y="223697"/>
                </a:lnTo>
                <a:lnTo>
                  <a:pt x="347091" y="318312"/>
                </a:lnTo>
                <a:lnTo>
                  <a:pt x="572604" y="318312"/>
                </a:lnTo>
                <a:lnTo>
                  <a:pt x="572604" y="294462"/>
                </a:lnTo>
                <a:close/>
              </a:path>
              <a:path w="605790" h="321310">
                <a:moveTo>
                  <a:pt x="605777" y="171589"/>
                </a:moveTo>
                <a:lnTo>
                  <a:pt x="308724" y="171589"/>
                </a:lnTo>
                <a:lnTo>
                  <a:pt x="308724" y="194919"/>
                </a:lnTo>
                <a:lnTo>
                  <a:pt x="605777" y="194919"/>
                </a:lnTo>
                <a:lnTo>
                  <a:pt x="605777" y="1715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 descr=""/>
          <p:cNvSpPr/>
          <p:nvPr/>
        </p:nvSpPr>
        <p:spPr>
          <a:xfrm>
            <a:off x="13860780" y="2764789"/>
            <a:ext cx="163195" cy="265430"/>
          </a:xfrm>
          <a:custGeom>
            <a:avLst/>
            <a:gdLst/>
            <a:ahLst/>
            <a:cxnLst/>
            <a:rect l="l" t="t" r="r" b="b"/>
            <a:pathLst>
              <a:path w="163194" h="265430">
                <a:moveTo>
                  <a:pt x="162775" y="236220"/>
                </a:moveTo>
                <a:lnTo>
                  <a:pt x="32918" y="236220"/>
                </a:lnTo>
                <a:lnTo>
                  <a:pt x="32918" y="147320"/>
                </a:lnTo>
                <a:lnTo>
                  <a:pt x="152412" y="147320"/>
                </a:lnTo>
                <a:lnTo>
                  <a:pt x="152412" y="118110"/>
                </a:lnTo>
                <a:lnTo>
                  <a:pt x="32918" y="118110"/>
                </a:lnTo>
                <a:lnTo>
                  <a:pt x="32918" y="29210"/>
                </a:lnTo>
                <a:lnTo>
                  <a:pt x="160972" y="29210"/>
                </a:lnTo>
                <a:lnTo>
                  <a:pt x="160972" y="0"/>
                </a:lnTo>
                <a:lnTo>
                  <a:pt x="0" y="0"/>
                </a:lnTo>
                <a:lnTo>
                  <a:pt x="0" y="29210"/>
                </a:lnTo>
                <a:lnTo>
                  <a:pt x="0" y="118110"/>
                </a:lnTo>
                <a:lnTo>
                  <a:pt x="0" y="147320"/>
                </a:lnTo>
                <a:lnTo>
                  <a:pt x="0" y="236220"/>
                </a:lnTo>
                <a:lnTo>
                  <a:pt x="0" y="265430"/>
                </a:lnTo>
                <a:lnTo>
                  <a:pt x="162775" y="265430"/>
                </a:lnTo>
                <a:lnTo>
                  <a:pt x="162775" y="236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5" name="object 175" descr=""/>
          <p:cNvGrpSpPr/>
          <p:nvPr/>
        </p:nvGrpSpPr>
        <p:grpSpPr>
          <a:xfrm>
            <a:off x="14069707" y="2732149"/>
            <a:ext cx="1511300" cy="372745"/>
            <a:chOff x="14069707" y="2732149"/>
            <a:chExt cx="1511300" cy="372745"/>
          </a:xfrm>
        </p:grpSpPr>
        <p:pic>
          <p:nvPicPr>
            <p:cNvPr id="176" name="object 17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069707" y="2828317"/>
              <a:ext cx="158639" cy="201668"/>
            </a:xfrm>
            <a:prstGeom prst="rect">
              <a:avLst/>
            </a:prstGeom>
          </p:spPr>
        </p:pic>
        <p:pic>
          <p:nvPicPr>
            <p:cNvPr id="177" name="object 17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269302" y="2828317"/>
              <a:ext cx="176005" cy="205815"/>
            </a:xfrm>
            <a:prstGeom prst="rect">
              <a:avLst/>
            </a:prstGeom>
          </p:spPr>
        </p:pic>
        <p:sp>
          <p:nvSpPr>
            <p:cNvPr id="178" name="object 178" descr=""/>
            <p:cNvSpPr/>
            <p:nvPr/>
          </p:nvSpPr>
          <p:spPr>
            <a:xfrm>
              <a:off x="14486255" y="2732150"/>
              <a:ext cx="1094740" cy="372745"/>
            </a:xfrm>
            <a:custGeom>
              <a:avLst/>
              <a:gdLst/>
              <a:ahLst/>
              <a:cxnLst/>
              <a:rect l="l" t="t" r="r" b="b"/>
              <a:pathLst>
                <a:path w="1094740" h="372744">
                  <a:moveTo>
                    <a:pt x="262585" y="164604"/>
                  </a:moveTo>
                  <a:lnTo>
                    <a:pt x="258064" y="134226"/>
                  </a:lnTo>
                  <a:lnTo>
                    <a:pt x="245440" y="112890"/>
                  </a:lnTo>
                  <a:lnTo>
                    <a:pt x="226174" y="100304"/>
                  </a:lnTo>
                  <a:lnTo>
                    <a:pt x="201676" y="96177"/>
                  </a:lnTo>
                  <a:lnTo>
                    <a:pt x="181749" y="98564"/>
                  </a:lnTo>
                  <a:lnTo>
                    <a:pt x="164960" y="105371"/>
                  </a:lnTo>
                  <a:lnTo>
                    <a:pt x="151625" y="116078"/>
                  </a:lnTo>
                  <a:lnTo>
                    <a:pt x="142049" y="130124"/>
                  </a:lnTo>
                  <a:lnTo>
                    <a:pt x="139979" y="130124"/>
                  </a:lnTo>
                  <a:lnTo>
                    <a:pt x="131267" y="115747"/>
                  </a:lnTo>
                  <a:lnTo>
                    <a:pt x="119494" y="105079"/>
                  </a:lnTo>
                  <a:lnTo>
                    <a:pt x="104622" y="98450"/>
                  </a:lnTo>
                  <a:lnTo>
                    <a:pt x="86575" y="96177"/>
                  </a:lnTo>
                  <a:lnTo>
                    <a:pt x="68465" y="98450"/>
                  </a:lnTo>
                  <a:lnTo>
                    <a:pt x="53276" y="105079"/>
                  </a:lnTo>
                  <a:lnTo>
                    <a:pt x="41376" y="115747"/>
                  </a:lnTo>
                  <a:lnTo>
                    <a:pt x="33185" y="130124"/>
                  </a:lnTo>
                  <a:lnTo>
                    <a:pt x="30594" y="130124"/>
                  </a:lnTo>
                  <a:lnTo>
                    <a:pt x="30594" y="98767"/>
                  </a:lnTo>
                  <a:lnTo>
                    <a:pt x="0" y="98767"/>
                  </a:lnTo>
                  <a:lnTo>
                    <a:pt x="0" y="297840"/>
                  </a:lnTo>
                  <a:lnTo>
                    <a:pt x="31623" y="297840"/>
                  </a:lnTo>
                  <a:lnTo>
                    <a:pt x="31623" y="173672"/>
                  </a:lnTo>
                  <a:lnTo>
                    <a:pt x="35280" y="153733"/>
                  </a:lnTo>
                  <a:lnTo>
                    <a:pt x="45072" y="138163"/>
                  </a:lnTo>
                  <a:lnTo>
                    <a:pt x="59296" y="128041"/>
                  </a:lnTo>
                  <a:lnTo>
                    <a:pt x="76212" y="124421"/>
                  </a:lnTo>
                  <a:lnTo>
                    <a:pt x="92062" y="127127"/>
                  </a:lnTo>
                  <a:lnTo>
                    <a:pt x="104432" y="134759"/>
                  </a:lnTo>
                  <a:lnTo>
                    <a:pt x="112483" y="146621"/>
                  </a:lnTo>
                  <a:lnTo>
                    <a:pt x="115354" y="162013"/>
                  </a:lnTo>
                  <a:lnTo>
                    <a:pt x="115354" y="297840"/>
                  </a:lnTo>
                  <a:lnTo>
                    <a:pt x="147231" y="297840"/>
                  </a:lnTo>
                  <a:lnTo>
                    <a:pt x="147231" y="168490"/>
                  </a:lnTo>
                  <a:lnTo>
                    <a:pt x="150139" y="150888"/>
                  </a:lnTo>
                  <a:lnTo>
                    <a:pt x="158610" y="136931"/>
                  </a:lnTo>
                  <a:lnTo>
                    <a:pt x="172275" y="127736"/>
                  </a:lnTo>
                  <a:lnTo>
                    <a:pt x="190779" y="124421"/>
                  </a:lnTo>
                  <a:lnTo>
                    <a:pt x="206248" y="126669"/>
                  </a:lnTo>
                  <a:lnTo>
                    <a:pt x="219036" y="133794"/>
                  </a:lnTo>
                  <a:lnTo>
                    <a:pt x="227749" y="146405"/>
                  </a:lnTo>
                  <a:lnTo>
                    <a:pt x="230962" y="165125"/>
                  </a:lnTo>
                  <a:lnTo>
                    <a:pt x="230962" y="297840"/>
                  </a:lnTo>
                  <a:lnTo>
                    <a:pt x="262585" y="297840"/>
                  </a:lnTo>
                  <a:lnTo>
                    <a:pt x="262585" y="164604"/>
                  </a:lnTo>
                  <a:close/>
                </a:path>
                <a:path w="1094740" h="372744">
                  <a:moveTo>
                    <a:pt x="476694" y="98767"/>
                  </a:moveTo>
                  <a:lnTo>
                    <a:pt x="442480" y="98767"/>
                  </a:lnTo>
                  <a:lnTo>
                    <a:pt x="388048" y="256882"/>
                  </a:lnTo>
                  <a:lnTo>
                    <a:pt x="385965" y="256882"/>
                  </a:lnTo>
                  <a:lnTo>
                    <a:pt x="331533" y="98767"/>
                  </a:lnTo>
                  <a:lnTo>
                    <a:pt x="297319" y="98767"/>
                  </a:lnTo>
                  <a:lnTo>
                    <a:pt x="370941" y="299135"/>
                  </a:lnTo>
                  <a:lnTo>
                    <a:pt x="365239" y="314426"/>
                  </a:lnTo>
                  <a:lnTo>
                    <a:pt x="357187" y="331330"/>
                  </a:lnTo>
                  <a:lnTo>
                    <a:pt x="348907" y="340220"/>
                  </a:lnTo>
                  <a:lnTo>
                    <a:pt x="340233" y="343662"/>
                  </a:lnTo>
                  <a:lnTo>
                    <a:pt x="331012" y="344246"/>
                  </a:lnTo>
                  <a:lnTo>
                    <a:pt x="326097" y="344246"/>
                  </a:lnTo>
                  <a:lnTo>
                    <a:pt x="318833" y="343979"/>
                  </a:lnTo>
                  <a:lnTo>
                    <a:pt x="315722" y="343725"/>
                  </a:lnTo>
                  <a:lnTo>
                    <a:pt x="315468" y="371716"/>
                  </a:lnTo>
                  <a:lnTo>
                    <a:pt x="319608" y="372237"/>
                  </a:lnTo>
                  <a:lnTo>
                    <a:pt x="326351" y="372491"/>
                  </a:lnTo>
                  <a:lnTo>
                    <a:pt x="333095" y="372491"/>
                  </a:lnTo>
                  <a:lnTo>
                    <a:pt x="352640" y="369697"/>
                  </a:lnTo>
                  <a:lnTo>
                    <a:pt x="368998" y="361213"/>
                  </a:lnTo>
                  <a:lnTo>
                    <a:pt x="382231" y="346900"/>
                  </a:lnTo>
                  <a:lnTo>
                    <a:pt x="392455" y="326618"/>
                  </a:lnTo>
                  <a:lnTo>
                    <a:pt x="476694" y="98767"/>
                  </a:lnTo>
                  <a:close/>
                </a:path>
                <a:path w="1094740" h="372744">
                  <a:moveTo>
                    <a:pt x="780237" y="109905"/>
                  </a:moveTo>
                  <a:lnTo>
                    <a:pt x="737425" y="103949"/>
                  </a:lnTo>
                  <a:lnTo>
                    <a:pt x="701497" y="92189"/>
                  </a:lnTo>
                  <a:lnTo>
                    <a:pt x="682294" y="79324"/>
                  </a:lnTo>
                  <a:lnTo>
                    <a:pt x="675868" y="75031"/>
                  </a:lnTo>
                  <a:lnTo>
                    <a:pt x="663981" y="52882"/>
                  </a:lnTo>
                  <a:lnTo>
                    <a:pt x="766241" y="52882"/>
                  </a:lnTo>
                  <a:lnTo>
                    <a:pt x="766241" y="30327"/>
                  </a:lnTo>
                  <a:lnTo>
                    <a:pt x="662038" y="30327"/>
                  </a:lnTo>
                  <a:lnTo>
                    <a:pt x="662038" y="0"/>
                  </a:lnTo>
                  <a:lnTo>
                    <a:pt x="633780" y="0"/>
                  </a:lnTo>
                  <a:lnTo>
                    <a:pt x="633780" y="30327"/>
                  </a:lnTo>
                  <a:lnTo>
                    <a:pt x="530098" y="30327"/>
                  </a:lnTo>
                  <a:lnTo>
                    <a:pt x="530098" y="52882"/>
                  </a:lnTo>
                  <a:lnTo>
                    <a:pt x="631710" y="52882"/>
                  </a:lnTo>
                  <a:lnTo>
                    <a:pt x="619734" y="75031"/>
                  </a:lnTo>
                  <a:lnTo>
                    <a:pt x="594106" y="92189"/>
                  </a:lnTo>
                  <a:lnTo>
                    <a:pt x="558241" y="103949"/>
                  </a:lnTo>
                  <a:lnTo>
                    <a:pt x="515581" y="109905"/>
                  </a:lnTo>
                  <a:lnTo>
                    <a:pt x="524129" y="131940"/>
                  </a:lnTo>
                  <a:lnTo>
                    <a:pt x="563740" y="126161"/>
                  </a:lnTo>
                  <a:lnTo>
                    <a:pt x="599046" y="115544"/>
                  </a:lnTo>
                  <a:lnTo>
                    <a:pt x="627837" y="99974"/>
                  </a:lnTo>
                  <a:lnTo>
                    <a:pt x="647903" y="79324"/>
                  </a:lnTo>
                  <a:lnTo>
                    <a:pt x="667969" y="99974"/>
                  </a:lnTo>
                  <a:lnTo>
                    <a:pt x="696734" y="115544"/>
                  </a:lnTo>
                  <a:lnTo>
                    <a:pt x="731964" y="126161"/>
                  </a:lnTo>
                  <a:lnTo>
                    <a:pt x="771423" y="131940"/>
                  </a:lnTo>
                  <a:lnTo>
                    <a:pt x="780237" y="109905"/>
                  </a:lnTo>
                  <a:close/>
                </a:path>
                <a:path w="1094740" h="372744">
                  <a:moveTo>
                    <a:pt x="796302" y="146977"/>
                  </a:moveTo>
                  <a:lnTo>
                    <a:pt x="499770" y="146977"/>
                  </a:lnTo>
                  <a:lnTo>
                    <a:pt x="499770" y="169011"/>
                  </a:lnTo>
                  <a:lnTo>
                    <a:pt x="633526" y="169011"/>
                  </a:lnTo>
                  <a:lnTo>
                    <a:pt x="633526" y="199593"/>
                  </a:lnTo>
                  <a:lnTo>
                    <a:pt x="535533" y="199593"/>
                  </a:lnTo>
                  <a:lnTo>
                    <a:pt x="535533" y="221119"/>
                  </a:lnTo>
                  <a:lnTo>
                    <a:pt x="729945" y="221119"/>
                  </a:lnTo>
                  <a:lnTo>
                    <a:pt x="729945" y="249631"/>
                  </a:lnTo>
                  <a:lnTo>
                    <a:pt x="536321" y="249631"/>
                  </a:lnTo>
                  <a:lnTo>
                    <a:pt x="536321" y="324027"/>
                  </a:lnTo>
                  <a:lnTo>
                    <a:pt x="768057" y="324027"/>
                  </a:lnTo>
                  <a:lnTo>
                    <a:pt x="768057" y="301726"/>
                  </a:lnTo>
                  <a:lnTo>
                    <a:pt x="564565" y="301726"/>
                  </a:lnTo>
                  <a:lnTo>
                    <a:pt x="564565" y="270103"/>
                  </a:lnTo>
                  <a:lnTo>
                    <a:pt x="758202" y="270103"/>
                  </a:lnTo>
                  <a:lnTo>
                    <a:pt x="758202" y="199593"/>
                  </a:lnTo>
                  <a:lnTo>
                    <a:pt x="662038" y="199593"/>
                  </a:lnTo>
                  <a:lnTo>
                    <a:pt x="662038" y="169011"/>
                  </a:lnTo>
                  <a:lnTo>
                    <a:pt x="796302" y="169011"/>
                  </a:lnTo>
                  <a:lnTo>
                    <a:pt x="796302" y="146977"/>
                  </a:lnTo>
                  <a:close/>
                </a:path>
                <a:path w="1094740" h="372744">
                  <a:moveTo>
                    <a:pt x="1000569" y="179374"/>
                  </a:moveTo>
                  <a:lnTo>
                    <a:pt x="998702" y="163830"/>
                  </a:lnTo>
                  <a:lnTo>
                    <a:pt x="997712" y="155536"/>
                  </a:lnTo>
                  <a:lnTo>
                    <a:pt x="969695" y="159778"/>
                  </a:lnTo>
                  <a:lnTo>
                    <a:pt x="940739" y="162306"/>
                  </a:lnTo>
                  <a:lnTo>
                    <a:pt x="907478" y="163512"/>
                  </a:lnTo>
                  <a:lnTo>
                    <a:pt x="866559" y="163830"/>
                  </a:lnTo>
                  <a:lnTo>
                    <a:pt x="866559" y="113284"/>
                  </a:lnTo>
                  <a:lnTo>
                    <a:pt x="978535" y="113284"/>
                  </a:lnTo>
                  <a:lnTo>
                    <a:pt x="978535" y="21780"/>
                  </a:lnTo>
                  <a:lnTo>
                    <a:pt x="837260" y="21780"/>
                  </a:lnTo>
                  <a:lnTo>
                    <a:pt x="837260" y="45110"/>
                  </a:lnTo>
                  <a:lnTo>
                    <a:pt x="950023" y="45110"/>
                  </a:lnTo>
                  <a:lnTo>
                    <a:pt x="950023" y="90982"/>
                  </a:lnTo>
                  <a:lnTo>
                    <a:pt x="838034" y="90982"/>
                  </a:lnTo>
                  <a:lnTo>
                    <a:pt x="838034" y="187159"/>
                  </a:lnTo>
                  <a:lnTo>
                    <a:pt x="861110" y="187159"/>
                  </a:lnTo>
                  <a:lnTo>
                    <a:pt x="904989" y="186893"/>
                  </a:lnTo>
                  <a:lnTo>
                    <a:pt x="940358" y="185801"/>
                  </a:lnTo>
                  <a:lnTo>
                    <a:pt x="970978" y="183438"/>
                  </a:lnTo>
                  <a:lnTo>
                    <a:pt x="1000569" y="179374"/>
                  </a:lnTo>
                  <a:close/>
                </a:path>
                <a:path w="1094740" h="372744">
                  <a:moveTo>
                    <a:pt x="1094143" y="219811"/>
                  </a:moveTo>
                  <a:lnTo>
                    <a:pt x="874585" y="219811"/>
                  </a:lnTo>
                  <a:lnTo>
                    <a:pt x="874585" y="243408"/>
                  </a:lnTo>
                  <a:lnTo>
                    <a:pt x="1065377" y="243408"/>
                  </a:lnTo>
                  <a:lnTo>
                    <a:pt x="1065377" y="328168"/>
                  </a:lnTo>
                  <a:lnTo>
                    <a:pt x="1094143" y="328168"/>
                  </a:lnTo>
                  <a:lnTo>
                    <a:pt x="1094143" y="219811"/>
                  </a:lnTo>
                  <a:close/>
                </a:path>
                <a:path w="1094740" h="372744">
                  <a:moveTo>
                    <a:pt x="1094143" y="2082"/>
                  </a:moveTo>
                  <a:lnTo>
                    <a:pt x="1065377" y="2082"/>
                  </a:lnTo>
                  <a:lnTo>
                    <a:pt x="1065377" y="50546"/>
                  </a:lnTo>
                  <a:lnTo>
                    <a:pt x="1000302" y="50546"/>
                  </a:lnTo>
                  <a:lnTo>
                    <a:pt x="1000302" y="73875"/>
                  </a:lnTo>
                  <a:lnTo>
                    <a:pt x="1065377" y="73875"/>
                  </a:lnTo>
                  <a:lnTo>
                    <a:pt x="1065377" y="117944"/>
                  </a:lnTo>
                  <a:lnTo>
                    <a:pt x="1000302" y="117944"/>
                  </a:lnTo>
                  <a:lnTo>
                    <a:pt x="1000302" y="141528"/>
                  </a:lnTo>
                  <a:lnTo>
                    <a:pt x="1065377" y="141528"/>
                  </a:lnTo>
                  <a:lnTo>
                    <a:pt x="1065377" y="202196"/>
                  </a:lnTo>
                  <a:lnTo>
                    <a:pt x="1094143" y="202196"/>
                  </a:lnTo>
                  <a:lnTo>
                    <a:pt x="1094143" y="20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9" name="object 179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152170" y="1042587"/>
            <a:ext cx="305250" cy="355619"/>
          </a:xfrm>
          <a:prstGeom prst="rect">
            <a:avLst/>
          </a:prstGeom>
        </p:spPr>
      </p:pic>
      <p:grpSp>
        <p:nvGrpSpPr>
          <p:cNvPr id="180" name="object 180" descr=""/>
          <p:cNvGrpSpPr/>
          <p:nvPr/>
        </p:nvGrpSpPr>
        <p:grpSpPr>
          <a:xfrm>
            <a:off x="9503371" y="1042587"/>
            <a:ext cx="292735" cy="351155"/>
            <a:chOff x="9503371" y="1042587"/>
            <a:chExt cx="292735" cy="351155"/>
          </a:xfrm>
        </p:grpSpPr>
        <p:sp>
          <p:nvSpPr>
            <p:cNvPr id="181" name="object 181" descr=""/>
            <p:cNvSpPr/>
            <p:nvPr/>
          </p:nvSpPr>
          <p:spPr>
            <a:xfrm>
              <a:off x="9761164" y="1046594"/>
              <a:ext cx="31115" cy="198120"/>
            </a:xfrm>
            <a:custGeom>
              <a:avLst/>
              <a:gdLst/>
              <a:ahLst/>
              <a:cxnLst/>
              <a:rect l="l" t="t" r="r" b="b"/>
              <a:pathLst>
                <a:path w="31115" h="198119">
                  <a:moveTo>
                    <a:pt x="0" y="197603"/>
                  </a:moveTo>
                  <a:lnTo>
                    <a:pt x="30719" y="197603"/>
                  </a:lnTo>
                  <a:lnTo>
                    <a:pt x="30719" y="0"/>
                  </a:lnTo>
                  <a:lnTo>
                    <a:pt x="0" y="0"/>
                  </a:lnTo>
                  <a:lnTo>
                    <a:pt x="0" y="197603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2" name="object 18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503371" y="1056148"/>
              <a:ext cx="216964" cy="183200"/>
            </a:xfrm>
            <a:prstGeom prst="rect">
              <a:avLst/>
            </a:prstGeom>
          </p:spPr>
        </p:pic>
        <p:sp>
          <p:nvSpPr>
            <p:cNvPr id="183" name="object 183" descr=""/>
            <p:cNvSpPr/>
            <p:nvPr/>
          </p:nvSpPr>
          <p:spPr>
            <a:xfrm>
              <a:off x="9565497" y="1264124"/>
              <a:ext cx="226695" cy="125730"/>
            </a:xfrm>
            <a:custGeom>
              <a:avLst/>
              <a:gdLst/>
              <a:ahLst/>
              <a:cxnLst/>
              <a:rect l="l" t="t" r="r" b="b"/>
              <a:pathLst>
                <a:path w="226695" h="125730">
                  <a:moveTo>
                    <a:pt x="226385" y="125370"/>
                  </a:moveTo>
                  <a:lnTo>
                    <a:pt x="226385" y="0"/>
                  </a:lnTo>
                  <a:lnTo>
                    <a:pt x="0" y="0"/>
                  </a:lnTo>
                  <a:lnTo>
                    <a:pt x="0" y="125370"/>
                  </a:lnTo>
                  <a:lnTo>
                    <a:pt x="226385" y="125370"/>
                  </a:lnTo>
                  <a:close/>
                </a:path>
                <a:path w="226695" h="125730">
                  <a:moveTo>
                    <a:pt x="196219" y="24907"/>
                  </a:moveTo>
                  <a:lnTo>
                    <a:pt x="196219" y="100185"/>
                  </a:lnTo>
                  <a:lnTo>
                    <a:pt x="30442" y="100185"/>
                  </a:lnTo>
                  <a:lnTo>
                    <a:pt x="30442" y="24907"/>
                  </a:lnTo>
                  <a:lnTo>
                    <a:pt x="196219" y="24907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4" name="object 184" descr=""/>
          <p:cNvSpPr/>
          <p:nvPr/>
        </p:nvSpPr>
        <p:spPr>
          <a:xfrm>
            <a:off x="10208196" y="1046318"/>
            <a:ext cx="31115" cy="347980"/>
          </a:xfrm>
          <a:custGeom>
            <a:avLst/>
            <a:gdLst/>
            <a:ahLst/>
            <a:cxnLst/>
            <a:rect l="l" t="t" r="r" b="b"/>
            <a:pathLst>
              <a:path w="31115" h="347980">
                <a:moveTo>
                  <a:pt x="0" y="347881"/>
                </a:moveTo>
                <a:lnTo>
                  <a:pt x="30720" y="347881"/>
                </a:lnTo>
                <a:lnTo>
                  <a:pt x="30720" y="0"/>
                </a:lnTo>
                <a:lnTo>
                  <a:pt x="0" y="0"/>
                </a:lnTo>
                <a:lnTo>
                  <a:pt x="0" y="347881"/>
                </a:lnTo>
                <a:close/>
              </a:path>
            </a:pathLst>
          </a:custGeom>
          <a:ln w="80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5" name="object 185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951789" y="1080226"/>
            <a:ext cx="188181" cy="252666"/>
          </a:xfrm>
          <a:prstGeom prst="rect">
            <a:avLst/>
          </a:prstGeom>
        </p:spPr>
      </p:pic>
      <p:grpSp>
        <p:nvGrpSpPr>
          <p:cNvPr id="186" name="object 186" descr=""/>
          <p:cNvGrpSpPr/>
          <p:nvPr/>
        </p:nvGrpSpPr>
        <p:grpSpPr>
          <a:xfrm>
            <a:off x="10293858" y="1049229"/>
            <a:ext cx="325755" cy="347345"/>
            <a:chOff x="10293858" y="1049229"/>
            <a:chExt cx="325755" cy="347345"/>
          </a:xfrm>
        </p:grpSpPr>
        <p:sp>
          <p:nvSpPr>
            <p:cNvPr id="187" name="object 187" descr=""/>
            <p:cNvSpPr/>
            <p:nvPr/>
          </p:nvSpPr>
          <p:spPr>
            <a:xfrm>
              <a:off x="10297865" y="1053236"/>
              <a:ext cx="317500" cy="182245"/>
            </a:xfrm>
            <a:custGeom>
              <a:avLst/>
              <a:gdLst/>
              <a:ahLst/>
              <a:cxnLst/>
              <a:rect l="l" t="t" r="r" b="b"/>
              <a:pathLst>
                <a:path w="317500" h="182244">
                  <a:moveTo>
                    <a:pt x="73894" y="90499"/>
                  </a:moveTo>
                  <a:lnTo>
                    <a:pt x="73894" y="0"/>
                  </a:lnTo>
                  <a:lnTo>
                    <a:pt x="43450" y="0"/>
                  </a:lnTo>
                  <a:lnTo>
                    <a:pt x="43450" y="115684"/>
                  </a:lnTo>
                  <a:lnTo>
                    <a:pt x="280907" y="115684"/>
                  </a:lnTo>
                  <a:lnTo>
                    <a:pt x="280907" y="90499"/>
                  </a:lnTo>
                  <a:lnTo>
                    <a:pt x="73894" y="90499"/>
                  </a:lnTo>
                  <a:close/>
                </a:path>
                <a:path w="317500" h="182244">
                  <a:moveTo>
                    <a:pt x="0" y="181828"/>
                  </a:moveTo>
                  <a:lnTo>
                    <a:pt x="317438" y="181828"/>
                  </a:lnTo>
                  <a:lnTo>
                    <a:pt x="317438" y="156367"/>
                  </a:lnTo>
                  <a:lnTo>
                    <a:pt x="0" y="156367"/>
                  </a:lnTo>
                  <a:lnTo>
                    <a:pt x="0" y="181828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8" name="object 18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332051" y="1262330"/>
              <a:ext cx="247960" cy="134215"/>
            </a:xfrm>
            <a:prstGeom prst="rect">
              <a:avLst/>
            </a:prstGeom>
          </p:spPr>
        </p:pic>
      </p:grpSp>
      <p:grpSp>
        <p:nvGrpSpPr>
          <p:cNvPr id="189" name="object 189" descr=""/>
          <p:cNvGrpSpPr/>
          <p:nvPr/>
        </p:nvGrpSpPr>
        <p:grpSpPr>
          <a:xfrm>
            <a:off x="9152170" y="1042587"/>
            <a:ext cx="305435" cy="356235"/>
            <a:chOff x="9152170" y="1042587"/>
            <a:chExt cx="305435" cy="356235"/>
          </a:xfrm>
        </p:grpSpPr>
        <p:sp>
          <p:nvSpPr>
            <p:cNvPr id="190" name="object 190" descr=""/>
            <p:cNvSpPr/>
            <p:nvPr/>
          </p:nvSpPr>
          <p:spPr>
            <a:xfrm>
              <a:off x="9156177" y="1046594"/>
              <a:ext cx="297815" cy="347980"/>
            </a:xfrm>
            <a:custGeom>
              <a:avLst/>
              <a:gdLst/>
              <a:ahLst/>
              <a:cxnLst/>
              <a:rect l="l" t="t" r="r" b="b"/>
              <a:pathLst>
                <a:path w="297815" h="347980">
                  <a:moveTo>
                    <a:pt x="297235" y="123156"/>
                  </a:moveTo>
                  <a:lnTo>
                    <a:pt x="268176" y="123156"/>
                  </a:lnTo>
                  <a:lnTo>
                    <a:pt x="268176" y="216146"/>
                  </a:lnTo>
                  <a:lnTo>
                    <a:pt x="297235" y="216146"/>
                  </a:lnTo>
                  <a:lnTo>
                    <a:pt x="297235" y="123156"/>
                  </a:lnTo>
                  <a:close/>
                </a:path>
                <a:path w="297815" h="347980">
                  <a:moveTo>
                    <a:pt x="222788" y="5811"/>
                  </a:moveTo>
                  <a:lnTo>
                    <a:pt x="193452" y="5811"/>
                  </a:lnTo>
                  <a:lnTo>
                    <a:pt x="193452" y="213654"/>
                  </a:lnTo>
                  <a:lnTo>
                    <a:pt x="222788" y="213654"/>
                  </a:lnTo>
                  <a:lnTo>
                    <a:pt x="222788" y="123156"/>
                  </a:lnTo>
                  <a:lnTo>
                    <a:pt x="297235" y="123156"/>
                  </a:lnTo>
                  <a:lnTo>
                    <a:pt x="297235" y="97694"/>
                  </a:lnTo>
                  <a:lnTo>
                    <a:pt x="222788" y="97694"/>
                  </a:lnTo>
                  <a:lnTo>
                    <a:pt x="222788" y="5811"/>
                  </a:lnTo>
                  <a:close/>
                </a:path>
                <a:path w="297815" h="347980">
                  <a:moveTo>
                    <a:pt x="297235" y="0"/>
                  </a:moveTo>
                  <a:lnTo>
                    <a:pt x="268176" y="0"/>
                  </a:lnTo>
                  <a:lnTo>
                    <a:pt x="268176" y="97694"/>
                  </a:lnTo>
                  <a:lnTo>
                    <a:pt x="297235" y="97694"/>
                  </a:lnTo>
                  <a:lnTo>
                    <a:pt x="297235" y="0"/>
                  </a:lnTo>
                  <a:close/>
                </a:path>
                <a:path w="297815" h="347980">
                  <a:moveTo>
                    <a:pt x="178507" y="40682"/>
                  </a:moveTo>
                  <a:lnTo>
                    <a:pt x="0" y="40682"/>
                  </a:lnTo>
                  <a:lnTo>
                    <a:pt x="0" y="65591"/>
                  </a:lnTo>
                  <a:lnTo>
                    <a:pt x="178507" y="65591"/>
                  </a:lnTo>
                  <a:lnTo>
                    <a:pt x="178507" y="40682"/>
                  </a:lnTo>
                  <a:close/>
                </a:path>
                <a:path w="297815" h="347980">
                  <a:moveTo>
                    <a:pt x="104890" y="1384"/>
                  </a:moveTo>
                  <a:lnTo>
                    <a:pt x="74447" y="1384"/>
                  </a:lnTo>
                  <a:lnTo>
                    <a:pt x="74447" y="40682"/>
                  </a:lnTo>
                  <a:lnTo>
                    <a:pt x="104890" y="40682"/>
                  </a:lnTo>
                  <a:lnTo>
                    <a:pt x="104890" y="1384"/>
                  </a:lnTo>
                  <a:close/>
                </a:path>
                <a:path w="297815" h="347980">
                  <a:moveTo>
                    <a:pt x="89392" y="83303"/>
                  </a:moveTo>
                  <a:lnTo>
                    <a:pt x="59316" y="87731"/>
                  </a:lnTo>
                  <a:lnTo>
                    <a:pt x="35805" y="100254"/>
                  </a:lnTo>
                  <a:lnTo>
                    <a:pt x="20544" y="119731"/>
                  </a:lnTo>
                  <a:lnTo>
                    <a:pt x="15221" y="145019"/>
                  </a:lnTo>
                  <a:lnTo>
                    <a:pt x="20544" y="169988"/>
                  </a:lnTo>
                  <a:lnTo>
                    <a:pt x="35805" y="189300"/>
                  </a:lnTo>
                  <a:lnTo>
                    <a:pt x="59316" y="201763"/>
                  </a:lnTo>
                  <a:lnTo>
                    <a:pt x="89392" y="206182"/>
                  </a:lnTo>
                  <a:lnTo>
                    <a:pt x="119752" y="201763"/>
                  </a:lnTo>
                  <a:lnTo>
                    <a:pt x="143393" y="189300"/>
                  </a:lnTo>
                  <a:lnTo>
                    <a:pt x="148687" y="182658"/>
                  </a:lnTo>
                  <a:lnTo>
                    <a:pt x="89392" y="182658"/>
                  </a:lnTo>
                  <a:lnTo>
                    <a:pt x="70408" y="179929"/>
                  </a:lnTo>
                  <a:lnTo>
                    <a:pt x="55628" y="172245"/>
                  </a:lnTo>
                  <a:lnTo>
                    <a:pt x="46036" y="160358"/>
                  </a:lnTo>
                  <a:lnTo>
                    <a:pt x="42620" y="145019"/>
                  </a:lnTo>
                  <a:lnTo>
                    <a:pt x="46036" y="129357"/>
                  </a:lnTo>
                  <a:lnTo>
                    <a:pt x="55628" y="117275"/>
                  </a:lnTo>
                  <a:lnTo>
                    <a:pt x="70408" y="109448"/>
                  </a:lnTo>
                  <a:lnTo>
                    <a:pt x="89392" y="106551"/>
                  </a:lnTo>
                  <a:lnTo>
                    <a:pt x="148369" y="106551"/>
                  </a:lnTo>
                  <a:lnTo>
                    <a:pt x="143393" y="100254"/>
                  </a:lnTo>
                  <a:lnTo>
                    <a:pt x="119752" y="87731"/>
                  </a:lnTo>
                  <a:lnTo>
                    <a:pt x="89392" y="83303"/>
                  </a:lnTo>
                  <a:close/>
                </a:path>
                <a:path w="297815" h="347980">
                  <a:moveTo>
                    <a:pt x="148369" y="106551"/>
                  </a:moveTo>
                  <a:lnTo>
                    <a:pt x="89392" y="106551"/>
                  </a:lnTo>
                  <a:lnTo>
                    <a:pt x="108535" y="109448"/>
                  </a:lnTo>
                  <a:lnTo>
                    <a:pt x="123398" y="117275"/>
                  </a:lnTo>
                  <a:lnTo>
                    <a:pt x="133019" y="129357"/>
                  </a:lnTo>
                  <a:lnTo>
                    <a:pt x="136440" y="145019"/>
                  </a:lnTo>
                  <a:lnTo>
                    <a:pt x="133019" y="160358"/>
                  </a:lnTo>
                  <a:lnTo>
                    <a:pt x="123398" y="172245"/>
                  </a:lnTo>
                  <a:lnTo>
                    <a:pt x="108535" y="179929"/>
                  </a:lnTo>
                  <a:lnTo>
                    <a:pt x="89392" y="182658"/>
                  </a:lnTo>
                  <a:lnTo>
                    <a:pt x="148687" y="182658"/>
                  </a:lnTo>
                  <a:lnTo>
                    <a:pt x="158784" y="169988"/>
                  </a:lnTo>
                  <a:lnTo>
                    <a:pt x="164392" y="145019"/>
                  </a:lnTo>
                  <a:lnTo>
                    <a:pt x="158784" y="119731"/>
                  </a:lnTo>
                  <a:lnTo>
                    <a:pt x="148369" y="106551"/>
                  </a:lnTo>
                  <a:close/>
                </a:path>
                <a:path w="297815" h="347980">
                  <a:moveTo>
                    <a:pt x="297235" y="236902"/>
                  </a:moveTo>
                  <a:lnTo>
                    <a:pt x="62823" y="236902"/>
                  </a:lnTo>
                  <a:lnTo>
                    <a:pt x="62823" y="261810"/>
                  </a:lnTo>
                  <a:lnTo>
                    <a:pt x="267068" y="261810"/>
                  </a:lnTo>
                  <a:lnTo>
                    <a:pt x="267068" y="347604"/>
                  </a:lnTo>
                  <a:lnTo>
                    <a:pt x="297235" y="347604"/>
                  </a:lnTo>
                  <a:lnTo>
                    <a:pt x="297235" y="236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1" name="object 191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152170" y="1042587"/>
              <a:ext cx="305250" cy="355619"/>
            </a:xfrm>
            <a:prstGeom prst="rect">
              <a:avLst/>
            </a:prstGeom>
          </p:spPr>
        </p:pic>
      </p:grpSp>
      <p:grpSp>
        <p:nvGrpSpPr>
          <p:cNvPr id="192" name="object 192" descr=""/>
          <p:cNvGrpSpPr/>
          <p:nvPr/>
        </p:nvGrpSpPr>
        <p:grpSpPr>
          <a:xfrm>
            <a:off x="9503371" y="1042587"/>
            <a:ext cx="292735" cy="351155"/>
            <a:chOff x="9503371" y="1042587"/>
            <a:chExt cx="292735" cy="351155"/>
          </a:xfrm>
        </p:grpSpPr>
        <p:sp>
          <p:nvSpPr>
            <p:cNvPr id="193" name="object 193" descr=""/>
            <p:cNvSpPr/>
            <p:nvPr/>
          </p:nvSpPr>
          <p:spPr>
            <a:xfrm>
              <a:off x="9507379" y="1046594"/>
              <a:ext cx="285115" cy="342900"/>
            </a:xfrm>
            <a:custGeom>
              <a:avLst/>
              <a:gdLst/>
              <a:ahLst/>
              <a:cxnLst/>
              <a:rect l="l" t="t" r="r" b="b"/>
              <a:pathLst>
                <a:path w="285115" h="342900">
                  <a:moveTo>
                    <a:pt x="284504" y="0"/>
                  </a:moveTo>
                  <a:lnTo>
                    <a:pt x="253785" y="0"/>
                  </a:lnTo>
                  <a:lnTo>
                    <a:pt x="253785" y="197603"/>
                  </a:lnTo>
                  <a:lnTo>
                    <a:pt x="284504" y="197603"/>
                  </a:lnTo>
                  <a:lnTo>
                    <a:pt x="284504" y="0"/>
                  </a:lnTo>
                  <a:close/>
                </a:path>
                <a:path w="285115" h="342900">
                  <a:moveTo>
                    <a:pt x="120388" y="13561"/>
                  </a:moveTo>
                  <a:lnTo>
                    <a:pt x="89114" y="13561"/>
                  </a:lnTo>
                  <a:lnTo>
                    <a:pt x="89114" y="47602"/>
                  </a:lnTo>
                  <a:lnTo>
                    <a:pt x="82585" y="84843"/>
                  </a:lnTo>
                  <a:lnTo>
                    <a:pt x="64276" y="118243"/>
                  </a:lnTo>
                  <a:lnTo>
                    <a:pt x="36107" y="145521"/>
                  </a:lnTo>
                  <a:lnTo>
                    <a:pt x="0" y="164392"/>
                  </a:lnTo>
                  <a:lnTo>
                    <a:pt x="15775" y="188747"/>
                  </a:lnTo>
                  <a:lnTo>
                    <a:pt x="45074" y="174118"/>
                  </a:lnTo>
                  <a:lnTo>
                    <a:pt x="70209" y="154014"/>
                  </a:lnTo>
                  <a:lnTo>
                    <a:pt x="90440" y="129240"/>
                  </a:lnTo>
                  <a:lnTo>
                    <a:pt x="105028" y="100600"/>
                  </a:lnTo>
                  <a:lnTo>
                    <a:pt x="137123" y="100600"/>
                  </a:lnTo>
                  <a:lnTo>
                    <a:pt x="126909" y="83152"/>
                  </a:lnTo>
                  <a:lnTo>
                    <a:pt x="120388" y="47602"/>
                  </a:lnTo>
                  <a:lnTo>
                    <a:pt x="120388" y="13561"/>
                  </a:lnTo>
                  <a:close/>
                </a:path>
                <a:path w="285115" h="342900">
                  <a:moveTo>
                    <a:pt x="137123" y="100600"/>
                  </a:moveTo>
                  <a:lnTo>
                    <a:pt x="105028" y="100600"/>
                  </a:lnTo>
                  <a:lnTo>
                    <a:pt x="119739" y="127381"/>
                  </a:lnTo>
                  <a:lnTo>
                    <a:pt x="139899" y="150243"/>
                  </a:lnTo>
                  <a:lnTo>
                    <a:pt x="164730" y="168591"/>
                  </a:lnTo>
                  <a:lnTo>
                    <a:pt x="193452" y="181828"/>
                  </a:lnTo>
                  <a:lnTo>
                    <a:pt x="208950" y="158304"/>
                  </a:lnTo>
                  <a:lnTo>
                    <a:pt x="173473" y="140345"/>
                  </a:lnTo>
                  <a:lnTo>
                    <a:pt x="145365" y="114680"/>
                  </a:lnTo>
                  <a:lnTo>
                    <a:pt x="137123" y="100600"/>
                  </a:lnTo>
                  <a:close/>
                </a:path>
                <a:path w="285115" h="342900">
                  <a:moveTo>
                    <a:pt x="284504" y="217529"/>
                  </a:moveTo>
                  <a:lnTo>
                    <a:pt x="58118" y="217529"/>
                  </a:lnTo>
                  <a:lnTo>
                    <a:pt x="58118" y="342900"/>
                  </a:lnTo>
                  <a:lnTo>
                    <a:pt x="284504" y="342900"/>
                  </a:lnTo>
                  <a:lnTo>
                    <a:pt x="284504" y="317714"/>
                  </a:lnTo>
                  <a:lnTo>
                    <a:pt x="88561" y="317714"/>
                  </a:lnTo>
                  <a:lnTo>
                    <a:pt x="88561" y="242437"/>
                  </a:lnTo>
                  <a:lnTo>
                    <a:pt x="284504" y="242437"/>
                  </a:lnTo>
                  <a:lnTo>
                    <a:pt x="284504" y="217529"/>
                  </a:lnTo>
                  <a:close/>
                </a:path>
                <a:path w="285115" h="342900">
                  <a:moveTo>
                    <a:pt x="284504" y="242437"/>
                  </a:moveTo>
                  <a:lnTo>
                    <a:pt x="254338" y="242437"/>
                  </a:lnTo>
                  <a:lnTo>
                    <a:pt x="254338" y="317714"/>
                  </a:lnTo>
                  <a:lnTo>
                    <a:pt x="284504" y="317714"/>
                  </a:lnTo>
                  <a:lnTo>
                    <a:pt x="284504" y="2424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9761164" y="1046594"/>
              <a:ext cx="31115" cy="198120"/>
            </a:xfrm>
            <a:custGeom>
              <a:avLst/>
              <a:gdLst/>
              <a:ahLst/>
              <a:cxnLst/>
              <a:rect l="l" t="t" r="r" b="b"/>
              <a:pathLst>
                <a:path w="31115" h="198119">
                  <a:moveTo>
                    <a:pt x="0" y="197603"/>
                  </a:moveTo>
                  <a:lnTo>
                    <a:pt x="30719" y="197603"/>
                  </a:lnTo>
                  <a:lnTo>
                    <a:pt x="30719" y="0"/>
                  </a:lnTo>
                  <a:lnTo>
                    <a:pt x="0" y="0"/>
                  </a:lnTo>
                  <a:lnTo>
                    <a:pt x="0" y="197603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5" name="object 195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503371" y="1056148"/>
              <a:ext cx="216964" cy="183200"/>
            </a:xfrm>
            <a:prstGeom prst="rect">
              <a:avLst/>
            </a:prstGeom>
          </p:spPr>
        </p:pic>
        <p:sp>
          <p:nvSpPr>
            <p:cNvPr id="196" name="object 196" descr=""/>
            <p:cNvSpPr/>
            <p:nvPr/>
          </p:nvSpPr>
          <p:spPr>
            <a:xfrm>
              <a:off x="9565497" y="1264124"/>
              <a:ext cx="226695" cy="125730"/>
            </a:xfrm>
            <a:custGeom>
              <a:avLst/>
              <a:gdLst/>
              <a:ahLst/>
              <a:cxnLst/>
              <a:rect l="l" t="t" r="r" b="b"/>
              <a:pathLst>
                <a:path w="226695" h="125730">
                  <a:moveTo>
                    <a:pt x="226385" y="125370"/>
                  </a:moveTo>
                  <a:lnTo>
                    <a:pt x="226385" y="0"/>
                  </a:lnTo>
                  <a:lnTo>
                    <a:pt x="0" y="0"/>
                  </a:lnTo>
                  <a:lnTo>
                    <a:pt x="0" y="125370"/>
                  </a:lnTo>
                  <a:lnTo>
                    <a:pt x="226385" y="125370"/>
                  </a:lnTo>
                  <a:close/>
                </a:path>
                <a:path w="226695" h="125730">
                  <a:moveTo>
                    <a:pt x="196219" y="24907"/>
                  </a:moveTo>
                  <a:lnTo>
                    <a:pt x="196219" y="100185"/>
                  </a:lnTo>
                  <a:lnTo>
                    <a:pt x="30442" y="100185"/>
                  </a:lnTo>
                  <a:lnTo>
                    <a:pt x="30442" y="24907"/>
                  </a:lnTo>
                  <a:lnTo>
                    <a:pt x="196219" y="24907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7" name="object 197" descr=""/>
          <p:cNvGrpSpPr/>
          <p:nvPr/>
        </p:nvGrpSpPr>
        <p:grpSpPr>
          <a:xfrm>
            <a:off x="9951789" y="1042310"/>
            <a:ext cx="291465" cy="356235"/>
            <a:chOff x="9951789" y="1042310"/>
            <a:chExt cx="291465" cy="356235"/>
          </a:xfrm>
        </p:grpSpPr>
        <p:sp>
          <p:nvSpPr>
            <p:cNvPr id="198" name="object 198" descr=""/>
            <p:cNvSpPr/>
            <p:nvPr/>
          </p:nvSpPr>
          <p:spPr>
            <a:xfrm>
              <a:off x="9955797" y="1046317"/>
              <a:ext cx="283210" cy="347980"/>
            </a:xfrm>
            <a:custGeom>
              <a:avLst/>
              <a:gdLst/>
              <a:ahLst/>
              <a:cxnLst/>
              <a:rect l="l" t="t" r="r" b="b"/>
              <a:pathLst>
                <a:path w="283209" h="347980">
                  <a:moveTo>
                    <a:pt x="283119" y="0"/>
                  </a:moveTo>
                  <a:lnTo>
                    <a:pt x="252399" y="0"/>
                  </a:lnTo>
                  <a:lnTo>
                    <a:pt x="252399" y="347881"/>
                  </a:lnTo>
                  <a:lnTo>
                    <a:pt x="283119" y="347881"/>
                  </a:lnTo>
                  <a:lnTo>
                    <a:pt x="283119" y="0"/>
                  </a:lnTo>
                  <a:close/>
                </a:path>
                <a:path w="283209" h="347980">
                  <a:moveTo>
                    <a:pt x="180166" y="37915"/>
                  </a:moveTo>
                  <a:lnTo>
                    <a:pt x="16051" y="37915"/>
                  </a:lnTo>
                  <a:lnTo>
                    <a:pt x="16051" y="62823"/>
                  </a:lnTo>
                  <a:lnTo>
                    <a:pt x="148894" y="62823"/>
                  </a:lnTo>
                  <a:lnTo>
                    <a:pt x="139838" y="110662"/>
                  </a:lnTo>
                  <a:lnTo>
                    <a:pt x="120653" y="154343"/>
                  </a:lnTo>
                  <a:lnTo>
                    <a:pt x="91107" y="193560"/>
                  </a:lnTo>
                  <a:lnTo>
                    <a:pt x="50967" y="228008"/>
                  </a:lnTo>
                  <a:lnTo>
                    <a:pt x="0" y="257382"/>
                  </a:lnTo>
                  <a:lnTo>
                    <a:pt x="16604" y="282567"/>
                  </a:lnTo>
                  <a:lnTo>
                    <a:pt x="69253" y="251875"/>
                  </a:lnTo>
                  <a:lnTo>
                    <a:pt x="110855" y="216371"/>
                  </a:lnTo>
                  <a:lnTo>
                    <a:pt x="142078" y="176639"/>
                  </a:lnTo>
                  <a:lnTo>
                    <a:pt x="163592" y="133262"/>
                  </a:lnTo>
                  <a:lnTo>
                    <a:pt x="176065" y="86827"/>
                  </a:lnTo>
                  <a:lnTo>
                    <a:pt x="180166" y="379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10208196" y="1046318"/>
              <a:ext cx="31115" cy="347980"/>
            </a:xfrm>
            <a:custGeom>
              <a:avLst/>
              <a:gdLst/>
              <a:ahLst/>
              <a:cxnLst/>
              <a:rect l="l" t="t" r="r" b="b"/>
              <a:pathLst>
                <a:path w="31115" h="347980">
                  <a:moveTo>
                    <a:pt x="0" y="347881"/>
                  </a:moveTo>
                  <a:lnTo>
                    <a:pt x="30720" y="347881"/>
                  </a:lnTo>
                  <a:lnTo>
                    <a:pt x="30720" y="0"/>
                  </a:lnTo>
                  <a:lnTo>
                    <a:pt x="0" y="0"/>
                  </a:lnTo>
                  <a:lnTo>
                    <a:pt x="0" y="347881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0" name="object 200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951789" y="1080226"/>
              <a:ext cx="188181" cy="252666"/>
            </a:xfrm>
            <a:prstGeom prst="rect">
              <a:avLst/>
            </a:prstGeom>
          </p:spPr>
        </p:pic>
      </p:grpSp>
      <p:grpSp>
        <p:nvGrpSpPr>
          <p:cNvPr id="201" name="object 201" descr=""/>
          <p:cNvGrpSpPr/>
          <p:nvPr/>
        </p:nvGrpSpPr>
        <p:grpSpPr>
          <a:xfrm>
            <a:off x="10293858" y="1049229"/>
            <a:ext cx="325755" cy="347345"/>
            <a:chOff x="10293858" y="1049229"/>
            <a:chExt cx="325755" cy="347345"/>
          </a:xfrm>
        </p:grpSpPr>
        <p:sp>
          <p:nvSpPr>
            <p:cNvPr id="202" name="object 202" descr=""/>
            <p:cNvSpPr/>
            <p:nvPr/>
          </p:nvSpPr>
          <p:spPr>
            <a:xfrm>
              <a:off x="10297866" y="1053236"/>
              <a:ext cx="317500" cy="339725"/>
            </a:xfrm>
            <a:custGeom>
              <a:avLst/>
              <a:gdLst/>
              <a:ahLst/>
              <a:cxnLst/>
              <a:rect l="l" t="t" r="r" b="b"/>
              <a:pathLst>
                <a:path w="317500" h="339725">
                  <a:moveTo>
                    <a:pt x="73894" y="0"/>
                  </a:moveTo>
                  <a:lnTo>
                    <a:pt x="43450" y="0"/>
                  </a:lnTo>
                  <a:lnTo>
                    <a:pt x="43450" y="115684"/>
                  </a:lnTo>
                  <a:lnTo>
                    <a:pt x="280907" y="115684"/>
                  </a:lnTo>
                  <a:lnTo>
                    <a:pt x="280907" y="90499"/>
                  </a:lnTo>
                  <a:lnTo>
                    <a:pt x="73894" y="90499"/>
                  </a:lnTo>
                  <a:lnTo>
                    <a:pt x="73894" y="0"/>
                  </a:lnTo>
                  <a:close/>
                </a:path>
                <a:path w="317500" h="339725">
                  <a:moveTo>
                    <a:pt x="317438" y="156367"/>
                  </a:moveTo>
                  <a:lnTo>
                    <a:pt x="0" y="156367"/>
                  </a:lnTo>
                  <a:lnTo>
                    <a:pt x="0" y="181828"/>
                  </a:lnTo>
                  <a:lnTo>
                    <a:pt x="317438" y="181828"/>
                  </a:lnTo>
                  <a:lnTo>
                    <a:pt x="317438" y="156367"/>
                  </a:lnTo>
                  <a:close/>
                </a:path>
                <a:path w="317500" h="339725">
                  <a:moveTo>
                    <a:pt x="158304" y="213101"/>
                  </a:moveTo>
                  <a:lnTo>
                    <a:pt x="107895" y="217278"/>
                  </a:lnTo>
                  <a:lnTo>
                    <a:pt x="70123" y="229499"/>
                  </a:lnTo>
                  <a:lnTo>
                    <a:pt x="46413" y="249295"/>
                  </a:lnTo>
                  <a:lnTo>
                    <a:pt x="38192" y="276201"/>
                  </a:lnTo>
                  <a:lnTo>
                    <a:pt x="46413" y="303107"/>
                  </a:lnTo>
                  <a:lnTo>
                    <a:pt x="70123" y="322904"/>
                  </a:lnTo>
                  <a:lnTo>
                    <a:pt x="107895" y="335124"/>
                  </a:lnTo>
                  <a:lnTo>
                    <a:pt x="158304" y="339301"/>
                  </a:lnTo>
                  <a:lnTo>
                    <a:pt x="208513" y="335124"/>
                  </a:lnTo>
                  <a:lnTo>
                    <a:pt x="246139" y="322904"/>
                  </a:lnTo>
                  <a:lnTo>
                    <a:pt x="255320" y="315224"/>
                  </a:lnTo>
                  <a:lnTo>
                    <a:pt x="158304" y="315224"/>
                  </a:lnTo>
                  <a:lnTo>
                    <a:pt x="120916" y="312551"/>
                  </a:lnTo>
                  <a:lnTo>
                    <a:pt x="92920" y="304846"/>
                  </a:lnTo>
                  <a:lnTo>
                    <a:pt x="75407" y="292573"/>
                  </a:lnTo>
                  <a:lnTo>
                    <a:pt x="69465" y="276201"/>
                  </a:lnTo>
                  <a:lnTo>
                    <a:pt x="75407" y="259795"/>
                  </a:lnTo>
                  <a:lnTo>
                    <a:pt x="92920" y="247696"/>
                  </a:lnTo>
                  <a:lnTo>
                    <a:pt x="120916" y="240163"/>
                  </a:lnTo>
                  <a:lnTo>
                    <a:pt x="158304" y="237456"/>
                  </a:lnTo>
                  <a:lnTo>
                    <a:pt x="255651" y="237456"/>
                  </a:lnTo>
                  <a:lnTo>
                    <a:pt x="246139" y="229499"/>
                  </a:lnTo>
                  <a:lnTo>
                    <a:pt x="208513" y="217278"/>
                  </a:lnTo>
                  <a:lnTo>
                    <a:pt x="158304" y="213101"/>
                  </a:lnTo>
                  <a:close/>
                </a:path>
                <a:path w="317500" h="339725">
                  <a:moveTo>
                    <a:pt x="255651" y="237456"/>
                  </a:moveTo>
                  <a:lnTo>
                    <a:pt x="158304" y="237456"/>
                  </a:lnTo>
                  <a:lnTo>
                    <a:pt x="195540" y="240163"/>
                  </a:lnTo>
                  <a:lnTo>
                    <a:pt x="223514" y="247696"/>
                  </a:lnTo>
                  <a:lnTo>
                    <a:pt x="241162" y="259795"/>
                  </a:lnTo>
                  <a:lnTo>
                    <a:pt x="247419" y="276201"/>
                  </a:lnTo>
                  <a:lnTo>
                    <a:pt x="241162" y="292573"/>
                  </a:lnTo>
                  <a:lnTo>
                    <a:pt x="223514" y="304846"/>
                  </a:lnTo>
                  <a:lnTo>
                    <a:pt x="195540" y="312551"/>
                  </a:lnTo>
                  <a:lnTo>
                    <a:pt x="158304" y="315224"/>
                  </a:lnTo>
                  <a:lnTo>
                    <a:pt x="255320" y="315224"/>
                  </a:lnTo>
                  <a:lnTo>
                    <a:pt x="269805" y="303107"/>
                  </a:lnTo>
                  <a:lnTo>
                    <a:pt x="278138" y="276201"/>
                  </a:lnTo>
                  <a:lnTo>
                    <a:pt x="269805" y="249295"/>
                  </a:lnTo>
                  <a:lnTo>
                    <a:pt x="255651" y="2374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10297865" y="1053236"/>
              <a:ext cx="317500" cy="182245"/>
            </a:xfrm>
            <a:custGeom>
              <a:avLst/>
              <a:gdLst/>
              <a:ahLst/>
              <a:cxnLst/>
              <a:rect l="l" t="t" r="r" b="b"/>
              <a:pathLst>
                <a:path w="317500" h="182244">
                  <a:moveTo>
                    <a:pt x="73894" y="90499"/>
                  </a:moveTo>
                  <a:lnTo>
                    <a:pt x="73894" y="0"/>
                  </a:lnTo>
                  <a:lnTo>
                    <a:pt x="43450" y="0"/>
                  </a:lnTo>
                  <a:lnTo>
                    <a:pt x="43450" y="115684"/>
                  </a:lnTo>
                  <a:lnTo>
                    <a:pt x="280907" y="115684"/>
                  </a:lnTo>
                  <a:lnTo>
                    <a:pt x="280907" y="90499"/>
                  </a:lnTo>
                  <a:lnTo>
                    <a:pt x="73894" y="90499"/>
                  </a:lnTo>
                  <a:close/>
                </a:path>
                <a:path w="317500" h="182244">
                  <a:moveTo>
                    <a:pt x="0" y="181828"/>
                  </a:moveTo>
                  <a:lnTo>
                    <a:pt x="317438" y="181828"/>
                  </a:lnTo>
                  <a:lnTo>
                    <a:pt x="317438" y="156367"/>
                  </a:lnTo>
                  <a:lnTo>
                    <a:pt x="0" y="156367"/>
                  </a:lnTo>
                  <a:lnTo>
                    <a:pt x="0" y="181828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4" name="object 204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332051" y="1262330"/>
              <a:ext cx="247960" cy="134215"/>
            </a:xfrm>
            <a:prstGeom prst="rect">
              <a:avLst/>
            </a:prstGeom>
          </p:spPr>
        </p:pic>
      </p:grpSp>
      <p:pic>
        <p:nvPicPr>
          <p:cNvPr id="205" name="object 205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908515" y="943271"/>
            <a:ext cx="11536" cy="6832909"/>
          </a:xfrm>
          <a:prstGeom prst="rect">
            <a:avLst/>
          </a:prstGeom>
        </p:spPr>
      </p:pic>
      <p:sp>
        <p:nvSpPr>
          <p:cNvPr id="206" name="object 206" descr=""/>
          <p:cNvSpPr/>
          <p:nvPr/>
        </p:nvSpPr>
        <p:spPr>
          <a:xfrm>
            <a:off x="9161367" y="4583109"/>
            <a:ext cx="275590" cy="326390"/>
          </a:xfrm>
          <a:custGeom>
            <a:avLst/>
            <a:gdLst/>
            <a:ahLst/>
            <a:cxnLst/>
            <a:rect l="l" t="t" r="r" b="b"/>
            <a:pathLst>
              <a:path w="275590" h="326389">
                <a:moveTo>
                  <a:pt x="275025" y="0"/>
                </a:moveTo>
                <a:lnTo>
                  <a:pt x="247289" y="0"/>
                </a:lnTo>
                <a:lnTo>
                  <a:pt x="247289" y="325831"/>
                </a:lnTo>
                <a:lnTo>
                  <a:pt x="275025" y="325831"/>
                </a:lnTo>
                <a:lnTo>
                  <a:pt x="275025" y="0"/>
                </a:lnTo>
                <a:close/>
              </a:path>
              <a:path w="275590" h="326389">
                <a:moveTo>
                  <a:pt x="209703" y="150862"/>
                </a:moveTo>
                <a:lnTo>
                  <a:pt x="181967" y="150862"/>
                </a:lnTo>
                <a:lnTo>
                  <a:pt x="181967" y="309241"/>
                </a:lnTo>
                <a:lnTo>
                  <a:pt x="209703" y="309241"/>
                </a:lnTo>
                <a:lnTo>
                  <a:pt x="209703" y="150862"/>
                </a:lnTo>
                <a:close/>
              </a:path>
              <a:path w="275590" h="326389">
                <a:moveTo>
                  <a:pt x="69728" y="27476"/>
                </a:moveTo>
                <a:lnTo>
                  <a:pt x="41008" y="35403"/>
                </a:lnTo>
                <a:lnTo>
                  <a:pt x="19019" y="58031"/>
                </a:lnTo>
                <a:lnTo>
                  <a:pt x="4953" y="93637"/>
                </a:lnTo>
                <a:lnTo>
                  <a:pt x="0" y="140493"/>
                </a:lnTo>
                <a:lnTo>
                  <a:pt x="4953" y="187537"/>
                </a:lnTo>
                <a:lnTo>
                  <a:pt x="19019" y="223280"/>
                </a:lnTo>
                <a:lnTo>
                  <a:pt x="41008" y="245949"/>
                </a:lnTo>
                <a:lnTo>
                  <a:pt x="69728" y="253770"/>
                </a:lnTo>
                <a:lnTo>
                  <a:pt x="97308" y="246730"/>
                </a:lnTo>
                <a:lnTo>
                  <a:pt x="118555" y="226553"/>
                </a:lnTo>
                <a:lnTo>
                  <a:pt x="69728" y="226553"/>
                </a:lnTo>
                <a:lnTo>
                  <a:pt x="51964" y="220651"/>
                </a:lnTo>
                <a:lnTo>
                  <a:pt x="38428" y="203450"/>
                </a:lnTo>
                <a:lnTo>
                  <a:pt x="29850" y="176285"/>
                </a:lnTo>
                <a:lnTo>
                  <a:pt x="26958" y="140493"/>
                </a:lnTo>
                <a:lnTo>
                  <a:pt x="29850" y="104738"/>
                </a:lnTo>
                <a:lnTo>
                  <a:pt x="38428" y="77634"/>
                </a:lnTo>
                <a:lnTo>
                  <a:pt x="51964" y="60445"/>
                </a:lnTo>
                <a:lnTo>
                  <a:pt x="69728" y="54435"/>
                </a:lnTo>
                <a:lnTo>
                  <a:pt x="118404" y="54435"/>
                </a:lnTo>
                <a:lnTo>
                  <a:pt x="118298" y="54208"/>
                </a:lnTo>
                <a:lnTo>
                  <a:pt x="96905" y="34390"/>
                </a:lnTo>
                <a:lnTo>
                  <a:pt x="69728" y="27476"/>
                </a:lnTo>
                <a:close/>
              </a:path>
              <a:path w="275590" h="326389">
                <a:moveTo>
                  <a:pt x="118404" y="54435"/>
                </a:moveTo>
                <a:lnTo>
                  <a:pt x="69728" y="54435"/>
                </a:lnTo>
                <a:lnTo>
                  <a:pt x="87796" y="60445"/>
                </a:lnTo>
                <a:lnTo>
                  <a:pt x="101514" y="77634"/>
                </a:lnTo>
                <a:lnTo>
                  <a:pt x="110226" y="104738"/>
                </a:lnTo>
                <a:lnTo>
                  <a:pt x="113276" y="140493"/>
                </a:lnTo>
                <a:lnTo>
                  <a:pt x="110226" y="176285"/>
                </a:lnTo>
                <a:lnTo>
                  <a:pt x="101514" y="203450"/>
                </a:lnTo>
                <a:lnTo>
                  <a:pt x="87796" y="220651"/>
                </a:lnTo>
                <a:lnTo>
                  <a:pt x="69728" y="226553"/>
                </a:lnTo>
                <a:lnTo>
                  <a:pt x="118555" y="226553"/>
                </a:lnTo>
                <a:lnTo>
                  <a:pt x="118897" y="226228"/>
                </a:lnTo>
                <a:lnTo>
                  <a:pt x="133464" y="193770"/>
                </a:lnTo>
                <a:lnTo>
                  <a:pt x="139975" y="150862"/>
                </a:lnTo>
                <a:lnTo>
                  <a:pt x="209703" y="150862"/>
                </a:lnTo>
                <a:lnTo>
                  <a:pt x="209703" y="127014"/>
                </a:lnTo>
                <a:lnTo>
                  <a:pt x="139845" y="127014"/>
                </a:lnTo>
                <a:lnTo>
                  <a:pt x="132936" y="85544"/>
                </a:lnTo>
                <a:lnTo>
                  <a:pt x="118404" y="54435"/>
                </a:lnTo>
                <a:close/>
              </a:path>
              <a:path w="275590" h="326389">
                <a:moveTo>
                  <a:pt x="209703" y="6998"/>
                </a:moveTo>
                <a:lnTo>
                  <a:pt x="181967" y="6998"/>
                </a:lnTo>
                <a:lnTo>
                  <a:pt x="181967" y="127014"/>
                </a:lnTo>
                <a:lnTo>
                  <a:pt x="209703" y="127014"/>
                </a:lnTo>
                <a:lnTo>
                  <a:pt x="209703" y="69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object 207" descr=""/>
          <p:cNvSpPr/>
          <p:nvPr/>
        </p:nvSpPr>
        <p:spPr>
          <a:xfrm>
            <a:off x="9482011" y="4583112"/>
            <a:ext cx="621665" cy="324485"/>
          </a:xfrm>
          <a:custGeom>
            <a:avLst/>
            <a:gdLst/>
            <a:ahLst/>
            <a:cxnLst/>
            <a:rect l="l" t="t" r="r" b="b"/>
            <a:pathLst>
              <a:path w="621665" h="324485">
                <a:moveTo>
                  <a:pt x="161493" y="154495"/>
                </a:moveTo>
                <a:lnTo>
                  <a:pt x="133997" y="138328"/>
                </a:lnTo>
                <a:lnTo>
                  <a:pt x="113474" y="116395"/>
                </a:lnTo>
                <a:lnTo>
                  <a:pt x="110439" y="110299"/>
                </a:lnTo>
                <a:lnTo>
                  <a:pt x="100609" y="90563"/>
                </a:lnTo>
                <a:lnTo>
                  <a:pt x="96164" y="62738"/>
                </a:lnTo>
                <a:lnTo>
                  <a:pt x="96164" y="19964"/>
                </a:lnTo>
                <a:lnTo>
                  <a:pt x="68427" y="19964"/>
                </a:lnTo>
                <a:lnTo>
                  <a:pt x="68427" y="62738"/>
                </a:lnTo>
                <a:lnTo>
                  <a:pt x="63766" y="90563"/>
                </a:lnTo>
                <a:lnTo>
                  <a:pt x="63677" y="91097"/>
                </a:lnTo>
                <a:lnTo>
                  <a:pt x="50063" y="118783"/>
                </a:lnTo>
                <a:lnTo>
                  <a:pt x="28511" y="143078"/>
                </a:lnTo>
                <a:lnTo>
                  <a:pt x="0" y="161239"/>
                </a:lnTo>
                <a:lnTo>
                  <a:pt x="15811" y="183261"/>
                </a:lnTo>
                <a:lnTo>
                  <a:pt x="37960" y="170357"/>
                </a:lnTo>
                <a:lnTo>
                  <a:pt x="56603" y="153250"/>
                </a:lnTo>
                <a:lnTo>
                  <a:pt x="71513" y="132905"/>
                </a:lnTo>
                <a:lnTo>
                  <a:pt x="82423" y="110299"/>
                </a:lnTo>
                <a:lnTo>
                  <a:pt x="92748" y="131114"/>
                </a:lnTo>
                <a:lnTo>
                  <a:pt x="106895" y="149606"/>
                </a:lnTo>
                <a:lnTo>
                  <a:pt x="124675" y="165125"/>
                </a:lnTo>
                <a:lnTo>
                  <a:pt x="145935" y="177050"/>
                </a:lnTo>
                <a:lnTo>
                  <a:pt x="161493" y="154495"/>
                </a:lnTo>
                <a:close/>
              </a:path>
              <a:path w="621665" h="324485">
                <a:moveTo>
                  <a:pt x="212293" y="7264"/>
                </a:moveTo>
                <a:lnTo>
                  <a:pt x="184556" y="7264"/>
                </a:lnTo>
                <a:lnTo>
                  <a:pt x="184556" y="74917"/>
                </a:lnTo>
                <a:lnTo>
                  <a:pt x="132969" y="74917"/>
                </a:lnTo>
                <a:lnTo>
                  <a:pt x="132969" y="98767"/>
                </a:lnTo>
                <a:lnTo>
                  <a:pt x="184556" y="98767"/>
                </a:lnTo>
                <a:lnTo>
                  <a:pt x="184556" y="192595"/>
                </a:lnTo>
                <a:lnTo>
                  <a:pt x="212293" y="192595"/>
                </a:lnTo>
                <a:lnTo>
                  <a:pt x="212293" y="7264"/>
                </a:lnTo>
                <a:close/>
              </a:path>
              <a:path w="621665" h="324485">
                <a:moveTo>
                  <a:pt x="276313" y="0"/>
                </a:moveTo>
                <a:lnTo>
                  <a:pt x="249097" y="0"/>
                </a:lnTo>
                <a:lnTo>
                  <a:pt x="249097" y="222415"/>
                </a:lnTo>
                <a:lnTo>
                  <a:pt x="276313" y="222415"/>
                </a:lnTo>
                <a:lnTo>
                  <a:pt x="276313" y="0"/>
                </a:lnTo>
                <a:close/>
              </a:path>
              <a:path w="621665" h="324485">
                <a:moveTo>
                  <a:pt x="295757" y="301726"/>
                </a:moveTo>
                <a:lnTo>
                  <a:pt x="253911" y="290880"/>
                </a:lnTo>
                <a:lnTo>
                  <a:pt x="217932" y="271945"/>
                </a:lnTo>
                <a:lnTo>
                  <a:pt x="201777" y="255714"/>
                </a:lnTo>
                <a:lnTo>
                  <a:pt x="192747" y="246646"/>
                </a:lnTo>
                <a:lnTo>
                  <a:pt x="183261" y="216700"/>
                </a:lnTo>
                <a:lnTo>
                  <a:pt x="183261" y="206336"/>
                </a:lnTo>
                <a:lnTo>
                  <a:pt x="154495" y="206336"/>
                </a:lnTo>
                <a:lnTo>
                  <a:pt x="154495" y="216700"/>
                </a:lnTo>
                <a:lnTo>
                  <a:pt x="145008" y="246646"/>
                </a:lnTo>
                <a:lnTo>
                  <a:pt x="119849" y="271945"/>
                </a:lnTo>
                <a:lnTo>
                  <a:pt x="83959" y="290880"/>
                </a:lnTo>
                <a:lnTo>
                  <a:pt x="42252" y="301726"/>
                </a:lnTo>
                <a:lnTo>
                  <a:pt x="53136" y="324281"/>
                </a:lnTo>
                <a:lnTo>
                  <a:pt x="89115" y="315239"/>
                </a:lnTo>
                <a:lnTo>
                  <a:pt x="121881" y="300494"/>
                </a:lnTo>
                <a:lnTo>
                  <a:pt x="149174" y="280504"/>
                </a:lnTo>
                <a:lnTo>
                  <a:pt x="168744" y="255714"/>
                </a:lnTo>
                <a:lnTo>
                  <a:pt x="188302" y="280504"/>
                </a:lnTo>
                <a:lnTo>
                  <a:pt x="215531" y="300494"/>
                </a:lnTo>
                <a:lnTo>
                  <a:pt x="248208" y="315239"/>
                </a:lnTo>
                <a:lnTo>
                  <a:pt x="284099" y="324281"/>
                </a:lnTo>
                <a:lnTo>
                  <a:pt x="295757" y="301726"/>
                </a:lnTo>
                <a:close/>
              </a:path>
              <a:path w="621665" h="324485">
                <a:moveTo>
                  <a:pt x="587629" y="61950"/>
                </a:moveTo>
                <a:lnTo>
                  <a:pt x="579856" y="37858"/>
                </a:lnTo>
                <a:lnTo>
                  <a:pt x="566585" y="27482"/>
                </a:lnTo>
                <a:lnTo>
                  <a:pt x="558342" y="21043"/>
                </a:lnTo>
                <a:lnTo>
                  <a:pt x="558342" y="61950"/>
                </a:lnTo>
                <a:lnTo>
                  <a:pt x="552551" y="76936"/>
                </a:lnTo>
                <a:lnTo>
                  <a:pt x="535762" y="87909"/>
                </a:lnTo>
                <a:lnTo>
                  <a:pt x="508800" y="94653"/>
                </a:lnTo>
                <a:lnTo>
                  <a:pt x="472541" y="96951"/>
                </a:lnTo>
                <a:lnTo>
                  <a:pt x="436435" y="94653"/>
                </a:lnTo>
                <a:lnTo>
                  <a:pt x="409587" y="87909"/>
                </a:lnTo>
                <a:lnTo>
                  <a:pt x="392899" y="76936"/>
                </a:lnTo>
                <a:lnTo>
                  <a:pt x="387261" y="61950"/>
                </a:lnTo>
                <a:lnTo>
                  <a:pt x="392899" y="47498"/>
                </a:lnTo>
                <a:lnTo>
                  <a:pt x="409587" y="36652"/>
                </a:lnTo>
                <a:lnTo>
                  <a:pt x="436435" y="29845"/>
                </a:lnTo>
                <a:lnTo>
                  <a:pt x="472541" y="27482"/>
                </a:lnTo>
                <a:lnTo>
                  <a:pt x="508800" y="29845"/>
                </a:lnTo>
                <a:lnTo>
                  <a:pt x="535762" y="36652"/>
                </a:lnTo>
                <a:lnTo>
                  <a:pt x="552551" y="47498"/>
                </a:lnTo>
                <a:lnTo>
                  <a:pt x="558342" y="61950"/>
                </a:lnTo>
                <a:lnTo>
                  <a:pt x="558342" y="21043"/>
                </a:lnTo>
                <a:lnTo>
                  <a:pt x="557301" y="20218"/>
                </a:lnTo>
                <a:lnTo>
                  <a:pt x="521144" y="9398"/>
                </a:lnTo>
                <a:lnTo>
                  <a:pt x="472541" y="5702"/>
                </a:lnTo>
                <a:lnTo>
                  <a:pt x="423900" y="9398"/>
                </a:lnTo>
                <a:lnTo>
                  <a:pt x="387654" y="20218"/>
                </a:lnTo>
                <a:lnTo>
                  <a:pt x="365010" y="37858"/>
                </a:lnTo>
                <a:lnTo>
                  <a:pt x="357200" y="61950"/>
                </a:lnTo>
                <a:lnTo>
                  <a:pt x="365010" y="86360"/>
                </a:lnTo>
                <a:lnTo>
                  <a:pt x="387654" y="104178"/>
                </a:lnTo>
                <a:lnTo>
                  <a:pt x="423900" y="115138"/>
                </a:lnTo>
                <a:lnTo>
                  <a:pt x="472541" y="118986"/>
                </a:lnTo>
                <a:lnTo>
                  <a:pt x="521144" y="115138"/>
                </a:lnTo>
                <a:lnTo>
                  <a:pt x="557301" y="104178"/>
                </a:lnTo>
                <a:lnTo>
                  <a:pt x="566458" y="96951"/>
                </a:lnTo>
                <a:lnTo>
                  <a:pt x="579856" y="86360"/>
                </a:lnTo>
                <a:lnTo>
                  <a:pt x="587629" y="61950"/>
                </a:lnTo>
                <a:close/>
              </a:path>
              <a:path w="621665" h="324485">
                <a:moveTo>
                  <a:pt x="592823" y="299389"/>
                </a:moveTo>
                <a:lnTo>
                  <a:pt x="389331" y="299389"/>
                </a:lnTo>
                <a:lnTo>
                  <a:pt x="389331" y="265442"/>
                </a:lnTo>
                <a:lnTo>
                  <a:pt x="582968" y="265442"/>
                </a:lnTo>
                <a:lnTo>
                  <a:pt x="582968" y="192595"/>
                </a:lnTo>
                <a:lnTo>
                  <a:pt x="360299" y="192595"/>
                </a:lnTo>
                <a:lnTo>
                  <a:pt x="360299" y="214630"/>
                </a:lnTo>
                <a:lnTo>
                  <a:pt x="554710" y="214630"/>
                </a:lnTo>
                <a:lnTo>
                  <a:pt x="554710" y="244182"/>
                </a:lnTo>
                <a:lnTo>
                  <a:pt x="361086" y="244182"/>
                </a:lnTo>
                <a:lnTo>
                  <a:pt x="361086" y="322211"/>
                </a:lnTo>
                <a:lnTo>
                  <a:pt x="592823" y="322211"/>
                </a:lnTo>
                <a:lnTo>
                  <a:pt x="592823" y="299389"/>
                </a:lnTo>
                <a:close/>
              </a:path>
              <a:path w="621665" h="324485">
                <a:moveTo>
                  <a:pt x="621334" y="141020"/>
                </a:moveTo>
                <a:lnTo>
                  <a:pt x="324269" y="141020"/>
                </a:lnTo>
                <a:lnTo>
                  <a:pt x="324269" y="164350"/>
                </a:lnTo>
                <a:lnTo>
                  <a:pt x="621334" y="164350"/>
                </a:lnTo>
                <a:lnTo>
                  <a:pt x="621334" y="1410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object 208" descr=""/>
          <p:cNvSpPr/>
          <p:nvPr/>
        </p:nvSpPr>
        <p:spPr>
          <a:xfrm>
            <a:off x="10236649" y="4583109"/>
            <a:ext cx="256540" cy="326390"/>
          </a:xfrm>
          <a:custGeom>
            <a:avLst/>
            <a:gdLst/>
            <a:ahLst/>
            <a:cxnLst/>
            <a:rect l="l" t="t" r="r" b="b"/>
            <a:pathLst>
              <a:path w="256540" h="326389">
                <a:moveTo>
                  <a:pt x="256362" y="0"/>
                </a:moveTo>
                <a:lnTo>
                  <a:pt x="227589" y="0"/>
                </a:lnTo>
                <a:lnTo>
                  <a:pt x="227589" y="326349"/>
                </a:lnTo>
                <a:lnTo>
                  <a:pt x="256362" y="326349"/>
                </a:lnTo>
                <a:lnTo>
                  <a:pt x="256362" y="0"/>
                </a:lnTo>
                <a:close/>
              </a:path>
              <a:path w="256540" h="326389">
                <a:moveTo>
                  <a:pt x="83207" y="25143"/>
                </a:moveTo>
                <a:lnTo>
                  <a:pt x="49647" y="33260"/>
                </a:lnTo>
                <a:lnTo>
                  <a:pt x="23329" y="56055"/>
                </a:lnTo>
                <a:lnTo>
                  <a:pt x="6148" y="91778"/>
                </a:lnTo>
                <a:lnTo>
                  <a:pt x="0" y="138679"/>
                </a:lnTo>
                <a:lnTo>
                  <a:pt x="6148" y="185726"/>
                </a:lnTo>
                <a:lnTo>
                  <a:pt x="23329" y="221497"/>
                </a:lnTo>
                <a:lnTo>
                  <a:pt x="49647" y="244244"/>
                </a:lnTo>
                <a:lnTo>
                  <a:pt x="83207" y="252214"/>
                </a:lnTo>
                <a:lnTo>
                  <a:pt x="116548" y="244244"/>
                </a:lnTo>
                <a:lnTo>
                  <a:pt x="137037" y="226553"/>
                </a:lnTo>
                <a:lnTo>
                  <a:pt x="83207" y="226553"/>
                </a:lnTo>
                <a:lnTo>
                  <a:pt x="60761" y="220295"/>
                </a:lnTo>
                <a:lnTo>
                  <a:pt x="43223" y="202543"/>
                </a:lnTo>
                <a:lnTo>
                  <a:pt x="31810" y="174827"/>
                </a:lnTo>
                <a:lnTo>
                  <a:pt x="27735" y="138679"/>
                </a:lnTo>
                <a:lnTo>
                  <a:pt x="31810" y="102677"/>
                </a:lnTo>
                <a:lnTo>
                  <a:pt x="43223" y="75010"/>
                </a:lnTo>
                <a:lnTo>
                  <a:pt x="60761" y="57209"/>
                </a:lnTo>
                <a:lnTo>
                  <a:pt x="83207" y="50806"/>
                </a:lnTo>
                <a:lnTo>
                  <a:pt x="136825" y="50806"/>
                </a:lnTo>
                <a:lnTo>
                  <a:pt x="116548" y="33260"/>
                </a:lnTo>
                <a:lnTo>
                  <a:pt x="83207" y="25143"/>
                </a:lnTo>
                <a:close/>
              </a:path>
              <a:path w="256540" h="326389">
                <a:moveTo>
                  <a:pt x="136825" y="50806"/>
                </a:moveTo>
                <a:lnTo>
                  <a:pt x="83207" y="50806"/>
                </a:lnTo>
                <a:lnTo>
                  <a:pt x="105613" y="57209"/>
                </a:lnTo>
                <a:lnTo>
                  <a:pt x="123061" y="75010"/>
                </a:lnTo>
                <a:lnTo>
                  <a:pt x="134385" y="102677"/>
                </a:lnTo>
                <a:lnTo>
                  <a:pt x="138419" y="138679"/>
                </a:lnTo>
                <a:lnTo>
                  <a:pt x="134385" y="174827"/>
                </a:lnTo>
                <a:lnTo>
                  <a:pt x="123061" y="202543"/>
                </a:lnTo>
                <a:lnTo>
                  <a:pt x="105613" y="220295"/>
                </a:lnTo>
                <a:lnTo>
                  <a:pt x="83207" y="226553"/>
                </a:lnTo>
                <a:lnTo>
                  <a:pt x="137037" y="226553"/>
                </a:lnTo>
                <a:lnTo>
                  <a:pt x="142891" y="221497"/>
                </a:lnTo>
                <a:lnTo>
                  <a:pt x="160194" y="185726"/>
                </a:lnTo>
                <a:lnTo>
                  <a:pt x="166415" y="138679"/>
                </a:lnTo>
                <a:lnTo>
                  <a:pt x="160194" y="91778"/>
                </a:lnTo>
                <a:lnTo>
                  <a:pt x="142891" y="56055"/>
                </a:lnTo>
                <a:lnTo>
                  <a:pt x="136825" y="508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 descr=""/>
          <p:cNvSpPr/>
          <p:nvPr/>
        </p:nvSpPr>
        <p:spPr>
          <a:xfrm>
            <a:off x="10549001" y="4583112"/>
            <a:ext cx="602615" cy="326390"/>
          </a:xfrm>
          <a:custGeom>
            <a:avLst/>
            <a:gdLst/>
            <a:ahLst/>
            <a:cxnLst/>
            <a:rect l="l" t="t" r="r" b="b"/>
            <a:pathLst>
              <a:path w="602615" h="326389">
                <a:moveTo>
                  <a:pt x="260502" y="267258"/>
                </a:moveTo>
                <a:lnTo>
                  <a:pt x="252704" y="242633"/>
                </a:lnTo>
                <a:lnTo>
                  <a:pt x="239623" y="232003"/>
                </a:lnTo>
                <a:lnTo>
                  <a:pt x="231736" y="225602"/>
                </a:lnTo>
                <a:lnTo>
                  <a:pt x="231736" y="267258"/>
                </a:lnTo>
                <a:lnTo>
                  <a:pt x="225869" y="282206"/>
                </a:lnTo>
                <a:lnTo>
                  <a:pt x="209346" y="293331"/>
                </a:lnTo>
                <a:lnTo>
                  <a:pt x="183146" y="300240"/>
                </a:lnTo>
                <a:lnTo>
                  <a:pt x="148259" y="302501"/>
                </a:lnTo>
                <a:lnTo>
                  <a:pt x="113245" y="300240"/>
                </a:lnTo>
                <a:lnTo>
                  <a:pt x="87020" y="293331"/>
                </a:lnTo>
                <a:lnTo>
                  <a:pt x="70624" y="282206"/>
                </a:lnTo>
                <a:lnTo>
                  <a:pt x="65062" y="267258"/>
                </a:lnTo>
                <a:lnTo>
                  <a:pt x="70624" y="252488"/>
                </a:lnTo>
                <a:lnTo>
                  <a:pt x="87020" y="241465"/>
                </a:lnTo>
                <a:lnTo>
                  <a:pt x="113245" y="234518"/>
                </a:lnTo>
                <a:lnTo>
                  <a:pt x="148259" y="232003"/>
                </a:lnTo>
                <a:lnTo>
                  <a:pt x="183146" y="234518"/>
                </a:lnTo>
                <a:lnTo>
                  <a:pt x="209346" y="241465"/>
                </a:lnTo>
                <a:lnTo>
                  <a:pt x="225869" y="252488"/>
                </a:lnTo>
                <a:lnTo>
                  <a:pt x="231736" y="267258"/>
                </a:lnTo>
                <a:lnTo>
                  <a:pt x="231736" y="225602"/>
                </a:lnTo>
                <a:lnTo>
                  <a:pt x="230530" y="224612"/>
                </a:lnTo>
                <a:lnTo>
                  <a:pt x="195287" y="213601"/>
                </a:lnTo>
                <a:lnTo>
                  <a:pt x="148259" y="209969"/>
                </a:lnTo>
                <a:lnTo>
                  <a:pt x="100939" y="213601"/>
                </a:lnTo>
                <a:lnTo>
                  <a:pt x="65570" y="224612"/>
                </a:lnTo>
                <a:lnTo>
                  <a:pt x="43434" y="242633"/>
                </a:lnTo>
                <a:lnTo>
                  <a:pt x="35763" y="267258"/>
                </a:lnTo>
                <a:lnTo>
                  <a:pt x="43434" y="292036"/>
                </a:lnTo>
                <a:lnTo>
                  <a:pt x="65570" y="310146"/>
                </a:lnTo>
                <a:lnTo>
                  <a:pt x="100939" y="321271"/>
                </a:lnTo>
                <a:lnTo>
                  <a:pt x="148259" y="325056"/>
                </a:lnTo>
                <a:lnTo>
                  <a:pt x="195287" y="321271"/>
                </a:lnTo>
                <a:lnTo>
                  <a:pt x="230530" y="310146"/>
                </a:lnTo>
                <a:lnTo>
                  <a:pt x="239890" y="302501"/>
                </a:lnTo>
                <a:lnTo>
                  <a:pt x="252704" y="292036"/>
                </a:lnTo>
                <a:lnTo>
                  <a:pt x="260502" y="267258"/>
                </a:lnTo>
                <a:close/>
              </a:path>
              <a:path w="602615" h="326389">
                <a:moveTo>
                  <a:pt x="297053" y="161239"/>
                </a:moveTo>
                <a:lnTo>
                  <a:pt x="223177" y="161239"/>
                </a:lnTo>
                <a:lnTo>
                  <a:pt x="223177" y="122745"/>
                </a:lnTo>
                <a:lnTo>
                  <a:pt x="223177" y="114960"/>
                </a:lnTo>
                <a:lnTo>
                  <a:pt x="240284" y="106260"/>
                </a:lnTo>
                <a:lnTo>
                  <a:pt x="242620" y="104203"/>
                </a:lnTo>
                <a:lnTo>
                  <a:pt x="252895" y="95211"/>
                </a:lnTo>
                <a:lnTo>
                  <a:pt x="260642" y="82029"/>
                </a:lnTo>
                <a:lnTo>
                  <a:pt x="263359" y="66624"/>
                </a:lnTo>
                <a:lnTo>
                  <a:pt x="255358" y="40995"/>
                </a:lnTo>
                <a:lnTo>
                  <a:pt x="240588" y="28778"/>
                </a:lnTo>
                <a:lnTo>
                  <a:pt x="234061" y="23380"/>
                </a:lnTo>
                <a:lnTo>
                  <a:pt x="234061" y="66624"/>
                </a:lnTo>
                <a:lnTo>
                  <a:pt x="228092" y="82550"/>
                </a:lnTo>
                <a:lnTo>
                  <a:pt x="210997" y="94361"/>
                </a:lnTo>
                <a:lnTo>
                  <a:pt x="194665" y="98793"/>
                </a:lnTo>
                <a:lnTo>
                  <a:pt x="194665" y="122745"/>
                </a:lnTo>
                <a:lnTo>
                  <a:pt x="194665" y="161239"/>
                </a:lnTo>
                <a:lnTo>
                  <a:pt x="102387" y="161239"/>
                </a:lnTo>
                <a:lnTo>
                  <a:pt x="102387" y="122872"/>
                </a:lnTo>
                <a:lnTo>
                  <a:pt x="112928" y="124472"/>
                </a:lnTo>
                <a:lnTo>
                  <a:pt x="124104" y="125603"/>
                </a:lnTo>
                <a:lnTo>
                  <a:pt x="135902" y="126276"/>
                </a:lnTo>
                <a:lnTo>
                  <a:pt x="148259" y="126504"/>
                </a:lnTo>
                <a:lnTo>
                  <a:pt x="159740" y="126276"/>
                </a:lnTo>
                <a:lnTo>
                  <a:pt x="160464" y="126276"/>
                </a:lnTo>
                <a:lnTo>
                  <a:pt x="171640" y="125603"/>
                </a:lnTo>
                <a:lnTo>
                  <a:pt x="172110" y="125603"/>
                </a:lnTo>
                <a:lnTo>
                  <a:pt x="182968" y="124472"/>
                </a:lnTo>
                <a:lnTo>
                  <a:pt x="183311" y="124472"/>
                </a:lnTo>
                <a:lnTo>
                  <a:pt x="193814" y="122872"/>
                </a:lnTo>
                <a:lnTo>
                  <a:pt x="194665" y="122745"/>
                </a:lnTo>
                <a:lnTo>
                  <a:pt x="194665" y="98793"/>
                </a:lnTo>
                <a:lnTo>
                  <a:pt x="183984" y="101688"/>
                </a:lnTo>
                <a:lnTo>
                  <a:pt x="148259" y="104203"/>
                </a:lnTo>
                <a:lnTo>
                  <a:pt x="112445" y="101688"/>
                </a:lnTo>
                <a:lnTo>
                  <a:pt x="85471" y="94361"/>
                </a:lnTo>
                <a:lnTo>
                  <a:pt x="68503" y="82550"/>
                </a:lnTo>
                <a:lnTo>
                  <a:pt x="62725" y="66624"/>
                </a:lnTo>
                <a:lnTo>
                  <a:pt x="68503" y="50761"/>
                </a:lnTo>
                <a:lnTo>
                  <a:pt x="85471" y="38849"/>
                </a:lnTo>
                <a:lnTo>
                  <a:pt x="112445" y="31369"/>
                </a:lnTo>
                <a:lnTo>
                  <a:pt x="148259" y="28778"/>
                </a:lnTo>
                <a:lnTo>
                  <a:pt x="183984" y="31369"/>
                </a:lnTo>
                <a:lnTo>
                  <a:pt x="210997" y="38849"/>
                </a:lnTo>
                <a:lnTo>
                  <a:pt x="228092" y="50761"/>
                </a:lnTo>
                <a:lnTo>
                  <a:pt x="234061" y="66624"/>
                </a:lnTo>
                <a:lnTo>
                  <a:pt x="234061" y="23380"/>
                </a:lnTo>
                <a:lnTo>
                  <a:pt x="232448" y="22034"/>
                </a:lnTo>
                <a:lnTo>
                  <a:pt x="196215" y="10261"/>
                </a:lnTo>
                <a:lnTo>
                  <a:pt x="148259" y="6223"/>
                </a:lnTo>
                <a:lnTo>
                  <a:pt x="100164" y="10261"/>
                </a:lnTo>
                <a:lnTo>
                  <a:pt x="63855" y="22034"/>
                </a:lnTo>
                <a:lnTo>
                  <a:pt x="40919" y="40995"/>
                </a:lnTo>
                <a:lnTo>
                  <a:pt x="32918" y="66624"/>
                </a:lnTo>
                <a:lnTo>
                  <a:pt x="35610" y="82029"/>
                </a:lnTo>
                <a:lnTo>
                  <a:pt x="43421" y="95211"/>
                </a:lnTo>
                <a:lnTo>
                  <a:pt x="43497" y="95351"/>
                </a:lnTo>
                <a:lnTo>
                  <a:pt x="56261" y="106438"/>
                </a:lnTo>
                <a:lnTo>
                  <a:pt x="73609" y="115227"/>
                </a:lnTo>
                <a:lnTo>
                  <a:pt x="73609" y="161239"/>
                </a:lnTo>
                <a:lnTo>
                  <a:pt x="0" y="161239"/>
                </a:lnTo>
                <a:lnTo>
                  <a:pt x="0" y="184823"/>
                </a:lnTo>
                <a:lnTo>
                  <a:pt x="297053" y="184823"/>
                </a:lnTo>
                <a:lnTo>
                  <a:pt x="297053" y="161239"/>
                </a:lnTo>
                <a:close/>
              </a:path>
              <a:path w="602615" h="326389">
                <a:moveTo>
                  <a:pt x="476173" y="175755"/>
                </a:moveTo>
                <a:lnTo>
                  <a:pt x="470801" y="145948"/>
                </a:lnTo>
                <a:lnTo>
                  <a:pt x="458304" y="125984"/>
                </a:lnTo>
                <a:lnTo>
                  <a:pt x="456184" y="122580"/>
                </a:lnTo>
                <a:lnTo>
                  <a:pt x="450507" y="118694"/>
                </a:lnTo>
                <a:lnTo>
                  <a:pt x="450507" y="175755"/>
                </a:lnTo>
                <a:lnTo>
                  <a:pt x="447141" y="195770"/>
                </a:lnTo>
                <a:lnTo>
                  <a:pt x="437807" y="211493"/>
                </a:lnTo>
                <a:lnTo>
                  <a:pt x="423608" y="221716"/>
                </a:lnTo>
                <a:lnTo>
                  <a:pt x="405663" y="225259"/>
                </a:lnTo>
                <a:lnTo>
                  <a:pt x="387756" y="221716"/>
                </a:lnTo>
                <a:lnTo>
                  <a:pt x="373646" y="211493"/>
                </a:lnTo>
                <a:lnTo>
                  <a:pt x="364401" y="195770"/>
                </a:lnTo>
                <a:lnTo>
                  <a:pt x="361073" y="175755"/>
                </a:lnTo>
                <a:lnTo>
                  <a:pt x="364401" y="155981"/>
                </a:lnTo>
                <a:lnTo>
                  <a:pt x="373646" y="140271"/>
                </a:lnTo>
                <a:lnTo>
                  <a:pt x="387756" y="129857"/>
                </a:lnTo>
                <a:lnTo>
                  <a:pt x="405663" y="125984"/>
                </a:lnTo>
                <a:lnTo>
                  <a:pt x="423608" y="129857"/>
                </a:lnTo>
                <a:lnTo>
                  <a:pt x="437807" y="140271"/>
                </a:lnTo>
                <a:lnTo>
                  <a:pt x="447141" y="155981"/>
                </a:lnTo>
                <a:lnTo>
                  <a:pt x="450507" y="175755"/>
                </a:lnTo>
                <a:lnTo>
                  <a:pt x="450507" y="118694"/>
                </a:lnTo>
                <a:lnTo>
                  <a:pt x="433920" y="107327"/>
                </a:lnTo>
                <a:lnTo>
                  <a:pt x="405663" y="101879"/>
                </a:lnTo>
                <a:lnTo>
                  <a:pt x="377520" y="107327"/>
                </a:lnTo>
                <a:lnTo>
                  <a:pt x="355307" y="122580"/>
                </a:lnTo>
                <a:lnTo>
                  <a:pt x="340779" y="145948"/>
                </a:lnTo>
                <a:lnTo>
                  <a:pt x="335673" y="175755"/>
                </a:lnTo>
                <a:lnTo>
                  <a:pt x="340779" y="205892"/>
                </a:lnTo>
                <a:lnTo>
                  <a:pt x="355307" y="229501"/>
                </a:lnTo>
                <a:lnTo>
                  <a:pt x="377520" y="244894"/>
                </a:lnTo>
                <a:lnTo>
                  <a:pt x="405663" y="250405"/>
                </a:lnTo>
                <a:lnTo>
                  <a:pt x="433920" y="244894"/>
                </a:lnTo>
                <a:lnTo>
                  <a:pt x="456184" y="229501"/>
                </a:lnTo>
                <a:lnTo>
                  <a:pt x="458812" y="225259"/>
                </a:lnTo>
                <a:lnTo>
                  <a:pt x="470801" y="205892"/>
                </a:lnTo>
                <a:lnTo>
                  <a:pt x="476173" y="175755"/>
                </a:lnTo>
                <a:close/>
              </a:path>
              <a:path w="602615" h="326389">
                <a:moveTo>
                  <a:pt x="487311" y="56248"/>
                </a:moveTo>
                <a:lnTo>
                  <a:pt x="420179" y="56248"/>
                </a:lnTo>
                <a:lnTo>
                  <a:pt x="420179" y="9855"/>
                </a:lnTo>
                <a:lnTo>
                  <a:pt x="391401" y="9855"/>
                </a:lnTo>
                <a:lnTo>
                  <a:pt x="391401" y="56248"/>
                </a:lnTo>
                <a:lnTo>
                  <a:pt x="323748" y="56248"/>
                </a:lnTo>
                <a:lnTo>
                  <a:pt x="323748" y="79844"/>
                </a:lnTo>
                <a:lnTo>
                  <a:pt x="487311" y="79844"/>
                </a:lnTo>
                <a:lnTo>
                  <a:pt x="487311" y="56248"/>
                </a:lnTo>
                <a:close/>
              </a:path>
              <a:path w="602615" h="326389">
                <a:moveTo>
                  <a:pt x="602145" y="0"/>
                </a:moveTo>
                <a:lnTo>
                  <a:pt x="574675" y="0"/>
                </a:lnTo>
                <a:lnTo>
                  <a:pt x="574675" y="137388"/>
                </a:lnTo>
                <a:lnTo>
                  <a:pt x="531380" y="137388"/>
                </a:lnTo>
                <a:lnTo>
                  <a:pt x="531380" y="7785"/>
                </a:lnTo>
                <a:lnTo>
                  <a:pt x="504164" y="7785"/>
                </a:lnTo>
                <a:lnTo>
                  <a:pt x="504164" y="309765"/>
                </a:lnTo>
                <a:lnTo>
                  <a:pt x="531380" y="309765"/>
                </a:lnTo>
                <a:lnTo>
                  <a:pt x="531380" y="161239"/>
                </a:lnTo>
                <a:lnTo>
                  <a:pt x="574675" y="161239"/>
                </a:lnTo>
                <a:lnTo>
                  <a:pt x="574675" y="325831"/>
                </a:lnTo>
                <a:lnTo>
                  <a:pt x="602145" y="325831"/>
                </a:lnTo>
                <a:lnTo>
                  <a:pt x="602145" y="161239"/>
                </a:lnTo>
                <a:lnTo>
                  <a:pt x="602145" y="137388"/>
                </a:lnTo>
                <a:lnTo>
                  <a:pt x="602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 descr=""/>
          <p:cNvSpPr/>
          <p:nvPr/>
        </p:nvSpPr>
        <p:spPr>
          <a:xfrm>
            <a:off x="11208959" y="483402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589" y="0"/>
                </a:moveTo>
                <a:lnTo>
                  <a:pt x="14399" y="1863"/>
                </a:lnTo>
                <a:lnTo>
                  <a:pt x="6837" y="6933"/>
                </a:lnTo>
                <a:lnTo>
                  <a:pt x="1754" y="14434"/>
                </a:lnTo>
                <a:lnTo>
                  <a:pt x="0" y="23588"/>
                </a:lnTo>
                <a:lnTo>
                  <a:pt x="1754" y="32741"/>
                </a:lnTo>
                <a:lnTo>
                  <a:pt x="6837" y="40242"/>
                </a:lnTo>
                <a:lnTo>
                  <a:pt x="14399" y="45313"/>
                </a:lnTo>
                <a:lnTo>
                  <a:pt x="23589" y="47176"/>
                </a:lnTo>
                <a:lnTo>
                  <a:pt x="32742" y="45313"/>
                </a:lnTo>
                <a:lnTo>
                  <a:pt x="40243" y="40242"/>
                </a:lnTo>
                <a:lnTo>
                  <a:pt x="45314" y="32741"/>
                </a:lnTo>
                <a:lnTo>
                  <a:pt x="47177" y="23588"/>
                </a:lnTo>
                <a:lnTo>
                  <a:pt x="45314" y="14434"/>
                </a:lnTo>
                <a:lnTo>
                  <a:pt x="40243" y="6933"/>
                </a:lnTo>
                <a:lnTo>
                  <a:pt x="32742" y="1863"/>
                </a:lnTo>
                <a:lnTo>
                  <a:pt x="235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 descr=""/>
          <p:cNvSpPr/>
          <p:nvPr/>
        </p:nvSpPr>
        <p:spPr>
          <a:xfrm>
            <a:off x="11387112" y="4577676"/>
            <a:ext cx="622935" cy="327660"/>
          </a:xfrm>
          <a:custGeom>
            <a:avLst/>
            <a:gdLst/>
            <a:ahLst/>
            <a:cxnLst/>
            <a:rect l="l" t="t" r="r" b="b"/>
            <a:pathLst>
              <a:path w="622934" h="327660">
                <a:moveTo>
                  <a:pt x="268541" y="306120"/>
                </a:moveTo>
                <a:lnTo>
                  <a:pt x="65836" y="306120"/>
                </a:lnTo>
                <a:lnTo>
                  <a:pt x="65836" y="278904"/>
                </a:lnTo>
                <a:lnTo>
                  <a:pt x="258686" y="278904"/>
                </a:lnTo>
                <a:lnTo>
                  <a:pt x="258686" y="213067"/>
                </a:lnTo>
                <a:lnTo>
                  <a:pt x="36029" y="213067"/>
                </a:lnTo>
                <a:lnTo>
                  <a:pt x="36029" y="234061"/>
                </a:lnTo>
                <a:lnTo>
                  <a:pt x="229654" y="234061"/>
                </a:lnTo>
                <a:lnTo>
                  <a:pt x="229654" y="258432"/>
                </a:lnTo>
                <a:lnTo>
                  <a:pt x="36804" y="258432"/>
                </a:lnTo>
                <a:lnTo>
                  <a:pt x="36804" y="327647"/>
                </a:lnTo>
                <a:lnTo>
                  <a:pt x="268541" y="327647"/>
                </a:lnTo>
                <a:lnTo>
                  <a:pt x="268541" y="306120"/>
                </a:lnTo>
                <a:close/>
              </a:path>
              <a:path w="622934" h="327660">
                <a:moveTo>
                  <a:pt x="279679" y="28244"/>
                </a:moveTo>
                <a:lnTo>
                  <a:pt x="162775" y="28244"/>
                </a:lnTo>
                <a:lnTo>
                  <a:pt x="162775" y="0"/>
                </a:lnTo>
                <a:lnTo>
                  <a:pt x="134264" y="0"/>
                </a:lnTo>
                <a:lnTo>
                  <a:pt x="134264" y="28244"/>
                </a:lnTo>
                <a:lnTo>
                  <a:pt x="15544" y="28244"/>
                </a:lnTo>
                <a:lnTo>
                  <a:pt x="15544" y="49758"/>
                </a:lnTo>
                <a:lnTo>
                  <a:pt x="279679" y="49758"/>
                </a:lnTo>
                <a:lnTo>
                  <a:pt x="279679" y="28244"/>
                </a:lnTo>
                <a:close/>
              </a:path>
              <a:path w="622934" h="327660">
                <a:moveTo>
                  <a:pt x="297053" y="170294"/>
                </a:moveTo>
                <a:lnTo>
                  <a:pt x="162775" y="170294"/>
                </a:lnTo>
                <a:lnTo>
                  <a:pt x="162775" y="147485"/>
                </a:lnTo>
                <a:lnTo>
                  <a:pt x="201320" y="143802"/>
                </a:lnTo>
                <a:lnTo>
                  <a:pt x="201828" y="143802"/>
                </a:lnTo>
                <a:lnTo>
                  <a:pt x="230327" y="135597"/>
                </a:lnTo>
                <a:lnTo>
                  <a:pt x="230530" y="135597"/>
                </a:lnTo>
                <a:lnTo>
                  <a:pt x="240474" y="128308"/>
                </a:lnTo>
                <a:lnTo>
                  <a:pt x="248018" y="122770"/>
                </a:lnTo>
                <a:lnTo>
                  <a:pt x="248208" y="122415"/>
                </a:lnTo>
                <a:lnTo>
                  <a:pt x="254025" y="105232"/>
                </a:lnTo>
                <a:lnTo>
                  <a:pt x="247154" y="86753"/>
                </a:lnTo>
                <a:lnTo>
                  <a:pt x="241274" y="82943"/>
                </a:lnTo>
                <a:lnTo>
                  <a:pt x="226898" y="73647"/>
                </a:lnTo>
                <a:lnTo>
                  <a:pt x="223951" y="72961"/>
                </a:lnTo>
                <a:lnTo>
                  <a:pt x="223951" y="105232"/>
                </a:lnTo>
                <a:lnTo>
                  <a:pt x="218948" y="115189"/>
                </a:lnTo>
                <a:lnTo>
                  <a:pt x="204482" y="122415"/>
                </a:lnTo>
                <a:lnTo>
                  <a:pt x="180835" y="126822"/>
                </a:lnTo>
                <a:lnTo>
                  <a:pt x="148259" y="128308"/>
                </a:lnTo>
                <a:lnTo>
                  <a:pt x="115633" y="126822"/>
                </a:lnTo>
                <a:lnTo>
                  <a:pt x="92138" y="122415"/>
                </a:lnTo>
                <a:lnTo>
                  <a:pt x="77990" y="115189"/>
                </a:lnTo>
                <a:lnTo>
                  <a:pt x="73355" y="105232"/>
                </a:lnTo>
                <a:lnTo>
                  <a:pt x="77990" y="95631"/>
                </a:lnTo>
                <a:lnTo>
                  <a:pt x="92138" y="88646"/>
                </a:lnTo>
                <a:lnTo>
                  <a:pt x="115633" y="84391"/>
                </a:lnTo>
                <a:lnTo>
                  <a:pt x="148259" y="82943"/>
                </a:lnTo>
                <a:lnTo>
                  <a:pt x="180835" y="84391"/>
                </a:lnTo>
                <a:lnTo>
                  <a:pt x="204482" y="88646"/>
                </a:lnTo>
                <a:lnTo>
                  <a:pt x="218948" y="95631"/>
                </a:lnTo>
                <a:lnTo>
                  <a:pt x="223951" y="105232"/>
                </a:lnTo>
                <a:lnTo>
                  <a:pt x="223951" y="72961"/>
                </a:lnTo>
                <a:lnTo>
                  <a:pt x="193763" y="65836"/>
                </a:lnTo>
                <a:lnTo>
                  <a:pt x="148259" y="63246"/>
                </a:lnTo>
                <a:lnTo>
                  <a:pt x="102654" y="65836"/>
                </a:lnTo>
                <a:lnTo>
                  <a:pt x="69532" y="73647"/>
                </a:lnTo>
                <a:lnTo>
                  <a:pt x="49339" y="86753"/>
                </a:lnTo>
                <a:lnTo>
                  <a:pt x="42506" y="105232"/>
                </a:lnTo>
                <a:lnTo>
                  <a:pt x="48298" y="122415"/>
                </a:lnTo>
                <a:lnTo>
                  <a:pt x="48425" y="122770"/>
                </a:lnTo>
                <a:lnTo>
                  <a:pt x="65925" y="135597"/>
                </a:lnTo>
                <a:lnTo>
                  <a:pt x="94665" y="143802"/>
                </a:lnTo>
                <a:lnTo>
                  <a:pt x="134264" y="147485"/>
                </a:lnTo>
                <a:lnTo>
                  <a:pt x="134264" y="170294"/>
                </a:lnTo>
                <a:lnTo>
                  <a:pt x="0" y="170294"/>
                </a:lnTo>
                <a:lnTo>
                  <a:pt x="0" y="191808"/>
                </a:lnTo>
                <a:lnTo>
                  <a:pt x="297053" y="191808"/>
                </a:lnTo>
                <a:lnTo>
                  <a:pt x="297053" y="170294"/>
                </a:lnTo>
                <a:close/>
              </a:path>
              <a:path w="622934" h="327660">
                <a:moveTo>
                  <a:pt x="622884" y="266103"/>
                </a:moveTo>
                <a:lnTo>
                  <a:pt x="487057" y="266103"/>
                </a:lnTo>
                <a:lnTo>
                  <a:pt x="487057" y="205143"/>
                </a:lnTo>
                <a:lnTo>
                  <a:pt x="592810" y="205143"/>
                </a:lnTo>
                <a:lnTo>
                  <a:pt x="592810" y="181013"/>
                </a:lnTo>
                <a:lnTo>
                  <a:pt x="390372" y="181013"/>
                </a:lnTo>
                <a:lnTo>
                  <a:pt x="390372" y="127673"/>
                </a:lnTo>
                <a:lnTo>
                  <a:pt x="585292" y="127673"/>
                </a:lnTo>
                <a:lnTo>
                  <a:pt x="585292" y="104813"/>
                </a:lnTo>
                <a:lnTo>
                  <a:pt x="585292" y="54013"/>
                </a:lnTo>
                <a:lnTo>
                  <a:pt x="585292" y="29883"/>
                </a:lnTo>
                <a:lnTo>
                  <a:pt x="361073" y="29883"/>
                </a:lnTo>
                <a:lnTo>
                  <a:pt x="361073" y="54013"/>
                </a:lnTo>
                <a:lnTo>
                  <a:pt x="556780" y="54013"/>
                </a:lnTo>
                <a:lnTo>
                  <a:pt x="556780" y="104813"/>
                </a:lnTo>
                <a:lnTo>
                  <a:pt x="361861" y="104813"/>
                </a:lnTo>
                <a:lnTo>
                  <a:pt x="361861" y="127673"/>
                </a:lnTo>
                <a:lnTo>
                  <a:pt x="361861" y="181013"/>
                </a:lnTo>
                <a:lnTo>
                  <a:pt x="361861" y="205143"/>
                </a:lnTo>
                <a:lnTo>
                  <a:pt x="458546" y="205143"/>
                </a:lnTo>
                <a:lnTo>
                  <a:pt x="458546" y="266103"/>
                </a:lnTo>
                <a:lnTo>
                  <a:pt x="324523" y="266103"/>
                </a:lnTo>
                <a:lnTo>
                  <a:pt x="324523" y="290245"/>
                </a:lnTo>
                <a:lnTo>
                  <a:pt x="622884" y="290245"/>
                </a:lnTo>
                <a:lnTo>
                  <a:pt x="622884" y="2661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 descr=""/>
          <p:cNvSpPr/>
          <p:nvPr/>
        </p:nvSpPr>
        <p:spPr>
          <a:xfrm>
            <a:off x="12130172" y="4583109"/>
            <a:ext cx="278130" cy="326390"/>
          </a:xfrm>
          <a:custGeom>
            <a:avLst/>
            <a:gdLst/>
            <a:ahLst/>
            <a:cxnLst/>
            <a:rect l="l" t="t" r="r" b="b"/>
            <a:pathLst>
              <a:path w="278129" h="326389">
                <a:moveTo>
                  <a:pt x="277876" y="155269"/>
                </a:moveTo>
                <a:lnTo>
                  <a:pt x="249881" y="155269"/>
                </a:lnTo>
                <a:lnTo>
                  <a:pt x="249881" y="325831"/>
                </a:lnTo>
                <a:lnTo>
                  <a:pt x="277876" y="325831"/>
                </a:lnTo>
                <a:lnTo>
                  <a:pt x="277876" y="155269"/>
                </a:lnTo>
                <a:close/>
              </a:path>
              <a:path w="278129" h="326389">
                <a:moveTo>
                  <a:pt x="204518" y="8813"/>
                </a:moveTo>
                <a:lnTo>
                  <a:pt x="177301" y="8813"/>
                </a:lnTo>
                <a:lnTo>
                  <a:pt x="177301" y="309500"/>
                </a:lnTo>
                <a:lnTo>
                  <a:pt x="204518" y="309500"/>
                </a:lnTo>
                <a:lnTo>
                  <a:pt x="204518" y="155269"/>
                </a:lnTo>
                <a:lnTo>
                  <a:pt x="277876" y="155269"/>
                </a:lnTo>
                <a:lnTo>
                  <a:pt x="277876" y="131421"/>
                </a:lnTo>
                <a:lnTo>
                  <a:pt x="204518" y="131421"/>
                </a:lnTo>
                <a:lnTo>
                  <a:pt x="204518" y="8813"/>
                </a:lnTo>
                <a:close/>
              </a:path>
              <a:path w="278129" h="326389">
                <a:moveTo>
                  <a:pt x="277876" y="0"/>
                </a:moveTo>
                <a:lnTo>
                  <a:pt x="249881" y="0"/>
                </a:lnTo>
                <a:lnTo>
                  <a:pt x="249881" y="131421"/>
                </a:lnTo>
                <a:lnTo>
                  <a:pt x="277876" y="131421"/>
                </a:lnTo>
                <a:lnTo>
                  <a:pt x="277876" y="0"/>
                </a:lnTo>
                <a:close/>
              </a:path>
              <a:path w="278129" h="326389">
                <a:moveTo>
                  <a:pt x="139975" y="42252"/>
                </a:moveTo>
                <a:lnTo>
                  <a:pt x="12442" y="42252"/>
                </a:lnTo>
                <a:lnTo>
                  <a:pt x="12442" y="66099"/>
                </a:lnTo>
                <a:lnTo>
                  <a:pt x="111850" y="66099"/>
                </a:lnTo>
                <a:lnTo>
                  <a:pt x="103030" y="115038"/>
                </a:lnTo>
                <a:lnTo>
                  <a:pt x="82607" y="160161"/>
                </a:lnTo>
                <a:lnTo>
                  <a:pt x="48843" y="200570"/>
                </a:lnTo>
                <a:lnTo>
                  <a:pt x="0" y="235365"/>
                </a:lnTo>
                <a:lnTo>
                  <a:pt x="16848" y="255843"/>
                </a:lnTo>
                <a:lnTo>
                  <a:pt x="65661" y="221486"/>
                </a:lnTo>
                <a:lnTo>
                  <a:pt x="100651" y="181928"/>
                </a:lnTo>
                <a:lnTo>
                  <a:pt x="123547" y="138190"/>
                </a:lnTo>
                <a:lnTo>
                  <a:pt x="136078" y="91291"/>
                </a:lnTo>
                <a:lnTo>
                  <a:pt x="139975" y="422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 descr=""/>
          <p:cNvSpPr/>
          <p:nvPr/>
        </p:nvSpPr>
        <p:spPr>
          <a:xfrm>
            <a:off x="12680481" y="4583442"/>
            <a:ext cx="78105" cy="167640"/>
          </a:xfrm>
          <a:custGeom>
            <a:avLst/>
            <a:gdLst/>
            <a:ahLst/>
            <a:cxnLst/>
            <a:rect l="l" t="t" r="r" b="b"/>
            <a:pathLst>
              <a:path w="78104" h="167639">
                <a:moveTo>
                  <a:pt x="77762" y="69837"/>
                </a:moveTo>
                <a:lnTo>
                  <a:pt x="28765" y="69837"/>
                </a:lnTo>
                <a:lnTo>
                  <a:pt x="28765" y="0"/>
                </a:lnTo>
                <a:lnTo>
                  <a:pt x="0" y="0"/>
                </a:lnTo>
                <a:lnTo>
                  <a:pt x="0" y="69837"/>
                </a:lnTo>
                <a:lnTo>
                  <a:pt x="0" y="93980"/>
                </a:lnTo>
                <a:lnTo>
                  <a:pt x="0" y="167627"/>
                </a:lnTo>
                <a:lnTo>
                  <a:pt x="28765" y="167627"/>
                </a:lnTo>
                <a:lnTo>
                  <a:pt x="28765" y="93980"/>
                </a:lnTo>
                <a:lnTo>
                  <a:pt x="77762" y="93980"/>
                </a:lnTo>
                <a:lnTo>
                  <a:pt x="77762" y="698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 descr=""/>
          <p:cNvSpPr/>
          <p:nvPr/>
        </p:nvSpPr>
        <p:spPr>
          <a:xfrm>
            <a:off x="12468441" y="4596853"/>
            <a:ext cx="151765" cy="141605"/>
          </a:xfrm>
          <a:custGeom>
            <a:avLst/>
            <a:gdLst/>
            <a:ahLst/>
            <a:cxnLst/>
            <a:rect l="l" t="t" r="r" b="b"/>
            <a:pathLst>
              <a:path w="151765" h="141604">
                <a:moveTo>
                  <a:pt x="151638" y="69469"/>
                </a:moveTo>
                <a:lnTo>
                  <a:pt x="123126" y="69469"/>
                </a:lnTo>
                <a:lnTo>
                  <a:pt x="123126" y="118465"/>
                </a:lnTo>
                <a:lnTo>
                  <a:pt x="151638" y="118465"/>
                </a:lnTo>
                <a:lnTo>
                  <a:pt x="151638" y="69469"/>
                </a:lnTo>
                <a:close/>
              </a:path>
              <a:path w="151765" h="141604">
                <a:moveTo>
                  <a:pt x="151638" y="47536"/>
                </a:moveTo>
                <a:lnTo>
                  <a:pt x="28257" y="47536"/>
                </a:lnTo>
                <a:lnTo>
                  <a:pt x="28257" y="546"/>
                </a:lnTo>
                <a:lnTo>
                  <a:pt x="0" y="546"/>
                </a:lnTo>
                <a:lnTo>
                  <a:pt x="0" y="47536"/>
                </a:lnTo>
                <a:lnTo>
                  <a:pt x="0" y="69126"/>
                </a:lnTo>
                <a:lnTo>
                  <a:pt x="0" y="118668"/>
                </a:lnTo>
                <a:lnTo>
                  <a:pt x="0" y="141516"/>
                </a:lnTo>
                <a:lnTo>
                  <a:pt x="151638" y="141516"/>
                </a:lnTo>
                <a:lnTo>
                  <a:pt x="151638" y="118668"/>
                </a:lnTo>
                <a:lnTo>
                  <a:pt x="28257" y="118668"/>
                </a:lnTo>
                <a:lnTo>
                  <a:pt x="28257" y="69126"/>
                </a:lnTo>
                <a:lnTo>
                  <a:pt x="151638" y="69126"/>
                </a:lnTo>
                <a:lnTo>
                  <a:pt x="151638" y="47536"/>
                </a:lnTo>
                <a:close/>
              </a:path>
              <a:path w="151765" h="141604">
                <a:moveTo>
                  <a:pt x="151638" y="0"/>
                </a:moveTo>
                <a:lnTo>
                  <a:pt x="123126" y="0"/>
                </a:lnTo>
                <a:lnTo>
                  <a:pt x="123126" y="46913"/>
                </a:lnTo>
                <a:lnTo>
                  <a:pt x="151638" y="46913"/>
                </a:lnTo>
                <a:lnTo>
                  <a:pt x="1516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 descr=""/>
          <p:cNvSpPr/>
          <p:nvPr/>
        </p:nvSpPr>
        <p:spPr>
          <a:xfrm>
            <a:off x="12501360" y="4766309"/>
            <a:ext cx="220345" cy="139065"/>
          </a:xfrm>
          <a:custGeom>
            <a:avLst/>
            <a:gdLst/>
            <a:ahLst/>
            <a:cxnLst/>
            <a:rect l="l" t="t" r="r" b="b"/>
            <a:pathLst>
              <a:path w="220345" h="139064">
                <a:moveTo>
                  <a:pt x="219811" y="115570"/>
                </a:moveTo>
                <a:lnTo>
                  <a:pt x="29032" y="115570"/>
                </a:lnTo>
                <a:lnTo>
                  <a:pt x="29032" y="80010"/>
                </a:lnTo>
                <a:lnTo>
                  <a:pt x="207886" y="80010"/>
                </a:lnTo>
                <a:lnTo>
                  <a:pt x="207886" y="57150"/>
                </a:lnTo>
                <a:lnTo>
                  <a:pt x="207886" y="24142"/>
                </a:lnTo>
                <a:lnTo>
                  <a:pt x="207886" y="0"/>
                </a:lnTo>
                <a:lnTo>
                  <a:pt x="0" y="0"/>
                </a:lnTo>
                <a:lnTo>
                  <a:pt x="0" y="24142"/>
                </a:lnTo>
                <a:lnTo>
                  <a:pt x="179374" y="24142"/>
                </a:lnTo>
                <a:lnTo>
                  <a:pt x="179374" y="57150"/>
                </a:lnTo>
                <a:lnTo>
                  <a:pt x="774" y="57150"/>
                </a:lnTo>
                <a:lnTo>
                  <a:pt x="774" y="80010"/>
                </a:lnTo>
                <a:lnTo>
                  <a:pt x="774" y="115570"/>
                </a:lnTo>
                <a:lnTo>
                  <a:pt x="774" y="138442"/>
                </a:lnTo>
                <a:lnTo>
                  <a:pt x="219811" y="138442"/>
                </a:lnTo>
                <a:lnTo>
                  <a:pt x="219811" y="1155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6" name="object 216" descr=""/>
          <p:cNvGrpSpPr/>
          <p:nvPr/>
        </p:nvGrpSpPr>
        <p:grpSpPr>
          <a:xfrm>
            <a:off x="9168498" y="3942183"/>
            <a:ext cx="319405" cy="356235"/>
            <a:chOff x="9168498" y="3942183"/>
            <a:chExt cx="319405" cy="356235"/>
          </a:xfrm>
        </p:grpSpPr>
        <p:sp>
          <p:nvSpPr>
            <p:cNvPr id="217" name="object 217" descr=""/>
            <p:cNvSpPr/>
            <p:nvPr/>
          </p:nvSpPr>
          <p:spPr>
            <a:xfrm>
              <a:off x="9396677" y="3946191"/>
              <a:ext cx="87630" cy="347980"/>
            </a:xfrm>
            <a:custGeom>
              <a:avLst/>
              <a:gdLst/>
              <a:ahLst/>
              <a:cxnLst/>
              <a:rect l="l" t="t" r="r" b="b"/>
              <a:pathLst>
                <a:path w="87629" h="347979">
                  <a:moveTo>
                    <a:pt x="30719" y="138931"/>
                  </a:moveTo>
                  <a:lnTo>
                    <a:pt x="30719" y="0"/>
                  </a:lnTo>
                  <a:lnTo>
                    <a:pt x="0" y="0"/>
                  </a:lnTo>
                  <a:lnTo>
                    <a:pt x="0" y="347604"/>
                  </a:lnTo>
                  <a:lnTo>
                    <a:pt x="30719" y="347604"/>
                  </a:lnTo>
                  <a:lnTo>
                    <a:pt x="30719" y="164668"/>
                  </a:lnTo>
                  <a:lnTo>
                    <a:pt x="87177" y="164668"/>
                  </a:lnTo>
                  <a:lnTo>
                    <a:pt x="87177" y="138931"/>
                  </a:lnTo>
                  <a:lnTo>
                    <a:pt x="30719" y="138931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8" name="object 218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168498" y="3976500"/>
              <a:ext cx="202573" cy="233016"/>
            </a:xfrm>
            <a:prstGeom prst="rect">
              <a:avLst/>
            </a:prstGeom>
          </p:spPr>
        </p:pic>
      </p:grpSp>
      <p:grpSp>
        <p:nvGrpSpPr>
          <p:cNvPr id="219" name="object 219" descr=""/>
          <p:cNvGrpSpPr/>
          <p:nvPr/>
        </p:nvGrpSpPr>
        <p:grpSpPr>
          <a:xfrm>
            <a:off x="9502541" y="3942183"/>
            <a:ext cx="291465" cy="356870"/>
            <a:chOff x="9502541" y="3942183"/>
            <a:chExt cx="291465" cy="356870"/>
          </a:xfrm>
        </p:grpSpPr>
        <p:sp>
          <p:nvSpPr>
            <p:cNvPr id="220" name="object 220" descr=""/>
            <p:cNvSpPr/>
            <p:nvPr/>
          </p:nvSpPr>
          <p:spPr>
            <a:xfrm>
              <a:off x="9759226" y="3946191"/>
              <a:ext cx="31115" cy="348615"/>
            </a:xfrm>
            <a:custGeom>
              <a:avLst/>
              <a:gdLst/>
              <a:ahLst/>
              <a:cxnLst/>
              <a:rect l="l" t="t" r="r" b="b"/>
              <a:pathLst>
                <a:path w="31115" h="348614">
                  <a:moveTo>
                    <a:pt x="0" y="0"/>
                  </a:moveTo>
                  <a:lnTo>
                    <a:pt x="0" y="348434"/>
                  </a:lnTo>
                  <a:lnTo>
                    <a:pt x="30720" y="348434"/>
                  </a:lnTo>
                  <a:lnTo>
                    <a:pt x="30720" y="0"/>
                  </a:lnTo>
                  <a:lnTo>
                    <a:pt x="0" y="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1" name="object 221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520530" y="3967644"/>
              <a:ext cx="195655" cy="171300"/>
            </a:xfrm>
            <a:prstGeom prst="rect">
              <a:avLst/>
            </a:prstGeom>
          </p:spPr>
        </p:pic>
        <p:sp>
          <p:nvSpPr>
            <p:cNvPr id="222" name="object 222" descr=""/>
            <p:cNvSpPr/>
            <p:nvPr/>
          </p:nvSpPr>
          <p:spPr>
            <a:xfrm>
              <a:off x="9506549" y="4180048"/>
              <a:ext cx="232410" cy="38100"/>
            </a:xfrm>
            <a:custGeom>
              <a:avLst/>
              <a:gdLst/>
              <a:ahLst/>
              <a:cxnLst/>
              <a:rect l="l" t="t" r="r" b="b"/>
              <a:pathLst>
                <a:path w="232409" h="38100">
                  <a:moveTo>
                    <a:pt x="4151" y="37915"/>
                  </a:moveTo>
                  <a:lnTo>
                    <a:pt x="44340" y="37767"/>
                  </a:lnTo>
                  <a:lnTo>
                    <a:pt x="88607" y="36861"/>
                  </a:lnTo>
                  <a:lnTo>
                    <a:pt x="135585" y="34508"/>
                  </a:lnTo>
                  <a:lnTo>
                    <a:pt x="183904" y="30015"/>
                  </a:lnTo>
                  <a:lnTo>
                    <a:pt x="232197" y="22693"/>
                  </a:lnTo>
                  <a:lnTo>
                    <a:pt x="229706" y="0"/>
                  </a:lnTo>
                  <a:lnTo>
                    <a:pt x="182436" y="5592"/>
                  </a:lnTo>
                  <a:lnTo>
                    <a:pt x="134104" y="9073"/>
                  </a:lnTo>
                  <a:lnTo>
                    <a:pt x="86436" y="10919"/>
                  </a:lnTo>
                  <a:lnTo>
                    <a:pt x="41158" y="11610"/>
                  </a:lnTo>
                  <a:lnTo>
                    <a:pt x="0" y="11623"/>
                  </a:lnTo>
                  <a:lnTo>
                    <a:pt x="4151" y="37915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3" name="object 223" descr=""/>
          <p:cNvGrpSpPr/>
          <p:nvPr/>
        </p:nvGrpSpPr>
        <p:grpSpPr>
          <a:xfrm>
            <a:off x="9952896" y="3942183"/>
            <a:ext cx="291465" cy="356235"/>
            <a:chOff x="9952896" y="3942183"/>
            <a:chExt cx="291465" cy="356235"/>
          </a:xfrm>
        </p:grpSpPr>
        <p:sp>
          <p:nvSpPr>
            <p:cNvPr id="224" name="object 224" descr=""/>
            <p:cNvSpPr/>
            <p:nvPr/>
          </p:nvSpPr>
          <p:spPr>
            <a:xfrm>
              <a:off x="9956903" y="3946191"/>
              <a:ext cx="283210" cy="205104"/>
            </a:xfrm>
            <a:custGeom>
              <a:avLst/>
              <a:gdLst/>
              <a:ahLst/>
              <a:cxnLst/>
              <a:rect l="l" t="t" r="r" b="b"/>
              <a:pathLst>
                <a:path w="283209" h="205104">
                  <a:moveTo>
                    <a:pt x="252124" y="51199"/>
                  </a:moveTo>
                  <a:lnTo>
                    <a:pt x="162040" y="51199"/>
                  </a:lnTo>
                  <a:lnTo>
                    <a:pt x="148288" y="38003"/>
                  </a:lnTo>
                  <a:lnTo>
                    <a:pt x="131423" y="28142"/>
                  </a:lnTo>
                  <a:lnTo>
                    <a:pt x="111912" y="21990"/>
                  </a:lnTo>
                  <a:lnTo>
                    <a:pt x="90222" y="19926"/>
                  </a:lnTo>
                  <a:lnTo>
                    <a:pt x="54135" y="25932"/>
                  </a:lnTo>
                  <a:lnTo>
                    <a:pt x="25495" y="43069"/>
                  </a:lnTo>
                  <a:lnTo>
                    <a:pt x="6663" y="69391"/>
                  </a:lnTo>
                  <a:lnTo>
                    <a:pt x="0" y="102952"/>
                  </a:lnTo>
                  <a:lnTo>
                    <a:pt x="6663" y="136790"/>
                  </a:lnTo>
                  <a:lnTo>
                    <a:pt x="25495" y="163181"/>
                  </a:lnTo>
                  <a:lnTo>
                    <a:pt x="54135" y="180284"/>
                  </a:lnTo>
                  <a:lnTo>
                    <a:pt x="90222" y="186256"/>
                  </a:lnTo>
                  <a:lnTo>
                    <a:pt x="111914" y="184191"/>
                  </a:lnTo>
                  <a:lnTo>
                    <a:pt x="131440" y="178039"/>
                  </a:lnTo>
                  <a:lnTo>
                    <a:pt x="148346" y="168178"/>
                  </a:lnTo>
                  <a:lnTo>
                    <a:pt x="162178" y="154982"/>
                  </a:lnTo>
                  <a:lnTo>
                    <a:pt x="252124" y="154982"/>
                  </a:lnTo>
                  <a:lnTo>
                    <a:pt x="252124" y="204798"/>
                  </a:lnTo>
                  <a:lnTo>
                    <a:pt x="282843" y="204798"/>
                  </a:lnTo>
                  <a:lnTo>
                    <a:pt x="282843" y="0"/>
                  </a:lnTo>
                  <a:lnTo>
                    <a:pt x="252124" y="0"/>
                  </a:lnTo>
                  <a:lnTo>
                    <a:pt x="252124" y="51199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5" name="object 225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982231" y="3988124"/>
              <a:ext cx="230803" cy="122314"/>
            </a:xfrm>
            <a:prstGeom prst="rect">
              <a:avLst/>
            </a:prstGeom>
          </p:spPr>
        </p:pic>
        <p:sp>
          <p:nvSpPr>
            <p:cNvPr id="226" name="object 226" descr=""/>
            <p:cNvSpPr/>
            <p:nvPr/>
          </p:nvSpPr>
          <p:spPr>
            <a:xfrm>
              <a:off x="10005612" y="4170362"/>
              <a:ext cx="234315" cy="123825"/>
            </a:xfrm>
            <a:custGeom>
              <a:avLst/>
              <a:gdLst/>
              <a:ahLst/>
              <a:cxnLst/>
              <a:rect l="l" t="t" r="r" b="b"/>
              <a:pathLst>
                <a:path w="234315" h="123825">
                  <a:moveTo>
                    <a:pt x="203415" y="24631"/>
                  </a:moveTo>
                  <a:lnTo>
                    <a:pt x="203415" y="123709"/>
                  </a:lnTo>
                  <a:lnTo>
                    <a:pt x="234134" y="123709"/>
                  </a:lnTo>
                  <a:lnTo>
                    <a:pt x="234134" y="0"/>
                  </a:lnTo>
                  <a:lnTo>
                    <a:pt x="0" y="0"/>
                  </a:lnTo>
                  <a:lnTo>
                    <a:pt x="0" y="24631"/>
                  </a:lnTo>
                  <a:lnTo>
                    <a:pt x="203415" y="24631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27" name="object 227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0294688" y="3938585"/>
            <a:ext cx="331818" cy="355619"/>
          </a:xfrm>
          <a:prstGeom prst="rect">
            <a:avLst/>
          </a:prstGeom>
        </p:spPr>
      </p:pic>
      <p:grpSp>
        <p:nvGrpSpPr>
          <p:cNvPr id="228" name="object 228" descr=""/>
          <p:cNvGrpSpPr/>
          <p:nvPr/>
        </p:nvGrpSpPr>
        <p:grpSpPr>
          <a:xfrm>
            <a:off x="9168498" y="3942183"/>
            <a:ext cx="625475" cy="356870"/>
            <a:chOff x="9168498" y="3942183"/>
            <a:chExt cx="625475" cy="356870"/>
          </a:xfrm>
        </p:grpSpPr>
        <p:sp>
          <p:nvSpPr>
            <p:cNvPr id="229" name="object 229" descr=""/>
            <p:cNvSpPr/>
            <p:nvPr/>
          </p:nvSpPr>
          <p:spPr>
            <a:xfrm>
              <a:off x="9172506" y="3946191"/>
              <a:ext cx="311785" cy="347980"/>
            </a:xfrm>
            <a:custGeom>
              <a:avLst/>
              <a:gdLst/>
              <a:ahLst/>
              <a:cxnLst/>
              <a:rect l="l" t="t" r="r" b="b"/>
              <a:pathLst>
                <a:path w="311784" h="347979">
                  <a:moveTo>
                    <a:pt x="254891" y="0"/>
                  </a:moveTo>
                  <a:lnTo>
                    <a:pt x="224171" y="0"/>
                  </a:lnTo>
                  <a:lnTo>
                    <a:pt x="224171" y="347604"/>
                  </a:lnTo>
                  <a:lnTo>
                    <a:pt x="254891" y="347604"/>
                  </a:lnTo>
                  <a:lnTo>
                    <a:pt x="254891" y="164668"/>
                  </a:lnTo>
                  <a:lnTo>
                    <a:pt x="311349" y="164668"/>
                  </a:lnTo>
                  <a:lnTo>
                    <a:pt x="311349" y="138931"/>
                  </a:lnTo>
                  <a:lnTo>
                    <a:pt x="254891" y="138931"/>
                  </a:lnTo>
                  <a:lnTo>
                    <a:pt x="254891" y="0"/>
                  </a:lnTo>
                  <a:close/>
                </a:path>
                <a:path w="311784" h="347979">
                  <a:moveTo>
                    <a:pt x="30442" y="34317"/>
                  </a:moveTo>
                  <a:lnTo>
                    <a:pt x="0" y="34317"/>
                  </a:lnTo>
                  <a:lnTo>
                    <a:pt x="0" y="259319"/>
                  </a:lnTo>
                  <a:lnTo>
                    <a:pt x="27675" y="259319"/>
                  </a:lnTo>
                  <a:lnTo>
                    <a:pt x="67606" y="258571"/>
                  </a:lnTo>
                  <a:lnTo>
                    <a:pt x="108418" y="256032"/>
                  </a:lnTo>
                  <a:lnTo>
                    <a:pt x="150580" y="251263"/>
                  </a:lnTo>
                  <a:lnTo>
                    <a:pt x="194558" y="243821"/>
                  </a:lnTo>
                  <a:lnTo>
                    <a:pt x="193049" y="233581"/>
                  </a:lnTo>
                  <a:lnTo>
                    <a:pt x="30442" y="233581"/>
                  </a:lnTo>
                  <a:lnTo>
                    <a:pt x="30442" y="34317"/>
                  </a:lnTo>
                  <a:close/>
                </a:path>
                <a:path w="311784" h="347979">
                  <a:moveTo>
                    <a:pt x="190684" y="217529"/>
                  </a:moveTo>
                  <a:lnTo>
                    <a:pt x="148639" y="225038"/>
                  </a:lnTo>
                  <a:lnTo>
                    <a:pt x="108176" y="229965"/>
                  </a:lnTo>
                  <a:lnTo>
                    <a:pt x="68907" y="232688"/>
                  </a:lnTo>
                  <a:lnTo>
                    <a:pt x="30442" y="233581"/>
                  </a:lnTo>
                  <a:lnTo>
                    <a:pt x="193049" y="233581"/>
                  </a:lnTo>
                  <a:lnTo>
                    <a:pt x="190684" y="2175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9396677" y="3946191"/>
              <a:ext cx="87630" cy="347980"/>
            </a:xfrm>
            <a:custGeom>
              <a:avLst/>
              <a:gdLst/>
              <a:ahLst/>
              <a:cxnLst/>
              <a:rect l="l" t="t" r="r" b="b"/>
              <a:pathLst>
                <a:path w="87629" h="347979">
                  <a:moveTo>
                    <a:pt x="30719" y="138931"/>
                  </a:moveTo>
                  <a:lnTo>
                    <a:pt x="30719" y="0"/>
                  </a:lnTo>
                  <a:lnTo>
                    <a:pt x="0" y="0"/>
                  </a:lnTo>
                  <a:lnTo>
                    <a:pt x="0" y="347604"/>
                  </a:lnTo>
                  <a:lnTo>
                    <a:pt x="30719" y="347604"/>
                  </a:lnTo>
                  <a:lnTo>
                    <a:pt x="30719" y="164668"/>
                  </a:lnTo>
                  <a:lnTo>
                    <a:pt x="87177" y="164668"/>
                  </a:lnTo>
                  <a:lnTo>
                    <a:pt x="87177" y="138931"/>
                  </a:lnTo>
                  <a:lnTo>
                    <a:pt x="30719" y="138931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1" name="object 231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168498" y="3976500"/>
              <a:ext cx="202573" cy="233016"/>
            </a:xfrm>
            <a:prstGeom prst="rect">
              <a:avLst/>
            </a:prstGeom>
          </p:spPr>
        </p:pic>
        <p:sp>
          <p:nvSpPr>
            <p:cNvPr id="232" name="object 232" descr=""/>
            <p:cNvSpPr/>
            <p:nvPr/>
          </p:nvSpPr>
          <p:spPr>
            <a:xfrm>
              <a:off x="9506549" y="3946191"/>
              <a:ext cx="283845" cy="348615"/>
            </a:xfrm>
            <a:custGeom>
              <a:avLst/>
              <a:gdLst/>
              <a:ahLst/>
              <a:cxnLst/>
              <a:rect l="l" t="t" r="r" b="b"/>
              <a:pathLst>
                <a:path w="283845" h="348614">
                  <a:moveTo>
                    <a:pt x="283397" y="0"/>
                  </a:moveTo>
                  <a:lnTo>
                    <a:pt x="252677" y="0"/>
                  </a:lnTo>
                  <a:lnTo>
                    <a:pt x="252677" y="348434"/>
                  </a:lnTo>
                  <a:lnTo>
                    <a:pt x="283397" y="348434"/>
                  </a:lnTo>
                  <a:lnTo>
                    <a:pt x="283397" y="0"/>
                  </a:lnTo>
                  <a:close/>
                </a:path>
                <a:path w="283845" h="348614">
                  <a:moveTo>
                    <a:pt x="111808" y="25461"/>
                  </a:moveTo>
                  <a:lnTo>
                    <a:pt x="73992" y="31407"/>
                  </a:lnTo>
                  <a:lnTo>
                    <a:pt x="44246" y="48120"/>
                  </a:lnTo>
                  <a:lnTo>
                    <a:pt x="24825" y="73915"/>
                  </a:lnTo>
                  <a:lnTo>
                    <a:pt x="17989" y="107103"/>
                  </a:lnTo>
                  <a:lnTo>
                    <a:pt x="24825" y="140292"/>
                  </a:lnTo>
                  <a:lnTo>
                    <a:pt x="44246" y="166087"/>
                  </a:lnTo>
                  <a:lnTo>
                    <a:pt x="73992" y="182800"/>
                  </a:lnTo>
                  <a:lnTo>
                    <a:pt x="111808" y="188746"/>
                  </a:lnTo>
                  <a:lnTo>
                    <a:pt x="149547" y="182800"/>
                  </a:lnTo>
                  <a:lnTo>
                    <a:pt x="179164" y="166087"/>
                  </a:lnTo>
                  <a:lnTo>
                    <a:pt x="182311" y="161901"/>
                  </a:lnTo>
                  <a:lnTo>
                    <a:pt x="111808" y="161901"/>
                  </a:lnTo>
                  <a:lnTo>
                    <a:pt x="86178" y="157893"/>
                  </a:lnTo>
                  <a:lnTo>
                    <a:pt x="65971" y="146645"/>
                  </a:lnTo>
                  <a:lnTo>
                    <a:pt x="52769" y="129326"/>
                  </a:lnTo>
                  <a:lnTo>
                    <a:pt x="48155" y="107103"/>
                  </a:lnTo>
                  <a:lnTo>
                    <a:pt x="52769" y="84881"/>
                  </a:lnTo>
                  <a:lnTo>
                    <a:pt x="65971" y="67562"/>
                  </a:lnTo>
                  <a:lnTo>
                    <a:pt x="86178" y="56315"/>
                  </a:lnTo>
                  <a:lnTo>
                    <a:pt x="111808" y="52306"/>
                  </a:lnTo>
                  <a:lnTo>
                    <a:pt x="182311" y="52306"/>
                  </a:lnTo>
                  <a:lnTo>
                    <a:pt x="179164" y="48120"/>
                  </a:lnTo>
                  <a:lnTo>
                    <a:pt x="149547" y="31407"/>
                  </a:lnTo>
                  <a:lnTo>
                    <a:pt x="111808" y="25461"/>
                  </a:lnTo>
                  <a:close/>
                </a:path>
                <a:path w="283845" h="348614">
                  <a:moveTo>
                    <a:pt x="182311" y="52306"/>
                  </a:moveTo>
                  <a:lnTo>
                    <a:pt x="111808" y="52306"/>
                  </a:lnTo>
                  <a:lnTo>
                    <a:pt x="137283" y="56315"/>
                  </a:lnTo>
                  <a:lnTo>
                    <a:pt x="157438" y="67562"/>
                  </a:lnTo>
                  <a:lnTo>
                    <a:pt x="170692" y="84881"/>
                  </a:lnTo>
                  <a:lnTo>
                    <a:pt x="175462" y="107103"/>
                  </a:lnTo>
                  <a:lnTo>
                    <a:pt x="170692" y="129326"/>
                  </a:lnTo>
                  <a:lnTo>
                    <a:pt x="157438" y="146645"/>
                  </a:lnTo>
                  <a:lnTo>
                    <a:pt x="137283" y="157893"/>
                  </a:lnTo>
                  <a:lnTo>
                    <a:pt x="111808" y="161901"/>
                  </a:lnTo>
                  <a:lnTo>
                    <a:pt x="182311" y="161901"/>
                  </a:lnTo>
                  <a:lnTo>
                    <a:pt x="198558" y="140292"/>
                  </a:lnTo>
                  <a:lnTo>
                    <a:pt x="205629" y="107103"/>
                  </a:lnTo>
                  <a:lnTo>
                    <a:pt x="198558" y="73915"/>
                  </a:lnTo>
                  <a:lnTo>
                    <a:pt x="182311" y="52306"/>
                  </a:lnTo>
                  <a:close/>
                </a:path>
                <a:path w="283845" h="348614">
                  <a:moveTo>
                    <a:pt x="229706" y="233857"/>
                  </a:moveTo>
                  <a:lnTo>
                    <a:pt x="182436" y="239450"/>
                  </a:lnTo>
                  <a:lnTo>
                    <a:pt x="134104" y="242930"/>
                  </a:lnTo>
                  <a:lnTo>
                    <a:pt x="86436" y="244777"/>
                  </a:lnTo>
                  <a:lnTo>
                    <a:pt x="40286" y="245481"/>
                  </a:lnTo>
                  <a:lnTo>
                    <a:pt x="0" y="245481"/>
                  </a:lnTo>
                  <a:lnTo>
                    <a:pt x="4128" y="271625"/>
                  </a:lnTo>
                  <a:lnTo>
                    <a:pt x="4151" y="271773"/>
                  </a:lnTo>
                  <a:lnTo>
                    <a:pt x="44340" y="271625"/>
                  </a:lnTo>
                  <a:lnTo>
                    <a:pt x="88607" y="270719"/>
                  </a:lnTo>
                  <a:lnTo>
                    <a:pt x="135585" y="268366"/>
                  </a:lnTo>
                  <a:lnTo>
                    <a:pt x="183904" y="263873"/>
                  </a:lnTo>
                  <a:lnTo>
                    <a:pt x="232197" y="256551"/>
                  </a:lnTo>
                  <a:lnTo>
                    <a:pt x="229706" y="2338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9759226" y="3946191"/>
              <a:ext cx="31115" cy="348615"/>
            </a:xfrm>
            <a:custGeom>
              <a:avLst/>
              <a:gdLst/>
              <a:ahLst/>
              <a:cxnLst/>
              <a:rect l="l" t="t" r="r" b="b"/>
              <a:pathLst>
                <a:path w="31115" h="348614">
                  <a:moveTo>
                    <a:pt x="0" y="0"/>
                  </a:moveTo>
                  <a:lnTo>
                    <a:pt x="0" y="348434"/>
                  </a:lnTo>
                  <a:lnTo>
                    <a:pt x="30720" y="348434"/>
                  </a:lnTo>
                  <a:lnTo>
                    <a:pt x="30720" y="0"/>
                  </a:lnTo>
                  <a:lnTo>
                    <a:pt x="0" y="0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4" name="object 234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520531" y="3967644"/>
              <a:ext cx="195655" cy="171300"/>
            </a:xfrm>
            <a:prstGeom prst="rect">
              <a:avLst/>
            </a:prstGeom>
          </p:spPr>
        </p:pic>
        <p:sp>
          <p:nvSpPr>
            <p:cNvPr id="235" name="object 235" descr=""/>
            <p:cNvSpPr/>
            <p:nvPr/>
          </p:nvSpPr>
          <p:spPr>
            <a:xfrm>
              <a:off x="9506549" y="4180048"/>
              <a:ext cx="232410" cy="38100"/>
            </a:xfrm>
            <a:custGeom>
              <a:avLst/>
              <a:gdLst/>
              <a:ahLst/>
              <a:cxnLst/>
              <a:rect l="l" t="t" r="r" b="b"/>
              <a:pathLst>
                <a:path w="232409" h="38100">
                  <a:moveTo>
                    <a:pt x="4151" y="37915"/>
                  </a:moveTo>
                  <a:lnTo>
                    <a:pt x="44340" y="37767"/>
                  </a:lnTo>
                  <a:lnTo>
                    <a:pt x="88607" y="36861"/>
                  </a:lnTo>
                  <a:lnTo>
                    <a:pt x="135585" y="34508"/>
                  </a:lnTo>
                  <a:lnTo>
                    <a:pt x="183904" y="30015"/>
                  </a:lnTo>
                  <a:lnTo>
                    <a:pt x="232197" y="22693"/>
                  </a:lnTo>
                  <a:lnTo>
                    <a:pt x="229706" y="0"/>
                  </a:lnTo>
                  <a:lnTo>
                    <a:pt x="182436" y="5592"/>
                  </a:lnTo>
                  <a:lnTo>
                    <a:pt x="134104" y="9073"/>
                  </a:lnTo>
                  <a:lnTo>
                    <a:pt x="86436" y="10919"/>
                  </a:lnTo>
                  <a:lnTo>
                    <a:pt x="41158" y="11610"/>
                  </a:lnTo>
                  <a:lnTo>
                    <a:pt x="0" y="11623"/>
                  </a:lnTo>
                  <a:lnTo>
                    <a:pt x="4151" y="37915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6" name="object 236" descr=""/>
          <p:cNvGrpSpPr/>
          <p:nvPr/>
        </p:nvGrpSpPr>
        <p:grpSpPr>
          <a:xfrm>
            <a:off x="9952896" y="3942183"/>
            <a:ext cx="291465" cy="356235"/>
            <a:chOff x="9952896" y="3942183"/>
            <a:chExt cx="291465" cy="356235"/>
          </a:xfrm>
        </p:grpSpPr>
        <p:sp>
          <p:nvSpPr>
            <p:cNvPr id="237" name="object 237" descr=""/>
            <p:cNvSpPr/>
            <p:nvPr/>
          </p:nvSpPr>
          <p:spPr>
            <a:xfrm>
              <a:off x="9956904" y="3946191"/>
              <a:ext cx="283210" cy="347980"/>
            </a:xfrm>
            <a:custGeom>
              <a:avLst/>
              <a:gdLst/>
              <a:ahLst/>
              <a:cxnLst/>
              <a:rect l="l" t="t" r="r" b="b"/>
              <a:pathLst>
                <a:path w="283209" h="347979">
                  <a:moveTo>
                    <a:pt x="282843" y="154982"/>
                  </a:moveTo>
                  <a:lnTo>
                    <a:pt x="252124" y="154982"/>
                  </a:lnTo>
                  <a:lnTo>
                    <a:pt x="252124" y="204798"/>
                  </a:lnTo>
                  <a:lnTo>
                    <a:pt x="282843" y="204798"/>
                  </a:lnTo>
                  <a:lnTo>
                    <a:pt x="282843" y="154982"/>
                  </a:lnTo>
                  <a:close/>
                </a:path>
                <a:path w="283209" h="347979">
                  <a:moveTo>
                    <a:pt x="90222" y="19926"/>
                  </a:moveTo>
                  <a:lnTo>
                    <a:pt x="54135" y="25932"/>
                  </a:lnTo>
                  <a:lnTo>
                    <a:pt x="25495" y="43069"/>
                  </a:lnTo>
                  <a:lnTo>
                    <a:pt x="6663" y="69391"/>
                  </a:lnTo>
                  <a:lnTo>
                    <a:pt x="0" y="102952"/>
                  </a:lnTo>
                  <a:lnTo>
                    <a:pt x="6663" y="136790"/>
                  </a:lnTo>
                  <a:lnTo>
                    <a:pt x="25495" y="163181"/>
                  </a:lnTo>
                  <a:lnTo>
                    <a:pt x="54135" y="180284"/>
                  </a:lnTo>
                  <a:lnTo>
                    <a:pt x="90222" y="186256"/>
                  </a:lnTo>
                  <a:lnTo>
                    <a:pt x="111914" y="184191"/>
                  </a:lnTo>
                  <a:lnTo>
                    <a:pt x="131440" y="178039"/>
                  </a:lnTo>
                  <a:lnTo>
                    <a:pt x="148346" y="168178"/>
                  </a:lnTo>
                  <a:lnTo>
                    <a:pt x="156666" y="160240"/>
                  </a:lnTo>
                  <a:lnTo>
                    <a:pt x="90222" y="160240"/>
                  </a:lnTo>
                  <a:lnTo>
                    <a:pt x="65763" y="156037"/>
                  </a:lnTo>
                  <a:lnTo>
                    <a:pt x="46494" y="144258"/>
                  </a:lnTo>
                  <a:lnTo>
                    <a:pt x="33867" y="126147"/>
                  </a:lnTo>
                  <a:lnTo>
                    <a:pt x="29335" y="102952"/>
                  </a:lnTo>
                  <a:lnTo>
                    <a:pt x="33867" y="80150"/>
                  </a:lnTo>
                  <a:lnTo>
                    <a:pt x="46494" y="62096"/>
                  </a:lnTo>
                  <a:lnTo>
                    <a:pt x="65763" y="50217"/>
                  </a:lnTo>
                  <a:lnTo>
                    <a:pt x="90222" y="45940"/>
                  </a:lnTo>
                  <a:lnTo>
                    <a:pt x="156560" y="45940"/>
                  </a:lnTo>
                  <a:lnTo>
                    <a:pt x="148288" y="38003"/>
                  </a:lnTo>
                  <a:lnTo>
                    <a:pt x="131423" y="28142"/>
                  </a:lnTo>
                  <a:lnTo>
                    <a:pt x="111912" y="21990"/>
                  </a:lnTo>
                  <a:lnTo>
                    <a:pt x="90222" y="19926"/>
                  </a:lnTo>
                  <a:close/>
                </a:path>
                <a:path w="283209" h="347979">
                  <a:moveTo>
                    <a:pt x="156560" y="45940"/>
                  </a:moveTo>
                  <a:lnTo>
                    <a:pt x="90222" y="45940"/>
                  </a:lnTo>
                  <a:lnTo>
                    <a:pt x="114126" y="50217"/>
                  </a:lnTo>
                  <a:lnTo>
                    <a:pt x="133257" y="62096"/>
                  </a:lnTo>
                  <a:lnTo>
                    <a:pt x="145953" y="80150"/>
                  </a:lnTo>
                  <a:lnTo>
                    <a:pt x="150554" y="102952"/>
                  </a:lnTo>
                  <a:lnTo>
                    <a:pt x="145953" y="126147"/>
                  </a:lnTo>
                  <a:lnTo>
                    <a:pt x="133257" y="144258"/>
                  </a:lnTo>
                  <a:lnTo>
                    <a:pt x="114126" y="156037"/>
                  </a:lnTo>
                  <a:lnTo>
                    <a:pt x="90222" y="160240"/>
                  </a:lnTo>
                  <a:lnTo>
                    <a:pt x="156666" y="160240"/>
                  </a:lnTo>
                  <a:lnTo>
                    <a:pt x="162178" y="154982"/>
                  </a:lnTo>
                  <a:lnTo>
                    <a:pt x="282843" y="154982"/>
                  </a:lnTo>
                  <a:lnTo>
                    <a:pt x="282843" y="129521"/>
                  </a:lnTo>
                  <a:lnTo>
                    <a:pt x="176016" y="129521"/>
                  </a:lnTo>
                  <a:lnTo>
                    <a:pt x="177773" y="123248"/>
                  </a:lnTo>
                  <a:lnTo>
                    <a:pt x="179077" y="116703"/>
                  </a:lnTo>
                  <a:lnTo>
                    <a:pt x="179888" y="109925"/>
                  </a:lnTo>
                  <a:lnTo>
                    <a:pt x="180166" y="102952"/>
                  </a:lnTo>
                  <a:lnTo>
                    <a:pt x="179888" y="96081"/>
                  </a:lnTo>
                  <a:lnTo>
                    <a:pt x="179077" y="89391"/>
                  </a:lnTo>
                  <a:lnTo>
                    <a:pt x="177773" y="82909"/>
                  </a:lnTo>
                  <a:lnTo>
                    <a:pt x="176016" y="76661"/>
                  </a:lnTo>
                  <a:lnTo>
                    <a:pt x="282843" y="76661"/>
                  </a:lnTo>
                  <a:lnTo>
                    <a:pt x="282843" y="51199"/>
                  </a:lnTo>
                  <a:lnTo>
                    <a:pt x="162040" y="51199"/>
                  </a:lnTo>
                  <a:lnTo>
                    <a:pt x="156560" y="45940"/>
                  </a:lnTo>
                  <a:close/>
                </a:path>
                <a:path w="283209" h="347979">
                  <a:moveTo>
                    <a:pt x="282843" y="76661"/>
                  </a:moveTo>
                  <a:lnTo>
                    <a:pt x="252124" y="76661"/>
                  </a:lnTo>
                  <a:lnTo>
                    <a:pt x="252124" y="129521"/>
                  </a:lnTo>
                  <a:lnTo>
                    <a:pt x="282843" y="129521"/>
                  </a:lnTo>
                  <a:lnTo>
                    <a:pt x="282843" y="76661"/>
                  </a:lnTo>
                  <a:close/>
                </a:path>
                <a:path w="283209" h="347979">
                  <a:moveTo>
                    <a:pt x="282843" y="0"/>
                  </a:moveTo>
                  <a:lnTo>
                    <a:pt x="252124" y="0"/>
                  </a:lnTo>
                  <a:lnTo>
                    <a:pt x="252124" y="51199"/>
                  </a:lnTo>
                  <a:lnTo>
                    <a:pt x="282843" y="51199"/>
                  </a:lnTo>
                  <a:lnTo>
                    <a:pt x="282843" y="0"/>
                  </a:lnTo>
                  <a:close/>
                </a:path>
                <a:path w="283209" h="347979">
                  <a:moveTo>
                    <a:pt x="282843" y="224171"/>
                  </a:moveTo>
                  <a:lnTo>
                    <a:pt x="48708" y="224171"/>
                  </a:lnTo>
                  <a:lnTo>
                    <a:pt x="48708" y="248802"/>
                  </a:lnTo>
                  <a:lnTo>
                    <a:pt x="252124" y="248802"/>
                  </a:lnTo>
                  <a:lnTo>
                    <a:pt x="252124" y="347881"/>
                  </a:lnTo>
                  <a:lnTo>
                    <a:pt x="282843" y="347881"/>
                  </a:lnTo>
                  <a:lnTo>
                    <a:pt x="282843" y="2241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9956903" y="3946191"/>
              <a:ext cx="283210" cy="205104"/>
            </a:xfrm>
            <a:custGeom>
              <a:avLst/>
              <a:gdLst/>
              <a:ahLst/>
              <a:cxnLst/>
              <a:rect l="l" t="t" r="r" b="b"/>
              <a:pathLst>
                <a:path w="283209" h="205104">
                  <a:moveTo>
                    <a:pt x="252124" y="51199"/>
                  </a:moveTo>
                  <a:lnTo>
                    <a:pt x="162040" y="51199"/>
                  </a:lnTo>
                  <a:lnTo>
                    <a:pt x="148288" y="38003"/>
                  </a:lnTo>
                  <a:lnTo>
                    <a:pt x="131423" y="28142"/>
                  </a:lnTo>
                  <a:lnTo>
                    <a:pt x="111912" y="21990"/>
                  </a:lnTo>
                  <a:lnTo>
                    <a:pt x="90222" y="19926"/>
                  </a:lnTo>
                  <a:lnTo>
                    <a:pt x="54135" y="25932"/>
                  </a:lnTo>
                  <a:lnTo>
                    <a:pt x="25495" y="43069"/>
                  </a:lnTo>
                  <a:lnTo>
                    <a:pt x="6663" y="69391"/>
                  </a:lnTo>
                  <a:lnTo>
                    <a:pt x="0" y="102952"/>
                  </a:lnTo>
                  <a:lnTo>
                    <a:pt x="6663" y="136790"/>
                  </a:lnTo>
                  <a:lnTo>
                    <a:pt x="25495" y="163181"/>
                  </a:lnTo>
                  <a:lnTo>
                    <a:pt x="54135" y="180284"/>
                  </a:lnTo>
                  <a:lnTo>
                    <a:pt x="90222" y="186256"/>
                  </a:lnTo>
                  <a:lnTo>
                    <a:pt x="111914" y="184191"/>
                  </a:lnTo>
                  <a:lnTo>
                    <a:pt x="131440" y="178039"/>
                  </a:lnTo>
                  <a:lnTo>
                    <a:pt x="148346" y="168178"/>
                  </a:lnTo>
                  <a:lnTo>
                    <a:pt x="162178" y="154982"/>
                  </a:lnTo>
                  <a:lnTo>
                    <a:pt x="252124" y="154982"/>
                  </a:lnTo>
                  <a:lnTo>
                    <a:pt x="252124" y="204798"/>
                  </a:lnTo>
                  <a:lnTo>
                    <a:pt x="282843" y="204798"/>
                  </a:lnTo>
                  <a:lnTo>
                    <a:pt x="282843" y="0"/>
                  </a:lnTo>
                  <a:lnTo>
                    <a:pt x="252124" y="0"/>
                  </a:lnTo>
                  <a:lnTo>
                    <a:pt x="252124" y="51199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9" name="object 239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982231" y="3988124"/>
              <a:ext cx="230803" cy="122314"/>
            </a:xfrm>
            <a:prstGeom prst="rect">
              <a:avLst/>
            </a:prstGeom>
          </p:spPr>
        </p:pic>
        <p:sp>
          <p:nvSpPr>
            <p:cNvPr id="240" name="object 240" descr=""/>
            <p:cNvSpPr/>
            <p:nvPr/>
          </p:nvSpPr>
          <p:spPr>
            <a:xfrm>
              <a:off x="10005612" y="4170362"/>
              <a:ext cx="234315" cy="123825"/>
            </a:xfrm>
            <a:custGeom>
              <a:avLst/>
              <a:gdLst/>
              <a:ahLst/>
              <a:cxnLst/>
              <a:rect l="l" t="t" r="r" b="b"/>
              <a:pathLst>
                <a:path w="234315" h="123825">
                  <a:moveTo>
                    <a:pt x="203415" y="24631"/>
                  </a:moveTo>
                  <a:lnTo>
                    <a:pt x="203415" y="123709"/>
                  </a:lnTo>
                  <a:lnTo>
                    <a:pt x="234134" y="123709"/>
                  </a:lnTo>
                  <a:lnTo>
                    <a:pt x="234134" y="0"/>
                  </a:lnTo>
                  <a:lnTo>
                    <a:pt x="0" y="0"/>
                  </a:lnTo>
                  <a:lnTo>
                    <a:pt x="0" y="24631"/>
                  </a:lnTo>
                  <a:lnTo>
                    <a:pt x="203415" y="24631"/>
                  </a:lnTo>
                  <a:close/>
                </a:path>
              </a:pathLst>
            </a:custGeom>
            <a:ln w="8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1" name="object 241" descr=""/>
          <p:cNvGrpSpPr/>
          <p:nvPr/>
        </p:nvGrpSpPr>
        <p:grpSpPr>
          <a:xfrm>
            <a:off x="10294688" y="3938585"/>
            <a:ext cx="332105" cy="356235"/>
            <a:chOff x="10294688" y="3938585"/>
            <a:chExt cx="332105" cy="356235"/>
          </a:xfrm>
        </p:grpSpPr>
        <p:sp>
          <p:nvSpPr>
            <p:cNvPr id="242" name="object 242" descr=""/>
            <p:cNvSpPr/>
            <p:nvPr/>
          </p:nvSpPr>
          <p:spPr>
            <a:xfrm>
              <a:off x="10298696" y="3942592"/>
              <a:ext cx="323850" cy="347980"/>
            </a:xfrm>
            <a:custGeom>
              <a:avLst/>
              <a:gdLst/>
              <a:ahLst/>
              <a:cxnLst/>
              <a:rect l="l" t="t" r="r" b="b"/>
              <a:pathLst>
                <a:path w="323850" h="347979">
                  <a:moveTo>
                    <a:pt x="207289" y="35147"/>
                  </a:moveTo>
                  <a:lnTo>
                    <a:pt x="0" y="35147"/>
                  </a:lnTo>
                  <a:lnTo>
                    <a:pt x="0" y="59778"/>
                  </a:lnTo>
                  <a:lnTo>
                    <a:pt x="207289" y="59778"/>
                  </a:lnTo>
                  <a:lnTo>
                    <a:pt x="207289" y="35147"/>
                  </a:lnTo>
                  <a:close/>
                </a:path>
                <a:path w="323850" h="347979">
                  <a:moveTo>
                    <a:pt x="119005" y="0"/>
                  </a:moveTo>
                  <a:lnTo>
                    <a:pt x="88562" y="0"/>
                  </a:lnTo>
                  <a:lnTo>
                    <a:pt x="88562" y="35147"/>
                  </a:lnTo>
                  <a:lnTo>
                    <a:pt x="119005" y="35147"/>
                  </a:lnTo>
                  <a:lnTo>
                    <a:pt x="119005" y="0"/>
                  </a:lnTo>
                  <a:close/>
                </a:path>
                <a:path w="323850" h="347979">
                  <a:moveTo>
                    <a:pt x="271220" y="2213"/>
                  </a:moveTo>
                  <a:lnTo>
                    <a:pt x="240500" y="2213"/>
                  </a:lnTo>
                  <a:lnTo>
                    <a:pt x="240500" y="194835"/>
                  </a:lnTo>
                  <a:lnTo>
                    <a:pt x="271220" y="194835"/>
                  </a:lnTo>
                  <a:lnTo>
                    <a:pt x="271220" y="112362"/>
                  </a:lnTo>
                  <a:lnTo>
                    <a:pt x="323803" y="112362"/>
                  </a:lnTo>
                  <a:lnTo>
                    <a:pt x="323803" y="86901"/>
                  </a:lnTo>
                  <a:lnTo>
                    <a:pt x="271220" y="86901"/>
                  </a:lnTo>
                  <a:lnTo>
                    <a:pt x="271220" y="2213"/>
                  </a:lnTo>
                  <a:close/>
                </a:path>
                <a:path w="323850" h="347979">
                  <a:moveTo>
                    <a:pt x="103783" y="75554"/>
                  </a:moveTo>
                  <a:lnTo>
                    <a:pt x="69158" y="79519"/>
                  </a:lnTo>
                  <a:lnTo>
                    <a:pt x="42655" y="90879"/>
                  </a:lnTo>
                  <a:lnTo>
                    <a:pt x="25751" y="108829"/>
                  </a:lnTo>
                  <a:lnTo>
                    <a:pt x="19926" y="132565"/>
                  </a:lnTo>
                  <a:lnTo>
                    <a:pt x="25751" y="156418"/>
                  </a:lnTo>
                  <a:lnTo>
                    <a:pt x="42655" y="174355"/>
                  </a:lnTo>
                  <a:lnTo>
                    <a:pt x="69158" y="185650"/>
                  </a:lnTo>
                  <a:lnTo>
                    <a:pt x="103783" y="189577"/>
                  </a:lnTo>
                  <a:lnTo>
                    <a:pt x="138053" y="185650"/>
                  </a:lnTo>
                  <a:lnTo>
                    <a:pt x="164358" y="174355"/>
                  </a:lnTo>
                  <a:lnTo>
                    <a:pt x="171665" y="166606"/>
                  </a:lnTo>
                  <a:lnTo>
                    <a:pt x="103783" y="166606"/>
                  </a:lnTo>
                  <a:lnTo>
                    <a:pt x="81214" y="164245"/>
                  </a:lnTo>
                  <a:lnTo>
                    <a:pt x="63965" y="157473"/>
                  </a:lnTo>
                  <a:lnTo>
                    <a:pt x="52994" y="146758"/>
                  </a:lnTo>
                  <a:lnTo>
                    <a:pt x="49263" y="132565"/>
                  </a:lnTo>
                  <a:lnTo>
                    <a:pt x="52994" y="118446"/>
                  </a:lnTo>
                  <a:lnTo>
                    <a:pt x="63965" y="107623"/>
                  </a:lnTo>
                  <a:lnTo>
                    <a:pt x="81214" y="100691"/>
                  </a:lnTo>
                  <a:lnTo>
                    <a:pt x="103783" y="98248"/>
                  </a:lnTo>
                  <a:lnTo>
                    <a:pt x="171301" y="98248"/>
                  </a:lnTo>
                  <a:lnTo>
                    <a:pt x="164358" y="90879"/>
                  </a:lnTo>
                  <a:lnTo>
                    <a:pt x="138053" y="79519"/>
                  </a:lnTo>
                  <a:lnTo>
                    <a:pt x="103783" y="75554"/>
                  </a:lnTo>
                  <a:close/>
                </a:path>
                <a:path w="323850" h="347979">
                  <a:moveTo>
                    <a:pt x="171301" y="98248"/>
                  </a:moveTo>
                  <a:lnTo>
                    <a:pt x="103783" y="98248"/>
                  </a:lnTo>
                  <a:lnTo>
                    <a:pt x="126040" y="100691"/>
                  </a:lnTo>
                  <a:lnTo>
                    <a:pt x="143186" y="107623"/>
                  </a:lnTo>
                  <a:lnTo>
                    <a:pt x="154261" y="118446"/>
                  </a:lnTo>
                  <a:lnTo>
                    <a:pt x="158304" y="132565"/>
                  </a:lnTo>
                  <a:lnTo>
                    <a:pt x="154261" y="146758"/>
                  </a:lnTo>
                  <a:lnTo>
                    <a:pt x="143186" y="157473"/>
                  </a:lnTo>
                  <a:lnTo>
                    <a:pt x="126040" y="164245"/>
                  </a:lnTo>
                  <a:lnTo>
                    <a:pt x="103783" y="166606"/>
                  </a:lnTo>
                  <a:lnTo>
                    <a:pt x="171665" y="166606"/>
                  </a:lnTo>
                  <a:lnTo>
                    <a:pt x="181271" y="156418"/>
                  </a:lnTo>
                  <a:lnTo>
                    <a:pt x="187364" y="132565"/>
                  </a:lnTo>
                  <a:lnTo>
                    <a:pt x="181271" y="108829"/>
                  </a:lnTo>
                  <a:lnTo>
                    <a:pt x="171301" y="98248"/>
                  </a:lnTo>
                  <a:close/>
                </a:path>
                <a:path w="323850" h="347979">
                  <a:moveTo>
                    <a:pt x="271220" y="212824"/>
                  </a:moveTo>
                  <a:lnTo>
                    <a:pt x="49263" y="212824"/>
                  </a:lnTo>
                  <a:lnTo>
                    <a:pt x="49263" y="236072"/>
                  </a:lnTo>
                  <a:lnTo>
                    <a:pt x="240777" y="236072"/>
                  </a:lnTo>
                  <a:lnTo>
                    <a:pt x="240777" y="267345"/>
                  </a:lnTo>
                  <a:lnTo>
                    <a:pt x="50093" y="267345"/>
                  </a:lnTo>
                  <a:lnTo>
                    <a:pt x="50093" y="347604"/>
                  </a:lnTo>
                  <a:lnTo>
                    <a:pt x="283951" y="347604"/>
                  </a:lnTo>
                  <a:lnTo>
                    <a:pt x="283951" y="323803"/>
                  </a:lnTo>
                  <a:lnTo>
                    <a:pt x="80258" y="323803"/>
                  </a:lnTo>
                  <a:lnTo>
                    <a:pt x="80258" y="290039"/>
                  </a:lnTo>
                  <a:lnTo>
                    <a:pt x="271220" y="290039"/>
                  </a:lnTo>
                  <a:lnTo>
                    <a:pt x="271220" y="2128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3" name="object 243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294688" y="3938585"/>
              <a:ext cx="331818" cy="355619"/>
            </a:xfrm>
            <a:prstGeom prst="rect">
              <a:avLst/>
            </a:prstGeom>
          </p:spPr>
        </p:pic>
      </p:grpSp>
      <p:pic>
        <p:nvPicPr>
          <p:cNvPr id="244" name="object 244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90525" y="2298882"/>
            <a:ext cx="7624345" cy="36026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0246" y="237489"/>
            <a:ext cx="304165" cy="477520"/>
          </a:xfrm>
          <a:custGeom>
            <a:avLst/>
            <a:gdLst/>
            <a:ahLst/>
            <a:cxnLst/>
            <a:rect l="l" t="t" r="r" b="b"/>
            <a:pathLst>
              <a:path w="304165" h="477520">
                <a:moveTo>
                  <a:pt x="303872" y="394970"/>
                </a:moveTo>
                <a:lnTo>
                  <a:pt x="98882" y="394970"/>
                </a:lnTo>
                <a:lnTo>
                  <a:pt x="98882" y="0"/>
                </a:lnTo>
                <a:lnTo>
                  <a:pt x="0" y="0"/>
                </a:lnTo>
                <a:lnTo>
                  <a:pt x="0" y="394970"/>
                </a:lnTo>
                <a:lnTo>
                  <a:pt x="0" y="477520"/>
                </a:lnTo>
                <a:lnTo>
                  <a:pt x="303872" y="477520"/>
                </a:lnTo>
                <a:lnTo>
                  <a:pt x="303872" y="394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01365" y="211097"/>
            <a:ext cx="106680" cy="503555"/>
          </a:xfrm>
          <a:custGeom>
            <a:avLst/>
            <a:gdLst/>
            <a:ahLst/>
            <a:cxnLst/>
            <a:rect l="l" t="t" r="r" b="b"/>
            <a:pathLst>
              <a:path w="106679" h="503555">
                <a:moveTo>
                  <a:pt x="53049" y="0"/>
                </a:moveTo>
                <a:lnTo>
                  <a:pt x="32490" y="3915"/>
                </a:lnTo>
                <a:lnTo>
                  <a:pt x="15618" y="14571"/>
                </a:lnTo>
                <a:lnTo>
                  <a:pt x="4199" y="30331"/>
                </a:lnTo>
                <a:lnTo>
                  <a:pt x="0" y="49559"/>
                </a:lnTo>
                <a:lnTo>
                  <a:pt x="4199" y="68886"/>
                </a:lnTo>
                <a:lnTo>
                  <a:pt x="15618" y="84636"/>
                </a:lnTo>
                <a:lnTo>
                  <a:pt x="32490" y="95237"/>
                </a:lnTo>
                <a:lnTo>
                  <a:pt x="53049" y="99120"/>
                </a:lnTo>
                <a:lnTo>
                  <a:pt x="73609" y="95237"/>
                </a:lnTo>
                <a:lnTo>
                  <a:pt x="90481" y="84636"/>
                </a:lnTo>
                <a:lnTo>
                  <a:pt x="101900" y="68886"/>
                </a:lnTo>
                <a:lnTo>
                  <a:pt x="106100" y="49559"/>
                </a:lnTo>
                <a:lnTo>
                  <a:pt x="101900" y="30331"/>
                </a:lnTo>
                <a:lnTo>
                  <a:pt x="90481" y="14571"/>
                </a:lnTo>
                <a:lnTo>
                  <a:pt x="73609" y="3915"/>
                </a:lnTo>
                <a:lnTo>
                  <a:pt x="53049" y="0"/>
                </a:lnTo>
                <a:close/>
              </a:path>
              <a:path w="106679" h="503555">
                <a:moveTo>
                  <a:pt x="101679" y="145887"/>
                </a:moveTo>
                <a:lnTo>
                  <a:pt x="4188" y="145887"/>
                </a:lnTo>
                <a:lnTo>
                  <a:pt x="4188" y="503277"/>
                </a:lnTo>
                <a:lnTo>
                  <a:pt x="101679" y="503277"/>
                </a:lnTo>
                <a:lnTo>
                  <a:pt x="101679" y="1458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78896" y="237855"/>
            <a:ext cx="97790" cy="476884"/>
          </a:xfrm>
          <a:custGeom>
            <a:avLst/>
            <a:gdLst/>
            <a:ahLst/>
            <a:cxnLst/>
            <a:rect l="l" t="t" r="r" b="b"/>
            <a:pathLst>
              <a:path w="97790" h="476884">
                <a:moveTo>
                  <a:pt x="97491" y="0"/>
                </a:moveTo>
                <a:lnTo>
                  <a:pt x="0" y="0"/>
                </a:lnTo>
                <a:lnTo>
                  <a:pt x="0" y="476519"/>
                </a:lnTo>
                <a:lnTo>
                  <a:pt x="97491" y="476519"/>
                </a:lnTo>
                <a:lnTo>
                  <a:pt x="974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26871" y="271373"/>
            <a:ext cx="468630" cy="448309"/>
          </a:xfrm>
          <a:custGeom>
            <a:avLst/>
            <a:gdLst/>
            <a:ahLst/>
            <a:cxnLst/>
            <a:rect l="l" t="t" r="r" b="b"/>
            <a:pathLst>
              <a:path w="468630" h="448309">
                <a:moveTo>
                  <a:pt x="218719" y="367626"/>
                </a:moveTo>
                <a:lnTo>
                  <a:pt x="198843" y="368782"/>
                </a:lnTo>
                <a:lnTo>
                  <a:pt x="188912" y="369189"/>
                </a:lnTo>
                <a:lnTo>
                  <a:pt x="180555" y="369252"/>
                </a:lnTo>
                <a:lnTo>
                  <a:pt x="166801" y="367347"/>
                </a:lnTo>
                <a:lnTo>
                  <a:pt x="156070" y="361721"/>
                </a:lnTo>
                <a:lnTo>
                  <a:pt x="149085" y="350888"/>
                </a:lnTo>
                <a:lnTo>
                  <a:pt x="146583" y="333413"/>
                </a:lnTo>
                <a:lnTo>
                  <a:pt x="146583" y="158915"/>
                </a:lnTo>
                <a:lnTo>
                  <a:pt x="214058" y="158915"/>
                </a:lnTo>
                <a:lnTo>
                  <a:pt x="214058" y="85623"/>
                </a:lnTo>
                <a:lnTo>
                  <a:pt x="146583" y="85623"/>
                </a:lnTo>
                <a:lnTo>
                  <a:pt x="146583" y="0"/>
                </a:lnTo>
                <a:lnTo>
                  <a:pt x="49098" y="0"/>
                </a:lnTo>
                <a:lnTo>
                  <a:pt x="49098" y="85623"/>
                </a:lnTo>
                <a:lnTo>
                  <a:pt x="0" y="85623"/>
                </a:lnTo>
                <a:lnTo>
                  <a:pt x="0" y="158915"/>
                </a:lnTo>
                <a:lnTo>
                  <a:pt x="49098" y="158915"/>
                </a:lnTo>
                <a:lnTo>
                  <a:pt x="49098" y="346684"/>
                </a:lnTo>
                <a:lnTo>
                  <a:pt x="57416" y="391845"/>
                </a:lnTo>
                <a:lnTo>
                  <a:pt x="81495" y="423379"/>
                </a:lnTo>
                <a:lnTo>
                  <a:pt x="118922" y="441858"/>
                </a:lnTo>
                <a:lnTo>
                  <a:pt x="167297" y="447890"/>
                </a:lnTo>
                <a:lnTo>
                  <a:pt x="183896" y="447573"/>
                </a:lnTo>
                <a:lnTo>
                  <a:pt x="198069" y="446760"/>
                </a:lnTo>
                <a:lnTo>
                  <a:pt x="209702" y="445630"/>
                </a:lnTo>
                <a:lnTo>
                  <a:pt x="218719" y="444398"/>
                </a:lnTo>
                <a:lnTo>
                  <a:pt x="218719" y="367626"/>
                </a:lnTo>
                <a:close/>
              </a:path>
              <a:path w="468630" h="448309">
                <a:moveTo>
                  <a:pt x="468147" y="367626"/>
                </a:moveTo>
                <a:lnTo>
                  <a:pt x="448271" y="368782"/>
                </a:lnTo>
                <a:lnTo>
                  <a:pt x="438340" y="369189"/>
                </a:lnTo>
                <a:lnTo>
                  <a:pt x="429983" y="369252"/>
                </a:lnTo>
                <a:lnTo>
                  <a:pt x="416229" y="367347"/>
                </a:lnTo>
                <a:lnTo>
                  <a:pt x="405498" y="361721"/>
                </a:lnTo>
                <a:lnTo>
                  <a:pt x="398513" y="350888"/>
                </a:lnTo>
                <a:lnTo>
                  <a:pt x="396011" y="333413"/>
                </a:lnTo>
                <a:lnTo>
                  <a:pt x="396011" y="158915"/>
                </a:lnTo>
                <a:lnTo>
                  <a:pt x="463486" y="158915"/>
                </a:lnTo>
                <a:lnTo>
                  <a:pt x="463486" y="85623"/>
                </a:lnTo>
                <a:lnTo>
                  <a:pt x="396011" y="85623"/>
                </a:lnTo>
                <a:lnTo>
                  <a:pt x="396011" y="0"/>
                </a:lnTo>
                <a:lnTo>
                  <a:pt x="298526" y="0"/>
                </a:lnTo>
                <a:lnTo>
                  <a:pt x="298526" y="85623"/>
                </a:lnTo>
                <a:lnTo>
                  <a:pt x="249428" y="85623"/>
                </a:lnTo>
                <a:lnTo>
                  <a:pt x="249428" y="158915"/>
                </a:lnTo>
                <a:lnTo>
                  <a:pt x="298526" y="158915"/>
                </a:lnTo>
                <a:lnTo>
                  <a:pt x="298526" y="346684"/>
                </a:lnTo>
                <a:lnTo>
                  <a:pt x="306844" y="391845"/>
                </a:lnTo>
                <a:lnTo>
                  <a:pt x="330923" y="423379"/>
                </a:lnTo>
                <a:lnTo>
                  <a:pt x="368350" y="441858"/>
                </a:lnTo>
                <a:lnTo>
                  <a:pt x="416725" y="447890"/>
                </a:lnTo>
                <a:lnTo>
                  <a:pt x="433324" y="447573"/>
                </a:lnTo>
                <a:lnTo>
                  <a:pt x="447497" y="446760"/>
                </a:lnTo>
                <a:lnTo>
                  <a:pt x="459130" y="445630"/>
                </a:lnTo>
                <a:lnTo>
                  <a:pt x="468147" y="444398"/>
                </a:lnTo>
                <a:lnTo>
                  <a:pt x="468147" y="3676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251095" y="237855"/>
            <a:ext cx="97790" cy="476884"/>
          </a:xfrm>
          <a:custGeom>
            <a:avLst/>
            <a:gdLst/>
            <a:ahLst/>
            <a:cxnLst/>
            <a:rect l="l" t="t" r="r" b="b"/>
            <a:pathLst>
              <a:path w="97790" h="476884">
                <a:moveTo>
                  <a:pt x="97491" y="0"/>
                </a:moveTo>
                <a:lnTo>
                  <a:pt x="0" y="0"/>
                </a:lnTo>
                <a:lnTo>
                  <a:pt x="0" y="476519"/>
                </a:lnTo>
                <a:lnTo>
                  <a:pt x="97491" y="476519"/>
                </a:lnTo>
                <a:lnTo>
                  <a:pt x="974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409780" y="352331"/>
            <a:ext cx="340995" cy="369570"/>
          </a:xfrm>
          <a:custGeom>
            <a:avLst/>
            <a:gdLst/>
            <a:ahLst/>
            <a:cxnLst/>
            <a:rect l="l" t="t" r="r" b="b"/>
            <a:pathLst>
              <a:path w="340994" h="369570">
                <a:moveTo>
                  <a:pt x="172877" y="0"/>
                </a:moveTo>
                <a:lnTo>
                  <a:pt x="123716" y="6043"/>
                </a:lnTo>
                <a:lnTo>
                  <a:pt x="81522" y="23448"/>
                </a:lnTo>
                <a:lnTo>
                  <a:pt x="47174" y="51130"/>
                </a:lnTo>
                <a:lnTo>
                  <a:pt x="21552" y="88002"/>
                </a:lnTo>
                <a:lnTo>
                  <a:pt x="5534" y="132980"/>
                </a:lnTo>
                <a:lnTo>
                  <a:pt x="0" y="184977"/>
                </a:lnTo>
                <a:lnTo>
                  <a:pt x="5488" y="237954"/>
                </a:lnTo>
                <a:lnTo>
                  <a:pt x="21492" y="283054"/>
                </a:lnTo>
                <a:lnTo>
                  <a:pt x="47320" y="319492"/>
                </a:lnTo>
                <a:lnTo>
                  <a:pt x="82280" y="346488"/>
                </a:lnTo>
                <a:lnTo>
                  <a:pt x="125682" y="363259"/>
                </a:lnTo>
                <a:lnTo>
                  <a:pt x="176833" y="369023"/>
                </a:lnTo>
                <a:lnTo>
                  <a:pt x="237267" y="361305"/>
                </a:lnTo>
                <a:lnTo>
                  <a:pt x="285289" y="339386"/>
                </a:lnTo>
                <a:lnTo>
                  <a:pt x="319394" y="305121"/>
                </a:lnTo>
                <a:lnTo>
                  <a:pt x="323217" y="295963"/>
                </a:lnTo>
                <a:lnTo>
                  <a:pt x="178462" y="295963"/>
                </a:lnTo>
                <a:lnTo>
                  <a:pt x="144524" y="289917"/>
                </a:lnTo>
                <a:lnTo>
                  <a:pt x="118635" y="272550"/>
                </a:lnTo>
                <a:lnTo>
                  <a:pt x="102126" y="245018"/>
                </a:lnTo>
                <a:lnTo>
                  <a:pt x="96327" y="208477"/>
                </a:lnTo>
                <a:lnTo>
                  <a:pt x="340636" y="208477"/>
                </a:lnTo>
                <a:lnTo>
                  <a:pt x="340636" y="181254"/>
                </a:lnTo>
                <a:lnTo>
                  <a:pt x="337058" y="147516"/>
                </a:lnTo>
                <a:lnTo>
                  <a:pt x="96327" y="147516"/>
                </a:lnTo>
                <a:lnTo>
                  <a:pt x="103246" y="118570"/>
                </a:lnTo>
                <a:lnTo>
                  <a:pt x="119566" y="94815"/>
                </a:lnTo>
                <a:lnTo>
                  <a:pt x="143869" y="78738"/>
                </a:lnTo>
                <a:lnTo>
                  <a:pt x="174739" y="72827"/>
                </a:lnTo>
                <a:lnTo>
                  <a:pt x="312610" y="72827"/>
                </a:lnTo>
                <a:lnTo>
                  <a:pt x="291920" y="44906"/>
                </a:lnTo>
                <a:lnTo>
                  <a:pt x="258045" y="19898"/>
                </a:lnTo>
                <a:lnTo>
                  <a:pt x="217862" y="4959"/>
                </a:lnTo>
                <a:lnTo>
                  <a:pt x="172877" y="0"/>
                </a:lnTo>
                <a:close/>
              </a:path>
              <a:path w="340994" h="369570">
                <a:moveTo>
                  <a:pt x="338077" y="260363"/>
                </a:moveTo>
                <a:lnTo>
                  <a:pt x="245472" y="260363"/>
                </a:lnTo>
                <a:lnTo>
                  <a:pt x="235591" y="274858"/>
                </a:lnTo>
                <a:lnTo>
                  <a:pt x="220867" y="286103"/>
                </a:lnTo>
                <a:lnTo>
                  <a:pt x="201693" y="293378"/>
                </a:lnTo>
                <a:lnTo>
                  <a:pt x="178462" y="295963"/>
                </a:lnTo>
                <a:lnTo>
                  <a:pt x="323217" y="295963"/>
                </a:lnTo>
                <a:lnTo>
                  <a:pt x="338077" y="260363"/>
                </a:lnTo>
                <a:close/>
              </a:path>
              <a:path w="340994" h="369570">
                <a:moveTo>
                  <a:pt x="312610" y="72827"/>
                </a:moveTo>
                <a:lnTo>
                  <a:pt x="174739" y="72827"/>
                </a:lnTo>
                <a:lnTo>
                  <a:pt x="204590" y="78411"/>
                </a:lnTo>
                <a:lnTo>
                  <a:pt x="227876" y="93942"/>
                </a:lnTo>
                <a:lnTo>
                  <a:pt x="243091" y="117588"/>
                </a:lnTo>
                <a:lnTo>
                  <a:pt x="248730" y="147516"/>
                </a:lnTo>
                <a:lnTo>
                  <a:pt x="337058" y="147516"/>
                </a:lnTo>
                <a:lnTo>
                  <a:pt x="334721" y="125493"/>
                </a:lnTo>
                <a:lnTo>
                  <a:pt x="317981" y="80074"/>
                </a:lnTo>
                <a:lnTo>
                  <a:pt x="312610" y="728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953234" y="231342"/>
            <a:ext cx="1326515" cy="490220"/>
          </a:xfrm>
          <a:custGeom>
            <a:avLst/>
            <a:gdLst/>
            <a:ahLst/>
            <a:cxnLst/>
            <a:rect l="l" t="t" r="r" b="b"/>
            <a:pathLst>
              <a:path w="1326514" h="490220">
                <a:moveTo>
                  <a:pt x="375767" y="347154"/>
                </a:moveTo>
                <a:lnTo>
                  <a:pt x="368579" y="303847"/>
                </a:lnTo>
                <a:lnTo>
                  <a:pt x="348818" y="268935"/>
                </a:lnTo>
                <a:lnTo>
                  <a:pt x="318401" y="241719"/>
                </a:lnTo>
                <a:lnTo>
                  <a:pt x="279209" y="221488"/>
                </a:lnTo>
                <a:lnTo>
                  <a:pt x="233146" y="207556"/>
                </a:lnTo>
                <a:lnTo>
                  <a:pt x="190093" y="197078"/>
                </a:lnTo>
                <a:lnTo>
                  <a:pt x="160743" y="188620"/>
                </a:lnTo>
                <a:lnTo>
                  <a:pt x="136347" y="176695"/>
                </a:lnTo>
                <a:lnTo>
                  <a:pt x="119811" y="160007"/>
                </a:lnTo>
                <a:lnTo>
                  <a:pt x="114007" y="137287"/>
                </a:lnTo>
                <a:lnTo>
                  <a:pt x="119151" y="115519"/>
                </a:lnTo>
                <a:lnTo>
                  <a:pt x="134226" y="98285"/>
                </a:lnTo>
                <a:lnTo>
                  <a:pt x="158673" y="86931"/>
                </a:lnTo>
                <a:lnTo>
                  <a:pt x="191960" y="82842"/>
                </a:lnTo>
                <a:lnTo>
                  <a:pt x="224688" y="86880"/>
                </a:lnTo>
                <a:lnTo>
                  <a:pt x="249783" y="98628"/>
                </a:lnTo>
                <a:lnTo>
                  <a:pt x="266496" y="117487"/>
                </a:lnTo>
                <a:lnTo>
                  <a:pt x="274091" y="142862"/>
                </a:lnTo>
                <a:lnTo>
                  <a:pt x="369252" y="142862"/>
                </a:lnTo>
                <a:lnTo>
                  <a:pt x="363029" y="102958"/>
                </a:lnTo>
                <a:lnTo>
                  <a:pt x="346329" y="68287"/>
                </a:lnTo>
                <a:lnTo>
                  <a:pt x="320052" y="39763"/>
                </a:lnTo>
                <a:lnTo>
                  <a:pt x="285076" y="18275"/>
                </a:lnTo>
                <a:lnTo>
                  <a:pt x="242316" y="4724"/>
                </a:lnTo>
                <a:lnTo>
                  <a:pt x="192659" y="0"/>
                </a:lnTo>
                <a:lnTo>
                  <a:pt x="143167" y="4660"/>
                </a:lnTo>
                <a:lnTo>
                  <a:pt x="99644" y="18097"/>
                </a:lnTo>
                <a:lnTo>
                  <a:pt x="63436" y="39535"/>
                </a:lnTo>
                <a:lnTo>
                  <a:pt x="35941" y="68148"/>
                </a:lnTo>
                <a:lnTo>
                  <a:pt x="18516" y="103174"/>
                </a:lnTo>
                <a:lnTo>
                  <a:pt x="12573" y="143802"/>
                </a:lnTo>
                <a:lnTo>
                  <a:pt x="21424" y="190982"/>
                </a:lnTo>
                <a:lnTo>
                  <a:pt x="47180" y="227736"/>
                </a:lnTo>
                <a:lnTo>
                  <a:pt x="88023" y="254977"/>
                </a:lnTo>
                <a:lnTo>
                  <a:pt x="142163" y="273634"/>
                </a:lnTo>
                <a:lnTo>
                  <a:pt x="194284" y="286423"/>
                </a:lnTo>
                <a:lnTo>
                  <a:pt x="228866" y="296697"/>
                </a:lnTo>
                <a:lnTo>
                  <a:pt x="254381" y="309232"/>
                </a:lnTo>
                <a:lnTo>
                  <a:pt x="270192" y="325424"/>
                </a:lnTo>
                <a:lnTo>
                  <a:pt x="275717" y="346684"/>
                </a:lnTo>
                <a:lnTo>
                  <a:pt x="269544" y="371144"/>
                </a:lnTo>
                <a:lnTo>
                  <a:pt x="252285" y="390029"/>
                </a:lnTo>
                <a:lnTo>
                  <a:pt x="225336" y="402183"/>
                </a:lnTo>
                <a:lnTo>
                  <a:pt x="190093" y="406488"/>
                </a:lnTo>
                <a:lnTo>
                  <a:pt x="153682" y="401993"/>
                </a:lnTo>
                <a:lnTo>
                  <a:pt x="124599" y="388518"/>
                </a:lnTo>
                <a:lnTo>
                  <a:pt x="104762" y="366052"/>
                </a:lnTo>
                <a:lnTo>
                  <a:pt x="96100" y="334594"/>
                </a:lnTo>
                <a:lnTo>
                  <a:pt x="0" y="334594"/>
                </a:lnTo>
                <a:lnTo>
                  <a:pt x="7162" y="381469"/>
                </a:lnTo>
                <a:lnTo>
                  <a:pt x="25285" y="420116"/>
                </a:lnTo>
                <a:lnTo>
                  <a:pt x="53581" y="450405"/>
                </a:lnTo>
                <a:lnTo>
                  <a:pt x="91211" y="472198"/>
                </a:lnTo>
                <a:lnTo>
                  <a:pt x="137375" y="485368"/>
                </a:lnTo>
                <a:lnTo>
                  <a:pt x="191262" y="489788"/>
                </a:lnTo>
                <a:lnTo>
                  <a:pt x="245211" y="485267"/>
                </a:lnTo>
                <a:lnTo>
                  <a:pt x="290601" y="472147"/>
                </a:lnTo>
                <a:lnTo>
                  <a:pt x="326885" y="451104"/>
                </a:lnTo>
                <a:lnTo>
                  <a:pt x="353529" y="422808"/>
                </a:lnTo>
                <a:lnTo>
                  <a:pt x="370001" y="387934"/>
                </a:lnTo>
                <a:lnTo>
                  <a:pt x="375767" y="347154"/>
                </a:lnTo>
                <a:close/>
              </a:path>
              <a:path w="1326514" h="490220">
                <a:moveTo>
                  <a:pt x="940943" y="125653"/>
                </a:moveTo>
                <a:lnTo>
                  <a:pt x="842289" y="125653"/>
                </a:lnTo>
                <a:lnTo>
                  <a:pt x="787146" y="365531"/>
                </a:lnTo>
                <a:lnTo>
                  <a:pt x="783882" y="365531"/>
                </a:lnTo>
                <a:lnTo>
                  <a:pt x="724789" y="125653"/>
                </a:lnTo>
                <a:lnTo>
                  <a:pt x="627989" y="125653"/>
                </a:lnTo>
                <a:lnTo>
                  <a:pt x="569353" y="367169"/>
                </a:lnTo>
                <a:lnTo>
                  <a:pt x="566102" y="367169"/>
                </a:lnTo>
                <a:lnTo>
                  <a:pt x="510032" y="125653"/>
                </a:lnTo>
                <a:lnTo>
                  <a:pt x="411378" y="125653"/>
                </a:lnTo>
                <a:lnTo>
                  <a:pt x="509092" y="483031"/>
                </a:lnTo>
                <a:lnTo>
                  <a:pt x="611936" y="483031"/>
                </a:lnTo>
                <a:lnTo>
                  <a:pt x="673836" y="256184"/>
                </a:lnTo>
                <a:lnTo>
                  <a:pt x="678484" y="256184"/>
                </a:lnTo>
                <a:lnTo>
                  <a:pt x="740613" y="483031"/>
                </a:lnTo>
                <a:lnTo>
                  <a:pt x="843216" y="483031"/>
                </a:lnTo>
                <a:lnTo>
                  <a:pt x="940943" y="125653"/>
                </a:lnTo>
                <a:close/>
              </a:path>
              <a:path w="1326514" h="490220">
                <a:moveTo>
                  <a:pt x="1326248" y="305739"/>
                </a:moveTo>
                <a:lnTo>
                  <a:pt x="1320774" y="253593"/>
                </a:lnTo>
                <a:lnTo>
                  <a:pt x="1304823" y="208622"/>
                </a:lnTo>
                <a:lnTo>
                  <a:pt x="1279131" y="171831"/>
                </a:lnTo>
                <a:lnTo>
                  <a:pt x="1244460" y="144284"/>
                </a:lnTo>
                <a:lnTo>
                  <a:pt x="1227366" y="137401"/>
                </a:lnTo>
                <a:lnTo>
                  <a:pt x="1227366" y="305041"/>
                </a:lnTo>
                <a:lnTo>
                  <a:pt x="1222514" y="348627"/>
                </a:lnTo>
                <a:lnTo>
                  <a:pt x="1208112" y="383273"/>
                </a:lnTo>
                <a:lnTo>
                  <a:pt x="1184376" y="406146"/>
                </a:lnTo>
                <a:lnTo>
                  <a:pt x="1151509" y="414401"/>
                </a:lnTo>
                <a:lnTo>
                  <a:pt x="1117981" y="406146"/>
                </a:lnTo>
                <a:lnTo>
                  <a:pt x="1093901" y="383273"/>
                </a:lnTo>
                <a:lnTo>
                  <a:pt x="1079360" y="348627"/>
                </a:lnTo>
                <a:lnTo>
                  <a:pt x="1074572" y="305739"/>
                </a:lnTo>
                <a:lnTo>
                  <a:pt x="1074496" y="305041"/>
                </a:lnTo>
                <a:lnTo>
                  <a:pt x="1079360" y="261518"/>
                </a:lnTo>
                <a:lnTo>
                  <a:pt x="1093901" y="226771"/>
                </a:lnTo>
                <a:lnTo>
                  <a:pt x="1117981" y="203771"/>
                </a:lnTo>
                <a:lnTo>
                  <a:pt x="1151509" y="195453"/>
                </a:lnTo>
                <a:lnTo>
                  <a:pt x="1184376" y="203771"/>
                </a:lnTo>
                <a:lnTo>
                  <a:pt x="1208112" y="226771"/>
                </a:lnTo>
                <a:lnTo>
                  <a:pt x="1222514" y="261518"/>
                </a:lnTo>
                <a:lnTo>
                  <a:pt x="1227366" y="305041"/>
                </a:lnTo>
                <a:lnTo>
                  <a:pt x="1227366" y="137401"/>
                </a:lnTo>
                <a:lnTo>
                  <a:pt x="1201508" y="126987"/>
                </a:lnTo>
                <a:lnTo>
                  <a:pt x="1151051" y="120992"/>
                </a:lnTo>
                <a:lnTo>
                  <a:pt x="1100467" y="126987"/>
                </a:lnTo>
                <a:lnTo>
                  <a:pt x="1057414" y="144284"/>
                </a:lnTo>
                <a:lnTo>
                  <a:pt x="1022642" y="171831"/>
                </a:lnTo>
                <a:lnTo>
                  <a:pt x="996873" y="208622"/>
                </a:lnTo>
                <a:lnTo>
                  <a:pt x="980871" y="253593"/>
                </a:lnTo>
                <a:lnTo>
                  <a:pt x="975448" y="305041"/>
                </a:lnTo>
                <a:lnTo>
                  <a:pt x="975372" y="305739"/>
                </a:lnTo>
                <a:lnTo>
                  <a:pt x="980871" y="357606"/>
                </a:lnTo>
                <a:lnTo>
                  <a:pt x="996873" y="402424"/>
                </a:lnTo>
                <a:lnTo>
                  <a:pt x="1022642" y="439153"/>
                </a:lnTo>
                <a:lnTo>
                  <a:pt x="1057414" y="466699"/>
                </a:lnTo>
                <a:lnTo>
                  <a:pt x="1100467" y="484009"/>
                </a:lnTo>
                <a:lnTo>
                  <a:pt x="1151051" y="490016"/>
                </a:lnTo>
                <a:lnTo>
                  <a:pt x="1201508" y="484009"/>
                </a:lnTo>
                <a:lnTo>
                  <a:pt x="1244460" y="466699"/>
                </a:lnTo>
                <a:lnTo>
                  <a:pt x="1279131" y="439153"/>
                </a:lnTo>
                <a:lnTo>
                  <a:pt x="1304823" y="402424"/>
                </a:lnTo>
                <a:lnTo>
                  <a:pt x="1320774" y="357606"/>
                </a:lnTo>
                <a:lnTo>
                  <a:pt x="1326248" y="3057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340913" y="237857"/>
            <a:ext cx="596900" cy="482600"/>
          </a:xfrm>
          <a:custGeom>
            <a:avLst/>
            <a:gdLst/>
            <a:ahLst/>
            <a:cxnLst/>
            <a:rect l="l" t="t" r="r" b="b"/>
            <a:pathLst>
              <a:path w="596900" h="482600">
                <a:moveTo>
                  <a:pt x="215455" y="117043"/>
                </a:moveTo>
                <a:lnTo>
                  <a:pt x="208356" y="115874"/>
                </a:lnTo>
                <a:lnTo>
                  <a:pt x="200393" y="114922"/>
                </a:lnTo>
                <a:lnTo>
                  <a:pt x="192163" y="114261"/>
                </a:lnTo>
                <a:lnTo>
                  <a:pt x="184277" y="114020"/>
                </a:lnTo>
                <a:lnTo>
                  <a:pt x="155778" y="118338"/>
                </a:lnTo>
                <a:lnTo>
                  <a:pt x="131114" y="131140"/>
                </a:lnTo>
                <a:lnTo>
                  <a:pt x="111506" y="152196"/>
                </a:lnTo>
                <a:lnTo>
                  <a:pt x="98183" y="181254"/>
                </a:lnTo>
                <a:lnTo>
                  <a:pt x="94462" y="181254"/>
                </a:lnTo>
                <a:lnTo>
                  <a:pt x="94462" y="119138"/>
                </a:lnTo>
                <a:lnTo>
                  <a:pt x="0" y="119138"/>
                </a:lnTo>
                <a:lnTo>
                  <a:pt x="0" y="476516"/>
                </a:lnTo>
                <a:lnTo>
                  <a:pt x="97497" y="476516"/>
                </a:lnTo>
                <a:lnTo>
                  <a:pt x="97497" y="273392"/>
                </a:lnTo>
                <a:lnTo>
                  <a:pt x="103238" y="243179"/>
                </a:lnTo>
                <a:lnTo>
                  <a:pt x="119164" y="219557"/>
                </a:lnTo>
                <a:lnTo>
                  <a:pt x="143332" y="204190"/>
                </a:lnTo>
                <a:lnTo>
                  <a:pt x="173812" y="198704"/>
                </a:lnTo>
                <a:lnTo>
                  <a:pt x="184835" y="199148"/>
                </a:lnTo>
                <a:lnTo>
                  <a:pt x="196380" y="200342"/>
                </a:lnTo>
                <a:lnTo>
                  <a:pt x="207048" y="202044"/>
                </a:lnTo>
                <a:lnTo>
                  <a:pt x="215455" y="204063"/>
                </a:lnTo>
                <a:lnTo>
                  <a:pt x="215455" y="117043"/>
                </a:lnTo>
                <a:close/>
              </a:path>
              <a:path w="596900" h="482600">
                <a:moveTo>
                  <a:pt x="596582" y="0"/>
                </a:moveTo>
                <a:lnTo>
                  <a:pt x="501421" y="0"/>
                </a:lnTo>
                <a:lnTo>
                  <a:pt x="501421" y="297827"/>
                </a:lnTo>
                <a:lnTo>
                  <a:pt x="496354" y="341122"/>
                </a:lnTo>
                <a:lnTo>
                  <a:pt x="496303" y="341604"/>
                </a:lnTo>
                <a:lnTo>
                  <a:pt x="481431" y="375310"/>
                </a:lnTo>
                <a:lnTo>
                  <a:pt x="457542" y="396963"/>
                </a:lnTo>
                <a:lnTo>
                  <a:pt x="425335" y="404622"/>
                </a:lnTo>
                <a:lnTo>
                  <a:pt x="392493" y="396811"/>
                </a:lnTo>
                <a:lnTo>
                  <a:pt x="368592" y="374878"/>
                </a:lnTo>
                <a:lnTo>
                  <a:pt x="353974" y="341122"/>
                </a:lnTo>
                <a:lnTo>
                  <a:pt x="349072" y="298297"/>
                </a:lnTo>
                <a:lnTo>
                  <a:pt x="349008" y="297827"/>
                </a:lnTo>
                <a:lnTo>
                  <a:pt x="353898" y="254952"/>
                </a:lnTo>
                <a:lnTo>
                  <a:pt x="368414" y="221653"/>
                </a:lnTo>
                <a:lnTo>
                  <a:pt x="392303" y="200088"/>
                </a:lnTo>
                <a:lnTo>
                  <a:pt x="425335" y="192430"/>
                </a:lnTo>
                <a:lnTo>
                  <a:pt x="457733" y="199834"/>
                </a:lnTo>
                <a:lnTo>
                  <a:pt x="481609" y="220954"/>
                </a:lnTo>
                <a:lnTo>
                  <a:pt x="496366" y="254165"/>
                </a:lnTo>
                <a:lnTo>
                  <a:pt x="501421" y="297827"/>
                </a:lnTo>
                <a:lnTo>
                  <a:pt x="501421" y="0"/>
                </a:lnTo>
                <a:lnTo>
                  <a:pt x="499325" y="0"/>
                </a:lnTo>
                <a:lnTo>
                  <a:pt x="499325" y="179158"/>
                </a:lnTo>
                <a:lnTo>
                  <a:pt x="496531" y="179158"/>
                </a:lnTo>
                <a:lnTo>
                  <a:pt x="483489" y="156883"/>
                </a:lnTo>
                <a:lnTo>
                  <a:pt x="463194" y="136004"/>
                </a:lnTo>
                <a:lnTo>
                  <a:pt x="434098" y="120523"/>
                </a:lnTo>
                <a:lnTo>
                  <a:pt x="394614" y="114477"/>
                </a:lnTo>
                <a:lnTo>
                  <a:pt x="356476" y="119595"/>
                </a:lnTo>
                <a:lnTo>
                  <a:pt x="292442" y="160489"/>
                </a:lnTo>
                <a:lnTo>
                  <a:pt x="269544" y="196240"/>
                </a:lnTo>
                <a:lnTo>
                  <a:pt x="254711" y="242176"/>
                </a:lnTo>
                <a:lnTo>
                  <a:pt x="249466" y="297827"/>
                </a:lnTo>
                <a:lnTo>
                  <a:pt x="249428" y="298297"/>
                </a:lnTo>
                <a:lnTo>
                  <a:pt x="254508" y="353377"/>
                </a:lnTo>
                <a:lnTo>
                  <a:pt x="268935" y="399059"/>
                </a:lnTo>
                <a:lnTo>
                  <a:pt x="291426" y="435076"/>
                </a:lnTo>
                <a:lnTo>
                  <a:pt x="320751" y="461149"/>
                </a:lnTo>
                <a:lnTo>
                  <a:pt x="355638" y="476999"/>
                </a:lnTo>
                <a:lnTo>
                  <a:pt x="394855" y="482346"/>
                </a:lnTo>
                <a:lnTo>
                  <a:pt x="433311" y="476643"/>
                </a:lnTo>
                <a:lnTo>
                  <a:pt x="462267" y="461924"/>
                </a:lnTo>
                <a:lnTo>
                  <a:pt x="482930" y="441706"/>
                </a:lnTo>
                <a:lnTo>
                  <a:pt x="496531" y="419519"/>
                </a:lnTo>
                <a:lnTo>
                  <a:pt x="500722" y="419519"/>
                </a:lnTo>
                <a:lnTo>
                  <a:pt x="500722" y="476643"/>
                </a:lnTo>
                <a:lnTo>
                  <a:pt x="596582" y="476643"/>
                </a:lnTo>
                <a:lnTo>
                  <a:pt x="596582" y="419519"/>
                </a:lnTo>
                <a:lnTo>
                  <a:pt x="596582" y="404622"/>
                </a:lnTo>
                <a:lnTo>
                  <a:pt x="596582" y="192430"/>
                </a:lnTo>
                <a:lnTo>
                  <a:pt x="596582" y="179158"/>
                </a:lnTo>
                <a:lnTo>
                  <a:pt x="5965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192522" y="228316"/>
            <a:ext cx="187325" cy="589915"/>
          </a:xfrm>
          <a:custGeom>
            <a:avLst/>
            <a:gdLst/>
            <a:ahLst/>
            <a:cxnLst/>
            <a:rect l="l" t="t" r="r" b="b"/>
            <a:pathLst>
              <a:path w="187325" h="589915">
                <a:moveTo>
                  <a:pt x="186838" y="0"/>
                </a:moveTo>
                <a:lnTo>
                  <a:pt x="94000" y="0"/>
                </a:lnTo>
                <a:lnTo>
                  <a:pt x="65062" y="42551"/>
                </a:lnTo>
                <a:lnTo>
                  <a:pt x="41502" y="87494"/>
                </a:lnTo>
                <a:lnTo>
                  <a:pt x="23267" y="135009"/>
                </a:lnTo>
                <a:lnTo>
                  <a:pt x="10306" y="185278"/>
                </a:lnTo>
                <a:lnTo>
                  <a:pt x="2568" y="238481"/>
                </a:lnTo>
                <a:lnTo>
                  <a:pt x="0" y="294799"/>
                </a:lnTo>
                <a:lnTo>
                  <a:pt x="2568" y="351019"/>
                </a:lnTo>
                <a:lnTo>
                  <a:pt x="10306" y="404156"/>
                </a:lnTo>
                <a:lnTo>
                  <a:pt x="23267" y="454385"/>
                </a:lnTo>
                <a:lnTo>
                  <a:pt x="41502" y="501880"/>
                </a:lnTo>
                <a:lnTo>
                  <a:pt x="65062" y="546815"/>
                </a:lnTo>
                <a:lnTo>
                  <a:pt x="94000" y="589366"/>
                </a:lnTo>
                <a:lnTo>
                  <a:pt x="186838" y="589366"/>
                </a:lnTo>
                <a:lnTo>
                  <a:pt x="163789" y="553860"/>
                </a:lnTo>
                <a:lnTo>
                  <a:pt x="143293" y="510153"/>
                </a:lnTo>
                <a:lnTo>
                  <a:pt x="126080" y="460319"/>
                </a:lnTo>
                <a:lnTo>
                  <a:pt x="112881" y="406432"/>
                </a:lnTo>
                <a:lnTo>
                  <a:pt x="104427" y="350567"/>
                </a:lnTo>
                <a:lnTo>
                  <a:pt x="101446" y="294799"/>
                </a:lnTo>
                <a:lnTo>
                  <a:pt x="104427" y="238933"/>
                </a:lnTo>
                <a:lnTo>
                  <a:pt x="112881" y="183003"/>
                </a:lnTo>
                <a:lnTo>
                  <a:pt x="126080" y="129076"/>
                </a:lnTo>
                <a:lnTo>
                  <a:pt x="143293" y="79221"/>
                </a:lnTo>
                <a:lnTo>
                  <a:pt x="163789" y="35506"/>
                </a:lnTo>
                <a:lnTo>
                  <a:pt x="1868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428687" y="231340"/>
            <a:ext cx="346075" cy="483234"/>
          </a:xfrm>
          <a:custGeom>
            <a:avLst/>
            <a:gdLst/>
            <a:ahLst/>
            <a:cxnLst/>
            <a:rect l="l" t="t" r="r" b="b"/>
            <a:pathLst>
              <a:path w="346075" h="483234">
                <a:moveTo>
                  <a:pt x="168922" y="0"/>
                </a:moveTo>
                <a:lnTo>
                  <a:pt x="121653" y="4844"/>
                </a:lnTo>
                <a:lnTo>
                  <a:pt x="80609" y="18898"/>
                </a:lnTo>
                <a:lnTo>
                  <a:pt x="46854" y="41445"/>
                </a:lnTo>
                <a:lnTo>
                  <a:pt x="21457" y="71767"/>
                </a:lnTo>
                <a:lnTo>
                  <a:pt x="5483" y="109147"/>
                </a:lnTo>
                <a:lnTo>
                  <a:pt x="0" y="152868"/>
                </a:lnTo>
                <a:lnTo>
                  <a:pt x="94000" y="152868"/>
                </a:lnTo>
                <a:lnTo>
                  <a:pt x="99185" y="121969"/>
                </a:lnTo>
                <a:lnTo>
                  <a:pt x="114185" y="98683"/>
                </a:lnTo>
                <a:lnTo>
                  <a:pt x="137649" y="83992"/>
                </a:lnTo>
                <a:lnTo>
                  <a:pt x="168224" y="78877"/>
                </a:lnTo>
                <a:lnTo>
                  <a:pt x="198264" y="83607"/>
                </a:lnTo>
                <a:lnTo>
                  <a:pt x="222175" y="97171"/>
                </a:lnTo>
                <a:lnTo>
                  <a:pt x="238015" y="118632"/>
                </a:lnTo>
                <a:lnTo>
                  <a:pt x="243843" y="147051"/>
                </a:lnTo>
                <a:lnTo>
                  <a:pt x="239273" y="173885"/>
                </a:lnTo>
                <a:lnTo>
                  <a:pt x="226131" y="198908"/>
                </a:lnTo>
                <a:lnTo>
                  <a:pt x="204743" y="224761"/>
                </a:lnTo>
                <a:lnTo>
                  <a:pt x="175437" y="254082"/>
                </a:lnTo>
                <a:lnTo>
                  <a:pt x="4188" y="411603"/>
                </a:lnTo>
                <a:lnTo>
                  <a:pt x="4420" y="483034"/>
                </a:lnTo>
                <a:lnTo>
                  <a:pt x="345755" y="483034"/>
                </a:lnTo>
                <a:lnTo>
                  <a:pt x="345755" y="401830"/>
                </a:lnTo>
                <a:lnTo>
                  <a:pt x="141932" y="401830"/>
                </a:lnTo>
                <a:lnTo>
                  <a:pt x="141932" y="398573"/>
                </a:lnTo>
                <a:lnTo>
                  <a:pt x="214526" y="328538"/>
                </a:lnTo>
                <a:lnTo>
                  <a:pt x="265179" y="280083"/>
                </a:lnTo>
                <a:lnTo>
                  <a:pt x="300776" y="239659"/>
                </a:lnTo>
                <a:lnTo>
                  <a:pt x="323519" y="204685"/>
                </a:lnTo>
                <a:lnTo>
                  <a:pt x="335607" y="172582"/>
                </a:lnTo>
                <a:lnTo>
                  <a:pt x="339240" y="140769"/>
                </a:lnTo>
                <a:lnTo>
                  <a:pt x="331266" y="94411"/>
                </a:lnTo>
                <a:lnTo>
                  <a:pt x="308672" y="55535"/>
                </a:lnTo>
                <a:lnTo>
                  <a:pt x="273034" y="25762"/>
                </a:lnTo>
                <a:lnTo>
                  <a:pt x="225925" y="6710"/>
                </a:lnTo>
                <a:lnTo>
                  <a:pt x="168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838429" y="231340"/>
            <a:ext cx="382905" cy="493395"/>
          </a:xfrm>
          <a:custGeom>
            <a:avLst/>
            <a:gdLst/>
            <a:ahLst/>
            <a:cxnLst/>
            <a:rect l="l" t="t" r="r" b="b"/>
            <a:pathLst>
              <a:path w="382904" h="493395">
                <a:moveTo>
                  <a:pt x="191259" y="0"/>
                </a:moveTo>
                <a:lnTo>
                  <a:pt x="148718" y="4153"/>
                </a:lnTo>
                <a:lnTo>
                  <a:pt x="148855" y="4153"/>
                </a:lnTo>
                <a:lnTo>
                  <a:pt x="111141" y="16429"/>
                </a:lnTo>
                <a:lnTo>
                  <a:pt x="78433" y="36552"/>
                </a:lnTo>
                <a:lnTo>
                  <a:pt x="51130" y="64073"/>
                </a:lnTo>
                <a:lnTo>
                  <a:pt x="29268" y="99035"/>
                </a:lnTo>
                <a:lnTo>
                  <a:pt x="13262" y="141056"/>
                </a:lnTo>
                <a:lnTo>
                  <a:pt x="3408" y="189877"/>
                </a:lnTo>
                <a:lnTo>
                  <a:pt x="0" y="245239"/>
                </a:lnTo>
                <a:lnTo>
                  <a:pt x="3188" y="300846"/>
                </a:lnTo>
                <a:lnTo>
                  <a:pt x="12902" y="350023"/>
                </a:lnTo>
                <a:lnTo>
                  <a:pt x="28838" y="392471"/>
                </a:lnTo>
                <a:lnTo>
                  <a:pt x="50694" y="427890"/>
                </a:lnTo>
                <a:lnTo>
                  <a:pt x="78166" y="455979"/>
                </a:lnTo>
                <a:lnTo>
                  <a:pt x="110953" y="476439"/>
                </a:lnTo>
                <a:lnTo>
                  <a:pt x="149011" y="489056"/>
                </a:lnTo>
                <a:lnTo>
                  <a:pt x="149600" y="489056"/>
                </a:lnTo>
                <a:lnTo>
                  <a:pt x="191259" y="493272"/>
                </a:lnTo>
                <a:lnTo>
                  <a:pt x="233680" y="489056"/>
                </a:lnTo>
                <a:lnTo>
                  <a:pt x="271401" y="476603"/>
                </a:lnTo>
                <a:lnTo>
                  <a:pt x="304126" y="456204"/>
                </a:lnTo>
                <a:lnTo>
                  <a:pt x="331562" y="428152"/>
                </a:lnTo>
                <a:lnTo>
                  <a:pt x="342204" y="410905"/>
                </a:lnTo>
                <a:lnTo>
                  <a:pt x="191259" y="410905"/>
                </a:lnTo>
                <a:lnTo>
                  <a:pt x="160648" y="404263"/>
                </a:lnTo>
                <a:lnTo>
                  <a:pt x="135510" y="384354"/>
                </a:lnTo>
                <a:lnTo>
                  <a:pt x="116626" y="351198"/>
                </a:lnTo>
                <a:lnTo>
                  <a:pt x="104778" y="304819"/>
                </a:lnTo>
                <a:lnTo>
                  <a:pt x="100748" y="245239"/>
                </a:lnTo>
                <a:lnTo>
                  <a:pt x="104979" y="186390"/>
                </a:lnTo>
                <a:lnTo>
                  <a:pt x="116894" y="140540"/>
                </a:lnTo>
                <a:lnTo>
                  <a:pt x="135744" y="107734"/>
                </a:lnTo>
                <a:lnTo>
                  <a:pt x="160782" y="88018"/>
                </a:lnTo>
                <a:lnTo>
                  <a:pt x="191259" y="81436"/>
                </a:lnTo>
                <a:lnTo>
                  <a:pt x="342317" y="81436"/>
                </a:lnTo>
                <a:lnTo>
                  <a:pt x="331562" y="64247"/>
                </a:lnTo>
                <a:lnTo>
                  <a:pt x="304086" y="36552"/>
                </a:lnTo>
                <a:lnTo>
                  <a:pt x="271336" y="16429"/>
                </a:lnTo>
                <a:lnTo>
                  <a:pt x="233623" y="4153"/>
                </a:lnTo>
                <a:lnTo>
                  <a:pt x="191259" y="0"/>
                </a:lnTo>
                <a:close/>
              </a:path>
              <a:path w="382904" h="493395">
                <a:moveTo>
                  <a:pt x="342317" y="81436"/>
                </a:moveTo>
                <a:lnTo>
                  <a:pt x="191259" y="81436"/>
                </a:lnTo>
                <a:lnTo>
                  <a:pt x="221736" y="88018"/>
                </a:lnTo>
                <a:lnTo>
                  <a:pt x="246773" y="107734"/>
                </a:lnTo>
                <a:lnTo>
                  <a:pt x="265624" y="140540"/>
                </a:lnTo>
                <a:lnTo>
                  <a:pt x="277539" y="186390"/>
                </a:lnTo>
                <a:lnTo>
                  <a:pt x="281770" y="245239"/>
                </a:lnTo>
                <a:lnTo>
                  <a:pt x="277650" y="304819"/>
                </a:lnTo>
                <a:lnTo>
                  <a:pt x="265791" y="351198"/>
                </a:lnTo>
                <a:lnTo>
                  <a:pt x="246941" y="384354"/>
                </a:lnTo>
                <a:lnTo>
                  <a:pt x="221847" y="404263"/>
                </a:lnTo>
                <a:lnTo>
                  <a:pt x="191259" y="410905"/>
                </a:lnTo>
                <a:lnTo>
                  <a:pt x="342204" y="410905"/>
                </a:lnTo>
                <a:lnTo>
                  <a:pt x="353414" y="392737"/>
                </a:lnTo>
                <a:lnTo>
                  <a:pt x="369387" y="350253"/>
                </a:lnTo>
                <a:lnTo>
                  <a:pt x="379186" y="300989"/>
                </a:lnTo>
                <a:lnTo>
                  <a:pt x="382518" y="245239"/>
                </a:lnTo>
                <a:lnTo>
                  <a:pt x="379244" y="190010"/>
                </a:lnTo>
                <a:lnTo>
                  <a:pt x="369452" y="141252"/>
                </a:lnTo>
                <a:lnTo>
                  <a:pt x="353455" y="99239"/>
                </a:lnTo>
                <a:lnTo>
                  <a:pt x="342317" y="81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284933" y="231340"/>
            <a:ext cx="346075" cy="483234"/>
          </a:xfrm>
          <a:custGeom>
            <a:avLst/>
            <a:gdLst/>
            <a:ahLst/>
            <a:cxnLst/>
            <a:rect l="l" t="t" r="r" b="b"/>
            <a:pathLst>
              <a:path w="346075" h="483234">
                <a:moveTo>
                  <a:pt x="168922" y="0"/>
                </a:moveTo>
                <a:lnTo>
                  <a:pt x="121653" y="4844"/>
                </a:lnTo>
                <a:lnTo>
                  <a:pt x="80608" y="18898"/>
                </a:lnTo>
                <a:lnTo>
                  <a:pt x="46854" y="41445"/>
                </a:lnTo>
                <a:lnTo>
                  <a:pt x="21457" y="71767"/>
                </a:lnTo>
                <a:lnTo>
                  <a:pt x="5483" y="109147"/>
                </a:lnTo>
                <a:lnTo>
                  <a:pt x="0" y="152868"/>
                </a:lnTo>
                <a:lnTo>
                  <a:pt x="94000" y="152868"/>
                </a:lnTo>
                <a:lnTo>
                  <a:pt x="99185" y="121969"/>
                </a:lnTo>
                <a:lnTo>
                  <a:pt x="114185" y="98683"/>
                </a:lnTo>
                <a:lnTo>
                  <a:pt x="137649" y="83992"/>
                </a:lnTo>
                <a:lnTo>
                  <a:pt x="168224" y="78877"/>
                </a:lnTo>
                <a:lnTo>
                  <a:pt x="198264" y="83607"/>
                </a:lnTo>
                <a:lnTo>
                  <a:pt x="222175" y="97171"/>
                </a:lnTo>
                <a:lnTo>
                  <a:pt x="238015" y="118632"/>
                </a:lnTo>
                <a:lnTo>
                  <a:pt x="243843" y="147051"/>
                </a:lnTo>
                <a:lnTo>
                  <a:pt x="239273" y="173885"/>
                </a:lnTo>
                <a:lnTo>
                  <a:pt x="226131" y="198908"/>
                </a:lnTo>
                <a:lnTo>
                  <a:pt x="204743" y="224761"/>
                </a:lnTo>
                <a:lnTo>
                  <a:pt x="175436" y="254082"/>
                </a:lnTo>
                <a:lnTo>
                  <a:pt x="4188" y="411603"/>
                </a:lnTo>
                <a:lnTo>
                  <a:pt x="4420" y="483034"/>
                </a:lnTo>
                <a:lnTo>
                  <a:pt x="345755" y="483034"/>
                </a:lnTo>
                <a:lnTo>
                  <a:pt x="345755" y="401830"/>
                </a:lnTo>
                <a:lnTo>
                  <a:pt x="141932" y="401830"/>
                </a:lnTo>
                <a:lnTo>
                  <a:pt x="141932" y="398573"/>
                </a:lnTo>
                <a:lnTo>
                  <a:pt x="214526" y="328538"/>
                </a:lnTo>
                <a:lnTo>
                  <a:pt x="265179" y="280083"/>
                </a:lnTo>
                <a:lnTo>
                  <a:pt x="300776" y="239659"/>
                </a:lnTo>
                <a:lnTo>
                  <a:pt x="323519" y="204685"/>
                </a:lnTo>
                <a:lnTo>
                  <a:pt x="335607" y="172582"/>
                </a:lnTo>
                <a:lnTo>
                  <a:pt x="339240" y="140769"/>
                </a:lnTo>
                <a:lnTo>
                  <a:pt x="331266" y="94411"/>
                </a:lnTo>
                <a:lnTo>
                  <a:pt x="308672" y="55535"/>
                </a:lnTo>
                <a:lnTo>
                  <a:pt x="273034" y="25762"/>
                </a:lnTo>
                <a:lnTo>
                  <a:pt x="225925" y="6710"/>
                </a:lnTo>
                <a:lnTo>
                  <a:pt x="168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693045" y="231340"/>
            <a:ext cx="372745" cy="489584"/>
          </a:xfrm>
          <a:custGeom>
            <a:avLst/>
            <a:gdLst/>
            <a:ahLst/>
            <a:cxnLst/>
            <a:rect l="l" t="t" r="r" b="b"/>
            <a:pathLst>
              <a:path w="372745" h="489584">
                <a:moveTo>
                  <a:pt x="196145" y="0"/>
                </a:moveTo>
                <a:lnTo>
                  <a:pt x="153533" y="4402"/>
                </a:lnTo>
                <a:lnTo>
                  <a:pt x="115305" y="17377"/>
                </a:lnTo>
                <a:lnTo>
                  <a:pt x="81854" y="38576"/>
                </a:lnTo>
                <a:lnTo>
                  <a:pt x="53573" y="67650"/>
                </a:lnTo>
                <a:lnTo>
                  <a:pt x="30855" y="104249"/>
                </a:lnTo>
                <a:lnTo>
                  <a:pt x="14091" y="148025"/>
                </a:lnTo>
                <a:lnTo>
                  <a:pt x="3799" y="198025"/>
                </a:lnTo>
                <a:lnTo>
                  <a:pt x="0" y="255711"/>
                </a:lnTo>
                <a:lnTo>
                  <a:pt x="4155" y="315908"/>
                </a:lnTo>
                <a:lnTo>
                  <a:pt x="16094" y="365900"/>
                </a:lnTo>
                <a:lnTo>
                  <a:pt x="34769" y="406365"/>
                </a:lnTo>
                <a:lnTo>
                  <a:pt x="59128" y="437982"/>
                </a:lnTo>
                <a:lnTo>
                  <a:pt x="120704" y="477388"/>
                </a:lnTo>
                <a:lnTo>
                  <a:pt x="192422" y="489549"/>
                </a:lnTo>
                <a:lnTo>
                  <a:pt x="243023" y="484142"/>
                </a:lnTo>
                <a:lnTo>
                  <a:pt x="286837" y="468246"/>
                </a:lnTo>
                <a:lnTo>
                  <a:pt x="322779" y="443043"/>
                </a:lnTo>
                <a:lnTo>
                  <a:pt x="348234" y="411603"/>
                </a:lnTo>
                <a:lnTo>
                  <a:pt x="191957" y="411603"/>
                </a:lnTo>
                <a:lnTo>
                  <a:pt x="158008" y="404877"/>
                </a:lnTo>
                <a:lnTo>
                  <a:pt x="131170" y="386590"/>
                </a:lnTo>
                <a:lnTo>
                  <a:pt x="113494" y="359578"/>
                </a:lnTo>
                <a:lnTo>
                  <a:pt x="107030" y="326676"/>
                </a:lnTo>
                <a:lnTo>
                  <a:pt x="113767" y="293676"/>
                </a:lnTo>
                <a:lnTo>
                  <a:pt x="131781" y="266675"/>
                </a:lnTo>
                <a:lnTo>
                  <a:pt x="158826" y="248443"/>
                </a:lnTo>
                <a:lnTo>
                  <a:pt x="192655" y="241750"/>
                </a:lnTo>
                <a:lnTo>
                  <a:pt x="350131" y="241750"/>
                </a:lnTo>
                <a:lnTo>
                  <a:pt x="347653" y="236630"/>
                </a:lnTo>
                <a:lnTo>
                  <a:pt x="97026" y="236630"/>
                </a:lnTo>
                <a:lnTo>
                  <a:pt x="103443" y="174169"/>
                </a:lnTo>
                <a:lnTo>
                  <a:pt x="103515" y="173467"/>
                </a:lnTo>
                <a:lnTo>
                  <a:pt x="122416" y="125703"/>
                </a:lnTo>
                <a:lnTo>
                  <a:pt x="153402" y="95477"/>
                </a:lnTo>
                <a:lnTo>
                  <a:pt x="196145" y="84927"/>
                </a:lnTo>
                <a:lnTo>
                  <a:pt x="348984" y="84927"/>
                </a:lnTo>
                <a:lnTo>
                  <a:pt x="330501" y="56138"/>
                </a:lnTo>
                <a:lnTo>
                  <a:pt x="295023" y="26313"/>
                </a:lnTo>
                <a:lnTo>
                  <a:pt x="249828" y="6918"/>
                </a:lnTo>
                <a:lnTo>
                  <a:pt x="196145" y="0"/>
                </a:lnTo>
                <a:close/>
              </a:path>
              <a:path w="372745" h="489584">
                <a:moveTo>
                  <a:pt x="350131" y="241750"/>
                </a:moveTo>
                <a:lnTo>
                  <a:pt x="192655" y="241750"/>
                </a:lnTo>
                <a:lnTo>
                  <a:pt x="226291" y="248272"/>
                </a:lnTo>
                <a:lnTo>
                  <a:pt x="252860" y="266181"/>
                </a:lnTo>
                <a:lnTo>
                  <a:pt x="270267" y="292989"/>
                </a:lnTo>
                <a:lnTo>
                  <a:pt x="276418" y="326211"/>
                </a:lnTo>
                <a:lnTo>
                  <a:pt x="270212" y="359578"/>
                </a:lnTo>
                <a:lnTo>
                  <a:pt x="270158" y="359872"/>
                </a:lnTo>
                <a:lnTo>
                  <a:pt x="252511" y="386968"/>
                </a:lnTo>
                <a:lnTo>
                  <a:pt x="225702" y="405033"/>
                </a:lnTo>
                <a:lnTo>
                  <a:pt x="191957" y="411603"/>
                </a:lnTo>
                <a:lnTo>
                  <a:pt x="348234" y="411603"/>
                </a:lnTo>
                <a:lnTo>
                  <a:pt x="349763" y="409715"/>
                </a:lnTo>
                <a:lnTo>
                  <a:pt x="366703" y="369446"/>
                </a:lnTo>
                <a:lnTo>
                  <a:pt x="372513" y="323419"/>
                </a:lnTo>
                <a:lnTo>
                  <a:pt x="365311" y="273114"/>
                </a:lnTo>
                <a:lnTo>
                  <a:pt x="350131" y="241750"/>
                </a:lnTo>
                <a:close/>
              </a:path>
              <a:path w="372745" h="489584">
                <a:moveTo>
                  <a:pt x="223368" y="169621"/>
                </a:moveTo>
                <a:lnTo>
                  <a:pt x="185009" y="174169"/>
                </a:lnTo>
                <a:lnTo>
                  <a:pt x="150686" y="187333"/>
                </a:lnTo>
                <a:lnTo>
                  <a:pt x="122165" y="208393"/>
                </a:lnTo>
                <a:lnTo>
                  <a:pt x="101214" y="236630"/>
                </a:lnTo>
                <a:lnTo>
                  <a:pt x="347653" y="236630"/>
                </a:lnTo>
                <a:lnTo>
                  <a:pt x="344774" y="230684"/>
                </a:lnTo>
                <a:lnTo>
                  <a:pt x="312924" y="198025"/>
                </a:lnTo>
                <a:lnTo>
                  <a:pt x="271781" y="177038"/>
                </a:lnTo>
                <a:lnTo>
                  <a:pt x="223368" y="169621"/>
                </a:lnTo>
                <a:close/>
              </a:path>
              <a:path w="372745" h="489584">
                <a:moveTo>
                  <a:pt x="348984" y="84927"/>
                </a:moveTo>
                <a:lnTo>
                  <a:pt x="196145" y="84927"/>
                </a:lnTo>
                <a:lnTo>
                  <a:pt x="222754" y="88682"/>
                </a:lnTo>
                <a:lnTo>
                  <a:pt x="244454" y="99440"/>
                </a:lnTo>
                <a:lnTo>
                  <a:pt x="260440" y="116436"/>
                </a:lnTo>
                <a:lnTo>
                  <a:pt x="269903" y="138907"/>
                </a:lnTo>
                <a:lnTo>
                  <a:pt x="367394" y="138907"/>
                </a:lnTo>
                <a:lnTo>
                  <a:pt x="355034" y="94351"/>
                </a:lnTo>
                <a:lnTo>
                  <a:pt x="348984" y="849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6113024" y="228316"/>
            <a:ext cx="187325" cy="589915"/>
          </a:xfrm>
          <a:custGeom>
            <a:avLst/>
            <a:gdLst/>
            <a:ahLst/>
            <a:cxnLst/>
            <a:rect l="l" t="t" r="r" b="b"/>
            <a:pathLst>
              <a:path w="187325" h="589915">
                <a:moveTo>
                  <a:pt x="93069" y="0"/>
                </a:moveTo>
                <a:lnTo>
                  <a:pt x="0" y="0"/>
                </a:lnTo>
                <a:lnTo>
                  <a:pt x="23146" y="35506"/>
                </a:lnTo>
                <a:lnTo>
                  <a:pt x="43708" y="79221"/>
                </a:lnTo>
                <a:lnTo>
                  <a:pt x="60960" y="129076"/>
                </a:lnTo>
                <a:lnTo>
                  <a:pt x="74180" y="183003"/>
                </a:lnTo>
                <a:lnTo>
                  <a:pt x="82642" y="238933"/>
                </a:lnTo>
                <a:lnTo>
                  <a:pt x="85624" y="294799"/>
                </a:lnTo>
                <a:lnTo>
                  <a:pt x="82642" y="350567"/>
                </a:lnTo>
                <a:lnTo>
                  <a:pt x="74180" y="406432"/>
                </a:lnTo>
                <a:lnTo>
                  <a:pt x="60960" y="460319"/>
                </a:lnTo>
                <a:lnTo>
                  <a:pt x="43708" y="510153"/>
                </a:lnTo>
                <a:lnTo>
                  <a:pt x="23146" y="553860"/>
                </a:lnTo>
                <a:lnTo>
                  <a:pt x="0" y="589366"/>
                </a:lnTo>
                <a:lnTo>
                  <a:pt x="93069" y="589366"/>
                </a:lnTo>
                <a:lnTo>
                  <a:pt x="121990" y="546815"/>
                </a:lnTo>
                <a:lnTo>
                  <a:pt x="145508" y="501880"/>
                </a:lnTo>
                <a:lnTo>
                  <a:pt x="163686" y="454385"/>
                </a:lnTo>
                <a:lnTo>
                  <a:pt x="176591" y="404156"/>
                </a:lnTo>
                <a:lnTo>
                  <a:pt x="184287" y="351019"/>
                </a:lnTo>
                <a:lnTo>
                  <a:pt x="186838" y="294799"/>
                </a:lnTo>
                <a:lnTo>
                  <a:pt x="184287" y="238481"/>
                </a:lnTo>
                <a:lnTo>
                  <a:pt x="176591" y="185278"/>
                </a:lnTo>
                <a:lnTo>
                  <a:pt x="163686" y="135009"/>
                </a:lnTo>
                <a:lnTo>
                  <a:pt x="145508" y="87494"/>
                </a:lnTo>
                <a:lnTo>
                  <a:pt x="121990" y="42551"/>
                </a:lnTo>
                <a:lnTo>
                  <a:pt x="930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 descr=""/>
          <p:cNvGrpSpPr/>
          <p:nvPr/>
        </p:nvGrpSpPr>
        <p:grpSpPr>
          <a:xfrm>
            <a:off x="6096806" y="4628318"/>
            <a:ext cx="5341620" cy="345440"/>
            <a:chOff x="6096806" y="4628318"/>
            <a:chExt cx="5341620" cy="345440"/>
          </a:xfrm>
        </p:grpSpPr>
        <p:pic>
          <p:nvPicPr>
            <p:cNvPr id="17" name="object 17" descr="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1417" y="4628318"/>
              <a:ext cx="3634091" cy="345064"/>
            </a:xfrm>
            <a:prstGeom prst="rect">
              <a:avLst/>
            </a:prstGeom>
          </p:spPr>
        </p:pic>
        <p:sp>
          <p:nvSpPr>
            <p:cNvPr id="18" name="object 18" descr="">
              <a:hlinkClick r:id="rId2"/>
            </p:cNvPr>
            <p:cNvSpPr/>
            <p:nvPr/>
          </p:nvSpPr>
          <p:spPr>
            <a:xfrm>
              <a:off x="9799656" y="4640497"/>
              <a:ext cx="255904" cy="260350"/>
            </a:xfrm>
            <a:custGeom>
              <a:avLst/>
              <a:gdLst/>
              <a:ahLst/>
              <a:cxnLst/>
              <a:rect l="l" t="t" r="r" b="b"/>
              <a:pathLst>
                <a:path w="255904" h="260350">
                  <a:moveTo>
                    <a:pt x="255754" y="0"/>
                  </a:moveTo>
                  <a:lnTo>
                    <a:pt x="216934" y="0"/>
                  </a:lnTo>
                  <a:lnTo>
                    <a:pt x="129400" y="213889"/>
                  </a:lnTo>
                  <a:lnTo>
                    <a:pt x="126355" y="213889"/>
                  </a:lnTo>
                  <a:lnTo>
                    <a:pt x="38819" y="0"/>
                  </a:lnTo>
                  <a:lnTo>
                    <a:pt x="0" y="0"/>
                  </a:lnTo>
                  <a:lnTo>
                    <a:pt x="0" y="259813"/>
                  </a:lnTo>
                  <a:lnTo>
                    <a:pt x="30446" y="259813"/>
                  </a:lnTo>
                  <a:lnTo>
                    <a:pt x="30446" y="63430"/>
                  </a:lnTo>
                  <a:lnTo>
                    <a:pt x="32730" y="63430"/>
                  </a:lnTo>
                  <a:lnTo>
                    <a:pt x="113415" y="259813"/>
                  </a:lnTo>
                  <a:lnTo>
                    <a:pt x="142085" y="259813"/>
                  </a:lnTo>
                  <a:lnTo>
                    <a:pt x="222770" y="63685"/>
                  </a:lnTo>
                  <a:lnTo>
                    <a:pt x="225307" y="63685"/>
                  </a:lnTo>
                  <a:lnTo>
                    <a:pt x="225307" y="259813"/>
                  </a:lnTo>
                  <a:lnTo>
                    <a:pt x="255754" y="259813"/>
                  </a:lnTo>
                  <a:lnTo>
                    <a:pt x="255754" y="0"/>
                  </a:lnTo>
                  <a:close/>
                </a:path>
              </a:pathLst>
            </a:custGeom>
            <a:solidFill>
              <a:srgbClr val="2D3D8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>
              <a:hlinkClick r:id="rId2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99559" y="4702913"/>
              <a:ext cx="172278" cy="201457"/>
            </a:xfrm>
            <a:prstGeom prst="rect">
              <a:avLst/>
            </a:prstGeom>
          </p:spPr>
        </p:pic>
        <p:sp>
          <p:nvSpPr>
            <p:cNvPr id="20" name="object 20" descr="">
              <a:hlinkClick r:id="rId2"/>
            </p:cNvPr>
            <p:cNvSpPr/>
            <p:nvPr/>
          </p:nvSpPr>
          <p:spPr>
            <a:xfrm>
              <a:off x="10315981" y="4636947"/>
              <a:ext cx="400050" cy="267335"/>
            </a:xfrm>
            <a:custGeom>
              <a:avLst/>
              <a:gdLst/>
              <a:ahLst/>
              <a:cxnLst/>
              <a:rect l="l" t="t" r="r" b="b"/>
              <a:pathLst>
                <a:path w="400050" h="267335">
                  <a:moveTo>
                    <a:pt x="193332" y="3556"/>
                  </a:moveTo>
                  <a:lnTo>
                    <a:pt x="151218" y="3556"/>
                  </a:lnTo>
                  <a:lnTo>
                    <a:pt x="35521" y="131940"/>
                  </a:lnTo>
                  <a:lnTo>
                    <a:pt x="32219" y="131940"/>
                  </a:lnTo>
                  <a:lnTo>
                    <a:pt x="32219" y="3556"/>
                  </a:lnTo>
                  <a:lnTo>
                    <a:pt x="0" y="3556"/>
                  </a:lnTo>
                  <a:lnTo>
                    <a:pt x="0" y="263372"/>
                  </a:lnTo>
                  <a:lnTo>
                    <a:pt x="32219" y="263372"/>
                  </a:lnTo>
                  <a:lnTo>
                    <a:pt x="32219" y="179641"/>
                  </a:lnTo>
                  <a:lnTo>
                    <a:pt x="64693" y="143103"/>
                  </a:lnTo>
                  <a:lnTo>
                    <a:pt x="154012" y="263372"/>
                  </a:lnTo>
                  <a:lnTo>
                    <a:pt x="193332" y="263372"/>
                  </a:lnTo>
                  <a:lnTo>
                    <a:pt x="84747" y="120777"/>
                  </a:lnTo>
                  <a:lnTo>
                    <a:pt x="193332" y="3556"/>
                  </a:lnTo>
                  <a:close/>
                </a:path>
                <a:path w="400050" h="267335">
                  <a:moveTo>
                    <a:pt x="399872" y="133464"/>
                  </a:moveTo>
                  <a:lnTo>
                    <a:pt x="393700" y="77076"/>
                  </a:lnTo>
                  <a:lnTo>
                    <a:pt x="375869" y="35166"/>
                  </a:lnTo>
                  <a:lnTo>
                    <a:pt x="368401" y="28321"/>
                  </a:lnTo>
                  <a:lnTo>
                    <a:pt x="368401" y="133464"/>
                  </a:lnTo>
                  <a:lnTo>
                    <a:pt x="364413" y="178206"/>
                  </a:lnTo>
                  <a:lnTo>
                    <a:pt x="352806" y="211074"/>
                  </a:lnTo>
                  <a:lnTo>
                    <a:pt x="334149" y="231330"/>
                  </a:lnTo>
                  <a:lnTo>
                    <a:pt x="309029" y="238252"/>
                  </a:lnTo>
                  <a:lnTo>
                    <a:pt x="283921" y="231330"/>
                  </a:lnTo>
                  <a:lnTo>
                    <a:pt x="265264" y="211074"/>
                  </a:lnTo>
                  <a:lnTo>
                    <a:pt x="253657" y="178206"/>
                  </a:lnTo>
                  <a:lnTo>
                    <a:pt x="249669" y="133464"/>
                  </a:lnTo>
                  <a:lnTo>
                    <a:pt x="253695" y="88646"/>
                  </a:lnTo>
                  <a:lnTo>
                    <a:pt x="265366" y="55600"/>
                  </a:lnTo>
                  <a:lnTo>
                    <a:pt x="284022" y="35166"/>
                  </a:lnTo>
                  <a:lnTo>
                    <a:pt x="309029" y="28168"/>
                  </a:lnTo>
                  <a:lnTo>
                    <a:pt x="334048" y="35166"/>
                  </a:lnTo>
                  <a:lnTo>
                    <a:pt x="352704" y="55600"/>
                  </a:lnTo>
                  <a:lnTo>
                    <a:pt x="364375" y="88646"/>
                  </a:lnTo>
                  <a:lnTo>
                    <a:pt x="368401" y="133464"/>
                  </a:lnTo>
                  <a:lnTo>
                    <a:pt x="368401" y="28321"/>
                  </a:lnTo>
                  <a:lnTo>
                    <a:pt x="368236" y="28168"/>
                  </a:lnTo>
                  <a:lnTo>
                    <a:pt x="347306" y="9017"/>
                  </a:lnTo>
                  <a:lnTo>
                    <a:pt x="309029" y="0"/>
                  </a:lnTo>
                  <a:lnTo>
                    <a:pt x="270751" y="9017"/>
                  </a:lnTo>
                  <a:lnTo>
                    <a:pt x="242201" y="35166"/>
                  </a:lnTo>
                  <a:lnTo>
                    <a:pt x="224370" y="77076"/>
                  </a:lnTo>
                  <a:lnTo>
                    <a:pt x="218198" y="133464"/>
                  </a:lnTo>
                  <a:lnTo>
                    <a:pt x="224294" y="190169"/>
                  </a:lnTo>
                  <a:lnTo>
                    <a:pt x="242023" y="232067"/>
                  </a:lnTo>
                  <a:lnTo>
                    <a:pt x="270548" y="258025"/>
                  </a:lnTo>
                  <a:lnTo>
                    <a:pt x="309029" y="266915"/>
                  </a:lnTo>
                  <a:lnTo>
                    <a:pt x="347522" y="258025"/>
                  </a:lnTo>
                  <a:lnTo>
                    <a:pt x="369252" y="238252"/>
                  </a:lnTo>
                  <a:lnTo>
                    <a:pt x="376047" y="232067"/>
                  </a:lnTo>
                  <a:lnTo>
                    <a:pt x="393776" y="190169"/>
                  </a:lnTo>
                  <a:lnTo>
                    <a:pt x="399872" y="133464"/>
                  </a:lnTo>
                  <a:close/>
                </a:path>
              </a:pathLst>
            </a:custGeom>
            <a:solidFill>
              <a:srgbClr val="2D3D8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>
              <a:hlinkClick r:id="rId2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49854" y="4702913"/>
              <a:ext cx="177353" cy="201457"/>
            </a:xfrm>
            <a:prstGeom prst="rect">
              <a:avLst/>
            </a:prstGeom>
          </p:spPr>
        </p:pic>
        <p:sp>
          <p:nvSpPr>
            <p:cNvPr id="22" name="object 22" descr="">
              <a:hlinkClick r:id="rId2"/>
            </p:cNvPr>
            <p:cNvSpPr/>
            <p:nvPr/>
          </p:nvSpPr>
          <p:spPr>
            <a:xfrm>
              <a:off x="10971352" y="4640503"/>
              <a:ext cx="462280" cy="264795"/>
            </a:xfrm>
            <a:custGeom>
              <a:avLst/>
              <a:gdLst/>
              <a:ahLst/>
              <a:cxnLst/>
              <a:rect l="l" t="t" r="r" b="b"/>
              <a:pathLst>
                <a:path w="462279" h="264795">
                  <a:moveTo>
                    <a:pt x="202463" y="0"/>
                  </a:moveTo>
                  <a:lnTo>
                    <a:pt x="169989" y="0"/>
                  </a:lnTo>
                  <a:lnTo>
                    <a:pt x="169989" y="169240"/>
                  </a:lnTo>
                  <a:lnTo>
                    <a:pt x="165277" y="195326"/>
                  </a:lnTo>
                  <a:lnTo>
                    <a:pt x="151688" y="215887"/>
                  </a:lnTo>
                  <a:lnTo>
                    <a:pt x="130060" y="229349"/>
                  </a:lnTo>
                  <a:lnTo>
                    <a:pt x="101231" y="234188"/>
                  </a:lnTo>
                  <a:lnTo>
                    <a:pt x="72364" y="229349"/>
                  </a:lnTo>
                  <a:lnTo>
                    <a:pt x="50647" y="215887"/>
                  </a:lnTo>
                  <a:lnTo>
                    <a:pt x="36969" y="195326"/>
                  </a:lnTo>
                  <a:lnTo>
                    <a:pt x="32219" y="169240"/>
                  </a:lnTo>
                  <a:lnTo>
                    <a:pt x="32219" y="0"/>
                  </a:lnTo>
                  <a:lnTo>
                    <a:pt x="0" y="0"/>
                  </a:lnTo>
                  <a:lnTo>
                    <a:pt x="0" y="171767"/>
                  </a:lnTo>
                  <a:lnTo>
                    <a:pt x="7175" y="208826"/>
                  </a:lnTo>
                  <a:lnTo>
                    <a:pt x="27584" y="238150"/>
                  </a:lnTo>
                  <a:lnTo>
                    <a:pt x="59512" y="257441"/>
                  </a:lnTo>
                  <a:lnTo>
                    <a:pt x="101231" y="264375"/>
                  </a:lnTo>
                  <a:lnTo>
                    <a:pt x="142849" y="257441"/>
                  </a:lnTo>
                  <a:lnTo>
                    <a:pt x="174777" y="238150"/>
                  </a:lnTo>
                  <a:lnTo>
                    <a:pt x="195249" y="208826"/>
                  </a:lnTo>
                  <a:lnTo>
                    <a:pt x="202463" y="171767"/>
                  </a:lnTo>
                  <a:lnTo>
                    <a:pt x="202463" y="0"/>
                  </a:lnTo>
                  <a:close/>
                </a:path>
                <a:path w="462279" h="264795">
                  <a:moveTo>
                    <a:pt x="461772" y="259816"/>
                  </a:moveTo>
                  <a:lnTo>
                    <a:pt x="435013" y="186740"/>
                  </a:lnTo>
                  <a:lnTo>
                    <a:pt x="424611" y="158318"/>
                  </a:lnTo>
                  <a:lnTo>
                    <a:pt x="391871" y="68922"/>
                  </a:lnTo>
                  <a:lnTo>
                    <a:pt x="391871" y="158318"/>
                  </a:lnTo>
                  <a:lnTo>
                    <a:pt x="307378" y="158318"/>
                  </a:lnTo>
                  <a:lnTo>
                    <a:pt x="348615" y="41859"/>
                  </a:lnTo>
                  <a:lnTo>
                    <a:pt x="350647" y="41859"/>
                  </a:lnTo>
                  <a:lnTo>
                    <a:pt x="391871" y="158318"/>
                  </a:lnTo>
                  <a:lnTo>
                    <a:pt x="391871" y="68922"/>
                  </a:lnTo>
                  <a:lnTo>
                    <a:pt x="381965" y="41859"/>
                  </a:lnTo>
                  <a:lnTo>
                    <a:pt x="366623" y="0"/>
                  </a:lnTo>
                  <a:lnTo>
                    <a:pt x="332625" y="0"/>
                  </a:lnTo>
                  <a:lnTo>
                    <a:pt x="237477" y="259816"/>
                  </a:lnTo>
                  <a:lnTo>
                    <a:pt x="271487" y="259816"/>
                  </a:lnTo>
                  <a:lnTo>
                    <a:pt x="297357" y="186740"/>
                  </a:lnTo>
                  <a:lnTo>
                    <a:pt x="401891" y="186740"/>
                  </a:lnTo>
                  <a:lnTo>
                    <a:pt x="427774" y="259816"/>
                  </a:lnTo>
                  <a:lnTo>
                    <a:pt x="461772" y="259816"/>
                  </a:lnTo>
                  <a:close/>
                </a:path>
              </a:pathLst>
            </a:custGeom>
            <a:solidFill>
              <a:srgbClr val="2D3D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096806" y="4943444"/>
              <a:ext cx="5341620" cy="0"/>
            </a:xfrm>
            <a:custGeom>
              <a:avLst/>
              <a:gdLst/>
              <a:ahLst/>
              <a:cxnLst/>
              <a:rect l="l" t="t" r="r" b="b"/>
              <a:pathLst>
                <a:path w="5341620" h="0">
                  <a:moveTo>
                    <a:pt x="0" y="0"/>
                  </a:moveTo>
                  <a:lnTo>
                    <a:pt x="5341441" y="0"/>
                  </a:lnTo>
                </a:path>
              </a:pathLst>
            </a:custGeom>
            <a:ln w="18369">
              <a:solidFill>
                <a:srgbClr val="2D3D8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/>
          <p:nvPr/>
        </p:nvSpPr>
        <p:spPr>
          <a:xfrm>
            <a:off x="7864426" y="4065686"/>
            <a:ext cx="318770" cy="334645"/>
          </a:xfrm>
          <a:custGeom>
            <a:avLst/>
            <a:gdLst/>
            <a:ahLst/>
            <a:cxnLst/>
            <a:rect l="l" t="t" r="r" b="b"/>
            <a:pathLst>
              <a:path w="318770" h="334645">
                <a:moveTo>
                  <a:pt x="158580" y="0"/>
                </a:moveTo>
                <a:lnTo>
                  <a:pt x="108643" y="5470"/>
                </a:lnTo>
                <a:lnTo>
                  <a:pt x="70018" y="20721"/>
                </a:lnTo>
                <a:lnTo>
                  <a:pt x="45093" y="44639"/>
                </a:lnTo>
                <a:lnTo>
                  <a:pt x="36254" y="76107"/>
                </a:lnTo>
                <a:lnTo>
                  <a:pt x="45093" y="107363"/>
                </a:lnTo>
                <a:lnTo>
                  <a:pt x="70018" y="131043"/>
                </a:lnTo>
                <a:lnTo>
                  <a:pt x="108643" y="146005"/>
                </a:lnTo>
                <a:lnTo>
                  <a:pt x="158580" y="151108"/>
                </a:lnTo>
                <a:lnTo>
                  <a:pt x="208560" y="146005"/>
                </a:lnTo>
                <a:lnTo>
                  <a:pt x="247280" y="131043"/>
                </a:lnTo>
                <a:lnTo>
                  <a:pt x="252105" y="126477"/>
                </a:lnTo>
                <a:lnTo>
                  <a:pt x="158580" y="126477"/>
                </a:lnTo>
                <a:lnTo>
                  <a:pt x="121473" y="122926"/>
                </a:lnTo>
                <a:lnTo>
                  <a:pt x="92747" y="112812"/>
                </a:lnTo>
                <a:lnTo>
                  <a:pt x="74243" y="96937"/>
                </a:lnTo>
                <a:lnTo>
                  <a:pt x="67804" y="76107"/>
                </a:lnTo>
                <a:lnTo>
                  <a:pt x="74243" y="55074"/>
                </a:lnTo>
                <a:lnTo>
                  <a:pt x="92747" y="39022"/>
                </a:lnTo>
                <a:lnTo>
                  <a:pt x="121473" y="28782"/>
                </a:lnTo>
                <a:lnTo>
                  <a:pt x="158580" y="25184"/>
                </a:lnTo>
                <a:lnTo>
                  <a:pt x="251948" y="25184"/>
                </a:lnTo>
                <a:lnTo>
                  <a:pt x="247280" y="20721"/>
                </a:lnTo>
                <a:lnTo>
                  <a:pt x="208560" y="5470"/>
                </a:lnTo>
                <a:lnTo>
                  <a:pt x="158580" y="0"/>
                </a:lnTo>
                <a:close/>
              </a:path>
              <a:path w="318770" h="334645">
                <a:moveTo>
                  <a:pt x="251948" y="25184"/>
                </a:moveTo>
                <a:lnTo>
                  <a:pt x="158580" y="25184"/>
                </a:lnTo>
                <a:lnTo>
                  <a:pt x="195691" y="28782"/>
                </a:lnTo>
                <a:lnTo>
                  <a:pt x="224448" y="39022"/>
                </a:lnTo>
                <a:lnTo>
                  <a:pt x="243034" y="55074"/>
                </a:lnTo>
                <a:lnTo>
                  <a:pt x="249633" y="76107"/>
                </a:lnTo>
                <a:lnTo>
                  <a:pt x="243034" y="96937"/>
                </a:lnTo>
                <a:lnTo>
                  <a:pt x="224448" y="112812"/>
                </a:lnTo>
                <a:lnTo>
                  <a:pt x="195691" y="122926"/>
                </a:lnTo>
                <a:lnTo>
                  <a:pt x="158580" y="126477"/>
                </a:lnTo>
                <a:lnTo>
                  <a:pt x="252105" y="126477"/>
                </a:lnTo>
                <a:lnTo>
                  <a:pt x="272300" y="107363"/>
                </a:lnTo>
                <a:lnTo>
                  <a:pt x="281182" y="76107"/>
                </a:lnTo>
                <a:lnTo>
                  <a:pt x="272300" y="44639"/>
                </a:lnTo>
                <a:lnTo>
                  <a:pt x="251948" y="25184"/>
                </a:lnTo>
                <a:close/>
              </a:path>
              <a:path w="318770" h="334645">
                <a:moveTo>
                  <a:pt x="114299" y="209780"/>
                </a:moveTo>
                <a:lnTo>
                  <a:pt x="82749" y="209780"/>
                </a:lnTo>
                <a:lnTo>
                  <a:pt x="82749" y="334043"/>
                </a:lnTo>
                <a:lnTo>
                  <a:pt x="114299" y="334043"/>
                </a:lnTo>
                <a:lnTo>
                  <a:pt x="114299" y="209780"/>
                </a:lnTo>
                <a:close/>
              </a:path>
              <a:path w="318770" h="334645">
                <a:moveTo>
                  <a:pt x="234688" y="209780"/>
                </a:moveTo>
                <a:lnTo>
                  <a:pt x="203691" y="209780"/>
                </a:lnTo>
                <a:lnTo>
                  <a:pt x="203691" y="334043"/>
                </a:lnTo>
                <a:lnTo>
                  <a:pt x="234688" y="334043"/>
                </a:lnTo>
                <a:lnTo>
                  <a:pt x="234688" y="209780"/>
                </a:lnTo>
                <a:close/>
              </a:path>
              <a:path w="318770" h="334645">
                <a:moveTo>
                  <a:pt x="318545" y="184318"/>
                </a:moveTo>
                <a:lnTo>
                  <a:pt x="0" y="184318"/>
                </a:lnTo>
                <a:lnTo>
                  <a:pt x="0" y="209780"/>
                </a:lnTo>
                <a:lnTo>
                  <a:pt x="318545" y="209780"/>
                </a:lnTo>
                <a:lnTo>
                  <a:pt x="318545" y="1843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8253819" y="4067822"/>
            <a:ext cx="240029" cy="157480"/>
          </a:xfrm>
          <a:custGeom>
            <a:avLst/>
            <a:gdLst/>
            <a:ahLst/>
            <a:cxnLst/>
            <a:rect l="l" t="t" r="r" b="b"/>
            <a:pathLst>
              <a:path w="240029" h="157479">
                <a:moveTo>
                  <a:pt x="239661" y="132080"/>
                </a:moveTo>
                <a:lnTo>
                  <a:pt x="30441" y="132080"/>
                </a:lnTo>
                <a:lnTo>
                  <a:pt x="30441" y="90157"/>
                </a:lnTo>
                <a:lnTo>
                  <a:pt x="227482" y="90157"/>
                </a:lnTo>
                <a:lnTo>
                  <a:pt x="227482" y="64757"/>
                </a:lnTo>
                <a:lnTo>
                  <a:pt x="30441" y="64757"/>
                </a:lnTo>
                <a:lnTo>
                  <a:pt x="30441" y="25387"/>
                </a:lnTo>
                <a:lnTo>
                  <a:pt x="235788" y="25387"/>
                </a:lnTo>
                <a:lnTo>
                  <a:pt x="235788" y="0"/>
                </a:lnTo>
                <a:lnTo>
                  <a:pt x="0" y="0"/>
                </a:lnTo>
                <a:lnTo>
                  <a:pt x="0" y="25387"/>
                </a:lnTo>
                <a:lnTo>
                  <a:pt x="0" y="64757"/>
                </a:lnTo>
                <a:lnTo>
                  <a:pt x="0" y="90157"/>
                </a:lnTo>
                <a:lnTo>
                  <a:pt x="0" y="132080"/>
                </a:lnTo>
                <a:lnTo>
                  <a:pt x="0" y="157467"/>
                </a:lnTo>
                <a:lnTo>
                  <a:pt x="239661" y="157467"/>
                </a:lnTo>
                <a:lnTo>
                  <a:pt x="239661" y="1320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8294503" y="4287643"/>
            <a:ext cx="31115" cy="112395"/>
          </a:xfrm>
          <a:custGeom>
            <a:avLst/>
            <a:gdLst/>
            <a:ahLst/>
            <a:cxnLst/>
            <a:rect l="l" t="t" r="r" b="b"/>
            <a:pathLst>
              <a:path w="31115" h="112395">
                <a:moveTo>
                  <a:pt x="30719" y="0"/>
                </a:moveTo>
                <a:lnTo>
                  <a:pt x="0" y="0"/>
                </a:lnTo>
                <a:lnTo>
                  <a:pt x="0" y="112086"/>
                </a:lnTo>
                <a:lnTo>
                  <a:pt x="30719" y="112086"/>
                </a:lnTo>
                <a:lnTo>
                  <a:pt x="307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8210918" y="4261916"/>
            <a:ext cx="318770" cy="138430"/>
          </a:xfrm>
          <a:custGeom>
            <a:avLst/>
            <a:gdLst/>
            <a:ahLst/>
            <a:cxnLst/>
            <a:rect l="l" t="t" r="r" b="b"/>
            <a:pathLst>
              <a:path w="318770" h="138429">
                <a:moveTo>
                  <a:pt x="318541" y="0"/>
                </a:moveTo>
                <a:lnTo>
                  <a:pt x="0" y="0"/>
                </a:lnTo>
                <a:lnTo>
                  <a:pt x="0" y="25730"/>
                </a:lnTo>
                <a:lnTo>
                  <a:pt x="204241" y="25730"/>
                </a:lnTo>
                <a:lnTo>
                  <a:pt x="204241" y="137820"/>
                </a:lnTo>
                <a:lnTo>
                  <a:pt x="234962" y="137820"/>
                </a:lnTo>
                <a:lnTo>
                  <a:pt x="234962" y="25730"/>
                </a:lnTo>
                <a:lnTo>
                  <a:pt x="318541" y="25730"/>
                </a:lnTo>
                <a:lnTo>
                  <a:pt x="3185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8595601" y="4076699"/>
            <a:ext cx="241935" cy="182245"/>
          </a:xfrm>
          <a:custGeom>
            <a:avLst/>
            <a:gdLst/>
            <a:ahLst/>
            <a:cxnLst/>
            <a:rect l="l" t="t" r="r" b="b"/>
            <a:pathLst>
              <a:path w="241934" h="182245">
                <a:moveTo>
                  <a:pt x="241884" y="63"/>
                </a:moveTo>
                <a:lnTo>
                  <a:pt x="211442" y="63"/>
                </a:lnTo>
                <a:lnTo>
                  <a:pt x="211442" y="64770"/>
                </a:lnTo>
                <a:lnTo>
                  <a:pt x="211442" y="90170"/>
                </a:lnTo>
                <a:lnTo>
                  <a:pt x="211442" y="156210"/>
                </a:lnTo>
                <a:lnTo>
                  <a:pt x="30721" y="156210"/>
                </a:lnTo>
                <a:lnTo>
                  <a:pt x="30721" y="90170"/>
                </a:lnTo>
                <a:lnTo>
                  <a:pt x="211442" y="90170"/>
                </a:lnTo>
                <a:lnTo>
                  <a:pt x="211442" y="64770"/>
                </a:lnTo>
                <a:lnTo>
                  <a:pt x="30721" y="64770"/>
                </a:lnTo>
                <a:lnTo>
                  <a:pt x="30721" y="0"/>
                </a:lnTo>
                <a:lnTo>
                  <a:pt x="0" y="0"/>
                </a:lnTo>
                <a:lnTo>
                  <a:pt x="0" y="64770"/>
                </a:lnTo>
                <a:lnTo>
                  <a:pt x="0" y="90170"/>
                </a:lnTo>
                <a:lnTo>
                  <a:pt x="0" y="156210"/>
                </a:lnTo>
                <a:lnTo>
                  <a:pt x="0" y="181622"/>
                </a:lnTo>
                <a:lnTo>
                  <a:pt x="241884" y="181622"/>
                </a:lnTo>
                <a:lnTo>
                  <a:pt x="241884" y="64770"/>
                </a:lnTo>
                <a:lnTo>
                  <a:pt x="241884" y="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8557975" y="4327496"/>
            <a:ext cx="318770" cy="26034"/>
          </a:xfrm>
          <a:custGeom>
            <a:avLst/>
            <a:gdLst/>
            <a:ahLst/>
            <a:cxnLst/>
            <a:rect l="l" t="t" r="r" b="b"/>
            <a:pathLst>
              <a:path w="318770" h="26035">
                <a:moveTo>
                  <a:pt x="318545" y="0"/>
                </a:moveTo>
                <a:lnTo>
                  <a:pt x="0" y="0"/>
                </a:lnTo>
                <a:lnTo>
                  <a:pt x="0" y="25738"/>
                </a:lnTo>
                <a:lnTo>
                  <a:pt x="318545" y="25738"/>
                </a:lnTo>
                <a:lnTo>
                  <a:pt x="3185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9021992" y="4052125"/>
            <a:ext cx="272415" cy="347345"/>
          </a:xfrm>
          <a:custGeom>
            <a:avLst/>
            <a:gdLst/>
            <a:ahLst/>
            <a:cxnLst/>
            <a:rect l="l" t="t" r="r" b="b"/>
            <a:pathLst>
              <a:path w="272415" h="347345">
                <a:moveTo>
                  <a:pt x="269835" y="0"/>
                </a:moveTo>
                <a:lnTo>
                  <a:pt x="239116" y="0"/>
                </a:lnTo>
                <a:lnTo>
                  <a:pt x="239116" y="214208"/>
                </a:lnTo>
                <a:lnTo>
                  <a:pt x="269835" y="214208"/>
                </a:lnTo>
                <a:lnTo>
                  <a:pt x="269835" y="0"/>
                </a:lnTo>
                <a:close/>
              </a:path>
              <a:path w="272415" h="347345">
                <a:moveTo>
                  <a:pt x="159133" y="21863"/>
                </a:moveTo>
                <a:lnTo>
                  <a:pt x="0" y="21863"/>
                </a:lnTo>
                <a:lnTo>
                  <a:pt x="0" y="47601"/>
                </a:lnTo>
                <a:lnTo>
                  <a:pt x="128690" y="47601"/>
                </a:lnTo>
                <a:lnTo>
                  <a:pt x="128690" y="93266"/>
                </a:lnTo>
                <a:lnTo>
                  <a:pt x="830" y="93266"/>
                </a:lnTo>
                <a:lnTo>
                  <a:pt x="830" y="192344"/>
                </a:lnTo>
                <a:lnTo>
                  <a:pt x="29059" y="192344"/>
                </a:lnTo>
                <a:lnTo>
                  <a:pt x="74533" y="191938"/>
                </a:lnTo>
                <a:lnTo>
                  <a:pt x="116375" y="190338"/>
                </a:lnTo>
                <a:lnTo>
                  <a:pt x="157179" y="186973"/>
                </a:lnTo>
                <a:lnTo>
                  <a:pt x="199540" y="181274"/>
                </a:lnTo>
                <a:lnTo>
                  <a:pt x="197308" y="166606"/>
                </a:lnTo>
                <a:lnTo>
                  <a:pt x="30719" y="166606"/>
                </a:lnTo>
                <a:lnTo>
                  <a:pt x="30719" y="117344"/>
                </a:lnTo>
                <a:lnTo>
                  <a:pt x="159133" y="117344"/>
                </a:lnTo>
                <a:lnTo>
                  <a:pt x="159133" y="21863"/>
                </a:lnTo>
                <a:close/>
              </a:path>
              <a:path w="272415" h="347345">
                <a:moveTo>
                  <a:pt x="195665" y="155813"/>
                </a:moveTo>
                <a:lnTo>
                  <a:pt x="154948" y="161294"/>
                </a:lnTo>
                <a:lnTo>
                  <a:pt x="115475" y="164582"/>
                </a:lnTo>
                <a:lnTo>
                  <a:pt x="74862" y="166185"/>
                </a:lnTo>
                <a:lnTo>
                  <a:pt x="30719" y="166606"/>
                </a:lnTo>
                <a:lnTo>
                  <a:pt x="197308" y="166606"/>
                </a:lnTo>
                <a:lnTo>
                  <a:pt x="195665" y="155813"/>
                </a:lnTo>
                <a:close/>
              </a:path>
              <a:path w="272415" h="347345">
                <a:moveTo>
                  <a:pt x="154428" y="221127"/>
                </a:moveTo>
                <a:lnTo>
                  <a:pt x="105110" y="225339"/>
                </a:lnTo>
                <a:lnTo>
                  <a:pt x="68116" y="237594"/>
                </a:lnTo>
                <a:lnTo>
                  <a:pt x="44873" y="257321"/>
                </a:lnTo>
                <a:lnTo>
                  <a:pt x="36808" y="283950"/>
                </a:lnTo>
                <a:lnTo>
                  <a:pt x="44873" y="310579"/>
                </a:lnTo>
                <a:lnTo>
                  <a:pt x="68116" y="330307"/>
                </a:lnTo>
                <a:lnTo>
                  <a:pt x="105110" y="342562"/>
                </a:lnTo>
                <a:lnTo>
                  <a:pt x="154428" y="346774"/>
                </a:lnTo>
                <a:lnTo>
                  <a:pt x="203630" y="342562"/>
                </a:lnTo>
                <a:lnTo>
                  <a:pt x="240638" y="330307"/>
                </a:lnTo>
                <a:lnTo>
                  <a:pt x="250285" y="322142"/>
                </a:lnTo>
                <a:lnTo>
                  <a:pt x="154428" y="322142"/>
                </a:lnTo>
                <a:lnTo>
                  <a:pt x="117923" y="319560"/>
                </a:lnTo>
                <a:lnTo>
                  <a:pt x="90498" y="312075"/>
                </a:lnTo>
                <a:lnTo>
                  <a:pt x="73244" y="300075"/>
                </a:lnTo>
                <a:lnTo>
                  <a:pt x="67251" y="283950"/>
                </a:lnTo>
                <a:lnTo>
                  <a:pt x="73244" y="267942"/>
                </a:lnTo>
                <a:lnTo>
                  <a:pt x="90498" y="255929"/>
                </a:lnTo>
                <a:lnTo>
                  <a:pt x="117923" y="248378"/>
                </a:lnTo>
                <a:lnTo>
                  <a:pt x="154428" y="245758"/>
                </a:lnTo>
                <a:lnTo>
                  <a:pt x="250284" y="245758"/>
                </a:lnTo>
                <a:lnTo>
                  <a:pt x="240638" y="237594"/>
                </a:lnTo>
                <a:lnTo>
                  <a:pt x="203630" y="225339"/>
                </a:lnTo>
                <a:lnTo>
                  <a:pt x="154428" y="221127"/>
                </a:lnTo>
                <a:close/>
              </a:path>
              <a:path w="272415" h="347345">
                <a:moveTo>
                  <a:pt x="250284" y="245758"/>
                </a:moveTo>
                <a:lnTo>
                  <a:pt x="154428" y="245758"/>
                </a:lnTo>
                <a:lnTo>
                  <a:pt x="190774" y="248378"/>
                </a:lnTo>
                <a:lnTo>
                  <a:pt x="218117" y="255929"/>
                </a:lnTo>
                <a:lnTo>
                  <a:pt x="235341" y="267942"/>
                </a:lnTo>
                <a:lnTo>
                  <a:pt x="241330" y="283950"/>
                </a:lnTo>
                <a:lnTo>
                  <a:pt x="235341" y="300075"/>
                </a:lnTo>
                <a:lnTo>
                  <a:pt x="218117" y="312075"/>
                </a:lnTo>
                <a:lnTo>
                  <a:pt x="190774" y="319560"/>
                </a:lnTo>
                <a:lnTo>
                  <a:pt x="154428" y="322142"/>
                </a:lnTo>
                <a:lnTo>
                  <a:pt x="250285" y="322142"/>
                </a:lnTo>
                <a:lnTo>
                  <a:pt x="263946" y="310579"/>
                </a:lnTo>
                <a:lnTo>
                  <a:pt x="272050" y="283950"/>
                </a:lnTo>
                <a:lnTo>
                  <a:pt x="263946" y="257321"/>
                </a:lnTo>
                <a:lnTo>
                  <a:pt x="250284" y="2457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9351054" y="4087273"/>
            <a:ext cx="317500" cy="263525"/>
          </a:xfrm>
          <a:custGeom>
            <a:avLst/>
            <a:gdLst/>
            <a:ahLst/>
            <a:cxnLst/>
            <a:rect l="l" t="t" r="r" b="b"/>
            <a:pathLst>
              <a:path w="317500" h="263525">
                <a:moveTo>
                  <a:pt x="275765" y="120111"/>
                </a:moveTo>
                <a:lnTo>
                  <a:pt x="245619" y="120111"/>
                </a:lnTo>
                <a:lnTo>
                  <a:pt x="243775" y="140773"/>
                </a:lnTo>
                <a:lnTo>
                  <a:pt x="241036" y="162420"/>
                </a:lnTo>
                <a:lnTo>
                  <a:pt x="237232" y="185261"/>
                </a:lnTo>
                <a:lnTo>
                  <a:pt x="232197" y="209503"/>
                </a:lnTo>
                <a:lnTo>
                  <a:pt x="262917" y="212271"/>
                </a:lnTo>
                <a:lnTo>
                  <a:pt x="271397" y="163276"/>
                </a:lnTo>
                <a:lnTo>
                  <a:pt x="275751" y="120457"/>
                </a:lnTo>
                <a:lnTo>
                  <a:pt x="275765" y="120111"/>
                </a:lnTo>
                <a:close/>
              </a:path>
              <a:path w="317500" h="263525">
                <a:moveTo>
                  <a:pt x="277585" y="0"/>
                </a:moveTo>
                <a:lnTo>
                  <a:pt x="38191" y="0"/>
                </a:lnTo>
                <a:lnTo>
                  <a:pt x="38191" y="25737"/>
                </a:lnTo>
                <a:lnTo>
                  <a:pt x="247695" y="25737"/>
                </a:lnTo>
                <a:lnTo>
                  <a:pt x="247605" y="56526"/>
                </a:lnTo>
                <a:lnTo>
                  <a:pt x="246865" y="97002"/>
                </a:lnTo>
                <a:lnTo>
                  <a:pt x="28782" y="105996"/>
                </a:lnTo>
                <a:lnTo>
                  <a:pt x="33210" y="131458"/>
                </a:lnTo>
                <a:lnTo>
                  <a:pt x="245619" y="120111"/>
                </a:lnTo>
                <a:lnTo>
                  <a:pt x="275765" y="120111"/>
                </a:lnTo>
                <a:lnTo>
                  <a:pt x="277271" y="83337"/>
                </a:lnTo>
                <a:lnTo>
                  <a:pt x="277356" y="81270"/>
                </a:lnTo>
                <a:lnTo>
                  <a:pt x="277424" y="69880"/>
                </a:lnTo>
                <a:lnTo>
                  <a:pt x="277505" y="56526"/>
                </a:lnTo>
                <a:lnTo>
                  <a:pt x="277585" y="0"/>
                </a:lnTo>
                <a:close/>
              </a:path>
              <a:path w="317500" h="263525">
                <a:moveTo>
                  <a:pt x="317161" y="237732"/>
                </a:moveTo>
                <a:lnTo>
                  <a:pt x="0" y="237732"/>
                </a:lnTo>
                <a:lnTo>
                  <a:pt x="0" y="263470"/>
                </a:lnTo>
                <a:lnTo>
                  <a:pt x="317161" y="263470"/>
                </a:lnTo>
                <a:lnTo>
                  <a:pt x="317161" y="2377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996529" y="175742"/>
            <a:ext cx="1674495" cy="599440"/>
          </a:xfrm>
          <a:custGeom>
            <a:avLst/>
            <a:gdLst/>
            <a:ahLst/>
            <a:cxnLst/>
            <a:rect l="l" t="t" r="r" b="b"/>
            <a:pathLst>
              <a:path w="1674495" h="599440">
                <a:moveTo>
                  <a:pt x="526770" y="212890"/>
                </a:moveTo>
                <a:lnTo>
                  <a:pt x="463689" y="199618"/>
                </a:lnTo>
                <a:lnTo>
                  <a:pt x="411632" y="178054"/>
                </a:lnTo>
                <a:lnTo>
                  <a:pt x="373811" y="152158"/>
                </a:lnTo>
                <a:lnTo>
                  <a:pt x="370789" y="150101"/>
                </a:lnTo>
                <a:lnTo>
                  <a:pt x="341376" y="117665"/>
                </a:lnTo>
                <a:lnTo>
                  <a:pt x="323570" y="82664"/>
                </a:lnTo>
                <a:lnTo>
                  <a:pt x="317601" y="46990"/>
                </a:lnTo>
                <a:lnTo>
                  <a:pt x="317601" y="17907"/>
                </a:lnTo>
                <a:lnTo>
                  <a:pt x="229412" y="17907"/>
                </a:lnTo>
                <a:lnTo>
                  <a:pt x="229412" y="46990"/>
                </a:lnTo>
                <a:lnTo>
                  <a:pt x="223354" y="82664"/>
                </a:lnTo>
                <a:lnTo>
                  <a:pt x="205574" y="117665"/>
                </a:lnTo>
                <a:lnTo>
                  <a:pt x="176250" y="150101"/>
                </a:lnTo>
                <a:lnTo>
                  <a:pt x="135597" y="178054"/>
                </a:lnTo>
                <a:lnTo>
                  <a:pt x="83845" y="199618"/>
                </a:lnTo>
                <a:lnTo>
                  <a:pt x="21170" y="212890"/>
                </a:lnTo>
                <a:lnTo>
                  <a:pt x="54216" y="280606"/>
                </a:lnTo>
                <a:lnTo>
                  <a:pt x="113106" y="267754"/>
                </a:lnTo>
                <a:lnTo>
                  <a:pt x="164934" y="247650"/>
                </a:lnTo>
                <a:lnTo>
                  <a:pt x="209245" y="221132"/>
                </a:lnTo>
                <a:lnTo>
                  <a:pt x="245541" y="189014"/>
                </a:lnTo>
                <a:lnTo>
                  <a:pt x="273392" y="152158"/>
                </a:lnTo>
                <a:lnTo>
                  <a:pt x="301294" y="189014"/>
                </a:lnTo>
                <a:lnTo>
                  <a:pt x="337769" y="221132"/>
                </a:lnTo>
                <a:lnTo>
                  <a:pt x="382346" y="247650"/>
                </a:lnTo>
                <a:lnTo>
                  <a:pt x="434568" y="267754"/>
                </a:lnTo>
                <a:lnTo>
                  <a:pt x="493966" y="280606"/>
                </a:lnTo>
                <a:lnTo>
                  <a:pt x="526770" y="212890"/>
                </a:lnTo>
                <a:close/>
              </a:path>
              <a:path w="1674495" h="599440">
                <a:moveTo>
                  <a:pt x="546315" y="325970"/>
                </a:moveTo>
                <a:lnTo>
                  <a:pt x="0" y="325970"/>
                </a:lnTo>
                <a:lnTo>
                  <a:pt x="0" y="394385"/>
                </a:lnTo>
                <a:lnTo>
                  <a:pt x="229882" y="394385"/>
                </a:lnTo>
                <a:lnTo>
                  <a:pt x="229882" y="599363"/>
                </a:lnTo>
                <a:lnTo>
                  <a:pt x="312940" y="599363"/>
                </a:lnTo>
                <a:lnTo>
                  <a:pt x="312940" y="394385"/>
                </a:lnTo>
                <a:lnTo>
                  <a:pt x="546315" y="394385"/>
                </a:lnTo>
                <a:lnTo>
                  <a:pt x="546315" y="325970"/>
                </a:lnTo>
                <a:close/>
              </a:path>
              <a:path w="1674495" h="599440">
                <a:moveTo>
                  <a:pt x="937679" y="265938"/>
                </a:moveTo>
                <a:lnTo>
                  <a:pt x="887056" y="243903"/>
                </a:lnTo>
                <a:lnTo>
                  <a:pt x="852589" y="217081"/>
                </a:lnTo>
                <a:lnTo>
                  <a:pt x="848525" y="213918"/>
                </a:lnTo>
                <a:lnTo>
                  <a:pt x="821601" y="177812"/>
                </a:lnTo>
                <a:lnTo>
                  <a:pt x="805789" y="137375"/>
                </a:lnTo>
                <a:lnTo>
                  <a:pt x="800633" y="94462"/>
                </a:lnTo>
                <a:lnTo>
                  <a:pt x="800633" y="32105"/>
                </a:lnTo>
                <a:lnTo>
                  <a:pt x="716635" y="32105"/>
                </a:lnTo>
                <a:lnTo>
                  <a:pt x="716635" y="86321"/>
                </a:lnTo>
                <a:lnTo>
                  <a:pt x="711161" y="135191"/>
                </a:lnTo>
                <a:lnTo>
                  <a:pt x="694817" y="181317"/>
                </a:lnTo>
                <a:lnTo>
                  <a:pt x="666902" y="222580"/>
                </a:lnTo>
                <a:lnTo>
                  <a:pt x="626706" y="256921"/>
                </a:lnTo>
                <a:lnTo>
                  <a:pt x="573544" y="282232"/>
                </a:lnTo>
                <a:lnTo>
                  <a:pt x="618680" y="348081"/>
                </a:lnTo>
                <a:lnTo>
                  <a:pt x="665899" y="326263"/>
                </a:lnTo>
                <a:lnTo>
                  <a:pt x="705027" y="296456"/>
                </a:lnTo>
                <a:lnTo>
                  <a:pt x="736180" y="259702"/>
                </a:lnTo>
                <a:lnTo>
                  <a:pt x="759447" y="217081"/>
                </a:lnTo>
                <a:lnTo>
                  <a:pt x="782281" y="254076"/>
                </a:lnTo>
                <a:lnTo>
                  <a:pt x="812126" y="285978"/>
                </a:lnTo>
                <a:lnTo>
                  <a:pt x="849071" y="312000"/>
                </a:lnTo>
                <a:lnTo>
                  <a:pt x="893241" y="331330"/>
                </a:lnTo>
                <a:lnTo>
                  <a:pt x="937679" y="265938"/>
                </a:lnTo>
                <a:close/>
              </a:path>
              <a:path w="1674495" h="599440">
                <a:moveTo>
                  <a:pt x="1063320" y="483031"/>
                </a:moveTo>
                <a:lnTo>
                  <a:pt x="1056970" y="449351"/>
                </a:lnTo>
                <a:lnTo>
                  <a:pt x="1046492" y="433235"/>
                </a:lnTo>
                <a:lnTo>
                  <a:pt x="1038517" y="420954"/>
                </a:lnTo>
                <a:lnTo>
                  <a:pt x="1008824" y="398221"/>
                </a:lnTo>
                <a:lnTo>
                  <a:pt x="980490" y="386422"/>
                </a:lnTo>
                <a:lnTo>
                  <a:pt x="980490" y="483031"/>
                </a:lnTo>
                <a:lnTo>
                  <a:pt x="972807" y="505320"/>
                </a:lnTo>
                <a:lnTo>
                  <a:pt x="950036" y="521017"/>
                </a:lnTo>
                <a:lnTo>
                  <a:pt x="912660" y="530339"/>
                </a:lnTo>
                <a:lnTo>
                  <a:pt x="861123" y="533514"/>
                </a:lnTo>
                <a:lnTo>
                  <a:pt x="809117" y="530339"/>
                </a:lnTo>
                <a:lnTo>
                  <a:pt x="771144" y="521017"/>
                </a:lnTo>
                <a:lnTo>
                  <a:pt x="747915" y="505320"/>
                </a:lnTo>
                <a:lnTo>
                  <a:pt x="740130" y="483031"/>
                </a:lnTo>
                <a:lnTo>
                  <a:pt x="747915" y="461606"/>
                </a:lnTo>
                <a:lnTo>
                  <a:pt x="771144" y="445998"/>
                </a:lnTo>
                <a:lnTo>
                  <a:pt x="809117" y="436473"/>
                </a:lnTo>
                <a:lnTo>
                  <a:pt x="861123" y="433235"/>
                </a:lnTo>
                <a:lnTo>
                  <a:pt x="912660" y="436473"/>
                </a:lnTo>
                <a:lnTo>
                  <a:pt x="950036" y="445998"/>
                </a:lnTo>
                <a:lnTo>
                  <a:pt x="972807" y="461606"/>
                </a:lnTo>
                <a:lnTo>
                  <a:pt x="980490" y="483031"/>
                </a:lnTo>
                <a:lnTo>
                  <a:pt x="980490" y="386422"/>
                </a:lnTo>
                <a:lnTo>
                  <a:pt x="968768" y="381533"/>
                </a:lnTo>
                <a:lnTo>
                  <a:pt x="919251" y="371284"/>
                </a:lnTo>
                <a:lnTo>
                  <a:pt x="861123" y="367855"/>
                </a:lnTo>
                <a:lnTo>
                  <a:pt x="802144" y="371284"/>
                </a:lnTo>
                <a:lnTo>
                  <a:pt x="751878" y="381533"/>
                </a:lnTo>
                <a:lnTo>
                  <a:pt x="711250" y="398221"/>
                </a:lnTo>
                <a:lnTo>
                  <a:pt x="662482" y="449351"/>
                </a:lnTo>
                <a:lnTo>
                  <a:pt x="656145" y="483031"/>
                </a:lnTo>
                <a:lnTo>
                  <a:pt x="662482" y="517258"/>
                </a:lnTo>
                <a:lnTo>
                  <a:pt x="711250" y="568833"/>
                </a:lnTo>
                <a:lnTo>
                  <a:pt x="751878" y="585520"/>
                </a:lnTo>
                <a:lnTo>
                  <a:pt x="802144" y="595731"/>
                </a:lnTo>
                <a:lnTo>
                  <a:pt x="861123" y="599135"/>
                </a:lnTo>
                <a:lnTo>
                  <a:pt x="919251" y="595731"/>
                </a:lnTo>
                <a:lnTo>
                  <a:pt x="968768" y="585520"/>
                </a:lnTo>
                <a:lnTo>
                  <a:pt x="1008824" y="568833"/>
                </a:lnTo>
                <a:lnTo>
                  <a:pt x="1038517" y="545960"/>
                </a:lnTo>
                <a:lnTo>
                  <a:pt x="1046518" y="533514"/>
                </a:lnTo>
                <a:lnTo>
                  <a:pt x="1056970" y="517258"/>
                </a:lnTo>
                <a:lnTo>
                  <a:pt x="1063320" y="483031"/>
                </a:lnTo>
                <a:close/>
              </a:path>
              <a:path w="1674495" h="599440">
                <a:moveTo>
                  <a:pt x="1138250" y="140296"/>
                </a:moveTo>
                <a:lnTo>
                  <a:pt x="1057744" y="140296"/>
                </a:lnTo>
                <a:lnTo>
                  <a:pt x="1057744" y="0"/>
                </a:lnTo>
                <a:lnTo>
                  <a:pt x="973505" y="0"/>
                </a:lnTo>
                <a:lnTo>
                  <a:pt x="973505" y="355523"/>
                </a:lnTo>
                <a:lnTo>
                  <a:pt x="1057744" y="355523"/>
                </a:lnTo>
                <a:lnTo>
                  <a:pt x="1057744" y="209867"/>
                </a:lnTo>
                <a:lnTo>
                  <a:pt x="1138250" y="209867"/>
                </a:lnTo>
                <a:lnTo>
                  <a:pt x="1138250" y="140296"/>
                </a:lnTo>
                <a:close/>
              </a:path>
              <a:path w="1674495" h="599440">
                <a:moveTo>
                  <a:pt x="1669910" y="927"/>
                </a:moveTo>
                <a:lnTo>
                  <a:pt x="1586141" y="927"/>
                </a:lnTo>
                <a:lnTo>
                  <a:pt x="1586141" y="96786"/>
                </a:lnTo>
                <a:lnTo>
                  <a:pt x="1474927" y="96786"/>
                </a:lnTo>
                <a:lnTo>
                  <a:pt x="1476629" y="83223"/>
                </a:lnTo>
                <a:lnTo>
                  <a:pt x="1477860" y="69392"/>
                </a:lnTo>
                <a:lnTo>
                  <a:pt x="1478622" y="55295"/>
                </a:lnTo>
                <a:lnTo>
                  <a:pt x="1478876" y="40944"/>
                </a:lnTo>
                <a:lnTo>
                  <a:pt x="1202461" y="40944"/>
                </a:lnTo>
                <a:lnTo>
                  <a:pt x="1202461" y="108419"/>
                </a:lnTo>
                <a:lnTo>
                  <a:pt x="1387678" y="108419"/>
                </a:lnTo>
                <a:lnTo>
                  <a:pt x="1376934" y="148082"/>
                </a:lnTo>
                <a:lnTo>
                  <a:pt x="1356563" y="184683"/>
                </a:lnTo>
                <a:lnTo>
                  <a:pt x="1326134" y="217843"/>
                </a:lnTo>
                <a:lnTo>
                  <a:pt x="1285227" y="247142"/>
                </a:lnTo>
                <a:lnTo>
                  <a:pt x="1233436" y="272237"/>
                </a:lnTo>
                <a:lnTo>
                  <a:pt x="1170355" y="292696"/>
                </a:lnTo>
                <a:lnTo>
                  <a:pt x="1203159" y="358775"/>
                </a:lnTo>
                <a:lnTo>
                  <a:pt x="1256753" y="341630"/>
                </a:lnTo>
                <a:lnTo>
                  <a:pt x="1304607" y="320878"/>
                </a:lnTo>
                <a:lnTo>
                  <a:pt x="1346733" y="296532"/>
                </a:lnTo>
                <a:lnTo>
                  <a:pt x="1383080" y="268592"/>
                </a:lnTo>
                <a:lnTo>
                  <a:pt x="1413624" y="237045"/>
                </a:lnTo>
                <a:lnTo>
                  <a:pt x="1438351" y="201879"/>
                </a:lnTo>
                <a:lnTo>
                  <a:pt x="1457248" y="163093"/>
                </a:lnTo>
                <a:lnTo>
                  <a:pt x="1586141" y="163093"/>
                </a:lnTo>
                <a:lnTo>
                  <a:pt x="1586141" y="219875"/>
                </a:lnTo>
                <a:lnTo>
                  <a:pt x="1451660" y="219875"/>
                </a:lnTo>
                <a:lnTo>
                  <a:pt x="1451660" y="287350"/>
                </a:lnTo>
                <a:lnTo>
                  <a:pt x="1586141" y="287350"/>
                </a:lnTo>
                <a:lnTo>
                  <a:pt x="1586141" y="346214"/>
                </a:lnTo>
                <a:lnTo>
                  <a:pt x="1669910" y="346214"/>
                </a:lnTo>
                <a:lnTo>
                  <a:pt x="1669910" y="163093"/>
                </a:lnTo>
                <a:lnTo>
                  <a:pt x="1669910" y="96786"/>
                </a:lnTo>
                <a:lnTo>
                  <a:pt x="1669910" y="927"/>
                </a:lnTo>
                <a:close/>
              </a:path>
              <a:path w="1674495" h="599440">
                <a:moveTo>
                  <a:pt x="1674329" y="474421"/>
                </a:moveTo>
                <a:lnTo>
                  <a:pt x="1653819" y="418579"/>
                </a:lnTo>
                <a:lnTo>
                  <a:pt x="1617675" y="385978"/>
                </a:lnTo>
                <a:lnTo>
                  <a:pt x="1590103" y="373913"/>
                </a:lnTo>
                <a:lnTo>
                  <a:pt x="1590103" y="474421"/>
                </a:lnTo>
                <a:lnTo>
                  <a:pt x="1581746" y="498614"/>
                </a:lnTo>
                <a:lnTo>
                  <a:pt x="1558023" y="516013"/>
                </a:lnTo>
                <a:lnTo>
                  <a:pt x="1520367" y="526516"/>
                </a:lnTo>
                <a:lnTo>
                  <a:pt x="1470266" y="530034"/>
                </a:lnTo>
                <a:lnTo>
                  <a:pt x="1419377" y="526516"/>
                </a:lnTo>
                <a:lnTo>
                  <a:pt x="1381366" y="516013"/>
                </a:lnTo>
                <a:lnTo>
                  <a:pt x="1357617" y="498614"/>
                </a:lnTo>
                <a:lnTo>
                  <a:pt x="1349514" y="474421"/>
                </a:lnTo>
                <a:lnTo>
                  <a:pt x="1357617" y="450049"/>
                </a:lnTo>
                <a:lnTo>
                  <a:pt x="1381366" y="432536"/>
                </a:lnTo>
                <a:lnTo>
                  <a:pt x="1419377" y="422008"/>
                </a:lnTo>
                <a:lnTo>
                  <a:pt x="1470266" y="418579"/>
                </a:lnTo>
                <a:lnTo>
                  <a:pt x="1520367" y="422008"/>
                </a:lnTo>
                <a:lnTo>
                  <a:pt x="1558023" y="432536"/>
                </a:lnTo>
                <a:lnTo>
                  <a:pt x="1581746" y="450049"/>
                </a:lnTo>
                <a:lnTo>
                  <a:pt x="1590103" y="474421"/>
                </a:lnTo>
                <a:lnTo>
                  <a:pt x="1590103" y="373913"/>
                </a:lnTo>
                <a:lnTo>
                  <a:pt x="1577047" y="368185"/>
                </a:lnTo>
                <a:lnTo>
                  <a:pt x="1527530" y="357085"/>
                </a:lnTo>
                <a:lnTo>
                  <a:pt x="1470266" y="353199"/>
                </a:lnTo>
                <a:lnTo>
                  <a:pt x="1412430" y="357085"/>
                </a:lnTo>
                <a:lnTo>
                  <a:pt x="1362532" y="368185"/>
                </a:lnTo>
                <a:lnTo>
                  <a:pt x="1321739" y="385978"/>
                </a:lnTo>
                <a:lnTo>
                  <a:pt x="1291196" y="409956"/>
                </a:lnTo>
                <a:lnTo>
                  <a:pt x="1265516" y="474421"/>
                </a:lnTo>
                <a:lnTo>
                  <a:pt x="1272070" y="509485"/>
                </a:lnTo>
                <a:lnTo>
                  <a:pt x="1321739" y="563587"/>
                </a:lnTo>
                <a:lnTo>
                  <a:pt x="1362532" y="581558"/>
                </a:lnTo>
                <a:lnTo>
                  <a:pt x="1412430" y="592734"/>
                </a:lnTo>
                <a:lnTo>
                  <a:pt x="1470266" y="596569"/>
                </a:lnTo>
                <a:lnTo>
                  <a:pt x="1527530" y="592734"/>
                </a:lnTo>
                <a:lnTo>
                  <a:pt x="1577047" y="581558"/>
                </a:lnTo>
                <a:lnTo>
                  <a:pt x="1617675" y="563587"/>
                </a:lnTo>
                <a:lnTo>
                  <a:pt x="1648206" y="539394"/>
                </a:lnTo>
                <a:lnTo>
                  <a:pt x="1654238" y="530034"/>
                </a:lnTo>
                <a:lnTo>
                  <a:pt x="1667484" y="509485"/>
                </a:lnTo>
                <a:lnTo>
                  <a:pt x="1674329" y="4744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766727" y="176662"/>
            <a:ext cx="482600" cy="598805"/>
          </a:xfrm>
          <a:custGeom>
            <a:avLst/>
            <a:gdLst/>
            <a:ahLst/>
            <a:cxnLst/>
            <a:rect l="l" t="t" r="r" b="b"/>
            <a:pathLst>
              <a:path w="482600" h="598805">
                <a:moveTo>
                  <a:pt x="482335" y="0"/>
                </a:moveTo>
                <a:lnTo>
                  <a:pt x="398573" y="0"/>
                </a:lnTo>
                <a:lnTo>
                  <a:pt x="398573" y="83064"/>
                </a:lnTo>
                <a:lnTo>
                  <a:pt x="299452" y="83064"/>
                </a:lnTo>
                <a:lnTo>
                  <a:pt x="299452" y="149376"/>
                </a:lnTo>
                <a:lnTo>
                  <a:pt x="398573" y="149376"/>
                </a:lnTo>
                <a:lnTo>
                  <a:pt x="398573" y="210105"/>
                </a:lnTo>
                <a:lnTo>
                  <a:pt x="299452" y="210105"/>
                </a:lnTo>
                <a:lnTo>
                  <a:pt x="299452" y="276650"/>
                </a:lnTo>
                <a:lnTo>
                  <a:pt x="398573" y="276650"/>
                </a:lnTo>
                <a:lnTo>
                  <a:pt x="398573" y="368790"/>
                </a:lnTo>
                <a:lnTo>
                  <a:pt x="482335" y="368790"/>
                </a:lnTo>
                <a:lnTo>
                  <a:pt x="482335" y="0"/>
                </a:lnTo>
                <a:close/>
              </a:path>
              <a:path w="482600" h="598805">
                <a:moveTo>
                  <a:pt x="264783" y="34202"/>
                </a:moveTo>
                <a:lnTo>
                  <a:pt x="0" y="34202"/>
                </a:lnTo>
                <a:lnTo>
                  <a:pt x="0" y="100049"/>
                </a:lnTo>
                <a:lnTo>
                  <a:pt x="181021" y="100049"/>
                </a:lnTo>
                <a:lnTo>
                  <a:pt x="181021" y="158917"/>
                </a:lnTo>
                <a:lnTo>
                  <a:pt x="930" y="158917"/>
                </a:lnTo>
                <a:lnTo>
                  <a:pt x="930" y="352270"/>
                </a:lnTo>
                <a:lnTo>
                  <a:pt x="46069" y="352270"/>
                </a:lnTo>
                <a:lnTo>
                  <a:pt x="109595" y="351753"/>
                </a:lnTo>
                <a:lnTo>
                  <a:pt x="163326" y="350476"/>
                </a:lnTo>
                <a:lnTo>
                  <a:pt x="210144" y="348015"/>
                </a:lnTo>
                <a:lnTo>
                  <a:pt x="252931" y="343946"/>
                </a:lnTo>
                <a:lnTo>
                  <a:pt x="294566" y="337844"/>
                </a:lnTo>
                <a:lnTo>
                  <a:pt x="288562" y="285259"/>
                </a:lnTo>
                <a:lnTo>
                  <a:pt x="83996" y="285259"/>
                </a:lnTo>
                <a:lnTo>
                  <a:pt x="83996" y="221041"/>
                </a:lnTo>
                <a:lnTo>
                  <a:pt x="264783" y="221041"/>
                </a:lnTo>
                <a:lnTo>
                  <a:pt x="264783" y="34202"/>
                </a:lnTo>
                <a:close/>
              </a:path>
              <a:path w="482600" h="598805">
                <a:moveTo>
                  <a:pt x="286888" y="270600"/>
                </a:moveTo>
                <a:lnTo>
                  <a:pt x="242098" y="277635"/>
                </a:lnTo>
                <a:lnTo>
                  <a:pt x="196087" y="282031"/>
                </a:lnTo>
                <a:lnTo>
                  <a:pt x="144753" y="284376"/>
                </a:lnTo>
                <a:lnTo>
                  <a:pt x="83996" y="285259"/>
                </a:lnTo>
                <a:lnTo>
                  <a:pt x="288562" y="285259"/>
                </a:lnTo>
                <a:lnTo>
                  <a:pt x="286888" y="270600"/>
                </a:lnTo>
                <a:close/>
              </a:path>
              <a:path w="482600" h="598805">
                <a:moveTo>
                  <a:pt x="482335" y="395315"/>
                </a:moveTo>
                <a:lnTo>
                  <a:pt x="69570" y="395315"/>
                </a:lnTo>
                <a:lnTo>
                  <a:pt x="69570" y="462325"/>
                </a:lnTo>
                <a:lnTo>
                  <a:pt x="398573" y="462325"/>
                </a:lnTo>
                <a:lnTo>
                  <a:pt x="398573" y="598440"/>
                </a:lnTo>
                <a:lnTo>
                  <a:pt x="482335" y="598440"/>
                </a:lnTo>
                <a:lnTo>
                  <a:pt x="482335" y="3953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2026-04-16T00:56:05Z</dcterms:created>
  <dcterms:modified xsi:type="dcterms:W3CDTF">2026-04-16T00:56:05Z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2026-04-06T00:00:00Z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2026-04-16T00:00:00Z</vt:filetime>
  </property>
  <property fmtid="{D5CDD505-2E9C-101B-9397-08002B2CF9AE}" pid="5" name="Producer">
    <vt:lpwstr>pdf-merger-js</vt:lpwstr>
  </property>
</Properties>
</file>