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3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07807" y="4128670"/>
            <a:ext cx="10502900" cy="2429510"/>
            <a:chOff x="1507807" y="4128670"/>
            <a:chExt cx="10502900" cy="2429510"/>
          </a:xfrm>
        </p:grpSpPr>
        <p:sp>
          <p:nvSpPr>
            <p:cNvPr id="4" name="object 4" descr=""/>
            <p:cNvSpPr/>
            <p:nvPr/>
          </p:nvSpPr>
          <p:spPr>
            <a:xfrm>
              <a:off x="1792824" y="4695040"/>
              <a:ext cx="8646795" cy="1805305"/>
            </a:xfrm>
            <a:custGeom>
              <a:avLst/>
              <a:gdLst/>
              <a:ahLst/>
              <a:cxnLst/>
              <a:rect l="l" t="t" r="r" b="b"/>
              <a:pathLst>
                <a:path w="8646795" h="1805304">
                  <a:moveTo>
                    <a:pt x="1645394" y="1389591"/>
                  </a:moveTo>
                  <a:lnTo>
                    <a:pt x="0" y="1389591"/>
                  </a:lnTo>
                  <a:lnTo>
                    <a:pt x="0" y="1599218"/>
                  </a:lnTo>
                  <a:lnTo>
                    <a:pt x="1645394" y="1599218"/>
                  </a:lnTo>
                  <a:lnTo>
                    <a:pt x="1645394" y="1389591"/>
                  </a:lnTo>
                  <a:close/>
                </a:path>
                <a:path w="8646795" h="1805304">
                  <a:moveTo>
                    <a:pt x="941542" y="1064470"/>
                  </a:moveTo>
                  <a:lnTo>
                    <a:pt x="692020" y="1064470"/>
                  </a:lnTo>
                  <a:lnTo>
                    <a:pt x="692020" y="1389591"/>
                  </a:lnTo>
                  <a:lnTo>
                    <a:pt x="941542" y="1389591"/>
                  </a:lnTo>
                  <a:lnTo>
                    <a:pt x="941542" y="1064470"/>
                  </a:lnTo>
                  <a:close/>
                </a:path>
                <a:path w="8646795" h="1805304">
                  <a:moveTo>
                    <a:pt x="1500059" y="867408"/>
                  </a:moveTo>
                  <a:lnTo>
                    <a:pt x="136330" y="867408"/>
                  </a:lnTo>
                  <a:lnTo>
                    <a:pt x="136330" y="1064470"/>
                  </a:lnTo>
                  <a:lnTo>
                    <a:pt x="1500059" y="1064470"/>
                  </a:lnTo>
                  <a:lnTo>
                    <a:pt x="1500059" y="867408"/>
                  </a:lnTo>
                  <a:close/>
                </a:path>
                <a:path w="8646795" h="1805304">
                  <a:moveTo>
                    <a:pt x="629090" y="352973"/>
                  </a:moveTo>
                  <a:lnTo>
                    <a:pt x="377475" y="352973"/>
                  </a:lnTo>
                  <a:lnTo>
                    <a:pt x="377475" y="867408"/>
                  </a:lnTo>
                  <a:lnTo>
                    <a:pt x="629090" y="867408"/>
                  </a:lnTo>
                  <a:lnTo>
                    <a:pt x="629090" y="352973"/>
                  </a:lnTo>
                  <a:close/>
                </a:path>
                <a:path w="8646795" h="1805304">
                  <a:moveTo>
                    <a:pt x="1254726" y="352973"/>
                  </a:moveTo>
                  <a:lnTo>
                    <a:pt x="1005833" y="352973"/>
                  </a:lnTo>
                  <a:lnTo>
                    <a:pt x="1005833" y="867408"/>
                  </a:lnTo>
                  <a:lnTo>
                    <a:pt x="1254726" y="867408"/>
                  </a:lnTo>
                  <a:lnTo>
                    <a:pt x="1254726" y="352973"/>
                  </a:lnTo>
                  <a:close/>
                </a:path>
                <a:path w="8646795" h="1805304">
                  <a:moveTo>
                    <a:pt x="1508435" y="151618"/>
                  </a:moveTo>
                  <a:lnTo>
                    <a:pt x="128687" y="151618"/>
                  </a:lnTo>
                  <a:lnTo>
                    <a:pt x="128687" y="352973"/>
                  </a:lnTo>
                  <a:lnTo>
                    <a:pt x="1508435" y="352973"/>
                  </a:lnTo>
                  <a:lnTo>
                    <a:pt x="1508435" y="151618"/>
                  </a:lnTo>
                  <a:close/>
                </a:path>
                <a:path w="8646795" h="1805304">
                  <a:moveTo>
                    <a:pt x="3202834" y="133503"/>
                  </a:moveTo>
                  <a:lnTo>
                    <a:pt x="1944652" y="133503"/>
                  </a:lnTo>
                  <a:lnTo>
                    <a:pt x="1944652" y="1128866"/>
                  </a:lnTo>
                  <a:lnTo>
                    <a:pt x="3216760" y="1128866"/>
                  </a:lnTo>
                  <a:lnTo>
                    <a:pt x="3216760" y="930338"/>
                  </a:lnTo>
                  <a:lnTo>
                    <a:pt x="2200456" y="930338"/>
                  </a:lnTo>
                  <a:lnTo>
                    <a:pt x="2200456" y="725527"/>
                  </a:lnTo>
                  <a:lnTo>
                    <a:pt x="3160217" y="725527"/>
                  </a:lnTo>
                  <a:lnTo>
                    <a:pt x="3160217" y="527732"/>
                  </a:lnTo>
                  <a:lnTo>
                    <a:pt x="2200456" y="527732"/>
                  </a:lnTo>
                  <a:lnTo>
                    <a:pt x="2200456" y="337581"/>
                  </a:lnTo>
                  <a:lnTo>
                    <a:pt x="3202834" y="337581"/>
                  </a:lnTo>
                  <a:lnTo>
                    <a:pt x="3202834" y="133503"/>
                  </a:lnTo>
                  <a:close/>
                </a:path>
                <a:path w="8646795" h="1805304">
                  <a:moveTo>
                    <a:pt x="3395708" y="1385298"/>
                  </a:moveTo>
                  <a:lnTo>
                    <a:pt x="1750313" y="1385298"/>
                  </a:lnTo>
                  <a:lnTo>
                    <a:pt x="1750313" y="1590841"/>
                  </a:lnTo>
                  <a:lnTo>
                    <a:pt x="3395708" y="1590841"/>
                  </a:lnTo>
                  <a:lnTo>
                    <a:pt x="3395708" y="1385298"/>
                  </a:lnTo>
                  <a:close/>
                </a:path>
                <a:path w="8646795" h="1805304">
                  <a:moveTo>
                    <a:pt x="5141832" y="768144"/>
                  </a:moveTo>
                  <a:lnTo>
                    <a:pt x="3500626" y="768144"/>
                  </a:lnTo>
                  <a:lnTo>
                    <a:pt x="3500626" y="964577"/>
                  </a:lnTo>
                  <a:lnTo>
                    <a:pt x="5141832" y="964577"/>
                  </a:lnTo>
                  <a:lnTo>
                    <a:pt x="5141832" y="768144"/>
                  </a:lnTo>
                  <a:close/>
                </a:path>
                <a:path w="8646795" h="1805304">
                  <a:moveTo>
                    <a:pt x="4444262" y="654953"/>
                  </a:moveTo>
                  <a:lnTo>
                    <a:pt x="4191285" y="654953"/>
                  </a:lnTo>
                  <a:lnTo>
                    <a:pt x="4191285" y="768144"/>
                  </a:lnTo>
                  <a:lnTo>
                    <a:pt x="4444262" y="768144"/>
                  </a:lnTo>
                  <a:lnTo>
                    <a:pt x="4444262" y="654953"/>
                  </a:lnTo>
                  <a:close/>
                </a:path>
                <a:path w="8646795" h="1805304">
                  <a:moveTo>
                    <a:pt x="4982466" y="466896"/>
                  </a:moveTo>
                  <a:lnTo>
                    <a:pt x="3656537" y="466896"/>
                  </a:lnTo>
                  <a:lnTo>
                    <a:pt x="3656537" y="654953"/>
                  </a:lnTo>
                  <a:lnTo>
                    <a:pt x="4982466" y="654953"/>
                  </a:lnTo>
                  <a:lnTo>
                    <a:pt x="4982466" y="466896"/>
                  </a:lnTo>
                  <a:close/>
                </a:path>
                <a:path w="8646795" h="1805304">
                  <a:moveTo>
                    <a:pt x="4129717" y="230673"/>
                  </a:moveTo>
                  <a:lnTo>
                    <a:pt x="3878101" y="230673"/>
                  </a:lnTo>
                  <a:lnTo>
                    <a:pt x="3878101" y="466896"/>
                  </a:lnTo>
                  <a:lnTo>
                    <a:pt x="4129717" y="466896"/>
                  </a:lnTo>
                  <a:lnTo>
                    <a:pt x="4129717" y="230673"/>
                  </a:lnTo>
                  <a:close/>
                </a:path>
                <a:path w="8646795" h="1805304">
                  <a:moveTo>
                    <a:pt x="4760169" y="230673"/>
                  </a:moveTo>
                  <a:lnTo>
                    <a:pt x="4506459" y="230673"/>
                  </a:lnTo>
                  <a:lnTo>
                    <a:pt x="4506459" y="466896"/>
                  </a:lnTo>
                  <a:lnTo>
                    <a:pt x="4760169" y="466896"/>
                  </a:lnTo>
                  <a:lnTo>
                    <a:pt x="4760169" y="230673"/>
                  </a:lnTo>
                  <a:close/>
                </a:path>
                <a:path w="8646795" h="1805304">
                  <a:moveTo>
                    <a:pt x="4994402" y="43977"/>
                  </a:moveTo>
                  <a:lnTo>
                    <a:pt x="3644705" y="43977"/>
                  </a:lnTo>
                  <a:lnTo>
                    <a:pt x="3644705" y="230673"/>
                  </a:lnTo>
                  <a:lnTo>
                    <a:pt x="4994402" y="230673"/>
                  </a:lnTo>
                  <a:lnTo>
                    <a:pt x="4994402" y="43977"/>
                  </a:lnTo>
                  <a:close/>
                </a:path>
                <a:path w="8646795" h="1805304">
                  <a:moveTo>
                    <a:pt x="4941210" y="1058920"/>
                  </a:moveTo>
                  <a:lnTo>
                    <a:pt x="3690044" y="1058920"/>
                  </a:lnTo>
                  <a:lnTo>
                    <a:pt x="3690044" y="1237868"/>
                  </a:lnTo>
                  <a:lnTo>
                    <a:pt x="4692422" y="1237868"/>
                  </a:lnTo>
                  <a:lnTo>
                    <a:pt x="4692422" y="1330116"/>
                  </a:lnTo>
                  <a:lnTo>
                    <a:pt x="3691510" y="1330116"/>
                  </a:lnTo>
                  <a:lnTo>
                    <a:pt x="3691510" y="1787903"/>
                  </a:lnTo>
                  <a:lnTo>
                    <a:pt x="4988120" y="1787903"/>
                  </a:lnTo>
                  <a:lnTo>
                    <a:pt x="4988120" y="1602045"/>
                  </a:lnTo>
                  <a:lnTo>
                    <a:pt x="3938937" y="1602045"/>
                  </a:lnTo>
                  <a:lnTo>
                    <a:pt x="3938937" y="1499954"/>
                  </a:lnTo>
                  <a:lnTo>
                    <a:pt x="4941210" y="1499954"/>
                  </a:lnTo>
                  <a:lnTo>
                    <a:pt x="4941210" y="1058920"/>
                  </a:lnTo>
                  <a:close/>
                </a:path>
                <a:path w="8646795" h="1805304">
                  <a:moveTo>
                    <a:pt x="6758014" y="0"/>
                  </a:moveTo>
                  <a:lnTo>
                    <a:pt x="6507027" y="0"/>
                  </a:lnTo>
                  <a:lnTo>
                    <a:pt x="6507027" y="1804761"/>
                  </a:lnTo>
                  <a:lnTo>
                    <a:pt x="6758014" y="1804761"/>
                  </a:lnTo>
                  <a:lnTo>
                    <a:pt x="6758014" y="0"/>
                  </a:lnTo>
                  <a:close/>
                </a:path>
                <a:path w="8646795" h="1805304">
                  <a:moveTo>
                    <a:pt x="6200858" y="151618"/>
                  </a:moveTo>
                  <a:lnTo>
                    <a:pt x="5346015" y="151618"/>
                  </a:lnTo>
                  <a:lnTo>
                    <a:pt x="5346015" y="355067"/>
                  </a:lnTo>
                  <a:lnTo>
                    <a:pt x="5943693" y="355067"/>
                  </a:lnTo>
                  <a:lnTo>
                    <a:pt x="5943693" y="646577"/>
                  </a:lnTo>
                  <a:lnTo>
                    <a:pt x="5347481" y="646577"/>
                  </a:lnTo>
                  <a:lnTo>
                    <a:pt x="5347481" y="1383203"/>
                  </a:lnTo>
                  <a:lnTo>
                    <a:pt x="5556230" y="1383203"/>
                  </a:lnTo>
                  <a:lnTo>
                    <a:pt x="5720283" y="1381218"/>
                  </a:lnTo>
                  <a:lnTo>
                    <a:pt x="5820765" y="1378387"/>
                  </a:lnTo>
                  <a:lnTo>
                    <a:pt x="5869933" y="1376459"/>
                  </a:lnTo>
                  <a:lnTo>
                    <a:pt x="5918799" y="1374032"/>
                  </a:lnTo>
                  <a:lnTo>
                    <a:pt x="5967357" y="1371110"/>
                  </a:lnTo>
                  <a:lnTo>
                    <a:pt x="6015601" y="1367699"/>
                  </a:lnTo>
                  <a:lnTo>
                    <a:pt x="6063524" y="1363805"/>
                  </a:lnTo>
                  <a:lnTo>
                    <a:pt x="6111122" y="1359435"/>
                  </a:lnTo>
                  <a:lnTo>
                    <a:pt x="6158678" y="1354488"/>
                  </a:lnTo>
                  <a:lnTo>
                    <a:pt x="6206477" y="1348863"/>
                  </a:lnTo>
                  <a:lnTo>
                    <a:pt x="6254521" y="1342563"/>
                  </a:lnTo>
                  <a:lnTo>
                    <a:pt x="6302809" y="1335592"/>
                  </a:lnTo>
                  <a:lnTo>
                    <a:pt x="6351342" y="1327952"/>
                  </a:lnTo>
                  <a:lnTo>
                    <a:pt x="6400119" y="1319645"/>
                  </a:lnTo>
                  <a:lnTo>
                    <a:pt x="6384882" y="1175671"/>
                  </a:lnTo>
                  <a:lnTo>
                    <a:pt x="5607473" y="1175671"/>
                  </a:lnTo>
                  <a:lnTo>
                    <a:pt x="5607473" y="845000"/>
                  </a:lnTo>
                  <a:lnTo>
                    <a:pt x="6200858" y="845000"/>
                  </a:lnTo>
                  <a:lnTo>
                    <a:pt x="6200858" y="151618"/>
                  </a:lnTo>
                  <a:close/>
                </a:path>
                <a:path w="8646795" h="1805304">
                  <a:moveTo>
                    <a:pt x="6378444" y="1114835"/>
                  </a:moveTo>
                  <a:lnTo>
                    <a:pt x="6326361" y="1123216"/>
                  </a:lnTo>
                  <a:lnTo>
                    <a:pt x="6274776" y="1130893"/>
                  </a:lnTo>
                  <a:lnTo>
                    <a:pt x="6223683" y="1137866"/>
                  </a:lnTo>
                  <a:lnTo>
                    <a:pt x="6173077" y="1144136"/>
                  </a:lnTo>
                  <a:lnTo>
                    <a:pt x="6122954" y="1149703"/>
                  </a:lnTo>
                  <a:lnTo>
                    <a:pt x="6072983" y="1154630"/>
                  </a:lnTo>
                  <a:lnTo>
                    <a:pt x="6022836" y="1158989"/>
                  </a:lnTo>
                  <a:lnTo>
                    <a:pt x="5972513" y="1162790"/>
                  </a:lnTo>
                  <a:lnTo>
                    <a:pt x="5922014" y="1166044"/>
                  </a:lnTo>
                  <a:lnTo>
                    <a:pt x="5871339" y="1168760"/>
                  </a:lnTo>
                  <a:lnTo>
                    <a:pt x="5820174" y="1170946"/>
                  </a:lnTo>
                  <a:lnTo>
                    <a:pt x="5715432" y="1174112"/>
                  </a:lnTo>
                  <a:lnTo>
                    <a:pt x="5607473" y="1175671"/>
                  </a:lnTo>
                  <a:lnTo>
                    <a:pt x="6384882" y="1175671"/>
                  </a:lnTo>
                  <a:lnTo>
                    <a:pt x="6378444" y="1114835"/>
                  </a:lnTo>
                  <a:close/>
                </a:path>
                <a:path w="8646795" h="1805304">
                  <a:moveTo>
                    <a:pt x="8646647" y="1383936"/>
                  </a:moveTo>
                  <a:lnTo>
                    <a:pt x="7001252" y="1383936"/>
                  </a:lnTo>
                  <a:lnTo>
                    <a:pt x="7001252" y="1589480"/>
                  </a:lnTo>
                  <a:lnTo>
                    <a:pt x="8646647" y="1589480"/>
                  </a:lnTo>
                  <a:lnTo>
                    <a:pt x="8646647" y="1383936"/>
                  </a:lnTo>
                  <a:close/>
                </a:path>
                <a:path w="8646795" h="1805304">
                  <a:moveTo>
                    <a:pt x="7820494" y="93609"/>
                  </a:moveTo>
                  <a:lnTo>
                    <a:pt x="7763223" y="95168"/>
                  </a:lnTo>
                  <a:lnTo>
                    <a:pt x="7707761" y="99471"/>
                  </a:lnTo>
                  <a:lnTo>
                    <a:pt x="7654108" y="106524"/>
                  </a:lnTo>
                  <a:lnTo>
                    <a:pt x="7602264" y="116330"/>
                  </a:lnTo>
                  <a:lnTo>
                    <a:pt x="7552230" y="128896"/>
                  </a:lnTo>
                  <a:lnTo>
                    <a:pt x="7504370" y="144100"/>
                  </a:lnTo>
                  <a:lnTo>
                    <a:pt x="7459048" y="161691"/>
                  </a:lnTo>
                  <a:lnTo>
                    <a:pt x="7416264" y="181669"/>
                  </a:lnTo>
                  <a:lnTo>
                    <a:pt x="7376018" y="204035"/>
                  </a:lnTo>
                  <a:lnTo>
                    <a:pt x="7338310" y="228788"/>
                  </a:lnTo>
                  <a:lnTo>
                    <a:pt x="7295298" y="262873"/>
                  </a:lnTo>
                  <a:lnTo>
                    <a:pt x="7257370" y="300108"/>
                  </a:lnTo>
                  <a:lnTo>
                    <a:pt x="7224547" y="340505"/>
                  </a:lnTo>
                  <a:lnTo>
                    <a:pt x="7196848" y="384072"/>
                  </a:lnTo>
                  <a:lnTo>
                    <a:pt x="7174823" y="430458"/>
                  </a:lnTo>
                  <a:lnTo>
                    <a:pt x="7158918" y="479684"/>
                  </a:lnTo>
                  <a:lnTo>
                    <a:pt x="7149317" y="531392"/>
                  </a:lnTo>
                  <a:lnTo>
                    <a:pt x="7145960" y="585741"/>
                  </a:lnTo>
                  <a:lnTo>
                    <a:pt x="7149110" y="639017"/>
                  </a:lnTo>
                  <a:lnTo>
                    <a:pt x="7157721" y="689409"/>
                  </a:lnTo>
                  <a:lnTo>
                    <a:pt x="7171857" y="737298"/>
                  </a:lnTo>
                  <a:lnTo>
                    <a:pt x="7191496" y="782563"/>
                  </a:lnTo>
                  <a:lnTo>
                    <a:pt x="7216638" y="825210"/>
                  </a:lnTo>
                  <a:lnTo>
                    <a:pt x="7246682" y="864979"/>
                  </a:lnTo>
                  <a:lnTo>
                    <a:pt x="7281028" y="901612"/>
                  </a:lnTo>
                  <a:lnTo>
                    <a:pt x="7319682" y="935114"/>
                  </a:lnTo>
                  <a:lnTo>
                    <a:pt x="7362648" y="965490"/>
                  </a:lnTo>
                  <a:lnTo>
                    <a:pt x="7409931" y="992744"/>
                  </a:lnTo>
                  <a:lnTo>
                    <a:pt x="7452147" y="1012892"/>
                  </a:lnTo>
                  <a:lnTo>
                    <a:pt x="7496498" y="1030509"/>
                  </a:lnTo>
                  <a:lnTo>
                    <a:pt x="7542990" y="1045596"/>
                  </a:lnTo>
                  <a:lnTo>
                    <a:pt x="7591628" y="1058152"/>
                  </a:lnTo>
                  <a:lnTo>
                    <a:pt x="7642419" y="1068178"/>
                  </a:lnTo>
                  <a:lnTo>
                    <a:pt x="7695367" y="1075674"/>
                  </a:lnTo>
                  <a:lnTo>
                    <a:pt x="7695367" y="1383936"/>
                  </a:lnTo>
                  <a:lnTo>
                    <a:pt x="7944888" y="1383936"/>
                  </a:lnTo>
                  <a:lnTo>
                    <a:pt x="7944888" y="1076407"/>
                  </a:lnTo>
                  <a:lnTo>
                    <a:pt x="7998159" y="1068911"/>
                  </a:lnTo>
                  <a:lnTo>
                    <a:pt x="8049283" y="1058885"/>
                  </a:lnTo>
                  <a:lnTo>
                    <a:pt x="8098261" y="1046329"/>
                  </a:lnTo>
                  <a:lnTo>
                    <a:pt x="8145092" y="1031242"/>
                  </a:lnTo>
                  <a:lnTo>
                    <a:pt x="8189776" y="1013625"/>
                  </a:lnTo>
                  <a:lnTo>
                    <a:pt x="8232314" y="993477"/>
                  </a:lnTo>
                  <a:lnTo>
                    <a:pt x="8279849" y="966211"/>
                  </a:lnTo>
                  <a:lnTo>
                    <a:pt x="8323066" y="935803"/>
                  </a:lnTo>
                  <a:lnTo>
                    <a:pt x="8361971" y="902255"/>
                  </a:lnTo>
                  <a:lnTo>
                    <a:pt x="8380316" y="882800"/>
                  </a:lnTo>
                  <a:lnTo>
                    <a:pt x="7820494" y="882800"/>
                  </a:lnTo>
                  <a:lnTo>
                    <a:pt x="7759200" y="880382"/>
                  </a:lnTo>
                  <a:lnTo>
                    <a:pt x="7701755" y="873743"/>
                  </a:lnTo>
                  <a:lnTo>
                    <a:pt x="7648157" y="862863"/>
                  </a:lnTo>
                  <a:lnTo>
                    <a:pt x="7598407" y="847722"/>
                  </a:lnTo>
                  <a:lnTo>
                    <a:pt x="7553192" y="828480"/>
                  </a:lnTo>
                  <a:lnTo>
                    <a:pt x="7513200" y="805302"/>
                  </a:lnTo>
                  <a:lnTo>
                    <a:pt x="7478430" y="778178"/>
                  </a:lnTo>
                  <a:lnTo>
                    <a:pt x="7448883" y="747097"/>
                  </a:lnTo>
                  <a:lnTo>
                    <a:pt x="7425263" y="712211"/>
                  </a:lnTo>
                  <a:lnTo>
                    <a:pt x="7408269" y="673683"/>
                  </a:lnTo>
                  <a:lnTo>
                    <a:pt x="7397891" y="631523"/>
                  </a:lnTo>
                  <a:lnTo>
                    <a:pt x="7394120" y="585741"/>
                  </a:lnTo>
                  <a:lnTo>
                    <a:pt x="7397891" y="542174"/>
                  </a:lnTo>
                  <a:lnTo>
                    <a:pt x="7408269" y="501777"/>
                  </a:lnTo>
                  <a:lnTo>
                    <a:pt x="7425263" y="464542"/>
                  </a:lnTo>
                  <a:lnTo>
                    <a:pt x="7448793" y="430587"/>
                  </a:lnTo>
                  <a:lnTo>
                    <a:pt x="7478430" y="399829"/>
                  </a:lnTo>
                  <a:lnTo>
                    <a:pt x="7513200" y="372959"/>
                  </a:lnTo>
                  <a:lnTo>
                    <a:pt x="7553192" y="349840"/>
                  </a:lnTo>
                  <a:lnTo>
                    <a:pt x="7598407" y="330461"/>
                  </a:lnTo>
                  <a:lnTo>
                    <a:pt x="7648157" y="315049"/>
                  </a:lnTo>
                  <a:lnTo>
                    <a:pt x="7701755" y="303995"/>
                  </a:lnTo>
                  <a:lnTo>
                    <a:pt x="7759200" y="297301"/>
                  </a:lnTo>
                  <a:lnTo>
                    <a:pt x="7820494" y="294964"/>
                  </a:lnTo>
                  <a:lnTo>
                    <a:pt x="8380975" y="294964"/>
                  </a:lnTo>
                  <a:lnTo>
                    <a:pt x="8348152" y="262873"/>
                  </a:lnTo>
                  <a:lnTo>
                    <a:pt x="8304982" y="228788"/>
                  </a:lnTo>
                  <a:lnTo>
                    <a:pt x="8267086" y="204035"/>
                  </a:lnTo>
                  <a:lnTo>
                    <a:pt x="8226652" y="181669"/>
                  </a:lnTo>
                  <a:lnTo>
                    <a:pt x="8183679" y="161691"/>
                  </a:lnTo>
                  <a:lnTo>
                    <a:pt x="8138168" y="144100"/>
                  </a:lnTo>
                  <a:lnTo>
                    <a:pt x="8090120" y="128896"/>
                  </a:lnTo>
                  <a:lnTo>
                    <a:pt x="8039833" y="116330"/>
                  </a:lnTo>
                  <a:lnTo>
                    <a:pt x="7987733" y="106524"/>
                  </a:lnTo>
                  <a:lnTo>
                    <a:pt x="7933813" y="99471"/>
                  </a:lnTo>
                  <a:lnTo>
                    <a:pt x="7878068" y="95168"/>
                  </a:lnTo>
                  <a:lnTo>
                    <a:pt x="7820494" y="93609"/>
                  </a:lnTo>
                  <a:close/>
                </a:path>
                <a:path w="8646795" h="1805304">
                  <a:moveTo>
                    <a:pt x="8380975" y="294964"/>
                  </a:moveTo>
                  <a:lnTo>
                    <a:pt x="7820494" y="294964"/>
                  </a:lnTo>
                  <a:lnTo>
                    <a:pt x="7870314" y="296485"/>
                  </a:lnTo>
                  <a:lnTo>
                    <a:pt x="7917616" y="300795"/>
                  </a:lnTo>
                  <a:lnTo>
                    <a:pt x="7962394" y="307894"/>
                  </a:lnTo>
                  <a:lnTo>
                    <a:pt x="8004645" y="317782"/>
                  </a:lnTo>
                  <a:lnTo>
                    <a:pt x="8044362" y="330461"/>
                  </a:lnTo>
                  <a:lnTo>
                    <a:pt x="8089792" y="349840"/>
                  </a:lnTo>
                  <a:lnTo>
                    <a:pt x="8129961" y="372959"/>
                  </a:lnTo>
                  <a:lnTo>
                    <a:pt x="8164869" y="399829"/>
                  </a:lnTo>
                  <a:lnTo>
                    <a:pt x="8194514" y="430458"/>
                  </a:lnTo>
                  <a:lnTo>
                    <a:pt x="8218170" y="464542"/>
                  </a:lnTo>
                  <a:lnTo>
                    <a:pt x="8235259" y="501777"/>
                  </a:lnTo>
                  <a:lnTo>
                    <a:pt x="8245771" y="542174"/>
                  </a:lnTo>
                  <a:lnTo>
                    <a:pt x="8249696" y="585741"/>
                  </a:lnTo>
                  <a:lnTo>
                    <a:pt x="8245771" y="631523"/>
                  </a:lnTo>
                  <a:lnTo>
                    <a:pt x="8235259" y="673683"/>
                  </a:lnTo>
                  <a:lnTo>
                    <a:pt x="8218170" y="712211"/>
                  </a:lnTo>
                  <a:lnTo>
                    <a:pt x="8194514" y="747097"/>
                  </a:lnTo>
                  <a:lnTo>
                    <a:pt x="8164869" y="778178"/>
                  </a:lnTo>
                  <a:lnTo>
                    <a:pt x="8129961" y="805302"/>
                  </a:lnTo>
                  <a:lnTo>
                    <a:pt x="8089792" y="828480"/>
                  </a:lnTo>
                  <a:lnTo>
                    <a:pt x="8044362" y="847722"/>
                  </a:lnTo>
                  <a:lnTo>
                    <a:pt x="8004645" y="860176"/>
                  </a:lnTo>
                  <a:lnTo>
                    <a:pt x="7962394" y="869901"/>
                  </a:lnTo>
                  <a:lnTo>
                    <a:pt x="7917616" y="876906"/>
                  </a:lnTo>
                  <a:lnTo>
                    <a:pt x="7870314" y="881202"/>
                  </a:lnTo>
                  <a:lnTo>
                    <a:pt x="7820494" y="882800"/>
                  </a:lnTo>
                  <a:lnTo>
                    <a:pt x="8380316" y="882800"/>
                  </a:lnTo>
                  <a:lnTo>
                    <a:pt x="8426863" y="825734"/>
                  </a:lnTo>
                  <a:lnTo>
                    <a:pt x="8452245" y="783012"/>
                  </a:lnTo>
                  <a:lnTo>
                    <a:pt x="8472098" y="737652"/>
                  </a:lnTo>
                  <a:lnTo>
                    <a:pt x="8486422" y="689654"/>
                  </a:lnTo>
                  <a:lnTo>
                    <a:pt x="8495217" y="639017"/>
                  </a:lnTo>
                  <a:lnTo>
                    <a:pt x="8498484" y="585741"/>
                  </a:lnTo>
                  <a:lnTo>
                    <a:pt x="8494986" y="531392"/>
                  </a:lnTo>
                  <a:lnTo>
                    <a:pt x="8485265" y="479684"/>
                  </a:lnTo>
                  <a:lnTo>
                    <a:pt x="8469300" y="430587"/>
                  </a:lnTo>
                  <a:lnTo>
                    <a:pt x="8447072" y="384072"/>
                  </a:lnTo>
                  <a:lnTo>
                    <a:pt x="8419216" y="340505"/>
                  </a:lnTo>
                  <a:lnTo>
                    <a:pt x="8386236" y="300108"/>
                  </a:lnTo>
                  <a:lnTo>
                    <a:pt x="8380975" y="294964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7807" y="4128670"/>
              <a:ext cx="10502821" cy="2429035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7807" y="3310161"/>
            <a:ext cx="1834813" cy="635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9" y="10451"/>
            <a:ext cx="20083180" cy="1128765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32" y="2191305"/>
            <a:ext cx="1813557" cy="83834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9765" y="5539894"/>
            <a:ext cx="1112008" cy="7868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58544" y="5539894"/>
            <a:ext cx="1251480" cy="786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42720" y="5539894"/>
            <a:ext cx="2096794" cy="7868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21762" y="5539894"/>
            <a:ext cx="2711435" cy="786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2065654"/>
            <a:ext cx="2084543" cy="838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22676" y="2954465"/>
            <a:ext cx="1383030" cy="495300"/>
          </a:xfrm>
          <a:custGeom>
            <a:avLst/>
            <a:gdLst/>
            <a:ahLst/>
            <a:cxnLst/>
            <a:rect l="l" t="t" r="r" b="b"/>
            <a:pathLst>
              <a:path w="1383030" h="495300">
                <a:moveTo>
                  <a:pt x="453494" y="380721"/>
                </a:moveTo>
                <a:lnTo>
                  <a:pt x="0" y="380721"/>
                </a:lnTo>
                <a:lnTo>
                  <a:pt x="0" y="437368"/>
                </a:lnTo>
                <a:lnTo>
                  <a:pt x="453494" y="437368"/>
                </a:lnTo>
                <a:lnTo>
                  <a:pt x="453494" y="380721"/>
                </a:lnTo>
                <a:close/>
              </a:path>
              <a:path w="1383030" h="495300">
                <a:moveTo>
                  <a:pt x="259992" y="278944"/>
                </a:moveTo>
                <a:lnTo>
                  <a:pt x="191303" y="278944"/>
                </a:lnTo>
                <a:lnTo>
                  <a:pt x="191303" y="380721"/>
                </a:lnTo>
                <a:lnTo>
                  <a:pt x="259992" y="380721"/>
                </a:lnTo>
                <a:lnTo>
                  <a:pt x="259992" y="278944"/>
                </a:lnTo>
                <a:close/>
              </a:path>
              <a:path w="1383030" h="495300">
                <a:moveTo>
                  <a:pt x="402919" y="36019"/>
                </a:moveTo>
                <a:lnTo>
                  <a:pt x="47956" y="36019"/>
                </a:lnTo>
                <a:lnTo>
                  <a:pt x="47956" y="278944"/>
                </a:lnTo>
                <a:lnTo>
                  <a:pt x="402919" y="278944"/>
                </a:lnTo>
                <a:lnTo>
                  <a:pt x="402919" y="224495"/>
                </a:lnTo>
                <a:lnTo>
                  <a:pt x="116540" y="224495"/>
                </a:lnTo>
                <a:lnTo>
                  <a:pt x="116540" y="91724"/>
                </a:lnTo>
                <a:lnTo>
                  <a:pt x="402919" y="91724"/>
                </a:lnTo>
                <a:lnTo>
                  <a:pt x="402919" y="36019"/>
                </a:lnTo>
                <a:close/>
              </a:path>
              <a:path w="1383030" h="495300">
                <a:moveTo>
                  <a:pt x="402919" y="91724"/>
                </a:moveTo>
                <a:lnTo>
                  <a:pt x="334440" y="91724"/>
                </a:lnTo>
                <a:lnTo>
                  <a:pt x="334440" y="224495"/>
                </a:lnTo>
                <a:lnTo>
                  <a:pt x="402919" y="224495"/>
                </a:lnTo>
                <a:lnTo>
                  <a:pt x="402919" y="91724"/>
                </a:lnTo>
                <a:close/>
              </a:path>
              <a:path w="1383030" h="495300">
                <a:moveTo>
                  <a:pt x="911281" y="0"/>
                </a:moveTo>
                <a:lnTo>
                  <a:pt x="845209" y="0"/>
                </a:lnTo>
                <a:lnTo>
                  <a:pt x="845209" y="259154"/>
                </a:lnTo>
                <a:lnTo>
                  <a:pt x="911281" y="259154"/>
                </a:lnTo>
                <a:lnTo>
                  <a:pt x="911281" y="0"/>
                </a:lnTo>
                <a:close/>
              </a:path>
              <a:path w="1383030" h="495300">
                <a:moveTo>
                  <a:pt x="811284" y="8481"/>
                </a:moveTo>
                <a:lnTo>
                  <a:pt x="745841" y="8481"/>
                </a:lnTo>
                <a:lnTo>
                  <a:pt x="745841" y="103452"/>
                </a:lnTo>
                <a:lnTo>
                  <a:pt x="668356" y="103452"/>
                </a:lnTo>
                <a:lnTo>
                  <a:pt x="668356" y="155911"/>
                </a:lnTo>
                <a:lnTo>
                  <a:pt x="745841" y="155911"/>
                </a:lnTo>
                <a:lnTo>
                  <a:pt x="745841" y="257164"/>
                </a:lnTo>
                <a:lnTo>
                  <a:pt x="811284" y="257164"/>
                </a:lnTo>
                <a:lnTo>
                  <a:pt x="811284" y="8481"/>
                </a:lnTo>
                <a:close/>
              </a:path>
              <a:path w="1383030" h="495300">
                <a:moveTo>
                  <a:pt x="697046" y="23559"/>
                </a:moveTo>
                <a:lnTo>
                  <a:pt x="503440" y="23559"/>
                </a:lnTo>
                <a:lnTo>
                  <a:pt x="503440" y="246798"/>
                </a:lnTo>
                <a:lnTo>
                  <a:pt x="560943" y="246798"/>
                </a:lnTo>
                <a:lnTo>
                  <a:pt x="606473" y="246170"/>
                </a:lnTo>
                <a:lnTo>
                  <a:pt x="649410" y="244285"/>
                </a:lnTo>
                <a:lnTo>
                  <a:pt x="689023" y="240660"/>
                </a:lnTo>
                <a:lnTo>
                  <a:pt x="715580" y="236956"/>
                </a:lnTo>
                <a:lnTo>
                  <a:pt x="712027" y="191721"/>
                </a:lnTo>
                <a:lnTo>
                  <a:pt x="572652" y="191721"/>
                </a:lnTo>
                <a:lnTo>
                  <a:pt x="572652" y="77903"/>
                </a:lnTo>
                <a:lnTo>
                  <a:pt x="697046" y="77903"/>
                </a:lnTo>
                <a:lnTo>
                  <a:pt x="697046" y="23559"/>
                </a:lnTo>
                <a:close/>
              </a:path>
              <a:path w="1383030" h="495300">
                <a:moveTo>
                  <a:pt x="711287" y="182298"/>
                </a:moveTo>
                <a:lnTo>
                  <a:pt x="667728" y="187847"/>
                </a:lnTo>
                <a:lnTo>
                  <a:pt x="611408" y="191088"/>
                </a:lnTo>
                <a:lnTo>
                  <a:pt x="578695" y="191721"/>
                </a:lnTo>
                <a:lnTo>
                  <a:pt x="712027" y="191721"/>
                </a:lnTo>
                <a:lnTo>
                  <a:pt x="711287" y="182298"/>
                </a:lnTo>
                <a:close/>
              </a:path>
              <a:path w="1383030" h="495300">
                <a:moveTo>
                  <a:pt x="911281" y="275279"/>
                </a:moveTo>
                <a:lnTo>
                  <a:pt x="568987" y="275279"/>
                </a:lnTo>
                <a:lnTo>
                  <a:pt x="568987" y="329414"/>
                </a:lnTo>
                <a:lnTo>
                  <a:pt x="842906" y="329414"/>
                </a:lnTo>
                <a:lnTo>
                  <a:pt x="842906" y="355591"/>
                </a:lnTo>
                <a:lnTo>
                  <a:pt x="569511" y="355591"/>
                </a:lnTo>
                <a:lnTo>
                  <a:pt x="569511" y="489932"/>
                </a:lnTo>
                <a:lnTo>
                  <a:pt x="926149" y="489932"/>
                </a:lnTo>
                <a:lnTo>
                  <a:pt x="926149" y="435169"/>
                </a:lnTo>
                <a:lnTo>
                  <a:pt x="638724" y="435169"/>
                </a:lnTo>
                <a:lnTo>
                  <a:pt x="638724" y="406898"/>
                </a:lnTo>
                <a:lnTo>
                  <a:pt x="911281" y="406898"/>
                </a:lnTo>
                <a:lnTo>
                  <a:pt x="911281" y="275279"/>
                </a:lnTo>
                <a:close/>
              </a:path>
              <a:path w="1383030" h="495300">
                <a:moveTo>
                  <a:pt x="1379957" y="0"/>
                </a:moveTo>
                <a:lnTo>
                  <a:pt x="1310221" y="0"/>
                </a:lnTo>
                <a:lnTo>
                  <a:pt x="1310221" y="301142"/>
                </a:lnTo>
                <a:lnTo>
                  <a:pt x="1379957" y="301142"/>
                </a:lnTo>
                <a:lnTo>
                  <a:pt x="1379957" y="0"/>
                </a:lnTo>
                <a:close/>
              </a:path>
              <a:path w="1383030" h="495300">
                <a:moveTo>
                  <a:pt x="1220172" y="29109"/>
                </a:moveTo>
                <a:lnTo>
                  <a:pt x="990441" y="29109"/>
                </a:lnTo>
                <a:lnTo>
                  <a:pt x="990441" y="85128"/>
                </a:lnTo>
                <a:lnTo>
                  <a:pt x="1151483" y="85128"/>
                </a:lnTo>
                <a:lnTo>
                  <a:pt x="1151483" y="127325"/>
                </a:lnTo>
                <a:lnTo>
                  <a:pt x="990964" y="127325"/>
                </a:lnTo>
                <a:lnTo>
                  <a:pt x="990964" y="280515"/>
                </a:lnTo>
                <a:lnTo>
                  <a:pt x="1051066" y="280515"/>
                </a:lnTo>
                <a:lnTo>
                  <a:pt x="1103111" y="279940"/>
                </a:lnTo>
                <a:lnTo>
                  <a:pt x="1143972" y="278798"/>
                </a:lnTo>
                <a:lnTo>
                  <a:pt x="1182652" y="276714"/>
                </a:lnTo>
                <a:lnTo>
                  <a:pt x="1238299" y="271418"/>
                </a:lnTo>
                <a:lnTo>
                  <a:pt x="1275667" y="266065"/>
                </a:lnTo>
                <a:lnTo>
                  <a:pt x="1269059" y="223867"/>
                </a:lnTo>
                <a:lnTo>
                  <a:pt x="1059339" y="223867"/>
                </a:lnTo>
                <a:lnTo>
                  <a:pt x="1059339" y="179156"/>
                </a:lnTo>
                <a:lnTo>
                  <a:pt x="1220172" y="179156"/>
                </a:lnTo>
                <a:lnTo>
                  <a:pt x="1220172" y="29109"/>
                </a:lnTo>
                <a:close/>
              </a:path>
              <a:path w="1383030" h="495300">
                <a:moveTo>
                  <a:pt x="1266977" y="210569"/>
                </a:moveTo>
                <a:lnTo>
                  <a:pt x="1218032" y="216871"/>
                </a:lnTo>
                <a:lnTo>
                  <a:pt x="1169218" y="220857"/>
                </a:lnTo>
                <a:lnTo>
                  <a:pt x="1098775" y="223461"/>
                </a:lnTo>
                <a:lnTo>
                  <a:pt x="1059339" y="223867"/>
                </a:lnTo>
                <a:lnTo>
                  <a:pt x="1269059" y="223867"/>
                </a:lnTo>
                <a:lnTo>
                  <a:pt x="1266977" y="210569"/>
                </a:lnTo>
                <a:close/>
              </a:path>
              <a:path w="1383030" h="495300">
                <a:moveTo>
                  <a:pt x="1211900" y="309205"/>
                </a:moveTo>
                <a:lnTo>
                  <a:pt x="1162425" y="311993"/>
                </a:lnTo>
                <a:lnTo>
                  <a:pt x="1120489" y="320199"/>
                </a:lnTo>
                <a:lnTo>
                  <a:pt x="1073134" y="342065"/>
                </a:lnTo>
                <a:lnTo>
                  <a:pt x="1046355" y="374883"/>
                </a:lnTo>
                <a:lnTo>
                  <a:pt x="1041015" y="402500"/>
                </a:lnTo>
                <a:lnTo>
                  <a:pt x="1042428" y="416638"/>
                </a:lnTo>
                <a:lnTo>
                  <a:pt x="1061747" y="452551"/>
                </a:lnTo>
                <a:lnTo>
                  <a:pt x="1102505" y="478275"/>
                </a:lnTo>
                <a:lnTo>
                  <a:pt x="1140515" y="489132"/>
                </a:lnTo>
                <a:lnTo>
                  <a:pt x="1186220" y="494587"/>
                </a:lnTo>
                <a:lnTo>
                  <a:pt x="1211900" y="495272"/>
                </a:lnTo>
                <a:lnTo>
                  <a:pt x="1237581" y="494587"/>
                </a:lnTo>
                <a:lnTo>
                  <a:pt x="1283329" y="489132"/>
                </a:lnTo>
                <a:lnTo>
                  <a:pt x="1321399" y="478275"/>
                </a:lnTo>
                <a:lnTo>
                  <a:pt x="1362157" y="452551"/>
                </a:lnTo>
                <a:lnTo>
                  <a:pt x="1371465" y="441138"/>
                </a:lnTo>
                <a:lnTo>
                  <a:pt x="1211900" y="441138"/>
                </a:lnTo>
                <a:lnTo>
                  <a:pt x="1188378" y="440606"/>
                </a:lnTo>
                <a:lnTo>
                  <a:pt x="1150483" y="435852"/>
                </a:lnTo>
                <a:lnTo>
                  <a:pt x="1112030" y="411628"/>
                </a:lnTo>
                <a:lnTo>
                  <a:pt x="1110437" y="402500"/>
                </a:lnTo>
                <a:lnTo>
                  <a:pt x="1112030" y="393248"/>
                </a:lnTo>
                <a:lnTo>
                  <a:pt x="1150483" y="368696"/>
                </a:lnTo>
                <a:lnTo>
                  <a:pt x="1188378" y="363755"/>
                </a:lnTo>
                <a:lnTo>
                  <a:pt x="1211900" y="363130"/>
                </a:lnTo>
                <a:lnTo>
                  <a:pt x="1371376" y="363130"/>
                </a:lnTo>
                <a:lnTo>
                  <a:pt x="1371185" y="362773"/>
                </a:lnTo>
                <a:lnTo>
                  <a:pt x="1337184" y="333536"/>
                </a:lnTo>
                <a:lnTo>
                  <a:pt x="1283329" y="315404"/>
                </a:lnTo>
                <a:lnTo>
                  <a:pt x="1237581" y="309936"/>
                </a:lnTo>
                <a:lnTo>
                  <a:pt x="1211900" y="309205"/>
                </a:lnTo>
                <a:close/>
              </a:path>
              <a:path w="1383030" h="495300">
                <a:moveTo>
                  <a:pt x="1371376" y="363130"/>
                </a:moveTo>
                <a:lnTo>
                  <a:pt x="1211900" y="363130"/>
                </a:lnTo>
                <a:lnTo>
                  <a:pt x="1235301" y="363755"/>
                </a:lnTo>
                <a:lnTo>
                  <a:pt x="1255707" y="365617"/>
                </a:lnTo>
                <a:lnTo>
                  <a:pt x="1298728" y="378514"/>
                </a:lnTo>
                <a:lnTo>
                  <a:pt x="1313467" y="402500"/>
                </a:lnTo>
                <a:lnTo>
                  <a:pt x="1311722" y="411628"/>
                </a:lnTo>
                <a:lnTo>
                  <a:pt x="1273110" y="435852"/>
                </a:lnTo>
                <a:lnTo>
                  <a:pt x="1235301" y="440606"/>
                </a:lnTo>
                <a:lnTo>
                  <a:pt x="1211900" y="441138"/>
                </a:lnTo>
                <a:lnTo>
                  <a:pt x="1371465" y="441138"/>
                </a:lnTo>
                <a:lnTo>
                  <a:pt x="1377680" y="429685"/>
                </a:lnTo>
                <a:lnTo>
                  <a:pt x="1381623" y="416638"/>
                </a:lnTo>
                <a:lnTo>
                  <a:pt x="1382994" y="402500"/>
                </a:lnTo>
                <a:lnTo>
                  <a:pt x="1381623" y="388132"/>
                </a:lnTo>
                <a:lnTo>
                  <a:pt x="1377680" y="374883"/>
                </a:lnTo>
                <a:lnTo>
                  <a:pt x="1371376" y="36313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30359" y="4533893"/>
            <a:ext cx="19517995" cy="5151755"/>
            <a:chOff x="230359" y="4533893"/>
            <a:chExt cx="19517995" cy="51517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359" y="4533893"/>
              <a:ext cx="3769518" cy="452342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9878" y="4533893"/>
              <a:ext cx="4523422" cy="420929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3300" y="4586247"/>
              <a:ext cx="4523422" cy="186381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46722" y="4544364"/>
              <a:ext cx="2177944" cy="19057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23300" y="6450065"/>
              <a:ext cx="4523422" cy="323550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24667" y="4586247"/>
              <a:ext cx="4523422" cy="2544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2065654"/>
            <a:ext cx="2084543" cy="838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26864" y="2953732"/>
            <a:ext cx="2354580" cy="497840"/>
          </a:xfrm>
          <a:custGeom>
            <a:avLst/>
            <a:gdLst/>
            <a:ahLst/>
            <a:cxnLst/>
            <a:rect l="l" t="t" r="r" b="b"/>
            <a:pathLst>
              <a:path w="2354579" h="497839">
                <a:moveTo>
                  <a:pt x="425327" y="246170"/>
                </a:moveTo>
                <a:lnTo>
                  <a:pt x="358941" y="246170"/>
                </a:lnTo>
                <a:lnTo>
                  <a:pt x="358941" y="496215"/>
                </a:lnTo>
                <a:lnTo>
                  <a:pt x="425327" y="496215"/>
                </a:lnTo>
                <a:lnTo>
                  <a:pt x="425327" y="246170"/>
                </a:lnTo>
                <a:close/>
              </a:path>
              <a:path w="2354579" h="497839">
                <a:moveTo>
                  <a:pt x="314231" y="7748"/>
                </a:moveTo>
                <a:lnTo>
                  <a:pt x="248474" y="7748"/>
                </a:lnTo>
                <a:lnTo>
                  <a:pt x="248474" y="473284"/>
                </a:lnTo>
                <a:lnTo>
                  <a:pt x="314231" y="473284"/>
                </a:lnTo>
                <a:lnTo>
                  <a:pt x="314231" y="246170"/>
                </a:lnTo>
                <a:lnTo>
                  <a:pt x="425327" y="246170"/>
                </a:lnTo>
                <a:lnTo>
                  <a:pt x="425327" y="189523"/>
                </a:lnTo>
                <a:lnTo>
                  <a:pt x="314231" y="189523"/>
                </a:lnTo>
                <a:lnTo>
                  <a:pt x="314231" y="7748"/>
                </a:lnTo>
                <a:close/>
              </a:path>
              <a:path w="2354579" h="497839">
                <a:moveTo>
                  <a:pt x="425327" y="0"/>
                </a:moveTo>
                <a:lnTo>
                  <a:pt x="358941" y="0"/>
                </a:lnTo>
                <a:lnTo>
                  <a:pt x="358941" y="189523"/>
                </a:lnTo>
                <a:lnTo>
                  <a:pt x="425327" y="189523"/>
                </a:lnTo>
                <a:lnTo>
                  <a:pt x="425327" y="0"/>
                </a:lnTo>
                <a:close/>
              </a:path>
              <a:path w="2354579" h="497839">
                <a:moveTo>
                  <a:pt x="107745" y="35601"/>
                </a:moveTo>
                <a:lnTo>
                  <a:pt x="63306" y="47999"/>
                </a:lnTo>
                <a:lnTo>
                  <a:pt x="29318" y="83649"/>
                </a:lnTo>
                <a:lnTo>
                  <a:pt x="13298" y="119158"/>
                </a:lnTo>
                <a:lnTo>
                  <a:pt x="3389" y="163070"/>
                </a:lnTo>
                <a:lnTo>
                  <a:pt x="0" y="214757"/>
                </a:lnTo>
                <a:lnTo>
                  <a:pt x="878" y="241614"/>
                </a:lnTo>
                <a:lnTo>
                  <a:pt x="7524" y="290074"/>
                </a:lnTo>
                <a:lnTo>
                  <a:pt x="20640" y="330217"/>
                </a:lnTo>
                <a:lnTo>
                  <a:pt x="50679" y="373287"/>
                </a:lnTo>
                <a:lnTo>
                  <a:pt x="91819" y="393651"/>
                </a:lnTo>
                <a:lnTo>
                  <a:pt x="107745" y="395066"/>
                </a:lnTo>
                <a:lnTo>
                  <a:pt x="123844" y="393651"/>
                </a:lnTo>
                <a:lnTo>
                  <a:pt x="165544" y="373287"/>
                </a:lnTo>
                <a:lnTo>
                  <a:pt x="196113" y="330217"/>
                </a:lnTo>
                <a:lnTo>
                  <a:pt x="196795" y="328471"/>
                </a:lnTo>
                <a:lnTo>
                  <a:pt x="107745" y="328471"/>
                </a:lnTo>
                <a:lnTo>
                  <a:pt x="97829" y="326781"/>
                </a:lnTo>
                <a:lnTo>
                  <a:pt x="70279" y="284449"/>
                </a:lnTo>
                <a:lnTo>
                  <a:pt x="64644" y="241826"/>
                </a:lnTo>
                <a:lnTo>
                  <a:pt x="64624" y="241614"/>
                </a:lnTo>
                <a:lnTo>
                  <a:pt x="63977" y="214757"/>
                </a:lnTo>
                <a:lnTo>
                  <a:pt x="64624" y="188160"/>
                </a:lnTo>
                <a:lnTo>
                  <a:pt x="66725" y="165086"/>
                </a:lnTo>
                <a:lnTo>
                  <a:pt x="81609" y="117201"/>
                </a:lnTo>
                <a:lnTo>
                  <a:pt x="107745" y="101358"/>
                </a:lnTo>
                <a:lnTo>
                  <a:pt x="196556" y="101358"/>
                </a:lnTo>
                <a:lnTo>
                  <a:pt x="196113" y="100230"/>
                </a:lnTo>
                <a:lnTo>
                  <a:pt x="165544" y="57485"/>
                </a:lnTo>
                <a:lnTo>
                  <a:pt x="123844" y="37076"/>
                </a:lnTo>
                <a:lnTo>
                  <a:pt x="107745" y="35601"/>
                </a:lnTo>
                <a:close/>
              </a:path>
              <a:path w="2354579" h="497839">
                <a:moveTo>
                  <a:pt x="196556" y="101358"/>
                </a:moveTo>
                <a:lnTo>
                  <a:pt x="107745" y="101358"/>
                </a:lnTo>
                <a:lnTo>
                  <a:pt x="117972" y="103066"/>
                </a:lnTo>
                <a:lnTo>
                  <a:pt x="126972" y="108347"/>
                </a:lnTo>
                <a:lnTo>
                  <a:pt x="146492" y="145566"/>
                </a:lnTo>
                <a:lnTo>
                  <a:pt x="152553" y="187937"/>
                </a:lnTo>
                <a:lnTo>
                  <a:pt x="152575" y="188160"/>
                </a:lnTo>
                <a:lnTo>
                  <a:pt x="153398" y="214757"/>
                </a:lnTo>
                <a:lnTo>
                  <a:pt x="152575" y="241614"/>
                </a:lnTo>
                <a:lnTo>
                  <a:pt x="150270" y="264847"/>
                </a:lnTo>
                <a:lnTo>
                  <a:pt x="134735" y="312760"/>
                </a:lnTo>
                <a:lnTo>
                  <a:pt x="107745" y="328471"/>
                </a:lnTo>
                <a:lnTo>
                  <a:pt x="196795" y="328471"/>
                </a:lnTo>
                <a:lnTo>
                  <a:pt x="209481" y="290074"/>
                </a:lnTo>
                <a:lnTo>
                  <a:pt x="216349" y="241826"/>
                </a:lnTo>
                <a:lnTo>
                  <a:pt x="217270" y="214757"/>
                </a:lnTo>
                <a:lnTo>
                  <a:pt x="216357" y="188160"/>
                </a:lnTo>
                <a:lnTo>
                  <a:pt x="216349" y="187937"/>
                </a:lnTo>
                <a:lnTo>
                  <a:pt x="213750" y="163070"/>
                </a:lnTo>
                <a:lnTo>
                  <a:pt x="209481" y="140147"/>
                </a:lnTo>
                <a:lnTo>
                  <a:pt x="203554" y="119158"/>
                </a:lnTo>
                <a:lnTo>
                  <a:pt x="196556" y="101358"/>
                </a:lnTo>
                <a:close/>
              </a:path>
              <a:path w="2354579" h="497839">
                <a:moveTo>
                  <a:pt x="895155" y="0"/>
                </a:moveTo>
                <a:lnTo>
                  <a:pt x="825943" y="0"/>
                </a:lnTo>
                <a:lnTo>
                  <a:pt x="825943" y="496215"/>
                </a:lnTo>
                <a:lnTo>
                  <a:pt x="895155" y="496215"/>
                </a:lnTo>
                <a:lnTo>
                  <a:pt x="895155" y="0"/>
                </a:lnTo>
                <a:close/>
              </a:path>
              <a:path w="2354579" h="497839">
                <a:moveTo>
                  <a:pt x="573595" y="47537"/>
                </a:moveTo>
                <a:lnTo>
                  <a:pt x="504906" y="47537"/>
                </a:lnTo>
                <a:lnTo>
                  <a:pt x="504906" y="373705"/>
                </a:lnTo>
                <a:lnTo>
                  <a:pt x="548569" y="373705"/>
                </a:lnTo>
                <a:lnTo>
                  <a:pt x="577549" y="373525"/>
                </a:lnTo>
                <a:lnTo>
                  <a:pt x="636961" y="371084"/>
                </a:lnTo>
                <a:lnTo>
                  <a:pt x="698355" y="365682"/>
                </a:lnTo>
                <a:lnTo>
                  <a:pt x="761652" y="356415"/>
                </a:lnTo>
                <a:lnTo>
                  <a:pt x="794007" y="350251"/>
                </a:lnTo>
                <a:lnTo>
                  <a:pt x="788577" y="314335"/>
                </a:lnTo>
                <a:lnTo>
                  <a:pt x="573595" y="314335"/>
                </a:lnTo>
                <a:lnTo>
                  <a:pt x="573595" y="47537"/>
                </a:lnTo>
                <a:close/>
              </a:path>
              <a:path w="2354579" h="497839">
                <a:moveTo>
                  <a:pt x="785316" y="292765"/>
                </a:moveTo>
                <a:lnTo>
                  <a:pt x="730972" y="302032"/>
                </a:lnTo>
                <a:lnTo>
                  <a:pt x="677256" y="308472"/>
                </a:lnTo>
                <a:lnTo>
                  <a:pt x="624640" y="312542"/>
                </a:lnTo>
                <a:lnTo>
                  <a:pt x="573595" y="314335"/>
                </a:lnTo>
                <a:lnTo>
                  <a:pt x="788577" y="314335"/>
                </a:lnTo>
                <a:lnTo>
                  <a:pt x="785316" y="292765"/>
                </a:lnTo>
                <a:close/>
              </a:path>
              <a:path w="2354579" h="497839">
                <a:moveTo>
                  <a:pt x="1390324" y="0"/>
                </a:moveTo>
                <a:lnTo>
                  <a:pt x="1323938" y="0"/>
                </a:lnTo>
                <a:lnTo>
                  <a:pt x="1323938" y="496215"/>
                </a:lnTo>
                <a:lnTo>
                  <a:pt x="1390324" y="496215"/>
                </a:lnTo>
                <a:lnTo>
                  <a:pt x="1390324" y="0"/>
                </a:lnTo>
                <a:close/>
              </a:path>
              <a:path w="2354579" h="497839">
                <a:moveTo>
                  <a:pt x="1287081" y="236327"/>
                </a:moveTo>
                <a:lnTo>
                  <a:pt x="1221428" y="236327"/>
                </a:lnTo>
                <a:lnTo>
                  <a:pt x="1221428" y="473284"/>
                </a:lnTo>
                <a:lnTo>
                  <a:pt x="1287081" y="473284"/>
                </a:lnTo>
                <a:lnTo>
                  <a:pt x="1287081" y="236327"/>
                </a:lnTo>
                <a:close/>
              </a:path>
              <a:path w="2354579" h="497839">
                <a:moveTo>
                  <a:pt x="1171901" y="51621"/>
                </a:moveTo>
                <a:lnTo>
                  <a:pt x="974630" y="51621"/>
                </a:lnTo>
                <a:lnTo>
                  <a:pt x="974630" y="371402"/>
                </a:lnTo>
                <a:lnTo>
                  <a:pt x="1171901" y="371402"/>
                </a:lnTo>
                <a:lnTo>
                  <a:pt x="1171901" y="316848"/>
                </a:lnTo>
                <a:lnTo>
                  <a:pt x="1039758" y="316848"/>
                </a:lnTo>
                <a:lnTo>
                  <a:pt x="1039758" y="106279"/>
                </a:lnTo>
                <a:lnTo>
                  <a:pt x="1171901" y="106279"/>
                </a:lnTo>
                <a:lnTo>
                  <a:pt x="1171901" y="51621"/>
                </a:lnTo>
                <a:close/>
              </a:path>
              <a:path w="2354579" h="497839">
                <a:moveTo>
                  <a:pt x="1171901" y="106279"/>
                </a:moveTo>
                <a:lnTo>
                  <a:pt x="1106982" y="106279"/>
                </a:lnTo>
                <a:lnTo>
                  <a:pt x="1106982" y="316848"/>
                </a:lnTo>
                <a:lnTo>
                  <a:pt x="1171901" y="316848"/>
                </a:lnTo>
                <a:lnTo>
                  <a:pt x="1171901" y="236327"/>
                </a:lnTo>
                <a:lnTo>
                  <a:pt x="1287081" y="236327"/>
                </a:lnTo>
                <a:lnTo>
                  <a:pt x="1287081" y="180727"/>
                </a:lnTo>
                <a:lnTo>
                  <a:pt x="1171901" y="180727"/>
                </a:lnTo>
                <a:lnTo>
                  <a:pt x="1171901" y="106279"/>
                </a:lnTo>
                <a:close/>
              </a:path>
              <a:path w="2354579" h="497839">
                <a:moveTo>
                  <a:pt x="1287081" y="7748"/>
                </a:moveTo>
                <a:lnTo>
                  <a:pt x="1221428" y="7748"/>
                </a:lnTo>
                <a:lnTo>
                  <a:pt x="1221428" y="180727"/>
                </a:lnTo>
                <a:lnTo>
                  <a:pt x="1287081" y="180727"/>
                </a:lnTo>
                <a:lnTo>
                  <a:pt x="1287081" y="7748"/>
                </a:lnTo>
                <a:close/>
              </a:path>
              <a:path w="2354579" h="497839">
                <a:moveTo>
                  <a:pt x="1858268" y="0"/>
                </a:moveTo>
                <a:lnTo>
                  <a:pt x="1787903" y="0"/>
                </a:lnTo>
                <a:lnTo>
                  <a:pt x="1787903" y="497367"/>
                </a:lnTo>
                <a:lnTo>
                  <a:pt x="1858268" y="497367"/>
                </a:lnTo>
                <a:lnTo>
                  <a:pt x="1858268" y="0"/>
                </a:lnTo>
                <a:close/>
              </a:path>
              <a:path w="2354579" h="497839">
                <a:moveTo>
                  <a:pt x="1588956" y="35077"/>
                </a:moveTo>
                <a:lnTo>
                  <a:pt x="1536419" y="47416"/>
                </a:lnTo>
                <a:lnTo>
                  <a:pt x="1494784" y="82850"/>
                </a:lnTo>
                <a:lnTo>
                  <a:pt x="1474824" y="117797"/>
                </a:lnTo>
                <a:lnTo>
                  <a:pt x="1462088" y="161002"/>
                </a:lnTo>
                <a:lnTo>
                  <a:pt x="1457756" y="211511"/>
                </a:lnTo>
                <a:lnTo>
                  <a:pt x="1458867" y="237738"/>
                </a:lnTo>
                <a:lnTo>
                  <a:pt x="1467401" y="285164"/>
                </a:lnTo>
                <a:lnTo>
                  <a:pt x="1484014" y="324626"/>
                </a:lnTo>
                <a:lnTo>
                  <a:pt x="1507144" y="355169"/>
                </a:lnTo>
                <a:lnTo>
                  <a:pt x="1552832" y="383195"/>
                </a:lnTo>
                <a:lnTo>
                  <a:pt x="1588956" y="388783"/>
                </a:lnTo>
                <a:lnTo>
                  <a:pt x="1607292" y="387309"/>
                </a:lnTo>
                <a:lnTo>
                  <a:pt x="1656075" y="367004"/>
                </a:lnTo>
                <a:lnTo>
                  <a:pt x="1692267" y="325749"/>
                </a:lnTo>
                <a:lnTo>
                  <a:pt x="1588956" y="325749"/>
                </a:lnTo>
                <a:lnTo>
                  <a:pt x="1575035" y="323848"/>
                </a:lnTo>
                <a:lnTo>
                  <a:pt x="1542361" y="296430"/>
                </a:lnTo>
                <a:lnTo>
                  <a:pt x="1526151" y="237960"/>
                </a:lnTo>
                <a:lnTo>
                  <a:pt x="1526120" y="237738"/>
                </a:lnTo>
                <a:lnTo>
                  <a:pt x="1524979" y="211511"/>
                </a:lnTo>
                <a:lnTo>
                  <a:pt x="1526120" y="185514"/>
                </a:lnTo>
                <a:lnTo>
                  <a:pt x="1529390" y="162796"/>
                </a:lnTo>
                <a:lnTo>
                  <a:pt x="1551747" y="114394"/>
                </a:lnTo>
                <a:lnTo>
                  <a:pt x="1588956" y="97902"/>
                </a:lnTo>
                <a:lnTo>
                  <a:pt x="1692146" y="97902"/>
                </a:lnTo>
                <a:lnTo>
                  <a:pt x="1682226" y="82850"/>
                </a:lnTo>
                <a:lnTo>
                  <a:pt x="1640861" y="47416"/>
                </a:lnTo>
                <a:lnTo>
                  <a:pt x="1607292" y="36507"/>
                </a:lnTo>
                <a:lnTo>
                  <a:pt x="1588956" y="35077"/>
                </a:lnTo>
                <a:close/>
              </a:path>
              <a:path w="2354579" h="497839">
                <a:moveTo>
                  <a:pt x="1692146" y="97902"/>
                </a:moveTo>
                <a:lnTo>
                  <a:pt x="1588956" y="97902"/>
                </a:lnTo>
                <a:lnTo>
                  <a:pt x="1602585" y="99787"/>
                </a:lnTo>
                <a:lnTo>
                  <a:pt x="1614741" y="105284"/>
                </a:lnTo>
                <a:lnTo>
                  <a:pt x="1642234" y="143336"/>
                </a:lnTo>
                <a:lnTo>
                  <a:pt x="1651003" y="185339"/>
                </a:lnTo>
                <a:lnTo>
                  <a:pt x="1651029" y="185514"/>
                </a:lnTo>
                <a:lnTo>
                  <a:pt x="1651029" y="237738"/>
                </a:lnTo>
                <a:lnTo>
                  <a:pt x="1642234" y="280217"/>
                </a:lnTo>
                <a:lnTo>
                  <a:pt x="1614741" y="318314"/>
                </a:lnTo>
                <a:lnTo>
                  <a:pt x="1588956" y="325749"/>
                </a:lnTo>
                <a:lnTo>
                  <a:pt x="1692267" y="325749"/>
                </a:lnTo>
                <a:lnTo>
                  <a:pt x="1709633" y="285164"/>
                </a:lnTo>
                <a:lnTo>
                  <a:pt x="1718272" y="237960"/>
                </a:lnTo>
                <a:lnTo>
                  <a:pt x="1719528" y="211511"/>
                </a:lnTo>
                <a:lnTo>
                  <a:pt x="1718280" y="185514"/>
                </a:lnTo>
                <a:lnTo>
                  <a:pt x="1718272" y="185339"/>
                </a:lnTo>
                <a:lnTo>
                  <a:pt x="1714973" y="161002"/>
                </a:lnTo>
                <a:lnTo>
                  <a:pt x="1709633" y="138492"/>
                </a:lnTo>
                <a:lnTo>
                  <a:pt x="1702251" y="117797"/>
                </a:lnTo>
                <a:lnTo>
                  <a:pt x="1693004" y="99205"/>
                </a:lnTo>
                <a:lnTo>
                  <a:pt x="1692146" y="97902"/>
                </a:lnTo>
                <a:close/>
              </a:path>
              <a:path w="2354579" h="497839">
                <a:moveTo>
                  <a:pt x="2083706" y="333288"/>
                </a:moveTo>
                <a:lnTo>
                  <a:pt x="2013446" y="333288"/>
                </a:lnTo>
                <a:lnTo>
                  <a:pt x="2013446" y="487524"/>
                </a:lnTo>
                <a:lnTo>
                  <a:pt x="2354169" y="487524"/>
                </a:lnTo>
                <a:lnTo>
                  <a:pt x="2354169" y="431505"/>
                </a:lnTo>
                <a:lnTo>
                  <a:pt x="2083706" y="431505"/>
                </a:lnTo>
                <a:lnTo>
                  <a:pt x="2083706" y="333288"/>
                </a:lnTo>
                <a:close/>
              </a:path>
              <a:path w="2354579" h="497839">
                <a:moveTo>
                  <a:pt x="2343593" y="732"/>
                </a:moveTo>
                <a:lnTo>
                  <a:pt x="2274276" y="732"/>
                </a:lnTo>
                <a:lnTo>
                  <a:pt x="2274276" y="65128"/>
                </a:lnTo>
                <a:lnTo>
                  <a:pt x="2189462" y="65128"/>
                </a:lnTo>
                <a:lnTo>
                  <a:pt x="2189462" y="121148"/>
                </a:lnTo>
                <a:lnTo>
                  <a:pt x="2274276" y="121148"/>
                </a:lnTo>
                <a:lnTo>
                  <a:pt x="2274276" y="161251"/>
                </a:lnTo>
                <a:lnTo>
                  <a:pt x="2189462" y="161251"/>
                </a:lnTo>
                <a:lnTo>
                  <a:pt x="2189462" y="217061"/>
                </a:lnTo>
                <a:lnTo>
                  <a:pt x="2274276" y="217061"/>
                </a:lnTo>
                <a:lnTo>
                  <a:pt x="2274276" y="368365"/>
                </a:lnTo>
                <a:lnTo>
                  <a:pt x="2343593" y="368365"/>
                </a:lnTo>
                <a:lnTo>
                  <a:pt x="2343593" y="732"/>
                </a:lnTo>
                <a:close/>
              </a:path>
              <a:path w="2354579" h="497839">
                <a:moveTo>
                  <a:pt x="2111244" y="28480"/>
                </a:moveTo>
                <a:lnTo>
                  <a:pt x="2041194" y="28480"/>
                </a:lnTo>
                <a:lnTo>
                  <a:pt x="2041194" y="85861"/>
                </a:lnTo>
                <a:lnTo>
                  <a:pt x="2040450" y="103061"/>
                </a:lnTo>
                <a:lnTo>
                  <a:pt x="2040409" y="104024"/>
                </a:lnTo>
                <a:lnTo>
                  <a:pt x="2038136" y="121148"/>
                </a:lnTo>
                <a:lnTo>
                  <a:pt x="2038053" y="121776"/>
                </a:lnTo>
                <a:lnTo>
                  <a:pt x="2021563" y="172457"/>
                </a:lnTo>
                <a:lnTo>
                  <a:pt x="1990096" y="215909"/>
                </a:lnTo>
                <a:lnTo>
                  <a:pt x="1942727" y="248848"/>
                </a:lnTo>
                <a:lnTo>
                  <a:pt x="1923292" y="256955"/>
                </a:lnTo>
                <a:lnTo>
                  <a:pt x="1960882" y="311508"/>
                </a:lnTo>
                <a:lnTo>
                  <a:pt x="1999821" y="291980"/>
                </a:lnTo>
                <a:lnTo>
                  <a:pt x="2032084" y="265855"/>
                </a:lnTo>
                <a:lnTo>
                  <a:pt x="2057699" y="233893"/>
                </a:lnTo>
                <a:lnTo>
                  <a:pt x="2076795" y="197062"/>
                </a:lnTo>
                <a:lnTo>
                  <a:pt x="2147764" y="197062"/>
                </a:lnTo>
                <a:lnTo>
                  <a:pt x="2122972" y="152874"/>
                </a:lnTo>
                <a:lnTo>
                  <a:pt x="2112097" y="104024"/>
                </a:lnTo>
                <a:lnTo>
                  <a:pt x="2111244" y="85861"/>
                </a:lnTo>
                <a:lnTo>
                  <a:pt x="2111244" y="28480"/>
                </a:lnTo>
                <a:close/>
              </a:path>
              <a:path w="2354579" h="497839">
                <a:moveTo>
                  <a:pt x="2147764" y="197062"/>
                </a:moveTo>
                <a:lnTo>
                  <a:pt x="2076795" y="197062"/>
                </a:lnTo>
                <a:lnTo>
                  <a:pt x="2085157" y="214887"/>
                </a:lnTo>
                <a:lnTo>
                  <a:pt x="2106318" y="247199"/>
                </a:lnTo>
                <a:lnTo>
                  <a:pt x="2133351" y="274862"/>
                </a:lnTo>
                <a:lnTo>
                  <a:pt x="2166334" y="296579"/>
                </a:lnTo>
                <a:lnTo>
                  <a:pt x="2185064" y="305121"/>
                </a:lnTo>
                <a:lnTo>
                  <a:pt x="2223597" y="251196"/>
                </a:lnTo>
                <a:lnTo>
                  <a:pt x="2204988" y="243143"/>
                </a:lnTo>
                <a:lnTo>
                  <a:pt x="2188127" y="233736"/>
                </a:lnTo>
                <a:lnTo>
                  <a:pt x="2173032" y="222954"/>
                </a:lnTo>
                <a:lnTo>
                  <a:pt x="2159724" y="210778"/>
                </a:lnTo>
                <a:lnTo>
                  <a:pt x="2148121" y="197564"/>
                </a:lnTo>
                <a:lnTo>
                  <a:pt x="2147764" y="197062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1356" y="5895107"/>
            <a:ext cx="9622743" cy="541344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81356" y="0"/>
            <a:ext cx="9622743" cy="541344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895107"/>
            <a:ext cx="9622743" cy="5413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2065654"/>
            <a:ext cx="2684211" cy="838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22676" y="2954465"/>
            <a:ext cx="1383030" cy="495300"/>
          </a:xfrm>
          <a:custGeom>
            <a:avLst/>
            <a:gdLst/>
            <a:ahLst/>
            <a:cxnLst/>
            <a:rect l="l" t="t" r="r" b="b"/>
            <a:pathLst>
              <a:path w="1383030" h="495300">
                <a:moveTo>
                  <a:pt x="453494" y="380721"/>
                </a:moveTo>
                <a:lnTo>
                  <a:pt x="0" y="380721"/>
                </a:lnTo>
                <a:lnTo>
                  <a:pt x="0" y="437368"/>
                </a:lnTo>
                <a:lnTo>
                  <a:pt x="453494" y="437368"/>
                </a:lnTo>
                <a:lnTo>
                  <a:pt x="453494" y="380721"/>
                </a:lnTo>
                <a:close/>
              </a:path>
              <a:path w="1383030" h="495300">
                <a:moveTo>
                  <a:pt x="259992" y="278944"/>
                </a:moveTo>
                <a:lnTo>
                  <a:pt x="191303" y="278944"/>
                </a:lnTo>
                <a:lnTo>
                  <a:pt x="191303" y="380721"/>
                </a:lnTo>
                <a:lnTo>
                  <a:pt x="259992" y="380721"/>
                </a:lnTo>
                <a:lnTo>
                  <a:pt x="259992" y="278944"/>
                </a:lnTo>
                <a:close/>
              </a:path>
              <a:path w="1383030" h="495300">
                <a:moveTo>
                  <a:pt x="402919" y="36019"/>
                </a:moveTo>
                <a:lnTo>
                  <a:pt x="47956" y="36019"/>
                </a:lnTo>
                <a:lnTo>
                  <a:pt x="47956" y="278944"/>
                </a:lnTo>
                <a:lnTo>
                  <a:pt x="402919" y="278944"/>
                </a:lnTo>
                <a:lnTo>
                  <a:pt x="402919" y="224495"/>
                </a:lnTo>
                <a:lnTo>
                  <a:pt x="116540" y="224495"/>
                </a:lnTo>
                <a:lnTo>
                  <a:pt x="116540" y="91724"/>
                </a:lnTo>
                <a:lnTo>
                  <a:pt x="402919" y="91724"/>
                </a:lnTo>
                <a:lnTo>
                  <a:pt x="402919" y="36019"/>
                </a:lnTo>
                <a:close/>
              </a:path>
              <a:path w="1383030" h="495300">
                <a:moveTo>
                  <a:pt x="402919" y="91724"/>
                </a:moveTo>
                <a:lnTo>
                  <a:pt x="334440" y="91724"/>
                </a:lnTo>
                <a:lnTo>
                  <a:pt x="334440" y="224495"/>
                </a:lnTo>
                <a:lnTo>
                  <a:pt x="402919" y="224495"/>
                </a:lnTo>
                <a:lnTo>
                  <a:pt x="402919" y="91724"/>
                </a:lnTo>
                <a:close/>
              </a:path>
              <a:path w="1383030" h="495300">
                <a:moveTo>
                  <a:pt x="911281" y="0"/>
                </a:moveTo>
                <a:lnTo>
                  <a:pt x="845209" y="0"/>
                </a:lnTo>
                <a:lnTo>
                  <a:pt x="845209" y="259154"/>
                </a:lnTo>
                <a:lnTo>
                  <a:pt x="911281" y="259154"/>
                </a:lnTo>
                <a:lnTo>
                  <a:pt x="911281" y="0"/>
                </a:lnTo>
                <a:close/>
              </a:path>
              <a:path w="1383030" h="495300">
                <a:moveTo>
                  <a:pt x="811284" y="8481"/>
                </a:moveTo>
                <a:lnTo>
                  <a:pt x="745841" y="8481"/>
                </a:lnTo>
                <a:lnTo>
                  <a:pt x="745841" y="103452"/>
                </a:lnTo>
                <a:lnTo>
                  <a:pt x="668356" y="103452"/>
                </a:lnTo>
                <a:lnTo>
                  <a:pt x="668356" y="155911"/>
                </a:lnTo>
                <a:lnTo>
                  <a:pt x="745841" y="155911"/>
                </a:lnTo>
                <a:lnTo>
                  <a:pt x="745841" y="257164"/>
                </a:lnTo>
                <a:lnTo>
                  <a:pt x="811284" y="257164"/>
                </a:lnTo>
                <a:lnTo>
                  <a:pt x="811284" y="8481"/>
                </a:lnTo>
                <a:close/>
              </a:path>
              <a:path w="1383030" h="495300">
                <a:moveTo>
                  <a:pt x="697046" y="23559"/>
                </a:moveTo>
                <a:lnTo>
                  <a:pt x="503440" y="23559"/>
                </a:lnTo>
                <a:lnTo>
                  <a:pt x="503440" y="246798"/>
                </a:lnTo>
                <a:lnTo>
                  <a:pt x="560943" y="246798"/>
                </a:lnTo>
                <a:lnTo>
                  <a:pt x="606473" y="246170"/>
                </a:lnTo>
                <a:lnTo>
                  <a:pt x="649410" y="244285"/>
                </a:lnTo>
                <a:lnTo>
                  <a:pt x="689023" y="240660"/>
                </a:lnTo>
                <a:lnTo>
                  <a:pt x="715580" y="236956"/>
                </a:lnTo>
                <a:lnTo>
                  <a:pt x="712027" y="191721"/>
                </a:lnTo>
                <a:lnTo>
                  <a:pt x="572652" y="191721"/>
                </a:lnTo>
                <a:lnTo>
                  <a:pt x="572652" y="77903"/>
                </a:lnTo>
                <a:lnTo>
                  <a:pt x="697046" y="77903"/>
                </a:lnTo>
                <a:lnTo>
                  <a:pt x="697046" y="23559"/>
                </a:lnTo>
                <a:close/>
              </a:path>
              <a:path w="1383030" h="495300">
                <a:moveTo>
                  <a:pt x="711287" y="182298"/>
                </a:moveTo>
                <a:lnTo>
                  <a:pt x="667728" y="187847"/>
                </a:lnTo>
                <a:lnTo>
                  <a:pt x="611408" y="191088"/>
                </a:lnTo>
                <a:lnTo>
                  <a:pt x="578695" y="191721"/>
                </a:lnTo>
                <a:lnTo>
                  <a:pt x="712027" y="191721"/>
                </a:lnTo>
                <a:lnTo>
                  <a:pt x="711287" y="182298"/>
                </a:lnTo>
                <a:close/>
              </a:path>
              <a:path w="1383030" h="495300">
                <a:moveTo>
                  <a:pt x="911281" y="275279"/>
                </a:moveTo>
                <a:lnTo>
                  <a:pt x="568987" y="275279"/>
                </a:lnTo>
                <a:lnTo>
                  <a:pt x="568987" y="329414"/>
                </a:lnTo>
                <a:lnTo>
                  <a:pt x="842906" y="329414"/>
                </a:lnTo>
                <a:lnTo>
                  <a:pt x="842906" y="355591"/>
                </a:lnTo>
                <a:lnTo>
                  <a:pt x="569511" y="355591"/>
                </a:lnTo>
                <a:lnTo>
                  <a:pt x="569511" y="489932"/>
                </a:lnTo>
                <a:lnTo>
                  <a:pt x="926149" y="489932"/>
                </a:lnTo>
                <a:lnTo>
                  <a:pt x="926149" y="435169"/>
                </a:lnTo>
                <a:lnTo>
                  <a:pt x="638724" y="435169"/>
                </a:lnTo>
                <a:lnTo>
                  <a:pt x="638724" y="406898"/>
                </a:lnTo>
                <a:lnTo>
                  <a:pt x="911281" y="406898"/>
                </a:lnTo>
                <a:lnTo>
                  <a:pt x="911281" y="275279"/>
                </a:lnTo>
                <a:close/>
              </a:path>
              <a:path w="1383030" h="495300">
                <a:moveTo>
                  <a:pt x="1379957" y="0"/>
                </a:moveTo>
                <a:lnTo>
                  <a:pt x="1310221" y="0"/>
                </a:lnTo>
                <a:lnTo>
                  <a:pt x="1310221" y="301142"/>
                </a:lnTo>
                <a:lnTo>
                  <a:pt x="1379957" y="301142"/>
                </a:lnTo>
                <a:lnTo>
                  <a:pt x="1379957" y="0"/>
                </a:lnTo>
                <a:close/>
              </a:path>
              <a:path w="1383030" h="495300">
                <a:moveTo>
                  <a:pt x="1220172" y="29109"/>
                </a:moveTo>
                <a:lnTo>
                  <a:pt x="990441" y="29109"/>
                </a:lnTo>
                <a:lnTo>
                  <a:pt x="990441" y="85128"/>
                </a:lnTo>
                <a:lnTo>
                  <a:pt x="1151483" y="85128"/>
                </a:lnTo>
                <a:lnTo>
                  <a:pt x="1151483" y="127325"/>
                </a:lnTo>
                <a:lnTo>
                  <a:pt x="990964" y="127325"/>
                </a:lnTo>
                <a:lnTo>
                  <a:pt x="990964" y="280515"/>
                </a:lnTo>
                <a:lnTo>
                  <a:pt x="1051066" y="280515"/>
                </a:lnTo>
                <a:lnTo>
                  <a:pt x="1103111" y="279940"/>
                </a:lnTo>
                <a:lnTo>
                  <a:pt x="1143972" y="278798"/>
                </a:lnTo>
                <a:lnTo>
                  <a:pt x="1182652" y="276714"/>
                </a:lnTo>
                <a:lnTo>
                  <a:pt x="1238299" y="271418"/>
                </a:lnTo>
                <a:lnTo>
                  <a:pt x="1275667" y="266065"/>
                </a:lnTo>
                <a:lnTo>
                  <a:pt x="1269059" y="223867"/>
                </a:lnTo>
                <a:lnTo>
                  <a:pt x="1059339" y="223867"/>
                </a:lnTo>
                <a:lnTo>
                  <a:pt x="1059339" y="179156"/>
                </a:lnTo>
                <a:lnTo>
                  <a:pt x="1220172" y="179156"/>
                </a:lnTo>
                <a:lnTo>
                  <a:pt x="1220172" y="29109"/>
                </a:lnTo>
                <a:close/>
              </a:path>
              <a:path w="1383030" h="495300">
                <a:moveTo>
                  <a:pt x="1266977" y="210569"/>
                </a:moveTo>
                <a:lnTo>
                  <a:pt x="1218032" y="216871"/>
                </a:lnTo>
                <a:lnTo>
                  <a:pt x="1169218" y="220857"/>
                </a:lnTo>
                <a:lnTo>
                  <a:pt x="1098775" y="223461"/>
                </a:lnTo>
                <a:lnTo>
                  <a:pt x="1059339" y="223867"/>
                </a:lnTo>
                <a:lnTo>
                  <a:pt x="1269059" y="223867"/>
                </a:lnTo>
                <a:lnTo>
                  <a:pt x="1266977" y="210569"/>
                </a:lnTo>
                <a:close/>
              </a:path>
              <a:path w="1383030" h="495300">
                <a:moveTo>
                  <a:pt x="1211900" y="309205"/>
                </a:moveTo>
                <a:lnTo>
                  <a:pt x="1162425" y="311993"/>
                </a:lnTo>
                <a:lnTo>
                  <a:pt x="1120489" y="320199"/>
                </a:lnTo>
                <a:lnTo>
                  <a:pt x="1073134" y="342065"/>
                </a:lnTo>
                <a:lnTo>
                  <a:pt x="1046355" y="374883"/>
                </a:lnTo>
                <a:lnTo>
                  <a:pt x="1041015" y="402500"/>
                </a:lnTo>
                <a:lnTo>
                  <a:pt x="1042428" y="416638"/>
                </a:lnTo>
                <a:lnTo>
                  <a:pt x="1061747" y="452551"/>
                </a:lnTo>
                <a:lnTo>
                  <a:pt x="1102505" y="478275"/>
                </a:lnTo>
                <a:lnTo>
                  <a:pt x="1140515" y="489132"/>
                </a:lnTo>
                <a:lnTo>
                  <a:pt x="1186220" y="494587"/>
                </a:lnTo>
                <a:lnTo>
                  <a:pt x="1211900" y="495272"/>
                </a:lnTo>
                <a:lnTo>
                  <a:pt x="1237581" y="494587"/>
                </a:lnTo>
                <a:lnTo>
                  <a:pt x="1283329" y="489132"/>
                </a:lnTo>
                <a:lnTo>
                  <a:pt x="1321399" y="478275"/>
                </a:lnTo>
                <a:lnTo>
                  <a:pt x="1362157" y="452551"/>
                </a:lnTo>
                <a:lnTo>
                  <a:pt x="1371465" y="441138"/>
                </a:lnTo>
                <a:lnTo>
                  <a:pt x="1211900" y="441138"/>
                </a:lnTo>
                <a:lnTo>
                  <a:pt x="1188378" y="440606"/>
                </a:lnTo>
                <a:lnTo>
                  <a:pt x="1150483" y="435852"/>
                </a:lnTo>
                <a:lnTo>
                  <a:pt x="1112030" y="411628"/>
                </a:lnTo>
                <a:lnTo>
                  <a:pt x="1110437" y="402500"/>
                </a:lnTo>
                <a:lnTo>
                  <a:pt x="1112030" y="393248"/>
                </a:lnTo>
                <a:lnTo>
                  <a:pt x="1150483" y="368696"/>
                </a:lnTo>
                <a:lnTo>
                  <a:pt x="1188378" y="363755"/>
                </a:lnTo>
                <a:lnTo>
                  <a:pt x="1211900" y="363130"/>
                </a:lnTo>
                <a:lnTo>
                  <a:pt x="1371376" y="363130"/>
                </a:lnTo>
                <a:lnTo>
                  <a:pt x="1371185" y="362773"/>
                </a:lnTo>
                <a:lnTo>
                  <a:pt x="1337184" y="333536"/>
                </a:lnTo>
                <a:lnTo>
                  <a:pt x="1283329" y="315404"/>
                </a:lnTo>
                <a:lnTo>
                  <a:pt x="1237581" y="309936"/>
                </a:lnTo>
                <a:lnTo>
                  <a:pt x="1211900" y="309205"/>
                </a:lnTo>
                <a:close/>
              </a:path>
              <a:path w="1383030" h="495300">
                <a:moveTo>
                  <a:pt x="1371376" y="363130"/>
                </a:moveTo>
                <a:lnTo>
                  <a:pt x="1211900" y="363130"/>
                </a:lnTo>
                <a:lnTo>
                  <a:pt x="1235301" y="363755"/>
                </a:lnTo>
                <a:lnTo>
                  <a:pt x="1255707" y="365617"/>
                </a:lnTo>
                <a:lnTo>
                  <a:pt x="1298728" y="378514"/>
                </a:lnTo>
                <a:lnTo>
                  <a:pt x="1313467" y="402500"/>
                </a:lnTo>
                <a:lnTo>
                  <a:pt x="1311722" y="411628"/>
                </a:lnTo>
                <a:lnTo>
                  <a:pt x="1273110" y="435852"/>
                </a:lnTo>
                <a:lnTo>
                  <a:pt x="1235301" y="440606"/>
                </a:lnTo>
                <a:lnTo>
                  <a:pt x="1211900" y="441138"/>
                </a:lnTo>
                <a:lnTo>
                  <a:pt x="1371465" y="441138"/>
                </a:lnTo>
                <a:lnTo>
                  <a:pt x="1377680" y="429685"/>
                </a:lnTo>
                <a:lnTo>
                  <a:pt x="1381623" y="416638"/>
                </a:lnTo>
                <a:lnTo>
                  <a:pt x="1382994" y="402500"/>
                </a:lnTo>
                <a:lnTo>
                  <a:pt x="1381623" y="388132"/>
                </a:lnTo>
                <a:lnTo>
                  <a:pt x="1377680" y="374883"/>
                </a:lnTo>
                <a:lnTo>
                  <a:pt x="1371376" y="36313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779989"/>
            <a:ext cx="13287553" cy="3738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" y="2065654"/>
            <a:ext cx="2684211" cy="838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26864" y="2953732"/>
            <a:ext cx="2354580" cy="497840"/>
          </a:xfrm>
          <a:custGeom>
            <a:avLst/>
            <a:gdLst/>
            <a:ahLst/>
            <a:cxnLst/>
            <a:rect l="l" t="t" r="r" b="b"/>
            <a:pathLst>
              <a:path w="2354579" h="497839">
                <a:moveTo>
                  <a:pt x="425327" y="246170"/>
                </a:moveTo>
                <a:lnTo>
                  <a:pt x="358941" y="246170"/>
                </a:lnTo>
                <a:lnTo>
                  <a:pt x="358941" y="496215"/>
                </a:lnTo>
                <a:lnTo>
                  <a:pt x="425327" y="496215"/>
                </a:lnTo>
                <a:lnTo>
                  <a:pt x="425327" y="246170"/>
                </a:lnTo>
                <a:close/>
              </a:path>
              <a:path w="2354579" h="497839">
                <a:moveTo>
                  <a:pt x="314231" y="7748"/>
                </a:moveTo>
                <a:lnTo>
                  <a:pt x="248474" y="7748"/>
                </a:lnTo>
                <a:lnTo>
                  <a:pt x="248474" y="473284"/>
                </a:lnTo>
                <a:lnTo>
                  <a:pt x="314231" y="473284"/>
                </a:lnTo>
                <a:lnTo>
                  <a:pt x="314231" y="246170"/>
                </a:lnTo>
                <a:lnTo>
                  <a:pt x="425327" y="246170"/>
                </a:lnTo>
                <a:lnTo>
                  <a:pt x="425327" y="189523"/>
                </a:lnTo>
                <a:lnTo>
                  <a:pt x="314231" y="189523"/>
                </a:lnTo>
                <a:lnTo>
                  <a:pt x="314231" y="7748"/>
                </a:lnTo>
                <a:close/>
              </a:path>
              <a:path w="2354579" h="497839">
                <a:moveTo>
                  <a:pt x="425327" y="0"/>
                </a:moveTo>
                <a:lnTo>
                  <a:pt x="358941" y="0"/>
                </a:lnTo>
                <a:lnTo>
                  <a:pt x="358941" y="189523"/>
                </a:lnTo>
                <a:lnTo>
                  <a:pt x="425327" y="189523"/>
                </a:lnTo>
                <a:lnTo>
                  <a:pt x="425327" y="0"/>
                </a:lnTo>
                <a:close/>
              </a:path>
              <a:path w="2354579" h="497839">
                <a:moveTo>
                  <a:pt x="107745" y="35601"/>
                </a:moveTo>
                <a:lnTo>
                  <a:pt x="63306" y="47999"/>
                </a:lnTo>
                <a:lnTo>
                  <a:pt x="29318" y="83649"/>
                </a:lnTo>
                <a:lnTo>
                  <a:pt x="13298" y="119158"/>
                </a:lnTo>
                <a:lnTo>
                  <a:pt x="3389" y="163070"/>
                </a:lnTo>
                <a:lnTo>
                  <a:pt x="0" y="214757"/>
                </a:lnTo>
                <a:lnTo>
                  <a:pt x="878" y="241614"/>
                </a:lnTo>
                <a:lnTo>
                  <a:pt x="7524" y="290074"/>
                </a:lnTo>
                <a:lnTo>
                  <a:pt x="20640" y="330217"/>
                </a:lnTo>
                <a:lnTo>
                  <a:pt x="50679" y="373287"/>
                </a:lnTo>
                <a:lnTo>
                  <a:pt x="91819" y="393651"/>
                </a:lnTo>
                <a:lnTo>
                  <a:pt x="107745" y="395066"/>
                </a:lnTo>
                <a:lnTo>
                  <a:pt x="123844" y="393651"/>
                </a:lnTo>
                <a:lnTo>
                  <a:pt x="165544" y="373287"/>
                </a:lnTo>
                <a:lnTo>
                  <a:pt x="196113" y="330217"/>
                </a:lnTo>
                <a:lnTo>
                  <a:pt x="196795" y="328471"/>
                </a:lnTo>
                <a:lnTo>
                  <a:pt x="107745" y="328471"/>
                </a:lnTo>
                <a:lnTo>
                  <a:pt x="97829" y="326781"/>
                </a:lnTo>
                <a:lnTo>
                  <a:pt x="70279" y="284449"/>
                </a:lnTo>
                <a:lnTo>
                  <a:pt x="64644" y="241826"/>
                </a:lnTo>
                <a:lnTo>
                  <a:pt x="64624" y="241614"/>
                </a:lnTo>
                <a:lnTo>
                  <a:pt x="63977" y="214757"/>
                </a:lnTo>
                <a:lnTo>
                  <a:pt x="64624" y="188160"/>
                </a:lnTo>
                <a:lnTo>
                  <a:pt x="66725" y="165086"/>
                </a:lnTo>
                <a:lnTo>
                  <a:pt x="81609" y="117201"/>
                </a:lnTo>
                <a:lnTo>
                  <a:pt x="107745" y="101358"/>
                </a:lnTo>
                <a:lnTo>
                  <a:pt x="196556" y="101358"/>
                </a:lnTo>
                <a:lnTo>
                  <a:pt x="196113" y="100230"/>
                </a:lnTo>
                <a:lnTo>
                  <a:pt x="165544" y="57485"/>
                </a:lnTo>
                <a:lnTo>
                  <a:pt x="123844" y="37076"/>
                </a:lnTo>
                <a:lnTo>
                  <a:pt x="107745" y="35601"/>
                </a:lnTo>
                <a:close/>
              </a:path>
              <a:path w="2354579" h="497839">
                <a:moveTo>
                  <a:pt x="196556" y="101358"/>
                </a:moveTo>
                <a:lnTo>
                  <a:pt x="107745" y="101358"/>
                </a:lnTo>
                <a:lnTo>
                  <a:pt x="117972" y="103066"/>
                </a:lnTo>
                <a:lnTo>
                  <a:pt x="126972" y="108347"/>
                </a:lnTo>
                <a:lnTo>
                  <a:pt x="146492" y="145566"/>
                </a:lnTo>
                <a:lnTo>
                  <a:pt x="152553" y="187937"/>
                </a:lnTo>
                <a:lnTo>
                  <a:pt x="152575" y="188160"/>
                </a:lnTo>
                <a:lnTo>
                  <a:pt x="153398" y="214757"/>
                </a:lnTo>
                <a:lnTo>
                  <a:pt x="152575" y="241614"/>
                </a:lnTo>
                <a:lnTo>
                  <a:pt x="150270" y="264847"/>
                </a:lnTo>
                <a:lnTo>
                  <a:pt x="134735" y="312760"/>
                </a:lnTo>
                <a:lnTo>
                  <a:pt x="107745" y="328471"/>
                </a:lnTo>
                <a:lnTo>
                  <a:pt x="196795" y="328471"/>
                </a:lnTo>
                <a:lnTo>
                  <a:pt x="209481" y="290074"/>
                </a:lnTo>
                <a:lnTo>
                  <a:pt x="216349" y="241826"/>
                </a:lnTo>
                <a:lnTo>
                  <a:pt x="217270" y="214757"/>
                </a:lnTo>
                <a:lnTo>
                  <a:pt x="216357" y="188160"/>
                </a:lnTo>
                <a:lnTo>
                  <a:pt x="216349" y="187937"/>
                </a:lnTo>
                <a:lnTo>
                  <a:pt x="213750" y="163070"/>
                </a:lnTo>
                <a:lnTo>
                  <a:pt x="209481" y="140147"/>
                </a:lnTo>
                <a:lnTo>
                  <a:pt x="203554" y="119158"/>
                </a:lnTo>
                <a:lnTo>
                  <a:pt x="196556" y="101358"/>
                </a:lnTo>
                <a:close/>
              </a:path>
              <a:path w="2354579" h="497839">
                <a:moveTo>
                  <a:pt x="895155" y="0"/>
                </a:moveTo>
                <a:lnTo>
                  <a:pt x="825943" y="0"/>
                </a:lnTo>
                <a:lnTo>
                  <a:pt x="825943" y="496215"/>
                </a:lnTo>
                <a:lnTo>
                  <a:pt x="895155" y="496215"/>
                </a:lnTo>
                <a:lnTo>
                  <a:pt x="895155" y="0"/>
                </a:lnTo>
                <a:close/>
              </a:path>
              <a:path w="2354579" h="497839">
                <a:moveTo>
                  <a:pt x="573595" y="47537"/>
                </a:moveTo>
                <a:lnTo>
                  <a:pt x="504906" y="47537"/>
                </a:lnTo>
                <a:lnTo>
                  <a:pt x="504906" y="373705"/>
                </a:lnTo>
                <a:lnTo>
                  <a:pt x="548569" y="373705"/>
                </a:lnTo>
                <a:lnTo>
                  <a:pt x="577549" y="373525"/>
                </a:lnTo>
                <a:lnTo>
                  <a:pt x="636961" y="371084"/>
                </a:lnTo>
                <a:lnTo>
                  <a:pt x="698355" y="365682"/>
                </a:lnTo>
                <a:lnTo>
                  <a:pt x="761652" y="356415"/>
                </a:lnTo>
                <a:lnTo>
                  <a:pt x="794007" y="350251"/>
                </a:lnTo>
                <a:lnTo>
                  <a:pt x="788577" y="314335"/>
                </a:lnTo>
                <a:lnTo>
                  <a:pt x="573595" y="314335"/>
                </a:lnTo>
                <a:lnTo>
                  <a:pt x="573595" y="47537"/>
                </a:lnTo>
                <a:close/>
              </a:path>
              <a:path w="2354579" h="497839">
                <a:moveTo>
                  <a:pt x="785316" y="292765"/>
                </a:moveTo>
                <a:lnTo>
                  <a:pt x="730972" y="302032"/>
                </a:lnTo>
                <a:lnTo>
                  <a:pt x="677256" y="308472"/>
                </a:lnTo>
                <a:lnTo>
                  <a:pt x="624640" y="312542"/>
                </a:lnTo>
                <a:lnTo>
                  <a:pt x="573595" y="314335"/>
                </a:lnTo>
                <a:lnTo>
                  <a:pt x="788577" y="314335"/>
                </a:lnTo>
                <a:lnTo>
                  <a:pt x="785316" y="292765"/>
                </a:lnTo>
                <a:close/>
              </a:path>
              <a:path w="2354579" h="497839">
                <a:moveTo>
                  <a:pt x="1390324" y="0"/>
                </a:moveTo>
                <a:lnTo>
                  <a:pt x="1323938" y="0"/>
                </a:lnTo>
                <a:lnTo>
                  <a:pt x="1323938" y="496215"/>
                </a:lnTo>
                <a:lnTo>
                  <a:pt x="1390324" y="496215"/>
                </a:lnTo>
                <a:lnTo>
                  <a:pt x="1390324" y="0"/>
                </a:lnTo>
                <a:close/>
              </a:path>
              <a:path w="2354579" h="497839">
                <a:moveTo>
                  <a:pt x="1287081" y="236327"/>
                </a:moveTo>
                <a:lnTo>
                  <a:pt x="1221428" y="236327"/>
                </a:lnTo>
                <a:lnTo>
                  <a:pt x="1221428" y="473284"/>
                </a:lnTo>
                <a:lnTo>
                  <a:pt x="1287081" y="473284"/>
                </a:lnTo>
                <a:lnTo>
                  <a:pt x="1287081" y="236327"/>
                </a:lnTo>
                <a:close/>
              </a:path>
              <a:path w="2354579" h="497839">
                <a:moveTo>
                  <a:pt x="1171901" y="51621"/>
                </a:moveTo>
                <a:lnTo>
                  <a:pt x="974630" y="51621"/>
                </a:lnTo>
                <a:lnTo>
                  <a:pt x="974630" y="371402"/>
                </a:lnTo>
                <a:lnTo>
                  <a:pt x="1171901" y="371402"/>
                </a:lnTo>
                <a:lnTo>
                  <a:pt x="1171901" y="316848"/>
                </a:lnTo>
                <a:lnTo>
                  <a:pt x="1039758" y="316848"/>
                </a:lnTo>
                <a:lnTo>
                  <a:pt x="1039758" y="106279"/>
                </a:lnTo>
                <a:lnTo>
                  <a:pt x="1171901" y="106279"/>
                </a:lnTo>
                <a:lnTo>
                  <a:pt x="1171901" y="51621"/>
                </a:lnTo>
                <a:close/>
              </a:path>
              <a:path w="2354579" h="497839">
                <a:moveTo>
                  <a:pt x="1171901" y="106279"/>
                </a:moveTo>
                <a:lnTo>
                  <a:pt x="1106982" y="106279"/>
                </a:lnTo>
                <a:lnTo>
                  <a:pt x="1106982" y="316848"/>
                </a:lnTo>
                <a:lnTo>
                  <a:pt x="1171901" y="316848"/>
                </a:lnTo>
                <a:lnTo>
                  <a:pt x="1171901" y="236327"/>
                </a:lnTo>
                <a:lnTo>
                  <a:pt x="1287081" y="236327"/>
                </a:lnTo>
                <a:lnTo>
                  <a:pt x="1287081" y="180727"/>
                </a:lnTo>
                <a:lnTo>
                  <a:pt x="1171901" y="180727"/>
                </a:lnTo>
                <a:lnTo>
                  <a:pt x="1171901" y="106279"/>
                </a:lnTo>
                <a:close/>
              </a:path>
              <a:path w="2354579" h="497839">
                <a:moveTo>
                  <a:pt x="1287081" y="7748"/>
                </a:moveTo>
                <a:lnTo>
                  <a:pt x="1221428" y="7748"/>
                </a:lnTo>
                <a:lnTo>
                  <a:pt x="1221428" y="180727"/>
                </a:lnTo>
                <a:lnTo>
                  <a:pt x="1287081" y="180727"/>
                </a:lnTo>
                <a:lnTo>
                  <a:pt x="1287081" y="7748"/>
                </a:lnTo>
                <a:close/>
              </a:path>
              <a:path w="2354579" h="497839">
                <a:moveTo>
                  <a:pt x="1858268" y="0"/>
                </a:moveTo>
                <a:lnTo>
                  <a:pt x="1787903" y="0"/>
                </a:lnTo>
                <a:lnTo>
                  <a:pt x="1787903" y="497367"/>
                </a:lnTo>
                <a:lnTo>
                  <a:pt x="1858268" y="497367"/>
                </a:lnTo>
                <a:lnTo>
                  <a:pt x="1858268" y="0"/>
                </a:lnTo>
                <a:close/>
              </a:path>
              <a:path w="2354579" h="497839">
                <a:moveTo>
                  <a:pt x="1588956" y="35077"/>
                </a:moveTo>
                <a:lnTo>
                  <a:pt x="1536419" y="47416"/>
                </a:lnTo>
                <a:lnTo>
                  <a:pt x="1494784" y="82850"/>
                </a:lnTo>
                <a:lnTo>
                  <a:pt x="1474824" y="117797"/>
                </a:lnTo>
                <a:lnTo>
                  <a:pt x="1462088" y="161002"/>
                </a:lnTo>
                <a:lnTo>
                  <a:pt x="1457756" y="211511"/>
                </a:lnTo>
                <a:lnTo>
                  <a:pt x="1458867" y="237738"/>
                </a:lnTo>
                <a:lnTo>
                  <a:pt x="1467401" y="285164"/>
                </a:lnTo>
                <a:lnTo>
                  <a:pt x="1484014" y="324626"/>
                </a:lnTo>
                <a:lnTo>
                  <a:pt x="1507144" y="355169"/>
                </a:lnTo>
                <a:lnTo>
                  <a:pt x="1552832" y="383195"/>
                </a:lnTo>
                <a:lnTo>
                  <a:pt x="1588956" y="388783"/>
                </a:lnTo>
                <a:lnTo>
                  <a:pt x="1607292" y="387309"/>
                </a:lnTo>
                <a:lnTo>
                  <a:pt x="1656075" y="367004"/>
                </a:lnTo>
                <a:lnTo>
                  <a:pt x="1692267" y="325749"/>
                </a:lnTo>
                <a:lnTo>
                  <a:pt x="1588956" y="325749"/>
                </a:lnTo>
                <a:lnTo>
                  <a:pt x="1575035" y="323848"/>
                </a:lnTo>
                <a:lnTo>
                  <a:pt x="1542361" y="296430"/>
                </a:lnTo>
                <a:lnTo>
                  <a:pt x="1526151" y="237960"/>
                </a:lnTo>
                <a:lnTo>
                  <a:pt x="1526120" y="237738"/>
                </a:lnTo>
                <a:lnTo>
                  <a:pt x="1524979" y="211511"/>
                </a:lnTo>
                <a:lnTo>
                  <a:pt x="1526120" y="185514"/>
                </a:lnTo>
                <a:lnTo>
                  <a:pt x="1529390" y="162796"/>
                </a:lnTo>
                <a:lnTo>
                  <a:pt x="1551747" y="114394"/>
                </a:lnTo>
                <a:lnTo>
                  <a:pt x="1588956" y="97902"/>
                </a:lnTo>
                <a:lnTo>
                  <a:pt x="1692146" y="97902"/>
                </a:lnTo>
                <a:lnTo>
                  <a:pt x="1682226" y="82850"/>
                </a:lnTo>
                <a:lnTo>
                  <a:pt x="1640861" y="47416"/>
                </a:lnTo>
                <a:lnTo>
                  <a:pt x="1607292" y="36507"/>
                </a:lnTo>
                <a:lnTo>
                  <a:pt x="1588956" y="35077"/>
                </a:lnTo>
                <a:close/>
              </a:path>
              <a:path w="2354579" h="497839">
                <a:moveTo>
                  <a:pt x="1692146" y="97902"/>
                </a:moveTo>
                <a:lnTo>
                  <a:pt x="1588956" y="97902"/>
                </a:lnTo>
                <a:lnTo>
                  <a:pt x="1602585" y="99787"/>
                </a:lnTo>
                <a:lnTo>
                  <a:pt x="1614741" y="105284"/>
                </a:lnTo>
                <a:lnTo>
                  <a:pt x="1642234" y="143336"/>
                </a:lnTo>
                <a:lnTo>
                  <a:pt x="1651003" y="185339"/>
                </a:lnTo>
                <a:lnTo>
                  <a:pt x="1651029" y="185514"/>
                </a:lnTo>
                <a:lnTo>
                  <a:pt x="1651029" y="237738"/>
                </a:lnTo>
                <a:lnTo>
                  <a:pt x="1642234" y="280217"/>
                </a:lnTo>
                <a:lnTo>
                  <a:pt x="1614741" y="318314"/>
                </a:lnTo>
                <a:lnTo>
                  <a:pt x="1588956" y="325749"/>
                </a:lnTo>
                <a:lnTo>
                  <a:pt x="1692267" y="325749"/>
                </a:lnTo>
                <a:lnTo>
                  <a:pt x="1709633" y="285164"/>
                </a:lnTo>
                <a:lnTo>
                  <a:pt x="1718272" y="237960"/>
                </a:lnTo>
                <a:lnTo>
                  <a:pt x="1719528" y="211511"/>
                </a:lnTo>
                <a:lnTo>
                  <a:pt x="1718280" y="185514"/>
                </a:lnTo>
                <a:lnTo>
                  <a:pt x="1718272" y="185339"/>
                </a:lnTo>
                <a:lnTo>
                  <a:pt x="1714973" y="161002"/>
                </a:lnTo>
                <a:lnTo>
                  <a:pt x="1709633" y="138492"/>
                </a:lnTo>
                <a:lnTo>
                  <a:pt x="1702251" y="117797"/>
                </a:lnTo>
                <a:lnTo>
                  <a:pt x="1693004" y="99205"/>
                </a:lnTo>
                <a:lnTo>
                  <a:pt x="1692146" y="97902"/>
                </a:lnTo>
                <a:close/>
              </a:path>
              <a:path w="2354579" h="497839">
                <a:moveTo>
                  <a:pt x="2083706" y="333288"/>
                </a:moveTo>
                <a:lnTo>
                  <a:pt x="2013446" y="333288"/>
                </a:lnTo>
                <a:lnTo>
                  <a:pt x="2013446" y="487524"/>
                </a:lnTo>
                <a:lnTo>
                  <a:pt x="2354169" y="487524"/>
                </a:lnTo>
                <a:lnTo>
                  <a:pt x="2354169" y="431505"/>
                </a:lnTo>
                <a:lnTo>
                  <a:pt x="2083706" y="431505"/>
                </a:lnTo>
                <a:lnTo>
                  <a:pt x="2083706" y="333288"/>
                </a:lnTo>
                <a:close/>
              </a:path>
              <a:path w="2354579" h="497839">
                <a:moveTo>
                  <a:pt x="2343593" y="732"/>
                </a:moveTo>
                <a:lnTo>
                  <a:pt x="2274276" y="732"/>
                </a:lnTo>
                <a:lnTo>
                  <a:pt x="2274276" y="65128"/>
                </a:lnTo>
                <a:lnTo>
                  <a:pt x="2189462" y="65128"/>
                </a:lnTo>
                <a:lnTo>
                  <a:pt x="2189462" y="121148"/>
                </a:lnTo>
                <a:lnTo>
                  <a:pt x="2274276" y="121148"/>
                </a:lnTo>
                <a:lnTo>
                  <a:pt x="2274276" y="161251"/>
                </a:lnTo>
                <a:lnTo>
                  <a:pt x="2189462" y="161251"/>
                </a:lnTo>
                <a:lnTo>
                  <a:pt x="2189462" y="217061"/>
                </a:lnTo>
                <a:lnTo>
                  <a:pt x="2274276" y="217061"/>
                </a:lnTo>
                <a:lnTo>
                  <a:pt x="2274276" y="368365"/>
                </a:lnTo>
                <a:lnTo>
                  <a:pt x="2343593" y="368365"/>
                </a:lnTo>
                <a:lnTo>
                  <a:pt x="2343593" y="732"/>
                </a:lnTo>
                <a:close/>
              </a:path>
              <a:path w="2354579" h="497839">
                <a:moveTo>
                  <a:pt x="2111244" y="28480"/>
                </a:moveTo>
                <a:lnTo>
                  <a:pt x="2041194" y="28480"/>
                </a:lnTo>
                <a:lnTo>
                  <a:pt x="2041194" y="85861"/>
                </a:lnTo>
                <a:lnTo>
                  <a:pt x="2040450" y="103061"/>
                </a:lnTo>
                <a:lnTo>
                  <a:pt x="2040409" y="104024"/>
                </a:lnTo>
                <a:lnTo>
                  <a:pt x="2038136" y="121148"/>
                </a:lnTo>
                <a:lnTo>
                  <a:pt x="2038053" y="121776"/>
                </a:lnTo>
                <a:lnTo>
                  <a:pt x="2021563" y="172457"/>
                </a:lnTo>
                <a:lnTo>
                  <a:pt x="1990096" y="215909"/>
                </a:lnTo>
                <a:lnTo>
                  <a:pt x="1942727" y="248848"/>
                </a:lnTo>
                <a:lnTo>
                  <a:pt x="1923292" y="256955"/>
                </a:lnTo>
                <a:lnTo>
                  <a:pt x="1960882" y="311508"/>
                </a:lnTo>
                <a:lnTo>
                  <a:pt x="1999821" y="291980"/>
                </a:lnTo>
                <a:lnTo>
                  <a:pt x="2032084" y="265855"/>
                </a:lnTo>
                <a:lnTo>
                  <a:pt x="2057699" y="233893"/>
                </a:lnTo>
                <a:lnTo>
                  <a:pt x="2076795" y="197062"/>
                </a:lnTo>
                <a:lnTo>
                  <a:pt x="2147764" y="197062"/>
                </a:lnTo>
                <a:lnTo>
                  <a:pt x="2122972" y="152874"/>
                </a:lnTo>
                <a:lnTo>
                  <a:pt x="2112097" y="104024"/>
                </a:lnTo>
                <a:lnTo>
                  <a:pt x="2111244" y="85861"/>
                </a:lnTo>
                <a:lnTo>
                  <a:pt x="2111244" y="28480"/>
                </a:lnTo>
                <a:close/>
              </a:path>
              <a:path w="2354579" h="497839">
                <a:moveTo>
                  <a:pt x="2147764" y="197062"/>
                </a:moveTo>
                <a:lnTo>
                  <a:pt x="2076795" y="197062"/>
                </a:lnTo>
                <a:lnTo>
                  <a:pt x="2085157" y="214887"/>
                </a:lnTo>
                <a:lnTo>
                  <a:pt x="2106318" y="247199"/>
                </a:lnTo>
                <a:lnTo>
                  <a:pt x="2133351" y="274862"/>
                </a:lnTo>
                <a:lnTo>
                  <a:pt x="2166334" y="296579"/>
                </a:lnTo>
                <a:lnTo>
                  <a:pt x="2185064" y="305121"/>
                </a:lnTo>
                <a:lnTo>
                  <a:pt x="2223597" y="251196"/>
                </a:lnTo>
                <a:lnTo>
                  <a:pt x="2204988" y="243143"/>
                </a:lnTo>
                <a:lnTo>
                  <a:pt x="2188127" y="233736"/>
                </a:lnTo>
                <a:lnTo>
                  <a:pt x="2173032" y="222954"/>
                </a:lnTo>
                <a:lnTo>
                  <a:pt x="2159724" y="210778"/>
                </a:lnTo>
                <a:lnTo>
                  <a:pt x="2148121" y="197564"/>
                </a:lnTo>
                <a:lnTo>
                  <a:pt x="2147764" y="197062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622987" y="910967"/>
            <a:ext cx="18481675" cy="10398125"/>
            <a:chOff x="1622987" y="910967"/>
            <a:chExt cx="18481675" cy="1039812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2987" y="6104524"/>
              <a:ext cx="18481112" cy="520403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8308" y="910967"/>
              <a:ext cx="9245791" cy="520403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2369" y="2010410"/>
              <a:ext cx="6146409" cy="40941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2026-04-20T01:33:06Z</dcterms:created>
  <dcterms:modified xsi:type="dcterms:W3CDTF">2026-04-20T01:33:06Z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2026-04-20T00:00:00Z</vt:filetime>
  </property>
  <property fmtid="{D5CDD505-2E9C-101B-9397-08002B2CF9AE}" pid="5" name="Producer">
    <vt:lpwstr>Microsoft® PowerPoint® LTSC</vt:lpwstr>
  </property>
</Properties>
</file>